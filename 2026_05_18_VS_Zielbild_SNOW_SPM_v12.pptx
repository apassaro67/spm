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2147483633" r:id="rId19"/>
    <p:sldId id="569" r:id="rId15"/>
    <p:sldId id="570" r:id="rId16"/>
    <p:sldId id="2147483631" r:id="rId17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9" Type="http://schemas.openxmlformats.org/officeDocument/2006/relationships/slide" Target="slides/slide2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