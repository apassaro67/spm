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6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Bewertung der Plattformstrategie mit 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Wirtschaftlichkeit (TCO) · Vergleich SPM-Plattform vs. Best-of-Breed · Gartner Executive Summary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960" y="3352800"/>
            <a:ext cx="342046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5-Jahres-TCO  (Year 0–5)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061606" y="5105600"/>
            <a:ext cx="562173" cy="0"/>
          </a:xfrm>
          <a:prstGeom prst="line">
            <a:avLst/>
          </a:prstGeom>
          <a:ln w="25400">
            <a:solidFill>
              <a:srgbClr val="2E7D3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589166" y="4686500"/>
            <a:ext cx="1507053" cy="289560"/>
          </a:xfrm>
          <a:prstGeom prst="rect">
            <a:avLst/>
          </a:prstGeom>
          <a:noFill/>
          <a:ln>
            <a:noFill/>
          </a:ln>
        </p:spPr>
        <p:txBody>
          <a:bodyPr wrap="square" anchor="b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2E7D32"/>
                </a:solidFill>
                <a:latin typeface="Calibri"/>
              </a:rPr>
              <a:t>Ersparnis  −2.24 M€</a:t>
            </a:r>
          </a:p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( −32 % 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38625" y="3352800"/>
            <a:ext cx="202021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Laufend p.a.</a:t>
            </a:r>
          </a:p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ab Jahr 3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969105" y="3573780"/>
            <a:ext cx="1959254" cy="2346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69105" y="3808475"/>
            <a:ext cx="1959254" cy="1173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3600" b="1" i="0">
                <a:solidFill>
                  <a:srgbClr val="2E7D32"/>
                </a:solidFill>
                <a:latin typeface="Calibri"/>
              </a:rPr>
              <a:t>−26 %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9105" y="5028895"/>
            <a:ext cx="195925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= −345 k€ p.a.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69105" y="5404408"/>
            <a:ext cx="1959254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weniger Betriebskosten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1960" y="5974079"/>
            <a:ext cx="551688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0" i="1">
                <a:solidFill>
                  <a:srgbClr val="4B5563"/>
                </a:solidFill>
                <a:latin typeface="Calibri"/>
              </a:rPr>
              <a:t>Quelle: TCO_Vergleich_5J_SN_vs_BoB.xlsx — Tab 'Auswertung'   |   Werte basieren auf Annahmen / Schätzungen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Nur eine Plattform ermöglicht echte End-to-End-Governance 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6000"/>
            <a:ext cx="53340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Gartner 2025 – Pure-Play Versus Platform, Comparing SPM and APMR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 aus 'Bewertung_der_Plattformstrategie' + TCO_Vergleich_5J_SN_vs_BoB.xlsx (Tab: Auswertung).</a:t>
            </a:r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2829</Words>
  <Application>Microsoft Office PowerPoint</Application>
  <PresentationFormat>Breitbild</PresentationFormat>
  <Paragraphs>766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23</cp:revision>
  <dcterms:created xsi:type="dcterms:W3CDTF">2025-07-07T10:08:27Z</dcterms:created>
  <dcterms:modified xsi:type="dcterms:W3CDTF">2026-05-11T07:30:42Z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