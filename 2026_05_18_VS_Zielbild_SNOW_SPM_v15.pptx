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571" r:id="rId14"/>
    <p:sldId id="572" r:id="rId15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6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Bewertung der Plattformstrategie mit ServiceNow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Wirtschaftlichkeit (TCO) · Vergleich SPM-Plattform vs. Best-of-Breed · Gartner Executive Summary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tco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291840"/>
            <a:ext cx="5638800" cy="2880360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05600" y="350520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Nur eine Plattform ermöglicht echte End-to-End-Governance über Strategie, Projekte, Produkte, IT &amp; Finance hinweg.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0" y="6096000"/>
            <a:ext cx="53340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Gartner 2025 – Pure-Play Versus Platform, Comparing SPM and APMR Solutions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81940" y="510540"/>
            <a:ext cx="11628120" cy="230886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 aus 'Bewertung_der_Plattformstrategie' + TCO_Vergleich_5J_SN_vs_BoB.xlsx (Tab: Auswertung).</a:t>
            </a:r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2829</Words>
  <Application>Microsoft Office PowerPoint</Application>
  <PresentationFormat>Breitbild</PresentationFormat>
  <Paragraphs>766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23</cp:revision>
  <dcterms:created xsi:type="dcterms:W3CDTF">2025-07-07T10:08:27Z</dcterms:created>
  <dcterms:modified xsi:type="dcterms:W3CDTF">2026-05-11T07:30:42Z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