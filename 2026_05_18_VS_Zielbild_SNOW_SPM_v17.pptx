
<file path=[Content_Types].xml><?xml version="1.0" encoding="utf-8"?>
<Types xmlns="http://schemas.openxmlformats.org/package/2006/content-types">
  <Default Extension="emf" ContentType="image/x-emf"/>
  <Default Extension="jpeg" ContentType="image/jpeg"/>
  <Default Extension="png" ContentType="image/png"/>
  <Default Extension="rels" ContentType="application/vnd.openxmlformats-package.relationships+xml"/>
  <Default Extension="wdp" ContentType="image/vnd.ms-photo"/>
  <Default Extension="xml" ContentType="application/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docProps/app.xml" ContentType="application/vnd.openxmlformats-officedocument.extended-properties+xml"/>
  <Override PartName="/docProps/core.xml" ContentType="application/vnd.openxmlformats-package.core-properties+xml"/>
  <Override PartName="/docProps/custom.xml" ContentType="application/vnd.openxmlformats-officedocument.custom-properties+xml"/>
  <Override PartName="/ppt/authors.xml" ContentType="application/vnd.ms-powerpoint.authors+xml"/>
  <Override PartName="/ppt/charts/chart1.xml" ContentType="application/vnd.openxmlformats-officedocument.drawingml.chart+xml"/>
  <Override PartName="/ppt/charts/chart2.xml" ContentType="application/vnd.openxmlformats-officedocument.drawingml.chart+xml"/>
  <Override PartName="/ppt/charts/chart3.xml" ContentType="application/vnd.openxmlformats-officedocument.drawingml.chart+xml"/>
  <Override PartName="/ppt/charts/chart4.xml" ContentType="application/vnd.openxmlformats-officedocument.drawingml.chart+xml"/>
  <Override PartName="/ppt/charts/chart5.xml" ContentType="application/vnd.openxmlformats-officedocument.drawingml.chart+xml"/>
  <Override PartName="/ppt/charts/chart6.xml" ContentType="application/vnd.openxmlformats-officedocument.drawingml.chart+xml"/>
  <Override PartName="/ppt/commentAuthors.xml" ContentType="application/vnd.openxmlformats-officedocument.presentationml.commentAuthors+xml"/>
  <Override PartName="/ppt/comments/modernComment_117_2A9E6AB6.xml" ContentType="application/vnd.ms-powerpoint.comments+xml"/>
  <Override PartName="/ppt/comments/modernComment_234_104226BA.xml" ContentType="application/vnd.ms-powerpoint.comments+xml"/>
  <Override PartName="/ppt/embeddings/Microsoft_Excel_Binary_Worksheet.xlsb" ContentType="application/vnd.ms-excel.sheet.binary.macroEnabled.12"/>
  <Override PartName="/ppt/embeddings/Microsoft_Excel_Binary_Worksheet1.xlsb" ContentType="application/vnd.ms-excel.sheet.binary.macroEnabled.12"/>
  <Override PartName="/ppt/embeddings/Microsoft_Excel_Binary_Worksheet2.xlsb" ContentType="application/vnd.ms-excel.sheet.binary.macroEnabled.12"/>
  <Override PartName="/ppt/embeddings/Microsoft_Excel_Binary_Worksheet3.xlsb" ContentType="application/vnd.ms-excel.sheet.binary.macroEnabled.12"/>
  <Override PartName="/ppt/embeddings/Microsoft_Excel_Binary_Worksheet4.xlsb" ContentType="application/vnd.ms-excel.sheet.binary.macroEnabled.12"/>
  <Override PartName="/ppt/embeddings/Microsoft_Excel_Binary_Worksheet5.xlsb" ContentType="application/vnd.ms-excel.sheet.binary.macroEnabled.12"/>
  <Override PartName="/ppt/embeddings/oleObject1.bin" ContentType="application/vnd.openxmlformats-officedocument.oleObject"/>
  <Override PartName="/ppt/embeddings/oleObject10.bin" ContentType="application/vnd.openxmlformats-officedocument.oleObject"/>
  <Override PartName="/ppt/embeddings/oleObject11.bin" ContentType="application/vnd.openxmlformats-officedocument.oleObject"/>
  <Override PartName="/ppt/embeddings/oleObject12.bin" ContentType="application/vnd.openxmlformats-officedocument.oleObject"/>
  <Override PartName="/ppt/embeddings/oleObject13.bin" ContentType="application/vnd.openxmlformats-officedocument.oleObject"/>
  <Override PartName="/ppt/embeddings/oleObject14.bin" ContentType="application/vnd.openxmlformats-officedocument.oleObject"/>
  <Override PartName="/ppt/embeddings/oleObject15.bin" ContentType="application/vnd.openxmlformats-officedocument.oleObject"/>
  <Override PartName="/ppt/embeddings/oleObject16.bin" ContentType="application/vnd.openxmlformats-officedocument.oleObject"/>
  <Override PartName="/ppt/embeddings/oleObject17.bin" ContentType="application/vnd.openxmlformats-officedocument.oleObject"/>
  <Override PartName="/ppt/embeddings/oleObject18.bin" ContentType="application/vnd.openxmlformats-officedocument.oleObject"/>
  <Override PartName="/ppt/embeddings/oleObject19.bin" ContentType="application/vnd.openxmlformats-officedocument.oleObject"/>
  <Override PartName="/ppt/embeddings/oleObject2.bin" ContentType="application/vnd.openxmlformats-officedocument.oleObject"/>
  <Override PartName="/ppt/embeddings/oleObject20.bin" ContentType="application/vnd.openxmlformats-officedocument.oleObject"/>
  <Override PartName="/ppt/embeddings/oleObject21.bin" ContentType="application/vnd.openxmlformats-officedocument.oleObject"/>
  <Override PartName="/ppt/embeddings/oleObject22.bin" ContentType="application/vnd.openxmlformats-officedocument.oleObject"/>
  <Override PartName="/ppt/embeddings/oleObject23.bin" ContentType="application/vnd.openxmlformats-officedocument.oleObject"/>
  <Override PartName="/ppt/embeddings/oleObject24.bin" ContentType="application/vnd.openxmlformats-officedocument.oleObject"/>
  <Override PartName="/ppt/embeddings/oleObject25.bin" ContentType="application/vnd.openxmlformats-officedocument.oleObject"/>
  <Override PartName="/ppt/embeddings/oleObject26.bin" ContentType="application/vnd.openxmlformats-officedocument.oleObject"/>
  <Override PartName="/ppt/embeddings/oleObject27.bin" ContentType="application/vnd.openxmlformats-officedocument.oleObject"/>
  <Override PartName="/ppt/embeddings/oleObject28.bin" ContentType="application/vnd.openxmlformats-officedocument.oleObject"/>
  <Override PartName="/ppt/embeddings/oleObject29.bin" ContentType="application/vnd.openxmlformats-officedocument.oleObject"/>
  <Override PartName="/ppt/embeddings/oleObject3.bin" ContentType="application/vnd.openxmlformats-officedocument.oleObject"/>
  <Override PartName="/ppt/embeddings/oleObject30.bin" ContentType="application/vnd.openxmlformats-officedocument.oleObject"/>
  <Override PartName="/ppt/embeddings/oleObject4.bin" ContentType="application/vnd.openxmlformats-officedocument.oleObject"/>
  <Override PartName="/ppt/embeddings/oleObject5.bin" ContentType="application/vnd.openxmlformats-officedocument.oleObject"/>
  <Override PartName="/ppt/embeddings/oleObject6.bin" ContentType="application/vnd.openxmlformats-officedocument.oleObject"/>
  <Override PartName="/ppt/embeddings/oleObject7.bin" ContentType="application/vnd.openxmlformats-officedocument.oleObject"/>
  <Override PartName="/ppt/embeddings/oleObject8.bin" ContentType="application/vnd.openxmlformats-officedocument.oleObject"/>
  <Override PartName="/ppt/embeddings/oleObject9.bin" ContentType="application/vnd.openxmlformats-officedocument.oleObject"/>
  <Override PartName="/ppt/media/image18.svg" ContentType="image/svg+xml"/>
  <Override PartName="/ppt/media/image28.svg" ContentType="image/svg+xml"/>
  <Override PartName="/ppt/media/image29.svg" ContentType="image/svg+xml"/>
  <Override PartName="/ppt/media/image32.svg" ContentType="image/svg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revisionInfo.xml" ContentType="application/vnd.ms-powerpoint.revisioninfo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21.xml" ContentType="application/vnd.openxmlformats-officedocument.presentationml.slideLayout+xml"/>
  <Override PartName="/ppt/slideLayouts/slideLayout22.xml" ContentType="application/vnd.openxmlformats-officedocument.presentationml.slideLayout+xml"/>
  <Override PartName="/ppt/slideLayouts/slideLayout23.xml" ContentType="application/vnd.openxmlformats-officedocument.presentationml.slideLayout+xml"/>
  <Override PartName="/ppt/slideLayouts/slideLayout24.xml" ContentType="application/vnd.openxmlformats-officedocument.presentationml.slideLayout+xml"/>
  <Override PartName="/ppt/slideLayouts/slideLayout25.xml" ContentType="application/vnd.openxmlformats-officedocument.presentationml.slideLayout+xml"/>
  <Override PartName="/ppt/slideLayouts/slideLayout26.xml" ContentType="application/vnd.openxmlformats-officedocument.presentationml.slideLayout+xml"/>
  <Override PartName="/ppt/slideLayouts/slideLayout27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ags/tag1.xml" ContentType="application/vnd.openxmlformats-officedocument.presentationml.tags+xml"/>
  <Override PartName="/ppt/tags/tag10.xml" ContentType="application/vnd.openxmlformats-officedocument.presentationml.tags+xml"/>
  <Override PartName="/ppt/tags/tag11.xml" ContentType="application/vnd.openxmlformats-officedocument.presentationml.tags+xml"/>
  <Override PartName="/ppt/tags/tag12.xml" ContentType="application/vnd.openxmlformats-officedocument.presentationml.tags+xml"/>
  <Override PartName="/ppt/tags/tag13.xml" ContentType="application/vnd.openxmlformats-officedocument.presentationml.tags+xml"/>
  <Override PartName="/ppt/tags/tag14.xml" ContentType="application/vnd.openxmlformats-officedocument.presentationml.tags+xml"/>
  <Override PartName="/ppt/tags/tag15.xml" ContentType="application/vnd.openxmlformats-officedocument.presentationml.tags+xml"/>
  <Override PartName="/ppt/tags/tag16.xml" ContentType="application/vnd.openxmlformats-officedocument.presentationml.tags+xml"/>
  <Override PartName="/ppt/tags/tag17.xml" ContentType="application/vnd.openxmlformats-officedocument.presentationml.tags+xml"/>
  <Override PartName="/ppt/tags/tag18.xml" ContentType="application/vnd.openxmlformats-officedocument.presentationml.tags+xml"/>
  <Override PartName="/ppt/tags/tag19.xml" ContentType="application/vnd.openxmlformats-officedocument.presentationml.tags+xml"/>
  <Override PartName="/ppt/tags/tag2.xml" ContentType="application/vnd.openxmlformats-officedocument.presentationml.tags+xml"/>
  <Override PartName="/ppt/tags/tag20.xml" ContentType="application/vnd.openxmlformats-officedocument.presentationml.tags+xml"/>
  <Override PartName="/ppt/tags/tag21.xml" ContentType="application/vnd.openxmlformats-officedocument.presentationml.tags+xml"/>
  <Override PartName="/ppt/tags/tag22.xml" ContentType="application/vnd.openxmlformats-officedocument.presentationml.tags+xml"/>
  <Override PartName="/ppt/tags/tag23.xml" ContentType="application/vnd.openxmlformats-officedocument.presentationml.tags+xml"/>
  <Override PartName="/ppt/tags/tag24.xml" ContentType="application/vnd.openxmlformats-officedocument.presentationml.tags+xml"/>
  <Override PartName="/ppt/tags/tag25.xml" ContentType="application/vnd.openxmlformats-officedocument.presentationml.tags+xml"/>
  <Override PartName="/ppt/tags/tag26.xml" ContentType="application/vnd.openxmlformats-officedocument.presentationml.tags+xml"/>
  <Override PartName="/ppt/tags/tag27.xml" ContentType="application/vnd.openxmlformats-officedocument.presentationml.tags+xml"/>
  <Override PartName="/ppt/tags/tag28.xml" ContentType="application/vnd.openxmlformats-officedocument.presentationml.tags+xml"/>
  <Override PartName="/ppt/tags/tag29.xml" ContentType="application/vnd.openxmlformats-officedocument.presentationml.tags+xml"/>
  <Override PartName="/ppt/tags/tag3.xml" ContentType="application/vnd.openxmlformats-officedocument.presentationml.tags+xml"/>
  <Override PartName="/ppt/tags/tag30.xml" ContentType="application/vnd.openxmlformats-officedocument.presentationml.tags+xml"/>
  <Override PartName="/ppt/tags/tag31.xml" ContentType="application/vnd.openxmlformats-officedocument.presentationml.tags+xml"/>
  <Override PartName="/ppt/tags/tag32.xml" ContentType="application/vnd.openxmlformats-officedocument.presentationml.tags+xml"/>
  <Override PartName="/ppt/tags/tag33.xml" ContentType="application/vnd.openxmlformats-officedocument.presentationml.tags+xml"/>
  <Override PartName="/ppt/tags/tag34.xml" ContentType="application/vnd.openxmlformats-officedocument.presentationml.tags+xml"/>
  <Override PartName="/ppt/tags/tag35.xml" ContentType="application/vnd.openxmlformats-officedocument.presentationml.tags+xml"/>
  <Override PartName="/ppt/tags/tag36.xml" ContentType="application/vnd.openxmlformats-officedocument.presentationml.tags+xml"/>
  <Override PartName="/ppt/tags/tag37.xml" ContentType="application/vnd.openxmlformats-officedocument.presentationml.tags+xml"/>
  <Override PartName="/ppt/tags/tag38.xml" ContentType="application/vnd.openxmlformats-officedocument.presentationml.tags+xml"/>
  <Override PartName="/ppt/tags/tag39.xml" ContentType="application/vnd.openxmlformats-officedocument.presentationml.tags+xml"/>
  <Override PartName="/ppt/tags/tag4.xml" ContentType="application/vnd.openxmlformats-officedocument.presentationml.tags+xml"/>
  <Override PartName="/ppt/tags/tag40.xml" ContentType="application/vnd.openxmlformats-officedocument.presentationml.tags+xml"/>
  <Override PartName="/ppt/tags/tag41.xml" ContentType="application/vnd.openxmlformats-officedocument.presentationml.tags+xml"/>
  <Override PartName="/ppt/tags/tag42.xml" ContentType="application/vnd.openxmlformats-officedocument.presentationml.tags+xml"/>
  <Override PartName="/ppt/tags/tag43.xml" ContentType="application/vnd.openxmlformats-officedocument.presentationml.tags+xml"/>
  <Override PartName="/ppt/tags/tag44.xml" ContentType="application/vnd.openxmlformats-officedocument.presentationml.tags+xml"/>
  <Override PartName="/ppt/tags/tag45.xml" ContentType="application/vnd.openxmlformats-officedocument.presentationml.tags+xml"/>
  <Override PartName="/ppt/tags/tag46.xml" ContentType="application/vnd.openxmlformats-officedocument.presentationml.tags+xml"/>
  <Override PartName="/ppt/tags/tag47.xml" ContentType="application/vnd.openxmlformats-officedocument.presentationml.tags+xml"/>
  <Override PartName="/ppt/tags/tag48.xml" ContentType="application/vnd.openxmlformats-officedocument.presentationml.tags+xml"/>
  <Override PartName="/ppt/tags/tag49.xml" ContentType="application/vnd.openxmlformats-officedocument.presentationml.tags+xml"/>
  <Override PartName="/ppt/tags/tag5.xml" ContentType="application/vnd.openxmlformats-officedocument.presentationml.tags+xml"/>
  <Override PartName="/ppt/tags/tag50.xml" ContentType="application/vnd.openxmlformats-officedocument.presentationml.tags+xml"/>
  <Override PartName="/ppt/tags/tag51.xml" ContentType="application/vnd.openxmlformats-officedocument.presentationml.tags+xml"/>
  <Override PartName="/ppt/tags/tag52.xml" ContentType="application/vnd.openxmlformats-officedocument.presentationml.tags+xml"/>
  <Override PartName="/ppt/tags/tag53.xml" ContentType="application/vnd.openxmlformats-officedocument.presentationml.tags+xml"/>
  <Override PartName="/ppt/tags/tag54.xml" ContentType="application/vnd.openxmlformats-officedocument.presentationml.tags+xml"/>
  <Override PartName="/ppt/tags/tag55.xml" ContentType="application/vnd.openxmlformats-officedocument.presentationml.tags+xml"/>
  <Override PartName="/ppt/tags/tag56.xml" ContentType="application/vnd.openxmlformats-officedocument.presentationml.tags+xml"/>
  <Override PartName="/ppt/tags/tag57.xml" ContentType="application/vnd.openxmlformats-officedocument.presentationml.tags+xml"/>
  <Override PartName="/ppt/tags/tag58.xml" ContentType="application/vnd.openxmlformats-officedocument.presentationml.tags+xml"/>
  <Override PartName="/ppt/tags/tag59.xml" ContentType="application/vnd.openxmlformats-officedocument.presentationml.tags+xml"/>
  <Override PartName="/ppt/tags/tag6.xml" ContentType="application/vnd.openxmlformats-officedocument.presentationml.tags+xml"/>
  <Override PartName="/ppt/tags/tag60.xml" ContentType="application/vnd.openxmlformats-officedocument.presentationml.tags+xml"/>
  <Override PartName="/ppt/tags/tag61.xml" ContentType="application/vnd.openxmlformats-officedocument.presentationml.tags+xml"/>
  <Override PartName="/ppt/tags/tag62.xml" ContentType="application/vnd.openxmlformats-officedocument.presentationml.tags+xml"/>
  <Override PartName="/ppt/tags/tag63.xml" ContentType="application/vnd.openxmlformats-officedocument.presentationml.tags+xml"/>
  <Override PartName="/ppt/tags/tag64.xml" ContentType="application/vnd.openxmlformats-officedocument.presentationml.tags+xml"/>
  <Override PartName="/ppt/tags/tag65.xml" ContentType="application/vnd.openxmlformats-officedocument.presentationml.tags+xml"/>
  <Override PartName="/ppt/tags/tag66.xml" ContentType="application/vnd.openxmlformats-officedocument.presentationml.tags+xml"/>
  <Override PartName="/ppt/tags/tag67.xml" ContentType="application/vnd.openxmlformats-officedocument.presentationml.tags+xml"/>
  <Override PartName="/ppt/tags/tag68.xml" ContentType="application/vnd.openxmlformats-officedocument.presentationml.tags+xml"/>
  <Override PartName="/ppt/tags/tag69.xml" ContentType="application/vnd.openxmlformats-officedocument.presentationml.tags+xml"/>
  <Override PartName="/ppt/tags/tag7.xml" ContentType="application/vnd.openxmlformats-officedocument.presentationml.tags+xml"/>
  <Override PartName="/ppt/tags/tag70.xml" ContentType="application/vnd.openxmlformats-officedocument.presentationml.tags+xml"/>
  <Override PartName="/ppt/tags/tag71.xml" ContentType="application/vnd.openxmlformats-officedocument.presentationml.tags+xml"/>
  <Override PartName="/ppt/tags/tag72.xml" ContentType="application/vnd.openxmlformats-officedocument.presentationml.tags+xml"/>
  <Override PartName="/ppt/tags/tag73.xml" ContentType="application/vnd.openxmlformats-officedocument.presentationml.tags+xml"/>
  <Override PartName="/ppt/tags/tag74.xml" ContentType="application/vnd.openxmlformats-officedocument.presentationml.tags+xml"/>
  <Override PartName="/ppt/tags/tag75.xml" ContentType="application/vnd.openxmlformats-officedocument.presentationml.tags+xml"/>
  <Override PartName="/ppt/tags/tag76.xml" ContentType="application/vnd.openxmlformats-officedocument.presentationml.tags+xml"/>
  <Override PartName="/ppt/tags/tag8.xml" ContentType="application/vnd.openxmlformats-officedocument.presentationml.tags+xml"/>
  <Override PartName="/ppt/tags/tag9.xml" ContentType="application/vnd.openxmlformats-officedocument.presentationml.tag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core-properties" Target="docProps/core.xml"/><Relationship Id="rId3" Type="http://schemas.openxmlformats.org/officeDocument/2006/relationships/extended-properties" Target="docProps/app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84" r:id="rId4"/>
  </p:sldMasterIdLst>
  <p:notesMasterIdLst>
    <p:notesMasterId r:id="rId30"/>
  </p:notesMasterIdLst>
  <p:sldIdLst>
    <p:sldId id="285" r:id="rId5"/>
    <p:sldId id="279" r:id="rId6"/>
    <p:sldId id="564" r:id="rId7"/>
    <p:sldId id="575" r:id="rId8"/>
    <p:sldId id="565" r:id="rId9"/>
    <p:sldId id="566" r:id="rId10"/>
    <p:sldId id="567" r:id="rId11"/>
    <p:sldId id="573" r:id="rId12"/>
    <p:sldId id="2147483632" r:id="rId13"/>
    <p:sldId id="571" r:id="rId14"/>
    <p:sldId id="572" r:id="rId15"/>
    <p:sldId id="2147483633" r:id="rId16"/>
    <p:sldId id="569" r:id="rId17"/>
    <p:sldId id="570" r:id="rId18"/>
    <p:sldId id="2147483631" r:id="rId19"/>
    <p:sldId id="288" r:id="rId20"/>
    <p:sldId id="2147375009" r:id="rId21"/>
    <p:sldId id="286" r:id="rId22"/>
    <p:sldId id="287" r:id="rId23"/>
    <p:sldId id="563" r:id="rId24"/>
    <p:sldId id="282" r:id="rId25"/>
    <p:sldId id="283" r:id="rId26"/>
    <p:sldId id="278" r:id="rId27"/>
    <p:sldId id="284" r:id="rId28"/>
    <p:sldId id="574" r:id="rId29"/>
  </p:sldIdLst>
  <p:sldSz cx="12192000" cy="6858000"/>
  <p:notesSz cx="6858000" cy="9144000"/>
  <p:custDataLst>
    <p:tags r:id="rId31"/>
  </p:custDataLst>
  <p:defaultTextStyle>
    <a:defPPr>
      <a:defRPr lang="de-DE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authors.xml><?xml version="1.0" encoding="utf-8"?>
<p188:authorLst xmlns:a="http://schemas.openxmlformats.org/drawingml/2006/main" xmlns:r="http://schemas.openxmlformats.org/officeDocument/2006/relationships" xmlns:p188="http://schemas.microsoft.com/office/powerpoint/2018/8/main">
  <p188:author id="{178703C2-CE7A-A6E6-F672-41AF8EBE77F5}" name="D1/SP1 Voss, Julia" initials="DJ" userId="S::julia.voss@stihl.de::f87d376c-395b-4d21-8036-37e0fcfef90f" providerId="AD"/>
</p188:authorLst>
</file>

<file path=ppt/commentAuthors.xml><?xml version="1.0" encoding="utf-8"?>
<p:cmAuthorLst xmlns:a="http://schemas.openxmlformats.org/drawingml/2006/main" xmlns:r="http://schemas.openxmlformats.org/officeDocument/2006/relationships" xmlns:p="http://schemas.openxmlformats.org/presentationml/2006/main">
  <p:cmAuthor id="1" name="D1/MCD Brenner, Damaris" initials="DB" lastIdx="12" clrIdx="0">
    <p:extLst>
      <p:ext uri="{19B8F6BF-5375-455C-9EA6-DF929625EA0E}">
        <p15:presenceInfo xmlns:p15="http://schemas.microsoft.com/office/powerpoint/2012/main" userId="S::damaris.brenner@stihl.de::c0224df7-585a-493d-840a-5fc0188c5fc4" providerId="AD"/>
      </p:ext>
    </p:extLst>
  </p:cmAuthor>
  <p:cmAuthor id="2" name="D1/MCG-sr Schramm, Benedikt" initials="DB" lastIdx="2" clrIdx="1">
    <p:extLst>
      <p:ext uri="{19B8F6BF-5375-455C-9EA6-DF929625EA0E}">
        <p15:presenceInfo xmlns:p15="http://schemas.microsoft.com/office/powerpoint/2012/main" userId="S::benedikt.schramm@stihl.de::b9b01b33-59af-4d45-91d2-53f551bfe4e7" providerId="AD"/>
      </p:ext>
    </p:extLst>
  </p:cmAuthor>
  <p:cmAuthor id="3" name="D1/MC2 Ecke, Oliver" initials="OE" lastIdx="1" clrIdx="2">
    <p:extLst>
      <p:ext uri="{19B8F6BF-5375-455C-9EA6-DF929625EA0E}">
        <p15:presenceInfo xmlns:p15="http://schemas.microsoft.com/office/powerpoint/2012/main" userId="S::oliver.ecke@stihl.de::ec09961d-ee56-4f4a-96cf-13a7f9ec3e5e" providerId="AD"/>
      </p:ext>
    </p:extLst>
  </p:cmAuthor>
</p:cmAuthorLst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8D2CB713-3EAF-176B-B9EC-D0F7BD9631A2}" v="74" dt="2026-05-06T12:29:34.745"/>
    <p1510:client id="{F35E99A9-E9DF-281A-FFBC-4F918C780A55}" v="8" dt="2026-05-07T07:38:15.640"/>
  </p1510:revLst>
</p1510:revInfo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>
      <p:cViewPr varScale="1">
        <p:scale>
          <a:sx n="107" d="100"/>
          <a:sy n="107" d="100"/>
        </p:scale>
        <p:origin x="168" y="66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customXml" Target="../customXml/item1.xml"/><Relationship Id="rId2" Type="http://schemas.openxmlformats.org/officeDocument/2006/relationships/customXml" Target="../customXml/item2.xml"/><Relationship Id="rId3" Type="http://schemas.openxmlformats.org/officeDocument/2006/relationships/customXml" Target="../customXml/item3.xml"/><Relationship Id="rId4" Type="http://schemas.openxmlformats.org/officeDocument/2006/relationships/slideMaster" Target="slideMasters/slideMaster1.xml"/><Relationship Id="rId5" Type="http://schemas.openxmlformats.org/officeDocument/2006/relationships/slide" Target="slides/slide1.xml"/><Relationship Id="rId6" Type="http://schemas.openxmlformats.org/officeDocument/2006/relationships/slide" Target="slides/slide2.xml"/><Relationship Id="rId7" Type="http://schemas.openxmlformats.org/officeDocument/2006/relationships/slide" Target="slides/slide3.xml"/><Relationship Id="rId8" Type="http://schemas.openxmlformats.org/officeDocument/2006/relationships/slide" Target="slides/slide4.xml"/><Relationship Id="rId9" Type="http://schemas.openxmlformats.org/officeDocument/2006/relationships/slide" Target="slides/slide5.xml"/><Relationship Id="rId10" Type="http://schemas.openxmlformats.org/officeDocument/2006/relationships/slide" Target="slides/slide6.xml"/><Relationship Id="rId11" Type="http://schemas.openxmlformats.org/officeDocument/2006/relationships/slide" Target="slides/slide7.xml"/><Relationship Id="rId12" Type="http://schemas.openxmlformats.org/officeDocument/2006/relationships/slide" Target="slides/slide8.xml"/><Relationship Id="rId13" Type="http://schemas.openxmlformats.org/officeDocument/2006/relationships/slide" Target="slides/slide9.xml"/><Relationship Id="rId14" Type="http://schemas.openxmlformats.org/officeDocument/2006/relationships/slide" Target="slides/slide10.xml"/><Relationship Id="rId15" Type="http://schemas.openxmlformats.org/officeDocument/2006/relationships/slide" Target="slides/slide11.xml"/><Relationship Id="rId16" Type="http://schemas.openxmlformats.org/officeDocument/2006/relationships/slide" Target="slides/slide12.xml"/><Relationship Id="rId17" Type="http://schemas.openxmlformats.org/officeDocument/2006/relationships/slide" Target="slides/slide13.xml"/><Relationship Id="rId18" Type="http://schemas.openxmlformats.org/officeDocument/2006/relationships/slide" Target="slides/slide14.xml"/><Relationship Id="rId19" Type="http://schemas.openxmlformats.org/officeDocument/2006/relationships/slide" Target="slides/slide15.xml"/><Relationship Id="rId20" Type="http://schemas.openxmlformats.org/officeDocument/2006/relationships/slide" Target="slides/slide16.xml"/><Relationship Id="rId21" Type="http://schemas.openxmlformats.org/officeDocument/2006/relationships/slide" Target="slides/slide17.xml"/><Relationship Id="rId22" Type="http://schemas.openxmlformats.org/officeDocument/2006/relationships/slide" Target="slides/slide18.xml"/><Relationship Id="rId23" Type="http://schemas.openxmlformats.org/officeDocument/2006/relationships/slide" Target="slides/slide19.xml"/><Relationship Id="rId24" Type="http://schemas.openxmlformats.org/officeDocument/2006/relationships/slide" Target="slides/slide20.xml"/><Relationship Id="rId25" Type="http://schemas.openxmlformats.org/officeDocument/2006/relationships/slide" Target="slides/slide21.xml"/><Relationship Id="rId26" Type="http://schemas.openxmlformats.org/officeDocument/2006/relationships/slide" Target="slides/slide22.xml"/><Relationship Id="rId27" Type="http://schemas.openxmlformats.org/officeDocument/2006/relationships/slide" Target="slides/slide23.xml"/><Relationship Id="rId28" Type="http://schemas.openxmlformats.org/officeDocument/2006/relationships/slide" Target="slides/slide24.xml"/><Relationship Id="rId29" Type="http://schemas.openxmlformats.org/officeDocument/2006/relationships/slide" Target="slides/slide25.xml"/><Relationship Id="rId30" Type="http://schemas.openxmlformats.org/officeDocument/2006/relationships/notesMaster" Target="notesMasters/notesMaster1.xml"/><Relationship Id="rId31" Type="http://schemas.openxmlformats.org/officeDocument/2006/relationships/tags" Target="tags/tag1.xml"/><Relationship Id="rId32" Type="http://schemas.openxmlformats.org/officeDocument/2006/relationships/commentAuthors" Target="commentAuthors.xml"/><Relationship Id="rId33" Type="http://schemas.openxmlformats.org/officeDocument/2006/relationships/presProps" Target="presProps.xml"/><Relationship Id="rId34" Type="http://schemas.openxmlformats.org/officeDocument/2006/relationships/viewProps" Target="viewProps.xml"/><Relationship Id="rId35" Type="http://schemas.openxmlformats.org/officeDocument/2006/relationships/theme" Target="theme/theme1.xml"/><Relationship Id="rId36" Type="http://schemas.openxmlformats.org/officeDocument/2006/relationships/tableStyles" Target="tableStyles.xml"/><Relationship Id="rId37" Type="http://schemas.microsoft.com/office/2015/10/relationships/revisionInfo" Target="revisionInfo.xml"/><Relationship Id="rId38" Type="http://schemas.microsoft.com/office/2018/10/relationships/authors" Target="authors.xml"/></Relationships>
</file>

<file path=ppt/charts/_rels/chart1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Binary_Worksheet.xlsb"/></Relationships>
</file>

<file path=ppt/charts/_rels/chart2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Binary_Worksheet1.xlsb"/></Relationships>
</file>

<file path=ppt/charts/_rels/chart3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Binary_Worksheet2.xlsb"/></Relationships>
</file>

<file path=ppt/charts/_rels/chart4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Binary_Worksheet3.xlsb"/></Relationships>
</file>

<file path=ppt/charts/_rels/chart5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Binary_Worksheet4.xlsb"/></Relationships>
</file>

<file path=ppt/charts/_rels/chart6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Binary_Worksheet5.xlsb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de-DE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autoTitleDeleted val="0"/>
    <c:plotArea>
      <c:layout>
        <c:manualLayout>
          <c:layoutTarget val="inner"/>
          <c:xMode val="edge"/>
          <c:yMode val="edge"/>
          <c:x val="6.933333333333333E-2"/>
          <c:y val="6.933333333333333E-2"/>
          <c:w val="0.86133333333333328"/>
          <c:h val="0.86133333333333328"/>
        </c:manualLayout>
      </c:layout>
      <c:doughnutChart>
        <c:varyColors val="0"/>
        <c:ser>
          <c:idx val="0"/>
          <c:order val="0"/>
          <c:dPt>
            <c:idx val="0"/>
            <c:bubble3D val="0"/>
            <c:spPr>
              <a:solidFill>
                <a:schemeClr val="accent4"/>
              </a:solidFill>
              <a:ln w="9525" cmpd="sng" algn="ctr">
                <a:solidFill>
                  <a:schemeClr val="bg1"/>
                </a:solidFill>
                <a:prstDash val="solid"/>
              </a:ln>
            </c:spPr>
            <c:extLst>
              <c:ext xmlns:c16="http://schemas.microsoft.com/office/drawing/2014/chart" uri="{C3380CC4-5D6E-409C-BE32-E72D297353CC}">
                <c16:uniqueId val="{00000000-889A-4434-9EEB-67451F575BCF}"/>
              </c:ext>
            </c:extLst>
          </c:dPt>
          <c:dPt>
            <c:idx val="1"/>
            <c:bubble3D val="0"/>
            <c:spPr>
              <a:solidFill>
                <a:schemeClr val="bg2"/>
              </a:solidFill>
              <a:ln w="9525" cmpd="sng" algn="ctr">
                <a:solidFill>
                  <a:schemeClr val="bg1"/>
                </a:solidFill>
                <a:prstDash val="solid"/>
              </a:ln>
            </c:spPr>
            <c:extLst>
              <c:ext xmlns:c16="http://schemas.microsoft.com/office/drawing/2014/chart" uri="{C3380CC4-5D6E-409C-BE32-E72D297353CC}">
                <c16:uniqueId val="{00000001-889A-4434-9EEB-67451F575BCF}"/>
              </c:ext>
            </c:extLst>
          </c:dPt>
          <c:val>
            <c:numRef>
              <c:f>Sheet1!$A$1:$A$2</c:f>
              <c:numCache>
                <c:formatCode>General</c:formatCode>
                <c:ptCount val="2"/>
                <c:pt idx="0">
                  <c:v>80</c:v>
                </c:pt>
                <c:pt idx="1">
                  <c:v>20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2-889A-4434-9EEB-67451F575BCF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  <c:showLeaderLines val="0"/>
        </c:dLbls>
        <c:firstSliceAng val="0"/>
        <c:holeSize val="72"/>
      </c:doughnutChart>
    </c:plotArea>
    <c:plotVisOnly val="0"/>
    <c:dispBlanksAs val="gap"/>
    <c:showDLblsOverMax val="1"/>
  </c:chart>
  <c:externalData r:id="rId1">
    <c:autoUpdate val="0"/>
  </c:externalData>
</c:chartSpace>
</file>

<file path=ppt/charts/chart2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de-DE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autoTitleDeleted val="0"/>
    <c:plotArea>
      <c:layout>
        <c:manualLayout>
          <c:layoutTarget val="inner"/>
          <c:xMode val="edge"/>
          <c:yMode val="edge"/>
          <c:x val="6.933333333333333E-2"/>
          <c:y val="6.933333333333333E-2"/>
          <c:w val="0.86133333333333328"/>
          <c:h val="0.86133333333333328"/>
        </c:manualLayout>
      </c:layout>
      <c:doughnutChart>
        <c:varyColors val="0"/>
        <c:ser>
          <c:idx val="0"/>
          <c:order val="0"/>
          <c:dPt>
            <c:idx val="0"/>
            <c:bubble3D val="0"/>
            <c:spPr>
              <a:solidFill>
                <a:schemeClr val="accent4"/>
              </a:solidFill>
              <a:ln w="9525" cmpd="sng" algn="ctr">
                <a:solidFill>
                  <a:schemeClr val="bg1"/>
                </a:solidFill>
                <a:prstDash val="solid"/>
              </a:ln>
            </c:spPr>
            <c:extLst>
              <c:ext xmlns:c16="http://schemas.microsoft.com/office/drawing/2014/chart" uri="{C3380CC4-5D6E-409C-BE32-E72D297353CC}">
                <c16:uniqueId val="{00000000-9809-4115-AD2F-F541BE653E52}"/>
              </c:ext>
            </c:extLst>
          </c:dPt>
          <c:dPt>
            <c:idx val="1"/>
            <c:bubble3D val="0"/>
            <c:spPr>
              <a:solidFill>
                <a:schemeClr val="bg2"/>
              </a:solidFill>
              <a:ln w="9525" cmpd="sng" algn="ctr">
                <a:solidFill>
                  <a:schemeClr val="bg1"/>
                </a:solidFill>
                <a:prstDash val="solid"/>
              </a:ln>
            </c:spPr>
            <c:extLst>
              <c:ext xmlns:c16="http://schemas.microsoft.com/office/drawing/2014/chart" uri="{C3380CC4-5D6E-409C-BE32-E72D297353CC}">
                <c16:uniqueId val="{00000001-9809-4115-AD2F-F541BE653E52}"/>
              </c:ext>
            </c:extLst>
          </c:dPt>
          <c:val>
            <c:numRef>
              <c:f>Sheet1!$A$1:$A$2</c:f>
              <c:numCache>
                <c:formatCode>General</c:formatCode>
                <c:ptCount val="2"/>
                <c:pt idx="0">
                  <c:v>80</c:v>
                </c:pt>
                <c:pt idx="1">
                  <c:v>20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2-9809-4115-AD2F-F541BE653E52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  <c:showLeaderLines val="0"/>
        </c:dLbls>
        <c:firstSliceAng val="0"/>
        <c:holeSize val="72"/>
      </c:doughnutChart>
    </c:plotArea>
    <c:plotVisOnly val="0"/>
    <c:dispBlanksAs val="gap"/>
    <c:showDLblsOverMax val="1"/>
  </c:chart>
  <c:externalData r:id="rId1">
    <c:autoUpdate val="0"/>
  </c:externalData>
</c:chartSpace>
</file>

<file path=ppt/charts/chart3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de-DE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autoTitleDeleted val="0"/>
    <c:plotArea>
      <c:layout>
        <c:manualLayout>
          <c:layoutTarget val="inner"/>
          <c:xMode val="edge"/>
          <c:yMode val="edge"/>
          <c:x val="6.933333333333333E-2"/>
          <c:y val="6.933333333333333E-2"/>
          <c:w val="0.86133333333333328"/>
          <c:h val="0.86133333333333328"/>
        </c:manualLayout>
      </c:layout>
      <c:doughnutChart>
        <c:varyColors val="0"/>
        <c:ser>
          <c:idx val="0"/>
          <c:order val="0"/>
          <c:dPt>
            <c:idx val="0"/>
            <c:bubble3D val="0"/>
            <c:spPr>
              <a:solidFill>
                <a:schemeClr val="accent4"/>
              </a:solidFill>
              <a:ln w="9525" cmpd="sng" algn="ctr">
                <a:solidFill>
                  <a:schemeClr val="bg1"/>
                </a:solidFill>
                <a:prstDash val="solid"/>
              </a:ln>
            </c:spPr>
            <c:extLst>
              <c:ext xmlns:c16="http://schemas.microsoft.com/office/drawing/2014/chart" uri="{C3380CC4-5D6E-409C-BE32-E72D297353CC}">
                <c16:uniqueId val="{00000000-7830-401D-B8F5-5A5D214A63DE}"/>
              </c:ext>
            </c:extLst>
          </c:dPt>
          <c:dPt>
            <c:idx val="1"/>
            <c:bubble3D val="0"/>
            <c:spPr>
              <a:solidFill>
                <a:schemeClr val="bg2"/>
              </a:solidFill>
              <a:ln w="9525" cmpd="sng" algn="ctr">
                <a:solidFill>
                  <a:schemeClr val="bg1"/>
                </a:solidFill>
                <a:prstDash val="solid"/>
              </a:ln>
            </c:spPr>
            <c:extLst>
              <c:ext xmlns:c16="http://schemas.microsoft.com/office/drawing/2014/chart" uri="{C3380CC4-5D6E-409C-BE32-E72D297353CC}">
                <c16:uniqueId val="{00000001-7830-401D-B8F5-5A5D214A63DE}"/>
              </c:ext>
            </c:extLst>
          </c:dPt>
          <c:val>
            <c:numRef>
              <c:f>Sheet1!$A$1:$A$2</c:f>
              <c:numCache>
                <c:formatCode>General</c:formatCode>
                <c:ptCount val="2"/>
                <c:pt idx="0">
                  <c:v>80</c:v>
                </c:pt>
                <c:pt idx="1">
                  <c:v>20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2-7830-401D-B8F5-5A5D214A63DE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  <c:showLeaderLines val="0"/>
        </c:dLbls>
        <c:firstSliceAng val="0"/>
        <c:holeSize val="72"/>
      </c:doughnutChart>
    </c:plotArea>
    <c:plotVisOnly val="0"/>
    <c:dispBlanksAs val="gap"/>
    <c:showDLblsOverMax val="1"/>
  </c:chart>
  <c:externalData r:id="rId1">
    <c:autoUpdate val="0"/>
  </c:externalData>
</c:chartSpace>
</file>

<file path=ppt/charts/chart4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de-DE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autoTitleDeleted val="0"/>
    <c:plotArea>
      <c:layout>
        <c:manualLayout>
          <c:layoutTarget val="inner"/>
          <c:xMode val="edge"/>
          <c:yMode val="edge"/>
          <c:x val="6.933333333333333E-2"/>
          <c:y val="6.933333333333333E-2"/>
          <c:w val="0.86133333333333328"/>
          <c:h val="0.86133333333333328"/>
        </c:manualLayout>
      </c:layout>
      <c:doughnutChart>
        <c:varyColors val="0"/>
        <c:ser>
          <c:idx val="0"/>
          <c:order val="0"/>
          <c:dPt>
            <c:idx val="0"/>
            <c:bubble3D val="0"/>
            <c:spPr>
              <a:solidFill>
                <a:schemeClr val="accent4"/>
              </a:solidFill>
              <a:ln w="9525" cmpd="sng" algn="ctr">
                <a:solidFill>
                  <a:schemeClr val="bg1"/>
                </a:solidFill>
                <a:prstDash val="solid"/>
              </a:ln>
            </c:spPr>
            <c:extLst>
              <c:ext xmlns:c16="http://schemas.microsoft.com/office/drawing/2014/chart" uri="{C3380CC4-5D6E-409C-BE32-E72D297353CC}">
                <c16:uniqueId val="{00000000-EDC3-40C3-901C-473FA1573DEE}"/>
              </c:ext>
            </c:extLst>
          </c:dPt>
          <c:dPt>
            <c:idx val="1"/>
            <c:bubble3D val="0"/>
            <c:spPr>
              <a:solidFill>
                <a:schemeClr val="bg2"/>
              </a:solidFill>
              <a:ln w="9525" cmpd="sng" algn="ctr">
                <a:solidFill>
                  <a:schemeClr val="bg1"/>
                </a:solidFill>
                <a:prstDash val="solid"/>
              </a:ln>
            </c:spPr>
            <c:extLst>
              <c:ext xmlns:c16="http://schemas.microsoft.com/office/drawing/2014/chart" uri="{C3380CC4-5D6E-409C-BE32-E72D297353CC}">
                <c16:uniqueId val="{00000001-EDC3-40C3-901C-473FA1573DEE}"/>
              </c:ext>
            </c:extLst>
          </c:dPt>
          <c:val>
            <c:numRef>
              <c:f>Sheet1!$A$1:$A$2</c:f>
              <c:numCache>
                <c:formatCode>General</c:formatCode>
                <c:ptCount val="2"/>
                <c:pt idx="0">
                  <c:v>80</c:v>
                </c:pt>
                <c:pt idx="1">
                  <c:v>20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2-EDC3-40C3-901C-473FA1573DEE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  <c:showLeaderLines val="0"/>
        </c:dLbls>
        <c:firstSliceAng val="0"/>
        <c:holeSize val="72"/>
      </c:doughnutChart>
    </c:plotArea>
    <c:plotVisOnly val="0"/>
    <c:dispBlanksAs val="gap"/>
    <c:showDLblsOverMax val="1"/>
  </c:chart>
  <c:externalData r:id="rId1">
    <c:autoUpdate val="0"/>
  </c:externalData>
</c:chartSpace>
</file>

<file path=ppt/charts/chart5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de-DE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autoTitleDeleted val="0"/>
    <c:plotArea>
      <c:layout>
        <c:manualLayout>
          <c:layoutTarget val="inner"/>
          <c:xMode val="edge"/>
          <c:yMode val="edge"/>
          <c:x val="6.933333333333333E-2"/>
          <c:y val="6.933333333333333E-2"/>
          <c:w val="0.86133333333333328"/>
          <c:h val="0.86133333333333328"/>
        </c:manualLayout>
      </c:layout>
      <c:doughnutChart>
        <c:varyColors val="0"/>
        <c:ser>
          <c:idx val="0"/>
          <c:order val="0"/>
          <c:dPt>
            <c:idx val="0"/>
            <c:bubble3D val="0"/>
            <c:spPr>
              <a:solidFill>
                <a:schemeClr val="accent4"/>
              </a:solidFill>
              <a:ln w="9525" cmpd="sng" algn="ctr">
                <a:solidFill>
                  <a:schemeClr val="bg1"/>
                </a:solidFill>
                <a:prstDash val="solid"/>
              </a:ln>
            </c:spPr>
            <c:extLst>
              <c:ext xmlns:c16="http://schemas.microsoft.com/office/drawing/2014/chart" uri="{C3380CC4-5D6E-409C-BE32-E72D297353CC}">
                <c16:uniqueId val="{00000000-9B67-40A2-AFE8-4EF52C6FE8CD}"/>
              </c:ext>
            </c:extLst>
          </c:dPt>
          <c:dPt>
            <c:idx val="1"/>
            <c:bubble3D val="0"/>
            <c:spPr>
              <a:solidFill>
                <a:schemeClr val="bg2"/>
              </a:solidFill>
              <a:ln w="9525" cmpd="sng" algn="ctr">
                <a:solidFill>
                  <a:schemeClr val="bg1"/>
                </a:solidFill>
                <a:prstDash val="solid"/>
              </a:ln>
            </c:spPr>
            <c:extLst>
              <c:ext xmlns:c16="http://schemas.microsoft.com/office/drawing/2014/chart" uri="{C3380CC4-5D6E-409C-BE32-E72D297353CC}">
                <c16:uniqueId val="{00000001-9B67-40A2-AFE8-4EF52C6FE8CD}"/>
              </c:ext>
            </c:extLst>
          </c:dPt>
          <c:val>
            <c:numRef>
              <c:f>Sheet1!$A$1:$A$2</c:f>
              <c:numCache>
                <c:formatCode>General</c:formatCode>
                <c:ptCount val="2"/>
                <c:pt idx="0">
                  <c:v>80</c:v>
                </c:pt>
                <c:pt idx="1">
                  <c:v>20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2-9B67-40A2-AFE8-4EF52C6FE8CD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  <c:showLeaderLines val="0"/>
        </c:dLbls>
        <c:firstSliceAng val="0"/>
        <c:holeSize val="72"/>
      </c:doughnutChart>
    </c:plotArea>
    <c:plotVisOnly val="0"/>
    <c:dispBlanksAs val="gap"/>
    <c:showDLblsOverMax val="1"/>
  </c:chart>
  <c:externalData r:id="rId1">
    <c:autoUpdate val="0"/>
  </c:externalData>
</c:chartSpace>
</file>

<file path=ppt/charts/chart6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de-DE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autoTitleDeleted val="0"/>
    <c:plotArea>
      <c:layout>
        <c:manualLayout>
          <c:layoutTarget val="inner"/>
          <c:xMode val="edge"/>
          <c:yMode val="edge"/>
          <c:x val="6.933333333333333E-2"/>
          <c:y val="6.933333333333333E-2"/>
          <c:w val="0.86133333333333328"/>
          <c:h val="0.86133333333333328"/>
        </c:manualLayout>
      </c:layout>
      <c:doughnutChart>
        <c:varyColors val="0"/>
        <c:ser>
          <c:idx val="0"/>
          <c:order val="0"/>
          <c:dPt>
            <c:idx val="0"/>
            <c:bubble3D val="0"/>
            <c:spPr>
              <a:solidFill>
                <a:schemeClr val="accent4"/>
              </a:solidFill>
              <a:ln w="9525" cmpd="sng" algn="ctr">
                <a:solidFill>
                  <a:schemeClr val="bg1"/>
                </a:solidFill>
                <a:prstDash val="solid"/>
              </a:ln>
            </c:spPr>
            <c:extLst>
              <c:ext xmlns:c16="http://schemas.microsoft.com/office/drawing/2014/chart" uri="{C3380CC4-5D6E-409C-BE32-E72D297353CC}">
                <c16:uniqueId val="{00000000-B8C9-499C-9060-4FB9E5E4AB64}"/>
              </c:ext>
            </c:extLst>
          </c:dPt>
          <c:dPt>
            <c:idx val="1"/>
            <c:bubble3D val="0"/>
            <c:spPr>
              <a:solidFill>
                <a:schemeClr val="bg2"/>
              </a:solidFill>
              <a:ln w="9525" cmpd="sng" algn="ctr">
                <a:solidFill>
                  <a:schemeClr val="bg1"/>
                </a:solidFill>
                <a:prstDash val="solid"/>
              </a:ln>
            </c:spPr>
            <c:extLst>
              <c:ext xmlns:c16="http://schemas.microsoft.com/office/drawing/2014/chart" uri="{C3380CC4-5D6E-409C-BE32-E72D297353CC}">
                <c16:uniqueId val="{00000001-B8C9-499C-9060-4FB9E5E4AB64}"/>
              </c:ext>
            </c:extLst>
          </c:dPt>
          <c:val>
            <c:numRef>
              <c:f>Sheet1!$A$1:$A$2</c:f>
              <c:numCache>
                <c:formatCode>General</c:formatCode>
                <c:ptCount val="2"/>
                <c:pt idx="0">
                  <c:v>80</c:v>
                </c:pt>
                <c:pt idx="1">
                  <c:v>20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2-B8C9-499C-9060-4FB9E5E4AB64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  <c:showLeaderLines val="0"/>
        </c:dLbls>
        <c:firstSliceAng val="0"/>
        <c:holeSize val="72"/>
      </c:doughnutChart>
    </c:plotArea>
    <c:plotVisOnly val="0"/>
    <c:dispBlanksAs val="gap"/>
    <c:showDLblsOverMax val="1"/>
  </c:chart>
  <c:externalData r:id="rId1">
    <c:autoUpdate val="0"/>
  </c:externalData>
</c:chartSpace>
</file>

<file path=ppt/comments/modernComment_117_2A9E6AB6.xml><?xml version="1.0" encoding="utf-8"?>
<p188:cmLst xmlns:a="http://schemas.openxmlformats.org/drawingml/2006/main" xmlns:r="http://schemas.openxmlformats.org/officeDocument/2006/relationships" xmlns:p188="http://schemas.microsoft.com/office/powerpoint/2018/8/main">
  <p188:cm id="{39592CA8-3EAA-4F20-9192-47ACEF90495E}" authorId="{178703C2-CE7A-A6E6-F672-41AF8EBE77F5}" created="2026-04-29T06:34:12.590">
    <ac:txMkLst xmlns:ac="http://schemas.microsoft.com/office/drawing/2013/main/command">
      <pc:docMk xmlns:pc="http://schemas.microsoft.com/office/powerpoint/2013/main/command"/>
      <pc:sldMk xmlns:pc="http://schemas.microsoft.com/office/powerpoint/2013/main/command" cId="715025078" sldId="279"/>
      <ac:graphicFrameMk id="5" creationId="{00000000-0000-0000-0000-000000000000}"/>
      <ac:tblMk/>
      <ac:tcMk rowId="2944717367" colId="2029461099"/>
      <ac:txMk cp="82" len="64">
        <ac:context len="147" hash="1908071303"/>
      </ac:txMk>
    </ac:txMkLst>
    <p188:pos x="10240710" y="1082467"/>
    <p188:txBody>
      <a:bodyPr/>
      <a:lstStyle/>
      <a:p>
        <a:r>
          <a:rPr lang="en-US"/>
          <a:t>weiter fassen ... Produktroadmap, Multi- und Einzelprojektmanagement</a:t>
        </a:r>
      </a:p>
    </p188:txBody>
  </p188:cm>
</p188:cmLst>
</file>

<file path=ppt/comments/modernComment_234_104226BA.xml><?xml version="1.0" encoding="utf-8"?>
<p188:cmLst xmlns:a="http://schemas.openxmlformats.org/drawingml/2006/main" xmlns:r="http://schemas.openxmlformats.org/officeDocument/2006/relationships" xmlns:p188="http://schemas.microsoft.com/office/powerpoint/2018/8/main">
  <p188:cm id="{71425782-5129-4A59-9338-D3554D12CBFF}" authorId="{178703C2-CE7A-A6E6-F672-41AF8EBE77F5}" created="2026-04-29T06:40:29.993">
    <ac:txMkLst xmlns:ac="http://schemas.microsoft.com/office/drawing/2013/main/command">
      <pc:docMk xmlns:pc="http://schemas.microsoft.com/office/powerpoint/2013/main/command"/>
      <pc:sldMk xmlns:pc="http://schemas.microsoft.com/office/powerpoint/2013/main/command" cId="272770746" sldId="564"/>
      <ac:spMk id="37" creationId="{22C2A15A-8976-64F3-CE10-BB090D55C659}"/>
      <ac:txMk cp="0" len="13">
        <ac:context len="23" hash="3772339426"/>
      </ac:txMk>
    </ac:txMkLst>
    <p188:pos x="1825112" y="116758"/>
    <p188:txBody>
      <a:bodyPr/>
      <a:lstStyle/>
      <a:p>
        <a:r>
          <a:rPr lang="en-US"/>
          <a:t>Operations-Projekte</a:t>
        </a:r>
      </a:p>
    </p188:txBody>
  </p188:cm>
</p188:cmLst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Kopfzeilenplatzhalt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de-DE"/>
          </a:p>
        </p:txBody>
      </p:sp>
      <p:sp>
        <p:nvSpPr>
          <p:cNvPr id="3" name="Datumsplatzhalt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8339CC96-28B7-4EB5-AF28-4751D63D6205}" type="datetimeFigureOut">
              <a:rPr lang="de-DE" smtClean="0"/>
              <a:t>08.05.2026</a:t>
            </a:fld>
            <a:endParaRPr lang="de-DE"/>
          </a:p>
        </p:txBody>
      </p:sp>
      <p:sp>
        <p:nvSpPr>
          <p:cNvPr id="4" name="Folienbildplatzhalt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de-DE"/>
          </a:p>
        </p:txBody>
      </p:sp>
      <p:sp>
        <p:nvSpPr>
          <p:cNvPr id="5" name="Notizenplatzhalt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de-DE"/>
              <a:t>Formatvorlagen des Textmasters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</a:p>
        </p:txBody>
      </p:sp>
      <p:sp>
        <p:nvSpPr>
          <p:cNvPr id="6" name="Fußzeilenplatzhalt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de-DE"/>
          </a:p>
        </p:txBody>
      </p:sp>
      <p:sp>
        <p:nvSpPr>
          <p:cNvPr id="7" name="Foliennummernplatzhalt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F3E65A7-789D-47E6-985F-DF61FF0CF576}" type="slidenum">
              <a:rPr lang="de-DE" smtClean="0"/>
              <a:t>‹Nr.›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2986041130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5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6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7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olienbildplatzhalter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de-DE"/>
          </a:p>
        </p:txBody>
      </p:sp>
      <p:sp>
        <p:nvSpPr>
          <p:cNvPr id="3" name="Notizenplatzhalt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de-DE"/>
          </a:p>
        </p:txBody>
      </p:sp>
      <p:sp>
        <p:nvSpPr>
          <p:cNvPr id="4" name="Foliennummernplatzhalt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43AF83F4-A8C1-4355-AA0F-472393D0FD69}" type="slidenum">
              <a:rPr lang="de-DE" smtClean="0"/>
              <a:t>1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4102769065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de-DE"/>
          </a:p>
        </p:txBody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CF3E65A7-789D-47E6-985F-DF61FF0CF576}" type="slidenum">
              <a:rPr lang="en-US" smtClean="0"/>
              <a:pPr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93475840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B883D4D-46BB-46D5-153A-F8068B5AEE2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olienbildplatzhalter 1">
            <a:extLst>
              <a:ext uri="{FF2B5EF4-FFF2-40B4-BE49-F238E27FC236}">
                <a16:creationId xmlns:a16="http://schemas.microsoft.com/office/drawing/2014/main" id="{7C077E62-85F0-314F-2E87-F665719BAD50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de-DE"/>
          </a:p>
        </p:txBody>
      </p:sp>
      <p:sp>
        <p:nvSpPr>
          <p:cNvPr id="3" name="Notizenplatzhalter 2">
            <a:extLst>
              <a:ext uri="{FF2B5EF4-FFF2-40B4-BE49-F238E27FC236}">
                <a16:creationId xmlns:a16="http://schemas.microsoft.com/office/drawing/2014/main" id="{3C7B9C08-5CD0-F71F-4140-3561EFDE9433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de-DE"/>
          </a:p>
        </p:txBody>
      </p:sp>
      <p:sp>
        <p:nvSpPr>
          <p:cNvPr id="4" name="Foliennummernplatzhalter 3">
            <a:extLst>
              <a:ext uri="{FF2B5EF4-FFF2-40B4-BE49-F238E27FC236}">
                <a16:creationId xmlns:a16="http://schemas.microsoft.com/office/drawing/2014/main" id="{2EE6CAE7-7374-68C2-D937-C0734F0738A2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CF3E65A7-789D-47E6-985F-DF61FF0CF576}" type="slidenum">
              <a:rPr kumimoji="0" lang="de-DE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15</a:t>
            </a:fld>
            <a:endParaRPr kumimoji="0" lang="de-DE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4243777315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olienbildplatzhalter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de-DE"/>
          </a:p>
        </p:txBody>
      </p:sp>
      <p:sp>
        <p:nvSpPr>
          <p:cNvPr id="3" name="Notizenplatzhalt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de-DE"/>
          </a:p>
        </p:txBody>
      </p:sp>
      <p:sp>
        <p:nvSpPr>
          <p:cNvPr id="4" name="Foliennummernplatzhalt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43AF83F4-A8C1-4355-AA0F-472393D0FD69}" type="slidenum">
              <a:rPr lang="de-DE" smtClean="0"/>
              <a:t>16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2924958463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olienbildplatzhalter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de-DE"/>
          </a:p>
        </p:txBody>
      </p:sp>
      <p:sp>
        <p:nvSpPr>
          <p:cNvPr id="3" name="Notizenplatzhalt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de-DE" dirty="0"/>
          </a:p>
        </p:txBody>
      </p:sp>
      <p:sp>
        <p:nvSpPr>
          <p:cNvPr id="4" name="Foliennummernplatzhalt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CF3E65A7-789D-47E6-985F-DF61FF0CF576}" type="slidenum">
              <a:rPr lang="de-DE" smtClean="0"/>
              <a:t>17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250031509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olienbildplatzhalter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de-DE"/>
          </a:p>
        </p:txBody>
      </p:sp>
      <p:sp>
        <p:nvSpPr>
          <p:cNvPr id="3" name="Notizenplatzhalt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de-DE"/>
          </a:p>
        </p:txBody>
      </p:sp>
      <p:sp>
        <p:nvSpPr>
          <p:cNvPr id="4" name="Foliennummernplatzhalt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CF3E65A7-789D-47E6-985F-DF61FF0CF576}" type="slidenum">
              <a:rPr lang="de-DE" smtClean="0"/>
              <a:t>21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1447983111"/>
      </p:ext>
    </p:extLst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tags" Target="../tags/tag4.xml"/><Relationship Id="rId2" Type="http://schemas.openxmlformats.org/officeDocument/2006/relationships/tags" Target="../tags/tag5.xml"/><Relationship Id="rId3" Type="http://schemas.openxmlformats.org/officeDocument/2006/relationships/slideMaster" Target="../slideMasters/slideMaster1.xml"/><Relationship Id="rId4" Type="http://schemas.openxmlformats.org/officeDocument/2006/relationships/oleObject" Target="../embeddings/oleObject2.bin"/><Relationship Id="rId5" Type="http://schemas.openxmlformats.org/officeDocument/2006/relationships/image" Target="../media/image3.emf"/><Relationship Id="rId6" Type="http://schemas.openxmlformats.org/officeDocument/2006/relationships/image" Target="../media/image4.png"/><Relationship Id="rId7" Type="http://schemas.openxmlformats.org/officeDocument/2006/relationships/hyperlink" Target="https://dam.stihl.com/" TargetMode="Externa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tags" Target="../tags/tag6.xml"/><Relationship Id="rId2" Type="http://schemas.openxmlformats.org/officeDocument/2006/relationships/tags" Target="../tags/tag7.xml"/><Relationship Id="rId3" Type="http://schemas.openxmlformats.org/officeDocument/2006/relationships/slideMaster" Target="../slideMasters/slideMaster1.xml"/><Relationship Id="rId4" Type="http://schemas.openxmlformats.org/officeDocument/2006/relationships/oleObject" Target="../embeddings/oleObject3.bin"/><Relationship Id="rId5" Type="http://schemas.openxmlformats.org/officeDocument/2006/relationships/image" Target="../media/image3.emf"/><Relationship Id="rId6" Type="http://schemas.openxmlformats.org/officeDocument/2006/relationships/image" Target="../media/image4.png"/><Relationship Id="rId7" Type="http://schemas.openxmlformats.org/officeDocument/2006/relationships/hyperlink" Target="https://dam.stihl.com/" TargetMode="Externa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tags" Target="../tags/tag8.xml"/><Relationship Id="rId2" Type="http://schemas.openxmlformats.org/officeDocument/2006/relationships/tags" Target="../tags/tag9.xml"/><Relationship Id="rId3" Type="http://schemas.openxmlformats.org/officeDocument/2006/relationships/slideMaster" Target="../slideMasters/slideMaster1.xml"/><Relationship Id="rId4" Type="http://schemas.openxmlformats.org/officeDocument/2006/relationships/oleObject" Target="../embeddings/oleObject4.bin"/><Relationship Id="rId5" Type="http://schemas.openxmlformats.org/officeDocument/2006/relationships/image" Target="../media/image3.emf"/><Relationship Id="rId6" Type="http://schemas.openxmlformats.org/officeDocument/2006/relationships/image" Target="../media/image2.png"/><Relationship Id="rId7" Type="http://schemas.openxmlformats.org/officeDocument/2006/relationships/hyperlink" Target="https://dam.stihl.com/" TargetMode="Externa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tags" Target="../tags/tag10.xml"/><Relationship Id="rId2" Type="http://schemas.openxmlformats.org/officeDocument/2006/relationships/tags" Target="../tags/tag11.xml"/><Relationship Id="rId3" Type="http://schemas.openxmlformats.org/officeDocument/2006/relationships/slideMaster" Target="../slideMasters/slideMaster1.xml"/><Relationship Id="rId4" Type="http://schemas.openxmlformats.org/officeDocument/2006/relationships/oleObject" Target="../embeddings/oleObject5.bin"/><Relationship Id="rId5" Type="http://schemas.openxmlformats.org/officeDocument/2006/relationships/image" Target="../media/image1.emf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tags" Target="../tags/tag12.xml"/><Relationship Id="rId2" Type="http://schemas.openxmlformats.org/officeDocument/2006/relationships/tags" Target="../tags/tag13.xml"/><Relationship Id="rId3" Type="http://schemas.openxmlformats.org/officeDocument/2006/relationships/slideMaster" Target="../slideMasters/slideMaster1.xml"/><Relationship Id="rId4" Type="http://schemas.openxmlformats.org/officeDocument/2006/relationships/oleObject" Target="../embeddings/oleObject6.bin"/><Relationship Id="rId5" Type="http://schemas.openxmlformats.org/officeDocument/2006/relationships/image" Target="../media/image1.emf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tags" Target="../tags/tag14.xml"/><Relationship Id="rId2" Type="http://schemas.openxmlformats.org/officeDocument/2006/relationships/tags" Target="../tags/tag15.xml"/><Relationship Id="rId3" Type="http://schemas.openxmlformats.org/officeDocument/2006/relationships/slideMaster" Target="../slideMasters/slideMaster1.xml"/><Relationship Id="rId4" Type="http://schemas.openxmlformats.org/officeDocument/2006/relationships/oleObject" Target="../embeddings/oleObject7.bin"/><Relationship Id="rId5" Type="http://schemas.openxmlformats.org/officeDocument/2006/relationships/image" Target="../media/image1.emf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tags" Target="../tags/tag16.xml"/><Relationship Id="rId2" Type="http://schemas.openxmlformats.org/officeDocument/2006/relationships/tags" Target="../tags/tag17.xml"/><Relationship Id="rId3" Type="http://schemas.openxmlformats.org/officeDocument/2006/relationships/slideMaster" Target="../slideMasters/slideMaster1.xml"/><Relationship Id="rId4" Type="http://schemas.openxmlformats.org/officeDocument/2006/relationships/oleObject" Target="../embeddings/oleObject8.bin"/><Relationship Id="rId5" Type="http://schemas.openxmlformats.org/officeDocument/2006/relationships/image" Target="../media/image1.emf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tags" Target="../tags/tag18.xml"/><Relationship Id="rId2" Type="http://schemas.openxmlformats.org/officeDocument/2006/relationships/tags" Target="../tags/tag19.xml"/><Relationship Id="rId3" Type="http://schemas.openxmlformats.org/officeDocument/2006/relationships/slideMaster" Target="../slideMasters/slideMaster1.xml"/><Relationship Id="rId4" Type="http://schemas.openxmlformats.org/officeDocument/2006/relationships/oleObject" Target="../embeddings/oleObject3.bin"/><Relationship Id="rId5" Type="http://schemas.openxmlformats.org/officeDocument/2006/relationships/image" Target="../media/image3.emf"/><Relationship Id="rId6" Type="http://schemas.openxmlformats.org/officeDocument/2006/relationships/image" Target="../media/image4.png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tags" Target="../tags/tag20.xml"/><Relationship Id="rId2" Type="http://schemas.openxmlformats.org/officeDocument/2006/relationships/tags" Target="../tags/tag21.xml"/><Relationship Id="rId3" Type="http://schemas.openxmlformats.org/officeDocument/2006/relationships/slideMaster" Target="../slideMasters/slideMaster1.xml"/><Relationship Id="rId4" Type="http://schemas.openxmlformats.org/officeDocument/2006/relationships/oleObject" Target="../embeddings/oleObject9.bin"/><Relationship Id="rId5" Type="http://schemas.openxmlformats.org/officeDocument/2006/relationships/image" Target="../media/image1.emf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tags" Target="../tags/tag22.xml"/><Relationship Id="rId2" Type="http://schemas.openxmlformats.org/officeDocument/2006/relationships/tags" Target="../tags/tag23.xml"/><Relationship Id="rId3" Type="http://schemas.openxmlformats.org/officeDocument/2006/relationships/slideMaster" Target="../slideMasters/slideMaster1.xml"/><Relationship Id="rId4" Type="http://schemas.openxmlformats.org/officeDocument/2006/relationships/oleObject" Target="../embeddings/oleObject10.bin"/><Relationship Id="rId5" Type="http://schemas.openxmlformats.org/officeDocument/2006/relationships/image" Target="../media/image1.emf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tags" Target="../tags/tag24.xml"/><Relationship Id="rId2" Type="http://schemas.openxmlformats.org/officeDocument/2006/relationships/slideMaster" Target="../slideMasters/slideMaster1.xml"/><Relationship Id="rId3" Type="http://schemas.openxmlformats.org/officeDocument/2006/relationships/oleObject" Target="../embeddings/oleObject11.bin"/><Relationship Id="rId4" Type="http://schemas.openxmlformats.org/officeDocument/2006/relationships/image" Target="../media/image3.emf"/></Relationships>
</file>

<file path=ppt/slideLayouts/_rels/slideLayout12.xml.rels><?xml version='1.0' encoding='UTF-8' standalone='yes'?>
<Relationships xmlns="http://schemas.openxmlformats.org/package/2006/relationships"><Relationship Id="rId1" Type="http://schemas.openxmlformats.org/officeDocument/2006/relationships/tags" Target="../tags/tag25.xml"/><Relationship Id="rId2" Type="http://schemas.openxmlformats.org/officeDocument/2006/relationships/slideMaster" Target="../slideMasters/slideMaster1.xml"/><Relationship Id="rId3" Type="http://schemas.openxmlformats.org/officeDocument/2006/relationships/oleObject" Target="../embeddings/oleObject11.bin"/><Relationship Id="rId4" Type="http://schemas.openxmlformats.org/officeDocument/2006/relationships/image" Target="../media/image3.emf"/></Relationships>
</file>

<file path=ppt/slideLayouts/_rels/slideLayout13.xml.rels><?xml version='1.0' encoding='UTF-8' standalone='yes'?>
<Relationships xmlns="http://schemas.openxmlformats.org/package/2006/relationships"><Relationship Id="rId1" Type="http://schemas.openxmlformats.org/officeDocument/2006/relationships/tags" Target="../tags/tag26.xml"/><Relationship Id="rId2" Type="http://schemas.openxmlformats.org/officeDocument/2006/relationships/tags" Target="../tags/tag27.xml"/><Relationship Id="rId3" Type="http://schemas.openxmlformats.org/officeDocument/2006/relationships/slideMaster" Target="../slideMasters/slideMaster1.xml"/><Relationship Id="rId4" Type="http://schemas.openxmlformats.org/officeDocument/2006/relationships/oleObject" Target="../embeddings/oleObject12.bin"/><Relationship Id="rId5" Type="http://schemas.openxmlformats.org/officeDocument/2006/relationships/image" Target="../media/image1.emf"/></Relationships>
</file>

<file path=ppt/slideLayouts/_rels/slideLayout14.xml.rels><?xml version='1.0' encoding='UTF-8' standalone='yes'?>
<Relationships xmlns="http://schemas.openxmlformats.org/package/2006/relationships"><Relationship Id="rId1" Type="http://schemas.openxmlformats.org/officeDocument/2006/relationships/tags" Target="../tags/tag28.xml"/><Relationship Id="rId2" Type="http://schemas.openxmlformats.org/officeDocument/2006/relationships/slideMaster" Target="../slideMasters/slideMaster1.xml"/><Relationship Id="rId3" Type="http://schemas.openxmlformats.org/officeDocument/2006/relationships/oleObject" Target="../embeddings/oleObject11.bin"/><Relationship Id="rId4" Type="http://schemas.openxmlformats.org/officeDocument/2006/relationships/image" Target="../media/image3.emf"/></Relationships>
</file>

<file path=ppt/slideLayouts/_rels/slideLayout15.xml.rels><?xml version='1.0' encoding='UTF-8' standalone='yes'?>
<Relationships xmlns="http://schemas.openxmlformats.org/package/2006/relationships"><Relationship Id="rId1" Type="http://schemas.openxmlformats.org/officeDocument/2006/relationships/tags" Target="../tags/tag29.xml"/><Relationship Id="rId2" Type="http://schemas.openxmlformats.org/officeDocument/2006/relationships/slideMaster" Target="../slideMasters/slideMaster1.xml"/><Relationship Id="rId3" Type="http://schemas.openxmlformats.org/officeDocument/2006/relationships/oleObject" Target="../embeddings/oleObject11.bin"/><Relationship Id="rId4" Type="http://schemas.openxmlformats.org/officeDocument/2006/relationships/image" Target="../media/image3.emf"/></Relationships>
</file>

<file path=ppt/slideLayouts/_rels/slideLayout16.xml.rels><?xml version='1.0' encoding='UTF-8' standalone='yes'?>
<Relationships xmlns="http://schemas.openxmlformats.org/package/2006/relationships"><Relationship Id="rId1" Type="http://schemas.openxmlformats.org/officeDocument/2006/relationships/tags" Target="../tags/tag30.xml"/><Relationship Id="rId2" Type="http://schemas.openxmlformats.org/officeDocument/2006/relationships/slideMaster" Target="../slideMasters/slideMaster1.xml"/><Relationship Id="rId3" Type="http://schemas.openxmlformats.org/officeDocument/2006/relationships/oleObject" Target="../embeddings/oleObject11.bin"/><Relationship Id="rId4" Type="http://schemas.openxmlformats.org/officeDocument/2006/relationships/image" Target="../media/image3.emf"/></Relationships>
</file>

<file path=ppt/slideLayouts/_rels/slideLayout17.xml.rels><?xml version='1.0' encoding='UTF-8' standalone='yes'?>
<Relationships xmlns="http://schemas.openxmlformats.org/package/2006/relationships"><Relationship Id="rId1" Type="http://schemas.openxmlformats.org/officeDocument/2006/relationships/tags" Target="../tags/tag31.xml"/><Relationship Id="rId2" Type="http://schemas.openxmlformats.org/officeDocument/2006/relationships/tags" Target="../tags/tag32.xml"/><Relationship Id="rId3" Type="http://schemas.openxmlformats.org/officeDocument/2006/relationships/slideMaster" Target="../slideMasters/slideMaster1.xml"/><Relationship Id="rId4" Type="http://schemas.openxmlformats.org/officeDocument/2006/relationships/oleObject" Target="../embeddings/oleObject12.bin"/><Relationship Id="rId5" Type="http://schemas.openxmlformats.org/officeDocument/2006/relationships/image" Target="../media/image1.emf"/></Relationships>
</file>

<file path=ppt/slideLayouts/_rels/slideLayout18.xml.rels><?xml version='1.0' encoding='UTF-8' standalone='yes'?>
<Relationships xmlns="http://schemas.openxmlformats.org/package/2006/relationships"><Relationship Id="rId1" Type="http://schemas.openxmlformats.org/officeDocument/2006/relationships/tags" Target="../tags/tag33.xml"/><Relationship Id="rId2" Type="http://schemas.openxmlformats.org/officeDocument/2006/relationships/tags" Target="../tags/tag34.xml"/><Relationship Id="rId3" Type="http://schemas.openxmlformats.org/officeDocument/2006/relationships/slideMaster" Target="../slideMasters/slideMaster1.xml"/><Relationship Id="rId4" Type="http://schemas.openxmlformats.org/officeDocument/2006/relationships/oleObject" Target="../embeddings/oleObject13.bin"/><Relationship Id="rId5" Type="http://schemas.openxmlformats.org/officeDocument/2006/relationships/image" Target="../media/image3.emf"/></Relationships>
</file>

<file path=ppt/slideLayouts/_rels/slideLayout19.xml.rels><?xml version='1.0' encoding='UTF-8' standalone='yes'?>
<Relationships xmlns="http://schemas.openxmlformats.org/package/2006/relationships"><Relationship Id="rId1" Type="http://schemas.openxmlformats.org/officeDocument/2006/relationships/tags" Target="../tags/tag35.xml"/><Relationship Id="rId2" Type="http://schemas.openxmlformats.org/officeDocument/2006/relationships/slideMaster" Target="../slideMasters/slideMaster1.xml"/><Relationship Id="rId3" Type="http://schemas.openxmlformats.org/officeDocument/2006/relationships/oleObject" Target="../embeddings/oleObject11.bin"/><Relationship Id="rId4" Type="http://schemas.openxmlformats.org/officeDocument/2006/relationships/image" Target="../media/image3.emf"/><Relationship Id="rId5" Type="http://schemas.openxmlformats.org/officeDocument/2006/relationships/image" Target="../media/image2.png"/></Relationships>
</file>

<file path=ppt/slideLayouts/_rels/slideLayout20.xml.rels><?xml version='1.0' encoding='UTF-8' standalone='yes'?>
<Relationships xmlns="http://schemas.openxmlformats.org/package/2006/relationships"><Relationship Id="rId1" Type="http://schemas.openxmlformats.org/officeDocument/2006/relationships/tags" Target="../tags/tag36.xml"/><Relationship Id="rId2" Type="http://schemas.openxmlformats.org/officeDocument/2006/relationships/slideMaster" Target="../slideMasters/slideMaster1.xml"/><Relationship Id="rId3" Type="http://schemas.openxmlformats.org/officeDocument/2006/relationships/oleObject" Target="../embeddings/oleObject11.bin"/><Relationship Id="rId4" Type="http://schemas.openxmlformats.org/officeDocument/2006/relationships/image" Target="../media/image3.emf"/><Relationship Id="rId5" Type="http://schemas.openxmlformats.org/officeDocument/2006/relationships/image" Target="../media/image2.png"/></Relationships>
</file>

<file path=ppt/slideLayouts/_rels/slideLayout21.xml.rels><?xml version='1.0' encoding='UTF-8' standalone='yes'?>
<Relationships xmlns="http://schemas.openxmlformats.org/package/2006/relationships"><Relationship Id="rId1" Type="http://schemas.openxmlformats.org/officeDocument/2006/relationships/tags" Target="../tags/tag37.xml"/><Relationship Id="rId2" Type="http://schemas.openxmlformats.org/officeDocument/2006/relationships/slideMaster" Target="../slideMasters/slideMaster1.xml"/><Relationship Id="rId3" Type="http://schemas.openxmlformats.org/officeDocument/2006/relationships/oleObject" Target="../embeddings/oleObject11.bin"/><Relationship Id="rId4" Type="http://schemas.openxmlformats.org/officeDocument/2006/relationships/image" Target="../media/image3.emf"/><Relationship Id="rId5" Type="http://schemas.openxmlformats.org/officeDocument/2006/relationships/image" Target="../media/image4.png"/></Relationships>
</file>

<file path=ppt/slideLayouts/_rels/slideLayout22.xml.rels><?xml version='1.0' encoding='UTF-8' standalone='yes'?>
<Relationships xmlns="http://schemas.openxmlformats.org/package/2006/relationships"><Relationship Id="rId1" Type="http://schemas.openxmlformats.org/officeDocument/2006/relationships/tags" Target="../tags/tag38.xml"/><Relationship Id="rId2" Type="http://schemas.openxmlformats.org/officeDocument/2006/relationships/slideMaster" Target="../slideMasters/slideMaster1.xml"/><Relationship Id="rId3" Type="http://schemas.openxmlformats.org/officeDocument/2006/relationships/oleObject" Target="../embeddings/oleObject11.bin"/><Relationship Id="rId4" Type="http://schemas.openxmlformats.org/officeDocument/2006/relationships/image" Target="../media/image3.emf"/><Relationship Id="rId5" Type="http://schemas.openxmlformats.org/officeDocument/2006/relationships/image" Target="../media/image4.png"/></Relationships>
</file>

<file path=ppt/slideLayouts/_rels/slideLayout23.xml.rels><?xml version='1.0' encoding='UTF-8' standalone='yes'?>
<Relationships xmlns="http://schemas.openxmlformats.org/package/2006/relationships"><Relationship Id="rId1" Type="http://schemas.openxmlformats.org/officeDocument/2006/relationships/tags" Target="../tags/tag39.xml"/><Relationship Id="rId2" Type="http://schemas.openxmlformats.org/officeDocument/2006/relationships/slideMaster" Target="../slideMasters/slideMaster1.xml"/><Relationship Id="rId3" Type="http://schemas.openxmlformats.org/officeDocument/2006/relationships/oleObject" Target="../embeddings/oleObject14.bin"/><Relationship Id="rId4" Type="http://schemas.openxmlformats.org/officeDocument/2006/relationships/image" Target="../media/image3.emf"/></Relationships>
</file>

<file path=ppt/slideLayouts/_rels/slideLayout24.xml.rels><?xml version='1.0' encoding='UTF-8' standalone='yes'?>
<Relationships xmlns="http://schemas.openxmlformats.org/package/2006/relationships"><Relationship Id="rId1" Type="http://schemas.openxmlformats.org/officeDocument/2006/relationships/tags" Target="../tags/tag40.xml"/><Relationship Id="rId2" Type="http://schemas.openxmlformats.org/officeDocument/2006/relationships/tags" Target="../tags/tag41.xml"/><Relationship Id="rId3" Type="http://schemas.openxmlformats.org/officeDocument/2006/relationships/slideMaster" Target="../slideMasters/slideMaster1.xml"/><Relationship Id="rId4" Type="http://schemas.openxmlformats.org/officeDocument/2006/relationships/oleObject" Target="../embeddings/oleObject15.bin"/><Relationship Id="rId5" Type="http://schemas.openxmlformats.org/officeDocument/2006/relationships/image" Target="../media/image3.emf"/><Relationship Id="rId6" Type="http://schemas.openxmlformats.org/officeDocument/2006/relationships/image" Target="../media/image4.png"/><Relationship Id="rId7" Type="http://schemas.openxmlformats.org/officeDocument/2006/relationships/hyperlink" Target="https://dam.stihl.com/" TargetMode="External"/><Relationship Id="rId8" Type="http://schemas.openxmlformats.org/officeDocument/2006/relationships/image" Target="../media/image5.png"/></Relationships>
</file>

<file path=ppt/slideLayouts/_rels/slideLayout25.xml.rels><?xml version='1.0' encoding='UTF-8' standalone='yes'?>
<Relationships xmlns="http://schemas.openxmlformats.org/package/2006/relationships"><Relationship Id="rId1" Type="http://schemas.openxmlformats.org/officeDocument/2006/relationships/tags" Target="../tags/tag42.xml"/><Relationship Id="rId2" Type="http://schemas.openxmlformats.org/officeDocument/2006/relationships/tags" Target="../tags/tag43.xml"/><Relationship Id="rId3" Type="http://schemas.openxmlformats.org/officeDocument/2006/relationships/slideMaster" Target="../slideMasters/slideMaster1.xml"/><Relationship Id="rId4" Type="http://schemas.openxmlformats.org/officeDocument/2006/relationships/oleObject" Target="../embeddings/oleObject16.bin"/><Relationship Id="rId5" Type="http://schemas.openxmlformats.org/officeDocument/2006/relationships/image" Target="../media/image3.emf"/><Relationship Id="rId6" Type="http://schemas.openxmlformats.org/officeDocument/2006/relationships/image" Target="../media/image2.png"/><Relationship Id="rId7" Type="http://schemas.openxmlformats.org/officeDocument/2006/relationships/hyperlink" Target="https://dam.stihl.com/" TargetMode="External"/><Relationship Id="rId8" Type="http://schemas.openxmlformats.org/officeDocument/2006/relationships/image" Target="../media/image6.png"/></Relationships>
</file>

<file path=ppt/slideLayouts/_rels/slideLayout26.xml.rels><?xml version='1.0' encoding='UTF-8' standalone='yes'?>
<Relationships xmlns="http://schemas.openxmlformats.org/package/2006/relationships"><Relationship Id="rId1" Type="http://schemas.openxmlformats.org/officeDocument/2006/relationships/tags" Target="../tags/tag44.xml"/><Relationship Id="rId2" Type="http://schemas.openxmlformats.org/officeDocument/2006/relationships/slideMaster" Target="../slideMasters/slideMaster1.xml"/><Relationship Id="rId3" Type="http://schemas.openxmlformats.org/officeDocument/2006/relationships/oleObject" Target="../embeddings/oleObject17.bin"/><Relationship Id="rId4" Type="http://schemas.openxmlformats.org/officeDocument/2006/relationships/image" Target="../media/image3.emf"/><Relationship Id="rId5" Type="http://schemas.openxmlformats.org/officeDocument/2006/relationships/image" Target="../media/image4.png"/><Relationship Id="rId6" Type="http://schemas.openxmlformats.org/officeDocument/2006/relationships/image" Target="../media/image5.png"/></Relationships>
</file>

<file path=ppt/slideLayouts/_rels/slideLayout27.xml.rels><?xml version='1.0' encoding='UTF-8' standalone='yes'?>
<Relationships xmlns="http://schemas.openxmlformats.org/package/2006/relationships"><Relationship Id="rId1" Type="http://schemas.openxmlformats.org/officeDocument/2006/relationships/tags" Target="../tags/tag45.xml"/><Relationship Id="rId2" Type="http://schemas.openxmlformats.org/officeDocument/2006/relationships/tags" Target="../tags/tag46.xml"/><Relationship Id="rId3" Type="http://schemas.openxmlformats.org/officeDocument/2006/relationships/slideMaster" Target="../slideMasters/slideMaster1.xml"/><Relationship Id="rId4" Type="http://schemas.openxmlformats.org/officeDocument/2006/relationships/oleObject" Target="../embeddings/oleObject18.bin"/><Relationship Id="rId5" Type="http://schemas.openxmlformats.org/officeDocument/2006/relationships/image" Target="../media/image1.emf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>
  <p:cSld name="Title slide background imag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4" name="Objekt 3" hidden="1"/>
          <p:cNvGraphicFramePr>
            <a:graphicFrameLocks noChangeAspect="1"/>
          </p:cNvGraphicFramePr>
          <p:nvPr>
            <p:custDataLst>
              <p:tags r:id="rId1"/>
            </p:custDataLst>
          </p:nvPr>
        </p:nvGraphicFramePr>
        <p:xfrm>
          <a:off x="1588" y="1588"/>
          <a:ext cx="1588" cy="15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think-cell Slide" r:id="rId4" imgW="370" imgH="371" progId="TCLayout.ActiveDocument.1">
                  <p:embed/>
                </p:oleObj>
              </mc:Choice>
              <mc:Fallback>
                <p:oleObj name="think-cell Slide" r:id="rId4" imgW="370" imgH="371" progId="TCLayout.ActiveDocument.1">
                  <p:embed/>
                  <p:pic>
                    <p:nvPicPr>
                      <p:cNvPr id="4" name="Objekt 3" hidden="1"/>
                      <p:cNvPicPr/>
                      <p:nvPr/>
                    </p:nvPicPr>
                    <p:blipFill>
                      <a:blip r:embed="rId5"/>
                      <a:stretch>
                        <a:fillRect/>
                      </a:stretch>
                    </p:blipFill>
                    <p:spPr>
                      <a:xfrm>
                        <a:off x="1588" y="1588"/>
                        <a:ext cx="1588" cy="1588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3" name="Rechteck 2" hidden="1"/>
          <p:cNvSpPr/>
          <p:nvPr>
            <p:custDataLst>
              <p:tags r:id="rId2"/>
            </p:custDataLst>
          </p:nvPr>
        </p:nvSpPr>
        <p:spPr>
          <a:xfrm>
            <a:off x="0" y="0"/>
            <a:ext cx="158750" cy="158750"/>
          </a:xfrm>
          <a:prstGeom prst="rect">
            <a:avLst/>
          </a:prstGeom>
          <a:solidFill>
            <a:schemeClr val="bg1"/>
          </a:solidFill>
          <a:ln w="635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="horz" wrap="none" lIns="0" tIns="0" rIns="0" bIns="0" numCol="1" spcCol="0" rtlCol="0" anchor="ctr" anchorCtr="0">
            <a:noAutofit/>
          </a:bodyPr>
          <a:lstStyle/>
          <a:p>
            <a:pPr marL="0" lvl="0" indent="0" algn="ctr" eaLnBrk="1">
              <a:lnSpc>
                <a:spcPct val="90000"/>
              </a:lnSpc>
              <a:spcBef>
                <a:spcPct val="0"/>
              </a:spcBef>
              <a:spcAft>
                <a:spcPct val="0"/>
              </a:spcAft>
            </a:pPr>
            <a:endParaRPr lang="en-GB" sz="3200" b="1" i="0" baseline="0">
              <a:solidFill>
                <a:schemeClr val="tx1"/>
              </a:solidFill>
              <a:latin typeface="STIHL Contraface Display Title"/>
              <a:ea typeface="+mn-ea"/>
              <a:cs typeface="+mn-cs"/>
              <a:sym typeface="STIHL Contraface Display Title"/>
            </a:endParaRPr>
          </a:p>
        </p:txBody>
      </p:sp>
      <p:pic>
        <p:nvPicPr>
          <p:cNvPr id="12" name="Grafik 11"/>
          <p:cNvPicPr>
            <a:picLocks noChangeAspect="1"/>
          </p:cNvPicPr>
          <p:nvPr/>
        </p:nvPicPr>
        <p:blipFill>
          <a:blip r:embed="rId6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136060" y="258750"/>
            <a:ext cx="1774212" cy="775631"/>
          </a:xfrm>
          <a:prstGeom prst="rect">
            <a:avLst/>
          </a:prstGeom>
        </p:spPr>
      </p:pic>
      <p:sp>
        <p:nvSpPr>
          <p:cNvPr id="15" name="Bildplatzhalter 14">
            <a:extLst>
              <a:ext uri="{FF2B5EF4-FFF2-40B4-BE49-F238E27FC236}">
                <a16:creationId xmlns:a16="http://schemas.microsoft.com/office/drawing/2014/main" id="{F81A1AFD-D231-4C55-9AAB-DA10BA8E7D13}"/>
              </a:ext>
            </a:extLst>
          </p:cNvPr>
          <p:cNvSpPr>
            <a:spLocks noGrp="1"/>
          </p:cNvSpPr>
          <p:nvPr>
            <p:ph type="pic" sz="quarter" idx="15" hasCustomPrompt="1"/>
          </p:nvPr>
        </p:nvSpPr>
        <p:spPr>
          <a:xfrm>
            <a:off x="0" y="0"/>
            <a:ext cx="12192000" cy="6858000"/>
          </a:xfrm>
          <a:custGeom>
            <a:avLst/>
            <a:gdLst>
              <a:gd name="connsiteX0" fmla="*/ 361950 w 12192000"/>
              <a:gd name="connsiteY0" fmla="*/ 2751084 h 6858000"/>
              <a:gd name="connsiteX1" fmla="*/ 361950 w 12192000"/>
              <a:gd name="connsiteY1" fmla="*/ 6534807 h 6858000"/>
              <a:gd name="connsiteX2" fmla="*/ 5401950 w 12192000"/>
              <a:gd name="connsiteY2" fmla="*/ 6534807 h 6858000"/>
              <a:gd name="connsiteX3" fmla="*/ 5401950 w 12192000"/>
              <a:gd name="connsiteY3" fmla="*/ 2751084 h 6858000"/>
              <a:gd name="connsiteX4" fmla="*/ 10129345 w 12192000"/>
              <a:gd name="connsiteY4" fmla="*/ 344401 h 6858000"/>
              <a:gd name="connsiteX5" fmla="*/ 10129345 w 12192000"/>
              <a:gd name="connsiteY5" fmla="*/ 1099696 h 6858000"/>
              <a:gd name="connsiteX6" fmla="*/ 11857039 w 12192000"/>
              <a:gd name="connsiteY6" fmla="*/ 1099696 h 6858000"/>
              <a:gd name="connsiteX7" fmla="*/ 11857039 w 12192000"/>
              <a:gd name="connsiteY7" fmla="*/ 344401 h 6858000"/>
              <a:gd name="connsiteX8" fmla="*/ 0 w 12192000"/>
              <a:gd name="connsiteY8" fmla="*/ 0 h 6858000"/>
              <a:gd name="connsiteX9" fmla="*/ 12192000 w 12192000"/>
              <a:gd name="connsiteY9" fmla="*/ 0 h 6858000"/>
              <a:gd name="connsiteX10" fmla="*/ 12192000 w 12192000"/>
              <a:gd name="connsiteY10" fmla="*/ 6858000 h 6858000"/>
              <a:gd name="connsiteX11" fmla="*/ 0 w 12192000"/>
              <a:gd name="connsiteY11" fmla="*/ 6858000 h 6858000"/>
              <a:gd name="connsiteX0" fmla="*/ 361950 w 12192000"/>
              <a:gd name="connsiteY0" fmla="*/ 2751084 h 6858000"/>
              <a:gd name="connsiteX1" fmla="*/ 361950 w 12192000"/>
              <a:gd name="connsiteY1" fmla="*/ 6534807 h 6858000"/>
              <a:gd name="connsiteX2" fmla="*/ 5401950 w 12192000"/>
              <a:gd name="connsiteY2" fmla="*/ 6534807 h 6858000"/>
              <a:gd name="connsiteX3" fmla="*/ 5401950 w 12192000"/>
              <a:gd name="connsiteY3" fmla="*/ 2751084 h 6858000"/>
              <a:gd name="connsiteX4" fmla="*/ 361950 w 12192000"/>
              <a:gd name="connsiteY4" fmla="*/ 2751084 h 6858000"/>
              <a:gd name="connsiteX5" fmla="*/ 10136965 w 12192000"/>
              <a:gd name="connsiteY5" fmla="*/ 258041 h 6858000"/>
              <a:gd name="connsiteX6" fmla="*/ 10129345 w 12192000"/>
              <a:gd name="connsiteY6" fmla="*/ 1099696 h 6858000"/>
              <a:gd name="connsiteX7" fmla="*/ 11857039 w 12192000"/>
              <a:gd name="connsiteY7" fmla="*/ 1099696 h 6858000"/>
              <a:gd name="connsiteX8" fmla="*/ 11857039 w 12192000"/>
              <a:gd name="connsiteY8" fmla="*/ 344401 h 6858000"/>
              <a:gd name="connsiteX9" fmla="*/ 10136965 w 12192000"/>
              <a:gd name="connsiteY9" fmla="*/ 258041 h 6858000"/>
              <a:gd name="connsiteX10" fmla="*/ 0 w 12192000"/>
              <a:gd name="connsiteY10" fmla="*/ 0 h 6858000"/>
              <a:gd name="connsiteX11" fmla="*/ 12192000 w 12192000"/>
              <a:gd name="connsiteY11" fmla="*/ 0 h 6858000"/>
              <a:gd name="connsiteX12" fmla="*/ 12192000 w 12192000"/>
              <a:gd name="connsiteY12" fmla="*/ 6858000 h 6858000"/>
              <a:gd name="connsiteX13" fmla="*/ 0 w 12192000"/>
              <a:gd name="connsiteY13" fmla="*/ 6858000 h 6858000"/>
              <a:gd name="connsiteX14" fmla="*/ 0 w 12192000"/>
              <a:gd name="connsiteY14" fmla="*/ 0 h 6858000"/>
              <a:gd name="connsiteX0" fmla="*/ 361950 w 12192000"/>
              <a:gd name="connsiteY0" fmla="*/ 2751084 h 6858000"/>
              <a:gd name="connsiteX1" fmla="*/ 361950 w 12192000"/>
              <a:gd name="connsiteY1" fmla="*/ 6534807 h 6858000"/>
              <a:gd name="connsiteX2" fmla="*/ 5401950 w 12192000"/>
              <a:gd name="connsiteY2" fmla="*/ 6534807 h 6858000"/>
              <a:gd name="connsiteX3" fmla="*/ 5401950 w 12192000"/>
              <a:gd name="connsiteY3" fmla="*/ 2751084 h 6858000"/>
              <a:gd name="connsiteX4" fmla="*/ 361950 w 12192000"/>
              <a:gd name="connsiteY4" fmla="*/ 2751084 h 6858000"/>
              <a:gd name="connsiteX5" fmla="*/ 10136965 w 12192000"/>
              <a:gd name="connsiteY5" fmla="*/ 258041 h 6858000"/>
              <a:gd name="connsiteX6" fmla="*/ 10129345 w 12192000"/>
              <a:gd name="connsiteY6" fmla="*/ 1099696 h 6858000"/>
              <a:gd name="connsiteX7" fmla="*/ 11857039 w 12192000"/>
              <a:gd name="connsiteY7" fmla="*/ 1099696 h 6858000"/>
              <a:gd name="connsiteX8" fmla="*/ 11907839 w 12192000"/>
              <a:gd name="connsiteY8" fmla="*/ 258041 h 6858000"/>
              <a:gd name="connsiteX9" fmla="*/ 10136965 w 12192000"/>
              <a:gd name="connsiteY9" fmla="*/ 258041 h 6858000"/>
              <a:gd name="connsiteX10" fmla="*/ 0 w 12192000"/>
              <a:gd name="connsiteY10" fmla="*/ 0 h 6858000"/>
              <a:gd name="connsiteX11" fmla="*/ 12192000 w 12192000"/>
              <a:gd name="connsiteY11" fmla="*/ 0 h 6858000"/>
              <a:gd name="connsiteX12" fmla="*/ 12192000 w 12192000"/>
              <a:gd name="connsiteY12" fmla="*/ 6858000 h 6858000"/>
              <a:gd name="connsiteX13" fmla="*/ 0 w 12192000"/>
              <a:gd name="connsiteY13" fmla="*/ 6858000 h 6858000"/>
              <a:gd name="connsiteX14" fmla="*/ 0 w 12192000"/>
              <a:gd name="connsiteY14" fmla="*/ 0 h 6858000"/>
              <a:gd name="connsiteX0" fmla="*/ 361950 w 12192000"/>
              <a:gd name="connsiteY0" fmla="*/ 2751084 h 6858000"/>
              <a:gd name="connsiteX1" fmla="*/ 361950 w 12192000"/>
              <a:gd name="connsiteY1" fmla="*/ 6534807 h 6858000"/>
              <a:gd name="connsiteX2" fmla="*/ 5401950 w 12192000"/>
              <a:gd name="connsiteY2" fmla="*/ 6534807 h 6858000"/>
              <a:gd name="connsiteX3" fmla="*/ 5401950 w 12192000"/>
              <a:gd name="connsiteY3" fmla="*/ 2751084 h 6858000"/>
              <a:gd name="connsiteX4" fmla="*/ 361950 w 12192000"/>
              <a:gd name="connsiteY4" fmla="*/ 2751084 h 6858000"/>
              <a:gd name="connsiteX5" fmla="*/ 10136965 w 12192000"/>
              <a:gd name="connsiteY5" fmla="*/ 258041 h 6858000"/>
              <a:gd name="connsiteX6" fmla="*/ 10129345 w 12192000"/>
              <a:gd name="connsiteY6" fmla="*/ 1099696 h 6858000"/>
              <a:gd name="connsiteX7" fmla="*/ 11907839 w 12192000"/>
              <a:gd name="connsiteY7" fmla="*/ 1031116 h 6858000"/>
              <a:gd name="connsiteX8" fmla="*/ 11907839 w 12192000"/>
              <a:gd name="connsiteY8" fmla="*/ 258041 h 6858000"/>
              <a:gd name="connsiteX9" fmla="*/ 10136965 w 12192000"/>
              <a:gd name="connsiteY9" fmla="*/ 258041 h 6858000"/>
              <a:gd name="connsiteX10" fmla="*/ 0 w 12192000"/>
              <a:gd name="connsiteY10" fmla="*/ 0 h 6858000"/>
              <a:gd name="connsiteX11" fmla="*/ 12192000 w 12192000"/>
              <a:gd name="connsiteY11" fmla="*/ 0 h 6858000"/>
              <a:gd name="connsiteX12" fmla="*/ 12192000 w 12192000"/>
              <a:gd name="connsiteY12" fmla="*/ 6858000 h 6858000"/>
              <a:gd name="connsiteX13" fmla="*/ 0 w 12192000"/>
              <a:gd name="connsiteY13" fmla="*/ 6858000 h 6858000"/>
              <a:gd name="connsiteX14" fmla="*/ 0 w 12192000"/>
              <a:gd name="connsiteY14" fmla="*/ 0 h 6858000"/>
              <a:gd name="connsiteX0" fmla="*/ 361950 w 12192000"/>
              <a:gd name="connsiteY0" fmla="*/ 2751084 h 6858000"/>
              <a:gd name="connsiteX1" fmla="*/ 361950 w 12192000"/>
              <a:gd name="connsiteY1" fmla="*/ 6534807 h 6858000"/>
              <a:gd name="connsiteX2" fmla="*/ 5401950 w 12192000"/>
              <a:gd name="connsiteY2" fmla="*/ 6534807 h 6858000"/>
              <a:gd name="connsiteX3" fmla="*/ 5401950 w 12192000"/>
              <a:gd name="connsiteY3" fmla="*/ 2751084 h 6858000"/>
              <a:gd name="connsiteX4" fmla="*/ 361950 w 12192000"/>
              <a:gd name="connsiteY4" fmla="*/ 2751084 h 6858000"/>
              <a:gd name="connsiteX5" fmla="*/ 10136965 w 12192000"/>
              <a:gd name="connsiteY5" fmla="*/ 258041 h 6858000"/>
              <a:gd name="connsiteX6" fmla="*/ 10131885 w 12192000"/>
              <a:gd name="connsiteY6" fmla="*/ 1033656 h 6858000"/>
              <a:gd name="connsiteX7" fmla="*/ 11907839 w 12192000"/>
              <a:gd name="connsiteY7" fmla="*/ 1031116 h 6858000"/>
              <a:gd name="connsiteX8" fmla="*/ 11907839 w 12192000"/>
              <a:gd name="connsiteY8" fmla="*/ 258041 h 6858000"/>
              <a:gd name="connsiteX9" fmla="*/ 10136965 w 12192000"/>
              <a:gd name="connsiteY9" fmla="*/ 258041 h 6858000"/>
              <a:gd name="connsiteX10" fmla="*/ 0 w 12192000"/>
              <a:gd name="connsiteY10" fmla="*/ 0 h 6858000"/>
              <a:gd name="connsiteX11" fmla="*/ 12192000 w 12192000"/>
              <a:gd name="connsiteY11" fmla="*/ 0 h 6858000"/>
              <a:gd name="connsiteX12" fmla="*/ 12192000 w 12192000"/>
              <a:gd name="connsiteY12" fmla="*/ 6858000 h 6858000"/>
              <a:gd name="connsiteX13" fmla="*/ 0 w 12192000"/>
              <a:gd name="connsiteY13" fmla="*/ 6858000 h 6858000"/>
              <a:gd name="connsiteX14" fmla="*/ 0 w 12192000"/>
              <a:gd name="connsiteY14" fmla="*/ 0 h 6858000"/>
              <a:gd name="connsiteX0" fmla="*/ 361950 w 12192000"/>
              <a:gd name="connsiteY0" fmla="*/ 2751084 h 6858000"/>
              <a:gd name="connsiteX1" fmla="*/ 361950 w 12192000"/>
              <a:gd name="connsiteY1" fmla="*/ 6534807 h 6858000"/>
              <a:gd name="connsiteX2" fmla="*/ 5401950 w 12192000"/>
              <a:gd name="connsiteY2" fmla="*/ 6534807 h 6858000"/>
              <a:gd name="connsiteX3" fmla="*/ 5401950 w 12192000"/>
              <a:gd name="connsiteY3" fmla="*/ 2751084 h 6858000"/>
              <a:gd name="connsiteX4" fmla="*/ 361950 w 12192000"/>
              <a:gd name="connsiteY4" fmla="*/ 2751084 h 6858000"/>
              <a:gd name="connsiteX5" fmla="*/ 10136965 w 12192000"/>
              <a:gd name="connsiteY5" fmla="*/ 258041 h 6858000"/>
              <a:gd name="connsiteX6" fmla="*/ 10135695 w 12192000"/>
              <a:gd name="connsiteY6" fmla="*/ 1031751 h 6858000"/>
              <a:gd name="connsiteX7" fmla="*/ 11907839 w 12192000"/>
              <a:gd name="connsiteY7" fmla="*/ 1031116 h 6858000"/>
              <a:gd name="connsiteX8" fmla="*/ 11907839 w 12192000"/>
              <a:gd name="connsiteY8" fmla="*/ 258041 h 6858000"/>
              <a:gd name="connsiteX9" fmla="*/ 10136965 w 12192000"/>
              <a:gd name="connsiteY9" fmla="*/ 258041 h 6858000"/>
              <a:gd name="connsiteX10" fmla="*/ 0 w 12192000"/>
              <a:gd name="connsiteY10" fmla="*/ 0 h 6858000"/>
              <a:gd name="connsiteX11" fmla="*/ 12192000 w 12192000"/>
              <a:gd name="connsiteY11" fmla="*/ 0 h 6858000"/>
              <a:gd name="connsiteX12" fmla="*/ 12192000 w 12192000"/>
              <a:gd name="connsiteY12" fmla="*/ 6858000 h 6858000"/>
              <a:gd name="connsiteX13" fmla="*/ 0 w 12192000"/>
              <a:gd name="connsiteY13" fmla="*/ 6858000 h 6858000"/>
              <a:gd name="connsiteX14" fmla="*/ 0 w 12192000"/>
              <a:gd name="connsiteY14" fmla="*/ 0 h 6858000"/>
              <a:gd name="connsiteX0" fmla="*/ 361950 w 12192000"/>
              <a:gd name="connsiteY0" fmla="*/ 2751084 h 6858000"/>
              <a:gd name="connsiteX1" fmla="*/ 361950 w 12192000"/>
              <a:gd name="connsiteY1" fmla="*/ 6534807 h 6858000"/>
              <a:gd name="connsiteX2" fmla="*/ 5401950 w 12192000"/>
              <a:gd name="connsiteY2" fmla="*/ 6534807 h 6858000"/>
              <a:gd name="connsiteX3" fmla="*/ 5401950 w 12192000"/>
              <a:gd name="connsiteY3" fmla="*/ 2751084 h 6858000"/>
              <a:gd name="connsiteX4" fmla="*/ 361950 w 12192000"/>
              <a:gd name="connsiteY4" fmla="*/ 2751084 h 6858000"/>
              <a:gd name="connsiteX5" fmla="*/ 10142680 w 12192000"/>
              <a:gd name="connsiteY5" fmla="*/ 258041 h 6858000"/>
              <a:gd name="connsiteX6" fmla="*/ 10135695 w 12192000"/>
              <a:gd name="connsiteY6" fmla="*/ 1031751 h 6858000"/>
              <a:gd name="connsiteX7" fmla="*/ 11907839 w 12192000"/>
              <a:gd name="connsiteY7" fmla="*/ 1031116 h 6858000"/>
              <a:gd name="connsiteX8" fmla="*/ 11907839 w 12192000"/>
              <a:gd name="connsiteY8" fmla="*/ 258041 h 6858000"/>
              <a:gd name="connsiteX9" fmla="*/ 10142680 w 12192000"/>
              <a:gd name="connsiteY9" fmla="*/ 258041 h 6858000"/>
              <a:gd name="connsiteX10" fmla="*/ 0 w 12192000"/>
              <a:gd name="connsiteY10" fmla="*/ 0 h 6858000"/>
              <a:gd name="connsiteX11" fmla="*/ 12192000 w 12192000"/>
              <a:gd name="connsiteY11" fmla="*/ 0 h 6858000"/>
              <a:gd name="connsiteX12" fmla="*/ 12192000 w 12192000"/>
              <a:gd name="connsiteY12" fmla="*/ 6858000 h 6858000"/>
              <a:gd name="connsiteX13" fmla="*/ 0 w 12192000"/>
              <a:gd name="connsiteY13" fmla="*/ 6858000 h 6858000"/>
              <a:gd name="connsiteX14" fmla="*/ 0 w 12192000"/>
              <a:gd name="connsiteY14" fmla="*/ 0 h 6858000"/>
              <a:gd name="connsiteX0" fmla="*/ 361950 w 12192000"/>
              <a:gd name="connsiteY0" fmla="*/ 2751084 h 6858000"/>
              <a:gd name="connsiteX1" fmla="*/ 361950 w 12192000"/>
              <a:gd name="connsiteY1" fmla="*/ 6534807 h 6858000"/>
              <a:gd name="connsiteX2" fmla="*/ 5401950 w 12192000"/>
              <a:gd name="connsiteY2" fmla="*/ 6534807 h 6858000"/>
              <a:gd name="connsiteX3" fmla="*/ 5401950 w 12192000"/>
              <a:gd name="connsiteY3" fmla="*/ 2751084 h 6858000"/>
              <a:gd name="connsiteX4" fmla="*/ 361950 w 12192000"/>
              <a:gd name="connsiteY4" fmla="*/ 2751084 h 6858000"/>
              <a:gd name="connsiteX5" fmla="*/ 10142680 w 12192000"/>
              <a:gd name="connsiteY5" fmla="*/ 258041 h 6858000"/>
              <a:gd name="connsiteX6" fmla="*/ 10139505 w 12192000"/>
              <a:gd name="connsiteY6" fmla="*/ 1031751 h 6858000"/>
              <a:gd name="connsiteX7" fmla="*/ 11907839 w 12192000"/>
              <a:gd name="connsiteY7" fmla="*/ 1031116 h 6858000"/>
              <a:gd name="connsiteX8" fmla="*/ 11907839 w 12192000"/>
              <a:gd name="connsiteY8" fmla="*/ 258041 h 6858000"/>
              <a:gd name="connsiteX9" fmla="*/ 10142680 w 12192000"/>
              <a:gd name="connsiteY9" fmla="*/ 258041 h 6858000"/>
              <a:gd name="connsiteX10" fmla="*/ 0 w 12192000"/>
              <a:gd name="connsiteY10" fmla="*/ 0 h 6858000"/>
              <a:gd name="connsiteX11" fmla="*/ 12192000 w 12192000"/>
              <a:gd name="connsiteY11" fmla="*/ 0 h 6858000"/>
              <a:gd name="connsiteX12" fmla="*/ 12192000 w 12192000"/>
              <a:gd name="connsiteY12" fmla="*/ 6858000 h 6858000"/>
              <a:gd name="connsiteX13" fmla="*/ 0 w 12192000"/>
              <a:gd name="connsiteY13" fmla="*/ 6858000 h 6858000"/>
              <a:gd name="connsiteX14" fmla="*/ 0 w 12192000"/>
              <a:gd name="connsiteY14" fmla="*/ 0 h 6858000"/>
              <a:gd name="connsiteX0" fmla="*/ 361950 w 12192000"/>
              <a:gd name="connsiteY0" fmla="*/ 2751084 h 6858000"/>
              <a:gd name="connsiteX1" fmla="*/ 361950 w 12192000"/>
              <a:gd name="connsiteY1" fmla="*/ 6534807 h 6858000"/>
              <a:gd name="connsiteX2" fmla="*/ 5401950 w 12192000"/>
              <a:gd name="connsiteY2" fmla="*/ 6534807 h 6858000"/>
              <a:gd name="connsiteX3" fmla="*/ 5401950 w 12192000"/>
              <a:gd name="connsiteY3" fmla="*/ 2751084 h 6858000"/>
              <a:gd name="connsiteX4" fmla="*/ 361950 w 12192000"/>
              <a:gd name="connsiteY4" fmla="*/ 2751084 h 6858000"/>
              <a:gd name="connsiteX5" fmla="*/ 10142680 w 12192000"/>
              <a:gd name="connsiteY5" fmla="*/ 258041 h 6858000"/>
              <a:gd name="connsiteX6" fmla="*/ 10143315 w 12192000"/>
              <a:gd name="connsiteY6" fmla="*/ 1031751 h 6858000"/>
              <a:gd name="connsiteX7" fmla="*/ 11907839 w 12192000"/>
              <a:gd name="connsiteY7" fmla="*/ 1031116 h 6858000"/>
              <a:gd name="connsiteX8" fmla="*/ 11907839 w 12192000"/>
              <a:gd name="connsiteY8" fmla="*/ 258041 h 6858000"/>
              <a:gd name="connsiteX9" fmla="*/ 10142680 w 12192000"/>
              <a:gd name="connsiteY9" fmla="*/ 258041 h 6858000"/>
              <a:gd name="connsiteX10" fmla="*/ 0 w 12192000"/>
              <a:gd name="connsiteY10" fmla="*/ 0 h 6858000"/>
              <a:gd name="connsiteX11" fmla="*/ 12192000 w 12192000"/>
              <a:gd name="connsiteY11" fmla="*/ 0 h 6858000"/>
              <a:gd name="connsiteX12" fmla="*/ 12192000 w 12192000"/>
              <a:gd name="connsiteY12" fmla="*/ 6858000 h 6858000"/>
              <a:gd name="connsiteX13" fmla="*/ 0 w 12192000"/>
              <a:gd name="connsiteY13" fmla="*/ 6858000 h 6858000"/>
              <a:gd name="connsiteX14" fmla="*/ 0 w 12192000"/>
              <a:gd name="connsiteY14" fmla="*/ 0 h 6858000"/>
              <a:gd name="connsiteX0" fmla="*/ 361950 w 12192000"/>
              <a:gd name="connsiteY0" fmla="*/ 2751084 h 6858000"/>
              <a:gd name="connsiteX1" fmla="*/ 361950 w 12192000"/>
              <a:gd name="connsiteY1" fmla="*/ 6534807 h 6858000"/>
              <a:gd name="connsiteX2" fmla="*/ 5401950 w 12192000"/>
              <a:gd name="connsiteY2" fmla="*/ 6534807 h 6858000"/>
              <a:gd name="connsiteX3" fmla="*/ 5401950 w 12192000"/>
              <a:gd name="connsiteY3" fmla="*/ 2751084 h 6858000"/>
              <a:gd name="connsiteX4" fmla="*/ 361950 w 12192000"/>
              <a:gd name="connsiteY4" fmla="*/ 2751084 h 6858000"/>
              <a:gd name="connsiteX5" fmla="*/ 10142680 w 12192000"/>
              <a:gd name="connsiteY5" fmla="*/ 258041 h 6858000"/>
              <a:gd name="connsiteX6" fmla="*/ 10143315 w 12192000"/>
              <a:gd name="connsiteY6" fmla="*/ 1031751 h 6858000"/>
              <a:gd name="connsiteX7" fmla="*/ 11907839 w 12192000"/>
              <a:gd name="connsiteY7" fmla="*/ 1031116 h 6858000"/>
              <a:gd name="connsiteX8" fmla="*/ 11904029 w 12192000"/>
              <a:gd name="connsiteY8" fmla="*/ 258041 h 6858000"/>
              <a:gd name="connsiteX9" fmla="*/ 10142680 w 12192000"/>
              <a:gd name="connsiteY9" fmla="*/ 258041 h 6858000"/>
              <a:gd name="connsiteX10" fmla="*/ 0 w 12192000"/>
              <a:gd name="connsiteY10" fmla="*/ 0 h 6858000"/>
              <a:gd name="connsiteX11" fmla="*/ 12192000 w 12192000"/>
              <a:gd name="connsiteY11" fmla="*/ 0 h 6858000"/>
              <a:gd name="connsiteX12" fmla="*/ 12192000 w 12192000"/>
              <a:gd name="connsiteY12" fmla="*/ 6858000 h 6858000"/>
              <a:gd name="connsiteX13" fmla="*/ 0 w 12192000"/>
              <a:gd name="connsiteY13" fmla="*/ 6858000 h 6858000"/>
              <a:gd name="connsiteX14" fmla="*/ 0 w 12192000"/>
              <a:gd name="connsiteY14" fmla="*/ 0 h 6858000"/>
              <a:gd name="connsiteX0" fmla="*/ 361950 w 12192000"/>
              <a:gd name="connsiteY0" fmla="*/ 2751084 h 6858000"/>
              <a:gd name="connsiteX1" fmla="*/ 361950 w 12192000"/>
              <a:gd name="connsiteY1" fmla="*/ 6534807 h 6858000"/>
              <a:gd name="connsiteX2" fmla="*/ 5401950 w 12192000"/>
              <a:gd name="connsiteY2" fmla="*/ 6534807 h 6858000"/>
              <a:gd name="connsiteX3" fmla="*/ 5401950 w 12192000"/>
              <a:gd name="connsiteY3" fmla="*/ 2751084 h 6858000"/>
              <a:gd name="connsiteX4" fmla="*/ 361950 w 12192000"/>
              <a:gd name="connsiteY4" fmla="*/ 2751084 h 6858000"/>
              <a:gd name="connsiteX5" fmla="*/ 10142680 w 12192000"/>
              <a:gd name="connsiteY5" fmla="*/ 258041 h 6858000"/>
              <a:gd name="connsiteX6" fmla="*/ 10143315 w 12192000"/>
              <a:gd name="connsiteY6" fmla="*/ 1031751 h 6858000"/>
              <a:gd name="connsiteX7" fmla="*/ 11902124 w 12192000"/>
              <a:gd name="connsiteY7" fmla="*/ 1031116 h 6858000"/>
              <a:gd name="connsiteX8" fmla="*/ 11904029 w 12192000"/>
              <a:gd name="connsiteY8" fmla="*/ 258041 h 6858000"/>
              <a:gd name="connsiteX9" fmla="*/ 10142680 w 12192000"/>
              <a:gd name="connsiteY9" fmla="*/ 258041 h 6858000"/>
              <a:gd name="connsiteX10" fmla="*/ 0 w 12192000"/>
              <a:gd name="connsiteY10" fmla="*/ 0 h 6858000"/>
              <a:gd name="connsiteX11" fmla="*/ 12192000 w 12192000"/>
              <a:gd name="connsiteY11" fmla="*/ 0 h 6858000"/>
              <a:gd name="connsiteX12" fmla="*/ 12192000 w 12192000"/>
              <a:gd name="connsiteY12" fmla="*/ 6858000 h 6858000"/>
              <a:gd name="connsiteX13" fmla="*/ 0 w 12192000"/>
              <a:gd name="connsiteY13" fmla="*/ 6858000 h 6858000"/>
              <a:gd name="connsiteX14" fmla="*/ 0 w 12192000"/>
              <a:gd name="connsiteY14" fmla="*/ 0 h 6858000"/>
              <a:gd name="connsiteX0" fmla="*/ 361950 w 12192000"/>
              <a:gd name="connsiteY0" fmla="*/ 2751084 h 6858000"/>
              <a:gd name="connsiteX1" fmla="*/ 361950 w 12192000"/>
              <a:gd name="connsiteY1" fmla="*/ 6534807 h 6858000"/>
              <a:gd name="connsiteX2" fmla="*/ 5401950 w 12192000"/>
              <a:gd name="connsiteY2" fmla="*/ 6534807 h 6858000"/>
              <a:gd name="connsiteX3" fmla="*/ 5401950 w 12192000"/>
              <a:gd name="connsiteY3" fmla="*/ 2751084 h 6858000"/>
              <a:gd name="connsiteX4" fmla="*/ 361950 w 12192000"/>
              <a:gd name="connsiteY4" fmla="*/ 2751084 h 6858000"/>
              <a:gd name="connsiteX5" fmla="*/ 10140775 w 12192000"/>
              <a:gd name="connsiteY5" fmla="*/ 259946 h 6858000"/>
              <a:gd name="connsiteX6" fmla="*/ 10143315 w 12192000"/>
              <a:gd name="connsiteY6" fmla="*/ 1031751 h 6858000"/>
              <a:gd name="connsiteX7" fmla="*/ 11902124 w 12192000"/>
              <a:gd name="connsiteY7" fmla="*/ 1031116 h 6858000"/>
              <a:gd name="connsiteX8" fmla="*/ 11904029 w 12192000"/>
              <a:gd name="connsiteY8" fmla="*/ 258041 h 6858000"/>
              <a:gd name="connsiteX9" fmla="*/ 10140775 w 12192000"/>
              <a:gd name="connsiteY9" fmla="*/ 259946 h 6858000"/>
              <a:gd name="connsiteX10" fmla="*/ 0 w 12192000"/>
              <a:gd name="connsiteY10" fmla="*/ 0 h 6858000"/>
              <a:gd name="connsiteX11" fmla="*/ 12192000 w 12192000"/>
              <a:gd name="connsiteY11" fmla="*/ 0 h 6858000"/>
              <a:gd name="connsiteX12" fmla="*/ 12192000 w 12192000"/>
              <a:gd name="connsiteY12" fmla="*/ 6858000 h 6858000"/>
              <a:gd name="connsiteX13" fmla="*/ 0 w 12192000"/>
              <a:gd name="connsiteY13" fmla="*/ 6858000 h 6858000"/>
              <a:gd name="connsiteX14" fmla="*/ 0 w 12192000"/>
              <a:gd name="connsiteY14" fmla="*/ 0 h 6858000"/>
              <a:gd name="connsiteX0" fmla="*/ 361950 w 12192000"/>
              <a:gd name="connsiteY0" fmla="*/ 2751084 h 6858000"/>
              <a:gd name="connsiteX1" fmla="*/ 361950 w 12192000"/>
              <a:gd name="connsiteY1" fmla="*/ 6534807 h 6858000"/>
              <a:gd name="connsiteX2" fmla="*/ 5401950 w 12192000"/>
              <a:gd name="connsiteY2" fmla="*/ 6534807 h 6858000"/>
              <a:gd name="connsiteX3" fmla="*/ 5401950 w 12192000"/>
              <a:gd name="connsiteY3" fmla="*/ 2751084 h 6858000"/>
              <a:gd name="connsiteX4" fmla="*/ 361950 w 12192000"/>
              <a:gd name="connsiteY4" fmla="*/ 2751084 h 6858000"/>
              <a:gd name="connsiteX5" fmla="*/ 10146490 w 12192000"/>
              <a:gd name="connsiteY5" fmla="*/ 259946 h 6858000"/>
              <a:gd name="connsiteX6" fmla="*/ 10143315 w 12192000"/>
              <a:gd name="connsiteY6" fmla="*/ 1031751 h 6858000"/>
              <a:gd name="connsiteX7" fmla="*/ 11902124 w 12192000"/>
              <a:gd name="connsiteY7" fmla="*/ 1031116 h 6858000"/>
              <a:gd name="connsiteX8" fmla="*/ 11904029 w 12192000"/>
              <a:gd name="connsiteY8" fmla="*/ 258041 h 6858000"/>
              <a:gd name="connsiteX9" fmla="*/ 10146490 w 12192000"/>
              <a:gd name="connsiteY9" fmla="*/ 259946 h 6858000"/>
              <a:gd name="connsiteX10" fmla="*/ 0 w 12192000"/>
              <a:gd name="connsiteY10" fmla="*/ 0 h 6858000"/>
              <a:gd name="connsiteX11" fmla="*/ 12192000 w 12192000"/>
              <a:gd name="connsiteY11" fmla="*/ 0 h 6858000"/>
              <a:gd name="connsiteX12" fmla="*/ 12192000 w 12192000"/>
              <a:gd name="connsiteY12" fmla="*/ 6858000 h 6858000"/>
              <a:gd name="connsiteX13" fmla="*/ 0 w 12192000"/>
              <a:gd name="connsiteY13" fmla="*/ 6858000 h 6858000"/>
              <a:gd name="connsiteX14" fmla="*/ 0 w 12192000"/>
              <a:gd name="connsiteY14" fmla="*/ 0 h 6858000"/>
              <a:gd name="connsiteX0" fmla="*/ 361950 w 12192000"/>
              <a:gd name="connsiteY0" fmla="*/ 2751084 h 6858000"/>
              <a:gd name="connsiteX1" fmla="*/ 361950 w 12192000"/>
              <a:gd name="connsiteY1" fmla="*/ 6534807 h 6858000"/>
              <a:gd name="connsiteX2" fmla="*/ 5401950 w 12192000"/>
              <a:gd name="connsiteY2" fmla="*/ 6534807 h 6858000"/>
              <a:gd name="connsiteX3" fmla="*/ 5401950 w 12192000"/>
              <a:gd name="connsiteY3" fmla="*/ 2751084 h 6858000"/>
              <a:gd name="connsiteX4" fmla="*/ 361950 w 12192000"/>
              <a:gd name="connsiteY4" fmla="*/ 2751084 h 6858000"/>
              <a:gd name="connsiteX5" fmla="*/ 10140775 w 12192000"/>
              <a:gd name="connsiteY5" fmla="*/ 263756 h 6858000"/>
              <a:gd name="connsiteX6" fmla="*/ 10143315 w 12192000"/>
              <a:gd name="connsiteY6" fmla="*/ 1031751 h 6858000"/>
              <a:gd name="connsiteX7" fmla="*/ 11902124 w 12192000"/>
              <a:gd name="connsiteY7" fmla="*/ 1031116 h 6858000"/>
              <a:gd name="connsiteX8" fmla="*/ 11904029 w 12192000"/>
              <a:gd name="connsiteY8" fmla="*/ 258041 h 6858000"/>
              <a:gd name="connsiteX9" fmla="*/ 10140775 w 12192000"/>
              <a:gd name="connsiteY9" fmla="*/ 263756 h 6858000"/>
              <a:gd name="connsiteX10" fmla="*/ 0 w 12192000"/>
              <a:gd name="connsiteY10" fmla="*/ 0 h 6858000"/>
              <a:gd name="connsiteX11" fmla="*/ 12192000 w 12192000"/>
              <a:gd name="connsiteY11" fmla="*/ 0 h 6858000"/>
              <a:gd name="connsiteX12" fmla="*/ 12192000 w 12192000"/>
              <a:gd name="connsiteY12" fmla="*/ 6858000 h 6858000"/>
              <a:gd name="connsiteX13" fmla="*/ 0 w 12192000"/>
              <a:gd name="connsiteY13" fmla="*/ 6858000 h 6858000"/>
              <a:gd name="connsiteX14" fmla="*/ 0 w 12192000"/>
              <a:gd name="connsiteY14" fmla="*/ 0 h 6858000"/>
              <a:gd name="connsiteX0" fmla="*/ 361950 w 12192000"/>
              <a:gd name="connsiteY0" fmla="*/ 2751084 h 6858000"/>
              <a:gd name="connsiteX1" fmla="*/ 361950 w 12192000"/>
              <a:gd name="connsiteY1" fmla="*/ 6534807 h 6858000"/>
              <a:gd name="connsiteX2" fmla="*/ 5401950 w 12192000"/>
              <a:gd name="connsiteY2" fmla="*/ 6534807 h 6858000"/>
              <a:gd name="connsiteX3" fmla="*/ 5401950 w 12192000"/>
              <a:gd name="connsiteY3" fmla="*/ 2751084 h 6858000"/>
              <a:gd name="connsiteX4" fmla="*/ 361950 w 12192000"/>
              <a:gd name="connsiteY4" fmla="*/ 2751084 h 6858000"/>
              <a:gd name="connsiteX5" fmla="*/ 10140775 w 12192000"/>
              <a:gd name="connsiteY5" fmla="*/ 263756 h 6858000"/>
              <a:gd name="connsiteX6" fmla="*/ 10143315 w 12192000"/>
              <a:gd name="connsiteY6" fmla="*/ 1031751 h 6858000"/>
              <a:gd name="connsiteX7" fmla="*/ 11902124 w 12192000"/>
              <a:gd name="connsiteY7" fmla="*/ 1031116 h 6858000"/>
              <a:gd name="connsiteX8" fmla="*/ 11904029 w 12192000"/>
              <a:gd name="connsiteY8" fmla="*/ 263756 h 6858000"/>
              <a:gd name="connsiteX9" fmla="*/ 10140775 w 12192000"/>
              <a:gd name="connsiteY9" fmla="*/ 263756 h 6858000"/>
              <a:gd name="connsiteX10" fmla="*/ 0 w 12192000"/>
              <a:gd name="connsiteY10" fmla="*/ 0 h 6858000"/>
              <a:gd name="connsiteX11" fmla="*/ 12192000 w 12192000"/>
              <a:gd name="connsiteY11" fmla="*/ 0 h 6858000"/>
              <a:gd name="connsiteX12" fmla="*/ 12192000 w 12192000"/>
              <a:gd name="connsiteY12" fmla="*/ 6858000 h 6858000"/>
              <a:gd name="connsiteX13" fmla="*/ 0 w 12192000"/>
              <a:gd name="connsiteY13" fmla="*/ 6858000 h 6858000"/>
              <a:gd name="connsiteX14" fmla="*/ 0 w 12192000"/>
              <a:gd name="connsiteY14" fmla="*/ 0 h 6858000"/>
              <a:gd name="connsiteX0" fmla="*/ 361950 w 12192000"/>
              <a:gd name="connsiteY0" fmla="*/ 2751084 h 6858000"/>
              <a:gd name="connsiteX1" fmla="*/ 361950 w 12192000"/>
              <a:gd name="connsiteY1" fmla="*/ 6534807 h 6858000"/>
              <a:gd name="connsiteX2" fmla="*/ 5401950 w 12192000"/>
              <a:gd name="connsiteY2" fmla="*/ 6534807 h 6858000"/>
              <a:gd name="connsiteX3" fmla="*/ 5401950 w 12192000"/>
              <a:gd name="connsiteY3" fmla="*/ 2751084 h 6858000"/>
              <a:gd name="connsiteX4" fmla="*/ 361950 w 12192000"/>
              <a:gd name="connsiteY4" fmla="*/ 2751084 h 6858000"/>
              <a:gd name="connsiteX5" fmla="*/ 10146490 w 12192000"/>
              <a:gd name="connsiteY5" fmla="*/ 263756 h 6858000"/>
              <a:gd name="connsiteX6" fmla="*/ 10143315 w 12192000"/>
              <a:gd name="connsiteY6" fmla="*/ 1031751 h 6858000"/>
              <a:gd name="connsiteX7" fmla="*/ 11902124 w 12192000"/>
              <a:gd name="connsiteY7" fmla="*/ 1031116 h 6858000"/>
              <a:gd name="connsiteX8" fmla="*/ 11904029 w 12192000"/>
              <a:gd name="connsiteY8" fmla="*/ 263756 h 6858000"/>
              <a:gd name="connsiteX9" fmla="*/ 10146490 w 12192000"/>
              <a:gd name="connsiteY9" fmla="*/ 263756 h 6858000"/>
              <a:gd name="connsiteX10" fmla="*/ 0 w 12192000"/>
              <a:gd name="connsiteY10" fmla="*/ 0 h 6858000"/>
              <a:gd name="connsiteX11" fmla="*/ 12192000 w 12192000"/>
              <a:gd name="connsiteY11" fmla="*/ 0 h 6858000"/>
              <a:gd name="connsiteX12" fmla="*/ 12192000 w 12192000"/>
              <a:gd name="connsiteY12" fmla="*/ 6858000 h 6858000"/>
              <a:gd name="connsiteX13" fmla="*/ 0 w 12192000"/>
              <a:gd name="connsiteY13" fmla="*/ 6858000 h 6858000"/>
              <a:gd name="connsiteX14" fmla="*/ 0 w 12192000"/>
              <a:gd name="connsiteY14" fmla="*/ 0 h 6858000"/>
              <a:gd name="connsiteX0" fmla="*/ 361950 w 12192000"/>
              <a:gd name="connsiteY0" fmla="*/ 2751084 h 6858000"/>
              <a:gd name="connsiteX1" fmla="*/ 361950 w 12192000"/>
              <a:gd name="connsiteY1" fmla="*/ 6534807 h 6858000"/>
              <a:gd name="connsiteX2" fmla="*/ 5401950 w 12192000"/>
              <a:gd name="connsiteY2" fmla="*/ 6534807 h 6858000"/>
              <a:gd name="connsiteX3" fmla="*/ 5401950 w 12192000"/>
              <a:gd name="connsiteY3" fmla="*/ 2751084 h 6858000"/>
              <a:gd name="connsiteX4" fmla="*/ 361950 w 12192000"/>
              <a:gd name="connsiteY4" fmla="*/ 2751084 h 6858000"/>
              <a:gd name="connsiteX5" fmla="*/ 10047430 w 12192000"/>
              <a:gd name="connsiteY5" fmla="*/ 197081 h 6858000"/>
              <a:gd name="connsiteX6" fmla="*/ 10143315 w 12192000"/>
              <a:gd name="connsiteY6" fmla="*/ 1031751 h 6858000"/>
              <a:gd name="connsiteX7" fmla="*/ 11902124 w 12192000"/>
              <a:gd name="connsiteY7" fmla="*/ 1031116 h 6858000"/>
              <a:gd name="connsiteX8" fmla="*/ 11904029 w 12192000"/>
              <a:gd name="connsiteY8" fmla="*/ 263756 h 6858000"/>
              <a:gd name="connsiteX9" fmla="*/ 10047430 w 12192000"/>
              <a:gd name="connsiteY9" fmla="*/ 197081 h 6858000"/>
              <a:gd name="connsiteX10" fmla="*/ 0 w 12192000"/>
              <a:gd name="connsiteY10" fmla="*/ 0 h 6858000"/>
              <a:gd name="connsiteX11" fmla="*/ 12192000 w 12192000"/>
              <a:gd name="connsiteY11" fmla="*/ 0 h 6858000"/>
              <a:gd name="connsiteX12" fmla="*/ 12192000 w 12192000"/>
              <a:gd name="connsiteY12" fmla="*/ 6858000 h 6858000"/>
              <a:gd name="connsiteX13" fmla="*/ 0 w 12192000"/>
              <a:gd name="connsiteY13" fmla="*/ 6858000 h 6858000"/>
              <a:gd name="connsiteX14" fmla="*/ 0 w 12192000"/>
              <a:gd name="connsiteY14" fmla="*/ 0 h 6858000"/>
              <a:gd name="connsiteX0" fmla="*/ 361950 w 12192000"/>
              <a:gd name="connsiteY0" fmla="*/ 2751084 h 6858000"/>
              <a:gd name="connsiteX1" fmla="*/ 361950 w 12192000"/>
              <a:gd name="connsiteY1" fmla="*/ 6534807 h 6858000"/>
              <a:gd name="connsiteX2" fmla="*/ 5401950 w 12192000"/>
              <a:gd name="connsiteY2" fmla="*/ 6534807 h 6858000"/>
              <a:gd name="connsiteX3" fmla="*/ 5401950 w 12192000"/>
              <a:gd name="connsiteY3" fmla="*/ 2751084 h 6858000"/>
              <a:gd name="connsiteX4" fmla="*/ 361950 w 12192000"/>
              <a:gd name="connsiteY4" fmla="*/ 2751084 h 6858000"/>
              <a:gd name="connsiteX5" fmla="*/ 10207450 w 12192000"/>
              <a:gd name="connsiteY5" fmla="*/ 338051 h 6858000"/>
              <a:gd name="connsiteX6" fmla="*/ 10143315 w 12192000"/>
              <a:gd name="connsiteY6" fmla="*/ 1031751 h 6858000"/>
              <a:gd name="connsiteX7" fmla="*/ 11902124 w 12192000"/>
              <a:gd name="connsiteY7" fmla="*/ 1031116 h 6858000"/>
              <a:gd name="connsiteX8" fmla="*/ 11904029 w 12192000"/>
              <a:gd name="connsiteY8" fmla="*/ 263756 h 6858000"/>
              <a:gd name="connsiteX9" fmla="*/ 10207450 w 12192000"/>
              <a:gd name="connsiteY9" fmla="*/ 338051 h 6858000"/>
              <a:gd name="connsiteX10" fmla="*/ 0 w 12192000"/>
              <a:gd name="connsiteY10" fmla="*/ 0 h 6858000"/>
              <a:gd name="connsiteX11" fmla="*/ 12192000 w 12192000"/>
              <a:gd name="connsiteY11" fmla="*/ 0 h 6858000"/>
              <a:gd name="connsiteX12" fmla="*/ 12192000 w 12192000"/>
              <a:gd name="connsiteY12" fmla="*/ 6858000 h 6858000"/>
              <a:gd name="connsiteX13" fmla="*/ 0 w 12192000"/>
              <a:gd name="connsiteY13" fmla="*/ 6858000 h 6858000"/>
              <a:gd name="connsiteX14" fmla="*/ 0 w 12192000"/>
              <a:gd name="connsiteY14" fmla="*/ 0 h 6858000"/>
              <a:gd name="connsiteX0" fmla="*/ 361950 w 12192000"/>
              <a:gd name="connsiteY0" fmla="*/ 2751084 h 6858000"/>
              <a:gd name="connsiteX1" fmla="*/ 361950 w 12192000"/>
              <a:gd name="connsiteY1" fmla="*/ 6534807 h 6858000"/>
              <a:gd name="connsiteX2" fmla="*/ 5401950 w 12192000"/>
              <a:gd name="connsiteY2" fmla="*/ 6534807 h 6858000"/>
              <a:gd name="connsiteX3" fmla="*/ 5401950 w 12192000"/>
              <a:gd name="connsiteY3" fmla="*/ 2751084 h 6858000"/>
              <a:gd name="connsiteX4" fmla="*/ 361950 w 12192000"/>
              <a:gd name="connsiteY4" fmla="*/ 2751084 h 6858000"/>
              <a:gd name="connsiteX5" fmla="*/ 10144585 w 12192000"/>
              <a:gd name="connsiteY5" fmla="*/ 263756 h 6858000"/>
              <a:gd name="connsiteX6" fmla="*/ 10143315 w 12192000"/>
              <a:gd name="connsiteY6" fmla="*/ 1031751 h 6858000"/>
              <a:gd name="connsiteX7" fmla="*/ 11902124 w 12192000"/>
              <a:gd name="connsiteY7" fmla="*/ 1031116 h 6858000"/>
              <a:gd name="connsiteX8" fmla="*/ 11904029 w 12192000"/>
              <a:gd name="connsiteY8" fmla="*/ 263756 h 6858000"/>
              <a:gd name="connsiteX9" fmla="*/ 10144585 w 12192000"/>
              <a:gd name="connsiteY9" fmla="*/ 263756 h 6858000"/>
              <a:gd name="connsiteX10" fmla="*/ 0 w 12192000"/>
              <a:gd name="connsiteY10" fmla="*/ 0 h 6858000"/>
              <a:gd name="connsiteX11" fmla="*/ 12192000 w 12192000"/>
              <a:gd name="connsiteY11" fmla="*/ 0 h 6858000"/>
              <a:gd name="connsiteX12" fmla="*/ 12192000 w 12192000"/>
              <a:gd name="connsiteY12" fmla="*/ 6858000 h 6858000"/>
              <a:gd name="connsiteX13" fmla="*/ 0 w 12192000"/>
              <a:gd name="connsiteY13" fmla="*/ 6858000 h 6858000"/>
              <a:gd name="connsiteX14" fmla="*/ 0 w 12192000"/>
              <a:gd name="connsiteY14" fmla="*/ 0 h 6858000"/>
              <a:gd name="connsiteX0" fmla="*/ 361950 w 12192000"/>
              <a:gd name="connsiteY0" fmla="*/ 2751084 h 6858000"/>
              <a:gd name="connsiteX1" fmla="*/ 361950 w 12192000"/>
              <a:gd name="connsiteY1" fmla="*/ 6534807 h 6858000"/>
              <a:gd name="connsiteX2" fmla="*/ 5401950 w 12192000"/>
              <a:gd name="connsiteY2" fmla="*/ 6534807 h 6858000"/>
              <a:gd name="connsiteX3" fmla="*/ 5401950 w 12192000"/>
              <a:gd name="connsiteY3" fmla="*/ 2751084 h 6858000"/>
              <a:gd name="connsiteX4" fmla="*/ 361950 w 12192000"/>
              <a:gd name="connsiteY4" fmla="*/ 2751084 h 6858000"/>
              <a:gd name="connsiteX5" fmla="*/ 10144585 w 12192000"/>
              <a:gd name="connsiteY5" fmla="*/ 263756 h 6858000"/>
              <a:gd name="connsiteX6" fmla="*/ 10143315 w 12192000"/>
              <a:gd name="connsiteY6" fmla="*/ 1031751 h 6858000"/>
              <a:gd name="connsiteX7" fmla="*/ 11902124 w 12192000"/>
              <a:gd name="connsiteY7" fmla="*/ 1031116 h 6858000"/>
              <a:gd name="connsiteX8" fmla="*/ 11900219 w 12192000"/>
              <a:gd name="connsiteY8" fmla="*/ 267566 h 6858000"/>
              <a:gd name="connsiteX9" fmla="*/ 10144585 w 12192000"/>
              <a:gd name="connsiteY9" fmla="*/ 263756 h 6858000"/>
              <a:gd name="connsiteX10" fmla="*/ 0 w 12192000"/>
              <a:gd name="connsiteY10" fmla="*/ 0 h 6858000"/>
              <a:gd name="connsiteX11" fmla="*/ 12192000 w 12192000"/>
              <a:gd name="connsiteY11" fmla="*/ 0 h 6858000"/>
              <a:gd name="connsiteX12" fmla="*/ 12192000 w 12192000"/>
              <a:gd name="connsiteY12" fmla="*/ 6858000 h 6858000"/>
              <a:gd name="connsiteX13" fmla="*/ 0 w 12192000"/>
              <a:gd name="connsiteY13" fmla="*/ 6858000 h 6858000"/>
              <a:gd name="connsiteX14" fmla="*/ 0 w 12192000"/>
              <a:gd name="connsiteY14" fmla="*/ 0 h 6858000"/>
              <a:gd name="connsiteX0" fmla="*/ 361950 w 12192000"/>
              <a:gd name="connsiteY0" fmla="*/ 2751084 h 6858000"/>
              <a:gd name="connsiteX1" fmla="*/ 361950 w 12192000"/>
              <a:gd name="connsiteY1" fmla="*/ 6534807 h 6858000"/>
              <a:gd name="connsiteX2" fmla="*/ 5401950 w 12192000"/>
              <a:gd name="connsiteY2" fmla="*/ 6534807 h 6858000"/>
              <a:gd name="connsiteX3" fmla="*/ 5401950 w 12192000"/>
              <a:gd name="connsiteY3" fmla="*/ 2751084 h 6858000"/>
              <a:gd name="connsiteX4" fmla="*/ 361950 w 12192000"/>
              <a:gd name="connsiteY4" fmla="*/ 2751084 h 6858000"/>
              <a:gd name="connsiteX5" fmla="*/ 10144585 w 12192000"/>
              <a:gd name="connsiteY5" fmla="*/ 263756 h 6858000"/>
              <a:gd name="connsiteX6" fmla="*/ 10143315 w 12192000"/>
              <a:gd name="connsiteY6" fmla="*/ 1031751 h 6858000"/>
              <a:gd name="connsiteX7" fmla="*/ 11858309 w 12192000"/>
              <a:gd name="connsiteY7" fmla="*/ 994921 h 6858000"/>
              <a:gd name="connsiteX8" fmla="*/ 11900219 w 12192000"/>
              <a:gd name="connsiteY8" fmla="*/ 267566 h 6858000"/>
              <a:gd name="connsiteX9" fmla="*/ 10144585 w 12192000"/>
              <a:gd name="connsiteY9" fmla="*/ 263756 h 6858000"/>
              <a:gd name="connsiteX10" fmla="*/ 0 w 12192000"/>
              <a:gd name="connsiteY10" fmla="*/ 0 h 6858000"/>
              <a:gd name="connsiteX11" fmla="*/ 12192000 w 12192000"/>
              <a:gd name="connsiteY11" fmla="*/ 0 h 6858000"/>
              <a:gd name="connsiteX12" fmla="*/ 12192000 w 12192000"/>
              <a:gd name="connsiteY12" fmla="*/ 6858000 h 6858000"/>
              <a:gd name="connsiteX13" fmla="*/ 0 w 12192000"/>
              <a:gd name="connsiteY13" fmla="*/ 6858000 h 6858000"/>
              <a:gd name="connsiteX14" fmla="*/ 0 w 12192000"/>
              <a:gd name="connsiteY14" fmla="*/ 0 h 6858000"/>
              <a:gd name="connsiteX0" fmla="*/ 361950 w 12192000"/>
              <a:gd name="connsiteY0" fmla="*/ 2751084 h 6858000"/>
              <a:gd name="connsiteX1" fmla="*/ 361950 w 12192000"/>
              <a:gd name="connsiteY1" fmla="*/ 6534807 h 6858000"/>
              <a:gd name="connsiteX2" fmla="*/ 5401950 w 12192000"/>
              <a:gd name="connsiteY2" fmla="*/ 6534807 h 6858000"/>
              <a:gd name="connsiteX3" fmla="*/ 5401950 w 12192000"/>
              <a:gd name="connsiteY3" fmla="*/ 2751084 h 6858000"/>
              <a:gd name="connsiteX4" fmla="*/ 361950 w 12192000"/>
              <a:gd name="connsiteY4" fmla="*/ 2751084 h 6858000"/>
              <a:gd name="connsiteX5" fmla="*/ 10146490 w 12192000"/>
              <a:gd name="connsiteY5" fmla="*/ 265661 h 6858000"/>
              <a:gd name="connsiteX6" fmla="*/ 10143315 w 12192000"/>
              <a:gd name="connsiteY6" fmla="*/ 1031751 h 6858000"/>
              <a:gd name="connsiteX7" fmla="*/ 11858309 w 12192000"/>
              <a:gd name="connsiteY7" fmla="*/ 994921 h 6858000"/>
              <a:gd name="connsiteX8" fmla="*/ 11900219 w 12192000"/>
              <a:gd name="connsiteY8" fmla="*/ 267566 h 6858000"/>
              <a:gd name="connsiteX9" fmla="*/ 10146490 w 12192000"/>
              <a:gd name="connsiteY9" fmla="*/ 265661 h 6858000"/>
              <a:gd name="connsiteX10" fmla="*/ 0 w 12192000"/>
              <a:gd name="connsiteY10" fmla="*/ 0 h 6858000"/>
              <a:gd name="connsiteX11" fmla="*/ 12192000 w 12192000"/>
              <a:gd name="connsiteY11" fmla="*/ 0 h 6858000"/>
              <a:gd name="connsiteX12" fmla="*/ 12192000 w 12192000"/>
              <a:gd name="connsiteY12" fmla="*/ 6858000 h 6858000"/>
              <a:gd name="connsiteX13" fmla="*/ 0 w 12192000"/>
              <a:gd name="connsiteY13" fmla="*/ 6858000 h 6858000"/>
              <a:gd name="connsiteX14" fmla="*/ 0 w 12192000"/>
              <a:gd name="connsiteY14" fmla="*/ 0 h 6858000"/>
              <a:gd name="connsiteX0" fmla="*/ 361950 w 12192000"/>
              <a:gd name="connsiteY0" fmla="*/ 2751084 h 6858000"/>
              <a:gd name="connsiteX1" fmla="*/ 361950 w 12192000"/>
              <a:gd name="connsiteY1" fmla="*/ 6534807 h 6858000"/>
              <a:gd name="connsiteX2" fmla="*/ 5401950 w 12192000"/>
              <a:gd name="connsiteY2" fmla="*/ 6534807 h 6858000"/>
              <a:gd name="connsiteX3" fmla="*/ 5401950 w 12192000"/>
              <a:gd name="connsiteY3" fmla="*/ 2751084 h 6858000"/>
              <a:gd name="connsiteX4" fmla="*/ 361950 w 12192000"/>
              <a:gd name="connsiteY4" fmla="*/ 2751084 h 6858000"/>
              <a:gd name="connsiteX5" fmla="*/ 10146490 w 12192000"/>
              <a:gd name="connsiteY5" fmla="*/ 265661 h 6858000"/>
              <a:gd name="connsiteX6" fmla="*/ 10143315 w 12192000"/>
              <a:gd name="connsiteY6" fmla="*/ 1031751 h 6858000"/>
              <a:gd name="connsiteX7" fmla="*/ 11904029 w 12192000"/>
              <a:gd name="connsiteY7" fmla="*/ 1025401 h 6858000"/>
              <a:gd name="connsiteX8" fmla="*/ 11900219 w 12192000"/>
              <a:gd name="connsiteY8" fmla="*/ 267566 h 6858000"/>
              <a:gd name="connsiteX9" fmla="*/ 10146490 w 12192000"/>
              <a:gd name="connsiteY9" fmla="*/ 265661 h 6858000"/>
              <a:gd name="connsiteX10" fmla="*/ 0 w 12192000"/>
              <a:gd name="connsiteY10" fmla="*/ 0 h 6858000"/>
              <a:gd name="connsiteX11" fmla="*/ 12192000 w 12192000"/>
              <a:gd name="connsiteY11" fmla="*/ 0 h 6858000"/>
              <a:gd name="connsiteX12" fmla="*/ 12192000 w 12192000"/>
              <a:gd name="connsiteY12" fmla="*/ 6858000 h 6858000"/>
              <a:gd name="connsiteX13" fmla="*/ 0 w 12192000"/>
              <a:gd name="connsiteY13" fmla="*/ 6858000 h 6858000"/>
              <a:gd name="connsiteX14" fmla="*/ 0 w 12192000"/>
              <a:gd name="connsiteY14" fmla="*/ 0 h 6858000"/>
              <a:gd name="connsiteX0" fmla="*/ 361950 w 12192000"/>
              <a:gd name="connsiteY0" fmla="*/ 2751084 h 6858000"/>
              <a:gd name="connsiteX1" fmla="*/ 361950 w 12192000"/>
              <a:gd name="connsiteY1" fmla="*/ 6534807 h 6858000"/>
              <a:gd name="connsiteX2" fmla="*/ 5401950 w 12192000"/>
              <a:gd name="connsiteY2" fmla="*/ 6534807 h 6858000"/>
              <a:gd name="connsiteX3" fmla="*/ 5401950 w 12192000"/>
              <a:gd name="connsiteY3" fmla="*/ 2751084 h 6858000"/>
              <a:gd name="connsiteX4" fmla="*/ 361950 w 12192000"/>
              <a:gd name="connsiteY4" fmla="*/ 2751084 h 6858000"/>
              <a:gd name="connsiteX5" fmla="*/ 10146490 w 12192000"/>
              <a:gd name="connsiteY5" fmla="*/ 265661 h 6858000"/>
              <a:gd name="connsiteX6" fmla="*/ 10145220 w 12192000"/>
              <a:gd name="connsiteY6" fmla="*/ 1026036 h 6858000"/>
              <a:gd name="connsiteX7" fmla="*/ 11904029 w 12192000"/>
              <a:gd name="connsiteY7" fmla="*/ 1025401 h 6858000"/>
              <a:gd name="connsiteX8" fmla="*/ 11900219 w 12192000"/>
              <a:gd name="connsiteY8" fmla="*/ 267566 h 6858000"/>
              <a:gd name="connsiteX9" fmla="*/ 10146490 w 12192000"/>
              <a:gd name="connsiteY9" fmla="*/ 265661 h 6858000"/>
              <a:gd name="connsiteX10" fmla="*/ 0 w 12192000"/>
              <a:gd name="connsiteY10" fmla="*/ 0 h 6858000"/>
              <a:gd name="connsiteX11" fmla="*/ 12192000 w 12192000"/>
              <a:gd name="connsiteY11" fmla="*/ 0 h 6858000"/>
              <a:gd name="connsiteX12" fmla="*/ 12192000 w 12192000"/>
              <a:gd name="connsiteY12" fmla="*/ 6858000 h 6858000"/>
              <a:gd name="connsiteX13" fmla="*/ 0 w 12192000"/>
              <a:gd name="connsiteY13" fmla="*/ 6858000 h 6858000"/>
              <a:gd name="connsiteX14" fmla="*/ 0 w 12192000"/>
              <a:gd name="connsiteY14" fmla="*/ 0 h 6858000"/>
              <a:gd name="connsiteX0" fmla="*/ 361950 w 12192000"/>
              <a:gd name="connsiteY0" fmla="*/ 2751084 h 6858000"/>
              <a:gd name="connsiteX1" fmla="*/ 361950 w 12192000"/>
              <a:gd name="connsiteY1" fmla="*/ 6534807 h 6858000"/>
              <a:gd name="connsiteX2" fmla="*/ 5401950 w 12192000"/>
              <a:gd name="connsiteY2" fmla="*/ 6534807 h 6858000"/>
              <a:gd name="connsiteX3" fmla="*/ 5401950 w 12192000"/>
              <a:gd name="connsiteY3" fmla="*/ 2751084 h 6858000"/>
              <a:gd name="connsiteX4" fmla="*/ 361950 w 12192000"/>
              <a:gd name="connsiteY4" fmla="*/ 2751084 h 6858000"/>
              <a:gd name="connsiteX5" fmla="*/ 10146490 w 12192000"/>
              <a:gd name="connsiteY5" fmla="*/ 265661 h 6858000"/>
              <a:gd name="connsiteX6" fmla="*/ 10145220 w 12192000"/>
              <a:gd name="connsiteY6" fmla="*/ 1029846 h 6858000"/>
              <a:gd name="connsiteX7" fmla="*/ 11904029 w 12192000"/>
              <a:gd name="connsiteY7" fmla="*/ 1025401 h 6858000"/>
              <a:gd name="connsiteX8" fmla="*/ 11900219 w 12192000"/>
              <a:gd name="connsiteY8" fmla="*/ 267566 h 6858000"/>
              <a:gd name="connsiteX9" fmla="*/ 10146490 w 12192000"/>
              <a:gd name="connsiteY9" fmla="*/ 265661 h 6858000"/>
              <a:gd name="connsiteX10" fmla="*/ 0 w 12192000"/>
              <a:gd name="connsiteY10" fmla="*/ 0 h 6858000"/>
              <a:gd name="connsiteX11" fmla="*/ 12192000 w 12192000"/>
              <a:gd name="connsiteY11" fmla="*/ 0 h 6858000"/>
              <a:gd name="connsiteX12" fmla="*/ 12192000 w 12192000"/>
              <a:gd name="connsiteY12" fmla="*/ 6858000 h 6858000"/>
              <a:gd name="connsiteX13" fmla="*/ 0 w 12192000"/>
              <a:gd name="connsiteY13" fmla="*/ 6858000 h 6858000"/>
              <a:gd name="connsiteX14" fmla="*/ 0 w 12192000"/>
              <a:gd name="connsiteY14" fmla="*/ 0 h 6858000"/>
              <a:gd name="connsiteX0" fmla="*/ 361950 w 12192000"/>
              <a:gd name="connsiteY0" fmla="*/ 2751084 h 6858000"/>
              <a:gd name="connsiteX1" fmla="*/ 361950 w 12192000"/>
              <a:gd name="connsiteY1" fmla="*/ 6534807 h 6858000"/>
              <a:gd name="connsiteX2" fmla="*/ 5401950 w 12192000"/>
              <a:gd name="connsiteY2" fmla="*/ 6534807 h 6858000"/>
              <a:gd name="connsiteX3" fmla="*/ 5401950 w 12192000"/>
              <a:gd name="connsiteY3" fmla="*/ 2751084 h 6858000"/>
              <a:gd name="connsiteX4" fmla="*/ 361950 w 12192000"/>
              <a:gd name="connsiteY4" fmla="*/ 2751084 h 6858000"/>
              <a:gd name="connsiteX5" fmla="*/ 10146490 w 12192000"/>
              <a:gd name="connsiteY5" fmla="*/ 265661 h 6858000"/>
              <a:gd name="connsiteX6" fmla="*/ 10149030 w 12192000"/>
              <a:gd name="connsiteY6" fmla="*/ 1029846 h 6858000"/>
              <a:gd name="connsiteX7" fmla="*/ 11904029 w 12192000"/>
              <a:gd name="connsiteY7" fmla="*/ 1025401 h 6858000"/>
              <a:gd name="connsiteX8" fmla="*/ 11900219 w 12192000"/>
              <a:gd name="connsiteY8" fmla="*/ 267566 h 6858000"/>
              <a:gd name="connsiteX9" fmla="*/ 10146490 w 12192000"/>
              <a:gd name="connsiteY9" fmla="*/ 265661 h 6858000"/>
              <a:gd name="connsiteX10" fmla="*/ 0 w 12192000"/>
              <a:gd name="connsiteY10" fmla="*/ 0 h 6858000"/>
              <a:gd name="connsiteX11" fmla="*/ 12192000 w 12192000"/>
              <a:gd name="connsiteY11" fmla="*/ 0 h 6858000"/>
              <a:gd name="connsiteX12" fmla="*/ 12192000 w 12192000"/>
              <a:gd name="connsiteY12" fmla="*/ 6858000 h 6858000"/>
              <a:gd name="connsiteX13" fmla="*/ 0 w 12192000"/>
              <a:gd name="connsiteY13" fmla="*/ 6858000 h 6858000"/>
              <a:gd name="connsiteX14" fmla="*/ 0 w 12192000"/>
              <a:gd name="connsiteY14" fmla="*/ 0 h 6858000"/>
              <a:gd name="connsiteX0" fmla="*/ 361950 w 12192000"/>
              <a:gd name="connsiteY0" fmla="*/ 2751084 h 6858000"/>
              <a:gd name="connsiteX1" fmla="*/ 361950 w 12192000"/>
              <a:gd name="connsiteY1" fmla="*/ 6534807 h 6858000"/>
              <a:gd name="connsiteX2" fmla="*/ 5401950 w 12192000"/>
              <a:gd name="connsiteY2" fmla="*/ 6534807 h 6858000"/>
              <a:gd name="connsiteX3" fmla="*/ 5401950 w 12192000"/>
              <a:gd name="connsiteY3" fmla="*/ 2751084 h 6858000"/>
              <a:gd name="connsiteX4" fmla="*/ 361950 w 12192000"/>
              <a:gd name="connsiteY4" fmla="*/ 2751084 h 6858000"/>
              <a:gd name="connsiteX5" fmla="*/ 10146490 w 12192000"/>
              <a:gd name="connsiteY5" fmla="*/ 265661 h 6858000"/>
              <a:gd name="connsiteX6" fmla="*/ 10147125 w 12192000"/>
              <a:gd name="connsiteY6" fmla="*/ 1029846 h 6858000"/>
              <a:gd name="connsiteX7" fmla="*/ 11904029 w 12192000"/>
              <a:gd name="connsiteY7" fmla="*/ 1025401 h 6858000"/>
              <a:gd name="connsiteX8" fmla="*/ 11900219 w 12192000"/>
              <a:gd name="connsiteY8" fmla="*/ 267566 h 6858000"/>
              <a:gd name="connsiteX9" fmla="*/ 10146490 w 12192000"/>
              <a:gd name="connsiteY9" fmla="*/ 265661 h 6858000"/>
              <a:gd name="connsiteX10" fmla="*/ 0 w 12192000"/>
              <a:gd name="connsiteY10" fmla="*/ 0 h 6858000"/>
              <a:gd name="connsiteX11" fmla="*/ 12192000 w 12192000"/>
              <a:gd name="connsiteY11" fmla="*/ 0 h 6858000"/>
              <a:gd name="connsiteX12" fmla="*/ 12192000 w 12192000"/>
              <a:gd name="connsiteY12" fmla="*/ 6858000 h 6858000"/>
              <a:gd name="connsiteX13" fmla="*/ 0 w 12192000"/>
              <a:gd name="connsiteY13" fmla="*/ 6858000 h 6858000"/>
              <a:gd name="connsiteX14" fmla="*/ 0 w 12192000"/>
              <a:gd name="connsiteY14" fmla="*/ 0 h 6858000"/>
              <a:gd name="connsiteX0" fmla="*/ 361950 w 12192000"/>
              <a:gd name="connsiteY0" fmla="*/ 2751084 h 6858000"/>
              <a:gd name="connsiteX1" fmla="*/ 361950 w 12192000"/>
              <a:gd name="connsiteY1" fmla="*/ 6534807 h 6858000"/>
              <a:gd name="connsiteX2" fmla="*/ 5401950 w 12192000"/>
              <a:gd name="connsiteY2" fmla="*/ 6534807 h 6858000"/>
              <a:gd name="connsiteX3" fmla="*/ 5401950 w 12192000"/>
              <a:gd name="connsiteY3" fmla="*/ 2751084 h 6858000"/>
              <a:gd name="connsiteX4" fmla="*/ 361950 w 12192000"/>
              <a:gd name="connsiteY4" fmla="*/ 2751084 h 6858000"/>
              <a:gd name="connsiteX5" fmla="*/ 10146490 w 12192000"/>
              <a:gd name="connsiteY5" fmla="*/ 265661 h 6858000"/>
              <a:gd name="connsiteX6" fmla="*/ 10147125 w 12192000"/>
              <a:gd name="connsiteY6" fmla="*/ 1029846 h 6858000"/>
              <a:gd name="connsiteX7" fmla="*/ 11904029 w 12192000"/>
              <a:gd name="connsiteY7" fmla="*/ 1025401 h 6858000"/>
              <a:gd name="connsiteX8" fmla="*/ 11905934 w 12192000"/>
              <a:gd name="connsiteY8" fmla="*/ 267566 h 6858000"/>
              <a:gd name="connsiteX9" fmla="*/ 10146490 w 12192000"/>
              <a:gd name="connsiteY9" fmla="*/ 265661 h 6858000"/>
              <a:gd name="connsiteX10" fmla="*/ 0 w 12192000"/>
              <a:gd name="connsiteY10" fmla="*/ 0 h 6858000"/>
              <a:gd name="connsiteX11" fmla="*/ 12192000 w 12192000"/>
              <a:gd name="connsiteY11" fmla="*/ 0 h 6858000"/>
              <a:gd name="connsiteX12" fmla="*/ 12192000 w 12192000"/>
              <a:gd name="connsiteY12" fmla="*/ 6858000 h 6858000"/>
              <a:gd name="connsiteX13" fmla="*/ 0 w 12192000"/>
              <a:gd name="connsiteY13" fmla="*/ 6858000 h 6858000"/>
              <a:gd name="connsiteX14" fmla="*/ 0 w 12192000"/>
              <a:gd name="connsiteY14" fmla="*/ 0 h 6858000"/>
              <a:gd name="connsiteX0" fmla="*/ 361950 w 12192000"/>
              <a:gd name="connsiteY0" fmla="*/ 2751084 h 6858000"/>
              <a:gd name="connsiteX1" fmla="*/ 361950 w 12192000"/>
              <a:gd name="connsiteY1" fmla="*/ 6534807 h 6858000"/>
              <a:gd name="connsiteX2" fmla="*/ 5401950 w 12192000"/>
              <a:gd name="connsiteY2" fmla="*/ 6534807 h 6858000"/>
              <a:gd name="connsiteX3" fmla="*/ 5401950 w 12192000"/>
              <a:gd name="connsiteY3" fmla="*/ 2751084 h 6858000"/>
              <a:gd name="connsiteX4" fmla="*/ 361950 w 12192000"/>
              <a:gd name="connsiteY4" fmla="*/ 2751084 h 6858000"/>
              <a:gd name="connsiteX5" fmla="*/ 10146490 w 12192000"/>
              <a:gd name="connsiteY5" fmla="*/ 265661 h 6858000"/>
              <a:gd name="connsiteX6" fmla="*/ 10147125 w 12192000"/>
              <a:gd name="connsiteY6" fmla="*/ 1029846 h 6858000"/>
              <a:gd name="connsiteX7" fmla="*/ 11904029 w 12192000"/>
              <a:gd name="connsiteY7" fmla="*/ 1025401 h 6858000"/>
              <a:gd name="connsiteX8" fmla="*/ 11709719 w 12192000"/>
              <a:gd name="connsiteY8" fmla="*/ 452351 h 6858000"/>
              <a:gd name="connsiteX9" fmla="*/ 10146490 w 12192000"/>
              <a:gd name="connsiteY9" fmla="*/ 265661 h 6858000"/>
              <a:gd name="connsiteX10" fmla="*/ 0 w 12192000"/>
              <a:gd name="connsiteY10" fmla="*/ 0 h 6858000"/>
              <a:gd name="connsiteX11" fmla="*/ 12192000 w 12192000"/>
              <a:gd name="connsiteY11" fmla="*/ 0 h 6858000"/>
              <a:gd name="connsiteX12" fmla="*/ 12192000 w 12192000"/>
              <a:gd name="connsiteY12" fmla="*/ 6858000 h 6858000"/>
              <a:gd name="connsiteX13" fmla="*/ 0 w 12192000"/>
              <a:gd name="connsiteY13" fmla="*/ 6858000 h 6858000"/>
              <a:gd name="connsiteX14" fmla="*/ 0 w 12192000"/>
              <a:gd name="connsiteY14" fmla="*/ 0 h 6858000"/>
              <a:gd name="connsiteX0" fmla="*/ 361950 w 12192000"/>
              <a:gd name="connsiteY0" fmla="*/ 2751084 h 6858000"/>
              <a:gd name="connsiteX1" fmla="*/ 361950 w 12192000"/>
              <a:gd name="connsiteY1" fmla="*/ 6534807 h 6858000"/>
              <a:gd name="connsiteX2" fmla="*/ 5401950 w 12192000"/>
              <a:gd name="connsiteY2" fmla="*/ 6534807 h 6858000"/>
              <a:gd name="connsiteX3" fmla="*/ 5401950 w 12192000"/>
              <a:gd name="connsiteY3" fmla="*/ 2751084 h 6858000"/>
              <a:gd name="connsiteX4" fmla="*/ 361950 w 12192000"/>
              <a:gd name="connsiteY4" fmla="*/ 2751084 h 6858000"/>
              <a:gd name="connsiteX5" fmla="*/ 10146490 w 12192000"/>
              <a:gd name="connsiteY5" fmla="*/ 265661 h 6858000"/>
              <a:gd name="connsiteX6" fmla="*/ 10147125 w 12192000"/>
              <a:gd name="connsiteY6" fmla="*/ 1029846 h 6858000"/>
              <a:gd name="connsiteX7" fmla="*/ 11904029 w 12192000"/>
              <a:gd name="connsiteY7" fmla="*/ 1025401 h 6858000"/>
              <a:gd name="connsiteX8" fmla="*/ 11902124 w 12192000"/>
              <a:gd name="connsiteY8" fmla="*/ 267566 h 6858000"/>
              <a:gd name="connsiteX9" fmla="*/ 10146490 w 12192000"/>
              <a:gd name="connsiteY9" fmla="*/ 265661 h 6858000"/>
              <a:gd name="connsiteX10" fmla="*/ 0 w 12192000"/>
              <a:gd name="connsiteY10" fmla="*/ 0 h 6858000"/>
              <a:gd name="connsiteX11" fmla="*/ 12192000 w 12192000"/>
              <a:gd name="connsiteY11" fmla="*/ 0 h 6858000"/>
              <a:gd name="connsiteX12" fmla="*/ 12192000 w 12192000"/>
              <a:gd name="connsiteY12" fmla="*/ 6858000 h 6858000"/>
              <a:gd name="connsiteX13" fmla="*/ 0 w 12192000"/>
              <a:gd name="connsiteY13" fmla="*/ 6858000 h 6858000"/>
              <a:gd name="connsiteX14" fmla="*/ 0 w 12192000"/>
              <a:gd name="connsiteY14" fmla="*/ 0 h 6858000"/>
              <a:gd name="connsiteX0" fmla="*/ 361950 w 12192000"/>
              <a:gd name="connsiteY0" fmla="*/ 2751084 h 6858000"/>
              <a:gd name="connsiteX1" fmla="*/ 361950 w 12192000"/>
              <a:gd name="connsiteY1" fmla="*/ 6534807 h 6858000"/>
              <a:gd name="connsiteX2" fmla="*/ 5401950 w 12192000"/>
              <a:gd name="connsiteY2" fmla="*/ 6534807 h 6858000"/>
              <a:gd name="connsiteX3" fmla="*/ 5401950 w 12192000"/>
              <a:gd name="connsiteY3" fmla="*/ 2751084 h 6858000"/>
              <a:gd name="connsiteX4" fmla="*/ 361950 w 12192000"/>
              <a:gd name="connsiteY4" fmla="*/ 2751084 h 6858000"/>
              <a:gd name="connsiteX5" fmla="*/ 10146490 w 12192000"/>
              <a:gd name="connsiteY5" fmla="*/ 265661 h 6858000"/>
              <a:gd name="connsiteX6" fmla="*/ 10398585 w 12192000"/>
              <a:gd name="connsiteY6" fmla="*/ 778386 h 6858000"/>
              <a:gd name="connsiteX7" fmla="*/ 11904029 w 12192000"/>
              <a:gd name="connsiteY7" fmla="*/ 1025401 h 6858000"/>
              <a:gd name="connsiteX8" fmla="*/ 11902124 w 12192000"/>
              <a:gd name="connsiteY8" fmla="*/ 267566 h 6858000"/>
              <a:gd name="connsiteX9" fmla="*/ 10146490 w 12192000"/>
              <a:gd name="connsiteY9" fmla="*/ 265661 h 6858000"/>
              <a:gd name="connsiteX10" fmla="*/ 0 w 12192000"/>
              <a:gd name="connsiteY10" fmla="*/ 0 h 6858000"/>
              <a:gd name="connsiteX11" fmla="*/ 12192000 w 12192000"/>
              <a:gd name="connsiteY11" fmla="*/ 0 h 6858000"/>
              <a:gd name="connsiteX12" fmla="*/ 12192000 w 12192000"/>
              <a:gd name="connsiteY12" fmla="*/ 6858000 h 6858000"/>
              <a:gd name="connsiteX13" fmla="*/ 0 w 12192000"/>
              <a:gd name="connsiteY13" fmla="*/ 6858000 h 6858000"/>
              <a:gd name="connsiteX14" fmla="*/ 0 w 12192000"/>
              <a:gd name="connsiteY14" fmla="*/ 0 h 6858000"/>
              <a:gd name="connsiteX0" fmla="*/ 361950 w 12192000"/>
              <a:gd name="connsiteY0" fmla="*/ 2751084 h 6858000"/>
              <a:gd name="connsiteX1" fmla="*/ 361950 w 12192000"/>
              <a:gd name="connsiteY1" fmla="*/ 6534807 h 6858000"/>
              <a:gd name="connsiteX2" fmla="*/ 5401950 w 12192000"/>
              <a:gd name="connsiteY2" fmla="*/ 6534807 h 6858000"/>
              <a:gd name="connsiteX3" fmla="*/ 5401950 w 12192000"/>
              <a:gd name="connsiteY3" fmla="*/ 2751084 h 6858000"/>
              <a:gd name="connsiteX4" fmla="*/ 361950 w 12192000"/>
              <a:gd name="connsiteY4" fmla="*/ 2751084 h 6858000"/>
              <a:gd name="connsiteX5" fmla="*/ 10146490 w 12192000"/>
              <a:gd name="connsiteY5" fmla="*/ 265661 h 6858000"/>
              <a:gd name="connsiteX6" fmla="*/ 10145220 w 12192000"/>
              <a:gd name="connsiteY6" fmla="*/ 1027941 h 6858000"/>
              <a:gd name="connsiteX7" fmla="*/ 11904029 w 12192000"/>
              <a:gd name="connsiteY7" fmla="*/ 1025401 h 6858000"/>
              <a:gd name="connsiteX8" fmla="*/ 11902124 w 12192000"/>
              <a:gd name="connsiteY8" fmla="*/ 267566 h 6858000"/>
              <a:gd name="connsiteX9" fmla="*/ 10146490 w 12192000"/>
              <a:gd name="connsiteY9" fmla="*/ 265661 h 6858000"/>
              <a:gd name="connsiteX10" fmla="*/ 0 w 12192000"/>
              <a:gd name="connsiteY10" fmla="*/ 0 h 6858000"/>
              <a:gd name="connsiteX11" fmla="*/ 12192000 w 12192000"/>
              <a:gd name="connsiteY11" fmla="*/ 0 h 6858000"/>
              <a:gd name="connsiteX12" fmla="*/ 12192000 w 12192000"/>
              <a:gd name="connsiteY12" fmla="*/ 6858000 h 6858000"/>
              <a:gd name="connsiteX13" fmla="*/ 0 w 12192000"/>
              <a:gd name="connsiteY13" fmla="*/ 6858000 h 6858000"/>
              <a:gd name="connsiteX14" fmla="*/ 0 w 12192000"/>
              <a:gd name="connsiteY14" fmla="*/ 0 h 6858000"/>
              <a:gd name="connsiteX0" fmla="*/ 285750 w 12192000"/>
              <a:gd name="connsiteY0" fmla="*/ 2822204 h 6858000"/>
              <a:gd name="connsiteX1" fmla="*/ 361950 w 12192000"/>
              <a:gd name="connsiteY1" fmla="*/ 6534807 h 6858000"/>
              <a:gd name="connsiteX2" fmla="*/ 5401950 w 12192000"/>
              <a:gd name="connsiteY2" fmla="*/ 6534807 h 6858000"/>
              <a:gd name="connsiteX3" fmla="*/ 5401950 w 12192000"/>
              <a:gd name="connsiteY3" fmla="*/ 2751084 h 6858000"/>
              <a:gd name="connsiteX4" fmla="*/ 285750 w 12192000"/>
              <a:gd name="connsiteY4" fmla="*/ 2822204 h 6858000"/>
              <a:gd name="connsiteX5" fmla="*/ 10146490 w 12192000"/>
              <a:gd name="connsiteY5" fmla="*/ 265661 h 6858000"/>
              <a:gd name="connsiteX6" fmla="*/ 10145220 w 12192000"/>
              <a:gd name="connsiteY6" fmla="*/ 1027941 h 6858000"/>
              <a:gd name="connsiteX7" fmla="*/ 11904029 w 12192000"/>
              <a:gd name="connsiteY7" fmla="*/ 1025401 h 6858000"/>
              <a:gd name="connsiteX8" fmla="*/ 11902124 w 12192000"/>
              <a:gd name="connsiteY8" fmla="*/ 267566 h 6858000"/>
              <a:gd name="connsiteX9" fmla="*/ 10146490 w 12192000"/>
              <a:gd name="connsiteY9" fmla="*/ 265661 h 6858000"/>
              <a:gd name="connsiteX10" fmla="*/ 0 w 12192000"/>
              <a:gd name="connsiteY10" fmla="*/ 0 h 6858000"/>
              <a:gd name="connsiteX11" fmla="*/ 12192000 w 12192000"/>
              <a:gd name="connsiteY11" fmla="*/ 0 h 6858000"/>
              <a:gd name="connsiteX12" fmla="*/ 12192000 w 12192000"/>
              <a:gd name="connsiteY12" fmla="*/ 6858000 h 6858000"/>
              <a:gd name="connsiteX13" fmla="*/ 0 w 12192000"/>
              <a:gd name="connsiteY13" fmla="*/ 6858000 h 6858000"/>
              <a:gd name="connsiteX14" fmla="*/ 0 w 12192000"/>
              <a:gd name="connsiteY14" fmla="*/ 0 h 6858000"/>
              <a:gd name="connsiteX0" fmla="*/ 285750 w 12192000"/>
              <a:gd name="connsiteY0" fmla="*/ 2822204 h 6858000"/>
              <a:gd name="connsiteX1" fmla="*/ 285750 w 12192000"/>
              <a:gd name="connsiteY1" fmla="*/ 6600847 h 6858000"/>
              <a:gd name="connsiteX2" fmla="*/ 5401950 w 12192000"/>
              <a:gd name="connsiteY2" fmla="*/ 6534807 h 6858000"/>
              <a:gd name="connsiteX3" fmla="*/ 5401950 w 12192000"/>
              <a:gd name="connsiteY3" fmla="*/ 2751084 h 6858000"/>
              <a:gd name="connsiteX4" fmla="*/ 285750 w 12192000"/>
              <a:gd name="connsiteY4" fmla="*/ 2822204 h 6858000"/>
              <a:gd name="connsiteX5" fmla="*/ 10146490 w 12192000"/>
              <a:gd name="connsiteY5" fmla="*/ 265661 h 6858000"/>
              <a:gd name="connsiteX6" fmla="*/ 10145220 w 12192000"/>
              <a:gd name="connsiteY6" fmla="*/ 1027941 h 6858000"/>
              <a:gd name="connsiteX7" fmla="*/ 11904029 w 12192000"/>
              <a:gd name="connsiteY7" fmla="*/ 1025401 h 6858000"/>
              <a:gd name="connsiteX8" fmla="*/ 11902124 w 12192000"/>
              <a:gd name="connsiteY8" fmla="*/ 267566 h 6858000"/>
              <a:gd name="connsiteX9" fmla="*/ 10146490 w 12192000"/>
              <a:gd name="connsiteY9" fmla="*/ 265661 h 6858000"/>
              <a:gd name="connsiteX10" fmla="*/ 0 w 12192000"/>
              <a:gd name="connsiteY10" fmla="*/ 0 h 6858000"/>
              <a:gd name="connsiteX11" fmla="*/ 12192000 w 12192000"/>
              <a:gd name="connsiteY11" fmla="*/ 0 h 6858000"/>
              <a:gd name="connsiteX12" fmla="*/ 12192000 w 12192000"/>
              <a:gd name="connsiteY12" fmla="*/ 6858000 h 6858000"/>
              <a:gd name="connsiteX13" fmla="*/ 0 w 12192000"/>
              <a:gd name="connsiteY13" fmla="*/ 6858000 h 6858000"/>
              <a:gd name="connsiteX14" fmla="*/ 0 w 12192000"/>
              <a:gd name="connsiteY14" fmla="*/ 0 h 6858000"/>
              <a:gd name="connsiteX0" fmla="*/ 285750 w 12192000"/>
              <a:gd name="connsiteY0" fmla="*/ 2822204 h 6858000"/>
              <a:gd name="connsiteX1" fmla="*/ 285750 w 12192000"/>
              <a:gd name="connsiteY1" fmla="*/ 6600847 h 6858000"/>
              <a:gd name="connsiteX2" fmla="*/ 5325750 w 12192000"/>
              <a:gd name="connsiteY2" fmla="*/ 6595767 h 6858000"/>
              <a:gd name="connsiteX3" fmla="*/ 5401950 w 12192000"/>
              <a:gd name="connsiteY3" fmla="*/ 2751084 h 6858000"/>
              <a:gd name="connsiteX4" fmla="*/ 285750 w 12192000"/>
              <a:gd name="connsiteY4" fmla="*/ 2822204 h 6858000"/>
              <a:gd name="connsiteX5" fmla="*/ 10146490 w 12192000"/>
              <a:gd name="connsiteY5" fmla="*/ 265661 h 6858000"/>
              <a:gd name="connsiteX6" fmla="*/ 10145220 w 12192000"/>
              <a:gd name="connsiteY6" fmla="*/ 1027941 h 6858000"/>
              <a:gd name="connsiteX7" fmla="*/ 11904029 w 12192000"/>
              <a:gd name="connsiteY7" fmla="*/ 1025401 h 6858000"/>
              <a:gd name="connsiteX8" fmla="*/ 11902124 w 12192000"/>
              <a:gd name="connsiteY8" fmla="*/ 267566 h 6858000"/>
              <a:gd name="connsiteX9" fmla="*/ 10146490 w 12192000"/>
              <a:gd name="connsiteY9" fmla="*/ 265661 h 6858000"/>
              <a:gd name="connsiteX10" fmla="*/ 0 w 12192000"/>
              <a:gd name="connsiteY10" fmla="*/ 0 h 6858000"/>
              <a:gd name="connsiteX11" fmla="*/ 12192000 w 12192000"/>
              <a:gd name="connsiteY11" fmla="*/ 0 h 6858000"/>
              <a:gd name="connsiteX12" fmla="*/ 12192000 w 12192000"/>
              <a:gd name="connsiteY12" fmla="*/ 6858000 h 6858000"/>
              <a:gd name="connsiteX13" fmla="*/ 0 w 12192000"/>
              <a:gd name="connsiteY13" fmla="*/ 6858000 h 6858000"/>
              <a:gd name="connsiteX14" fmla="*/ 0 w 12192000"/>
              <a:gd name="connsiteY14" fmla="*/ 0 h 6858000"/>
              <a:gd name="connsiteX0" fmla="*/ 285750 w 12192000"/>
              <a:gd name="connsiteY0" fmla="*/ 2822204 h 6858000"/>
              <a:gd name="connsiteX1" fmla="*/ 285750 w 12192000"/>
              <a:gd name="connsiteY1" fmla="*/ 6600847 h 6858000"/>
              <a:gd name="connsiteX2" fmla="*/ 5325750 w 12192000"/>
              <a:gd name="connsiteY2" fmla="*/ 6595767 h 6858000"/>
              <a:gd name="connsiteX3" fmla="*/ 5325750 w 12192000"/>
              <a:gd name="connsiteY3" fmla="*/ 2817124 h 6858000"/>
              <a:gd name="connsiteX4" fmla="*/ 285750 w 12192000"/>
              <a:gd name="connsiteY4" fmla="*/ 2822204 h 6858000"/>
              <a:gd name="connsiteX5" fmla="*/ 10146490 w 12192000"/>
              <a:gd name="connsiteY5" fmla="*/ 265661 h 6858000"/>
              <a:gd name="connsiteX6" fmla="*/ 10145220 w 12192000"/>
              <a:gd name="connsiteY6" fmla="*/ 1027941 h 6858000"/>
              <a:gd name="connsiteX7" fmla="*/ 11904029 w 12192000"/>
              <a:gd name="connsiteY7" fmla="*/ 1025401 h 6858000"/>
              <a:gd name="connsiteX8" fmla="*/ 11902124 w 12192000"/>
              <a:gd name="connsiteY8" fmla="*/ 267566 h 6858000"/>
              <a:gd name="connsiteX9" fmla="*/ 10146490 w 12192000"/>
              <a:gd name="connsiteY9" fmla="*/ 265661 h 6858000"/>
              <a:gd name="connsiteX10" fmla="*/ 0 w 12192000"/>
              <a:gd name="connsiteY10" fmla="*/ 0 h 6858000"/>
              <a:gd name="connsiteX11" fmla="*/ 12192000 w 12192000"/>
              <a:gd name="connsiteY11" fmla="*/ 0 h 6858000"/>
              <a:gd name="connsiteX12" fmla="*/ 12192000 w 12192000"/>
              <a:gd name="connsiteY12" fmla="*/ 6858000 h 6858000"/>
              <a:gd name="connsiteX13" fmla="*/ 0 w 12192000"/>
              <a:gd name="connsiteY13" fmla="*/ 6858000 h 6858000"/>
              <a:gd name="connsiteX14" fmla="*/ 0 w 12192000"/>
              <a:gd name="connsiteY14" fmla="*/ 0 h 6858000"/>
              <a:gd name="connsiteX0" fmla="*/ 285750 w 12192000"/>
              <a:gd name="connsiteY0" fmla="*/ 2822204 h 6858000"/>
              <a:gd name="connsiteX1" fmla="*/ 285750 w 12192000"/>
              <a:gd name="connsiteY1" fmla="*/ 6600847 h 6858000"/>
              <a:gd name="connsiteX2" fmla="*/ 5325750 w 12192000"/>
              <a:gd name="connsiteY2" fmla="*/ 6595767 h 6858000"/>
              <a:gd name="connsiteX3" fmla="*/ 5320670 w 12192000"/>
              <a:gd name="connsiteY3" fmla="*/ 2817124 h 6858000"/>
              <a:gd name="connsiteX4" fmla="*/ 285750 w 12192000"/>
              <a:gd name="connsiteY4" fmla="*/ 2822204 h 6858000"/>
              <a:gd name="connsiteX5" fmla="*/ 10146490 w 12192000"/>
              <a:gd name="connsiteY5" fmla="*/ 265661 h 6858000"/>
              <a:gd name="connsiteX6" fmla="*/ 10145220 w 12192000"/>
              <a:gd name="connsiteY6" fmla="*/ 1027941 h 6858000"/>
              <a:gd name="connsiteX7" fmla="*/ 11904029 w 12192000"/>
              <a:gd name="connsiteY7" fmla="*/ 1025401 h 6858000"/>
              <a:gd name="connsiteX8" fmla="*/ 11902124 w 12192000"/>
              <a:gd name="connsiteY8" fmla="*/ 267566 h 6858000"/>
              <a:gd name="connsiteX9" fmla="*/ 10146490 w 12192000"/>
              <a:gd name="connsiteY9" fmla="*/ 265661 h 6858000"/>
              <a:gd name="connsiteX10" fmla="*/ 0 w 12192000"/>
              <a:gd name="connsiteY10" fmla="*/ 0 h 6858000"/>
              <a:gd name="connsiteX11" fmla="*/ 12192000 w 12192000"/>
              <a:gd name="connsiteY11" fmla="*/ 0 h 6858000"/>
              <a:gd name="connsiteX12" fmla="*/ 12192000 w 12192000"/>
              <a:gd name="connsiteY12" fmla="*/ 6858000 h 6858000"/>
              <a:gd name="connsiteX13" fmla="*/ 0 w 12192000"/>
              <a:gd name="connsiteY13" fmla="*/ 6858000 h 6858000"/>
              <a:gd name="connsiteX14" fmla="*/ 0 w 12192000"/>
              <a:gd name="connsiteY14" fmla="*/ 0 h 6858000"/>
              <a:gd name="connsiteX0" fmla="*/ 285750 w 12192000"/>
              <a:gd name="connsiteY0" fmla="*/ 2822204 h 6858000"/>
              <a:gd name="connsiteX1" fmla="*/ 285750 w 12192000"/>
              <a:gd name="connsiteY1" fmla="*/ 6600847 h 6858000"/>
              <a:gd name="connsiteX2" fmla="*/ 5325750 w 12192000"/>
              <a:gd name="connsiteY2" fmla="*/ 6595767 h 6858000"/>
              <a:gd name="connsiteX3" fmla="*/ 5315590 w 12192000"/>
              <a:gd name="connsiteY3" fmla="*/ 2822204 h 6858000"/>
              <a:gd name="connsiteX4" fmla="*/ 285750 w 12192000"/>
              <a:gd name="connsiteY4" fmla="*/ 2822204 h 6858000"/>
              <a:gd name="connsiteX5" fmla="*/ 10146490 w 12192000"/>
              <a:gd name="connsiteY5" fmla="*/ 265661 h 6858000"/>
              <a:gd name="connsiteX6" fmla="*/ 10145220 w 12192000"/>
              <a:gd name="connsiteY6" fmla="*/ 1027941 h 6858000"/>
              <a:gd name="connsiteX7" fmla="*/ 11904029 w 12192000"/>
              <a:gd name="connsiteY7" fmla="*/ 1025401 h 6858000"/>
              <a:gd name="connsiteX8" fmla="*/ 11902124 w 12192000"/>
              <a:gd name="connsiteY8" fmla="*/ 267566 h 6858000"/>
              <a:gd name="connsiteX9" fmla="*/ 10146490 w 12192000"/>
              <a:gd name="connsiteY9" fmla="*/ 265661 h 6858000"/>
              <a:gd name="connsiteX10" fmla="*/ 0 w 12192000"/>
              <a:gd name="connsiteY10" fmla="*/ 0 h 6858000"/>
              <a:gd name="connsiteX11" fmla="*/ 12192000 w 12192000"/>
              <a:gd name="connsiteY11" fmla="*/ 0 h 6858000"/>
              <a:gd name="connsiteX12" fmla="*/ 12192000 w 12192000"/>
              <a:gd name="connsiteY12" fmla="*/ 6858000 h 6858000"/>
              <a:gd name="connsiteX13" fmla="*/ 0 w 12192000"/>
              <a:gd name="connsiteY13" fmla="*/ 6858000 h 6858000"/>
              <a:gd name="connsiteX14" fmla="*/ 0 w 12192000"/>
              <a:gd name="connsiteY14" fmla="*/ 0 h 6858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</a:cxnLst>
            <a:rect l="l" t="t" r="r" b="b"/>
            <a:pathLst>
              <a:path w="12192000" h="6858000">
                <a:moveTo>
                  <a:pt x="285750" y="2822204"/>
                </a:moveTo>
                <a:lnTo>
                  <a:pt x="285750" y="6600847"/>
                </a:lnTo>
                <a:lnTo>
                  <a:pt x="5325750" y="6595767"/>
                </a:lnTo>
                <a:cubicBezTo>
                  <a:pt x="5324057" y="5336219"/>
                  <a:pt x="5317283" y="4081752"/>
                  <a:pt x="5315590" y="2822204"/>
                </a:cubicBezTo>
                <a:lnTo>
                  <a:pt x="285750" y="2822204"/>
                </a:lnTo>
                <a:close/>
                <a:moveTo>
                  <a:pt x="10146490" y="265661"/>
                </a:moveTo>
                <a:cubicBezTo>
                  <a:pt x="10144797" y="524199"/>
                  <a:pt x="10146913" y="769403"/>
                  <a:pt x="10145220" y="1027941"/>
                </a:cubicBezTo>
                <a:lnTo>
                  <a:pt x="11904029" y="1025401"/>
                </a:lnTo>
                <a:lnTo>
                  <a:pt x="11902124" y="267566"/>
                </a:lnTo>
                <a:lnTo>
                  <a:pt x="10146490" y="265661"/>
                </a:lnTo>
                <a:close/>
                <a:moveTo>
                  <a:pt x="0" y="0"/>
                </a:moveTo>
                <a:lnTo>
                  <a:pt x="12192000" y="0"/>
                </a:lnTo>
                <a:lnTo>
                  <a:pt x="12192000" y="6858000"/>
                </a:lnTo>
                <a:lnTo>
                  <a:pt x="0" y="6858000"/>
                </a:lnTo>
                <a:lnTo>
                  <a:pt x="0" y="0"/>
                </a:lnTo>
                <a:close/>
              </a:path>
            </a:pathLst>
          </a:custGeom>
        </p:spPr>
        <p:txBody>
          <a:bodyPr wrap="square">
            <a:noAutofit/>
          </a:bodyPr>
          <a:lstStyle>
            <a:lvl1pPr marL="0" indent="0">
              <a:buNone/>
              <a:defRPr/>
            </a:lvl1pPr>
          </a:lstStyle>
          <a:p>
            <a:r>
              <a:rPr lang="en-US"/>
              <a:t>Add image by clicking on icon</a:t>
            </a:r>
          </a:p>
        </p:txBody>
      </p:sp>
      <p:sp>
        <p:nvSpPr>
          <p:cNvPr id="8" name="Subline">
            <a:extLst>
              <a:ext uri="{FF2B5EF4-FFF2-40B4-BE49-F238E27FC236}">
                <a16:creationId xmlns:a16="http://schemas.microsoft.com/office/drawing/2014/main" id="{F64F20BE-9490-4534-8D22-D527DF582B17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283003" y="5507050"/>
            <a:ext cx="5040000" cy="360000"/>
          </a:xfrm>
          <a:prstGeom prst="rect">
            <a:avLst/>
          </a:prstGeom>
        </p:spPr>
        <p:txBody>
          <a:bodyPr lIns="324000" rIns="288000" anchor="b" anchorCtr="0">
            <a:noAutofit/>
          </a:bodyPr>
          <a:lstStyle>
            <a:lvl1pPr marL="0" indent="0">
              <a:buNone/>
              <a:defRPr sz="1600" b="1" cap="none" baseline="0">
                <a:latin typeface="+mj-lt"/>
              </a:defRPr>
            </a:lvl1pPr>
          </a:lstStyle>
          <a:p>
            <a:pPr lvl="0"/>
            <a:r>
              <a:rPr lang="en-GB"/>
              <a:t>Subline</a:t>
            </a:r>
          </a:p>
        </p:txBody>
      </p:sp>
      <p:sp>
        <p:nvSpPr>
          <p:cNvPr id="9" name="Textplatzhalter 4">
            <a:extLst>
              <a:ext uri="{FF2B5EF4-FFF2-40B4-BE49-F238E27FC236}">
                <a16:creationId xmlns:a16="http://schemas.microsoft.com/office/drawing/2014/main" id="{DCF84473-59A5-4A28-B312-2557D7CFAFBE}"/>
              </a:ext>
            </a:extLst>
          </p:cNvPr>
          <p:cNvSpPr>
            <a:spLocks noGrp="1"/>
          </p:cNvSpPr>
          <p:nvPr>
            <p:ph type="body" sz="quarter" idx="16" hasCustomPrompt="1"/>
          </p:nvPr>
        </p:nvSpPr>
        <p:spPr>
          <a:xfrm>
            <a:off x="283003" y="5882290"/>
            <a:ext cx="5040000" cy="189474"/>
          </a:xfrm>
          <a:prstGeom prst="rect">
            <a:avLst/>
          </a:prstGeom>
        </p:spPr>
        <p:txBody>
          <a:bodyPr lIns="324000" tIns="36000">
            <a:noAutofit/>
          </a:bodyPr>
          <a:lstStyle>
            <a:lvl1pPr marL="0" indent="0">
              <a:buNone/>
              <a:defRPr sz="1600" cap="none" baseline="0"/>
            </a:lvl1pPr>
          </a:lstStyle>
          <a:p>
            <a:pPr lvl="0"/>
            <a:r>
              <a:rPr lang="en-GB"/>
              <a:t>First name last name</a:t>
            </a:r>
          </a:p>
        </p:txBody>
      </p:sp>
      <p:sp>
        <p:nvSpPr>
          <p:cNvPr id="10" name="Textplatzhalter 4">
            <a:extLst>
              <a:ext uri="{FF2B5EF4-FFF2-40B4-BE49-F238E27FC236}">
                <a16:creationId xmlns:a16="http://schemas.microsoft.com/office/drawing/2014/main" id="{57D522EB-93F7-49B3-9164-076263457E70}"/>
              </a:ext>
            </a:extLst>
          </p:cNvPr>
          <p:cNvSpPr>
            <a:spLocks noGrp="1"/>
          </p:cNvSpPr>
          <p:nvPr>
            <p:ph type="body" sz="quarter" idx="17" hasCustomPrompt="1"/>
          </p:nvPr>
        </p:nvSpPr>
        <p:spPr>
          <a:xfrm>
            <a:off x="283003" y="6088030"/>
            <a:ext cx="5040000" cy="189474"/>
          </a:xfrm>
          <a:prstGeom prst="rect">
            <a:avLst/>
          </a:prstGeom>
        </p:spPr>
        <p:txBody>
          <a:bodyPr lIns="324000" tIns="36000">
            <a:noAutofit/>
          </a:bodyPr>
          <a:lstStyle>
            <a:lvl1pPr marL="0" indent="0">
              <a:buNone/>
              <a:defRPr sz="1600" cap="none" baseline="0"/>
            </a:lvl1pPr>
          </a:lstStyle>
          <a:p>
            <a:pPr lvl="0"/>
            <a:r>
              <a:rPr lang="en-GB"/>
              <a:t>Date</a:t>
            </a:r>
          </a:p>
        </p:txBody>
      </p:sp>
      <p:sp>
        <p:nvSpPr>
          <p:cNvPr id="2" name="Titel 1">
            <a:extLst>
              <a:ext uri="{FF2B5EF4-FFF2-40B4-BE49-F238E27FC236}">
                <a16:creationId xmlns:a16="http://schemas.microsoft.com/office/drawing/2014/main" id="{26C95D28-A98E-4740-A955-E3F7D2C2C723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283003" y="2817195"/>
            <a:ext cx="5040000" cy="2627144"/>
          </a:xfrm>
        </p:spPr>
        <p:txBody>
          <a:bodyPr vert="horz" lIns="288000" tIns="288000" rIns="288000" bIns="288000" rtlCol="0">
            <a:noAutofit/>
          </a:bodyPr>
          <a:lstStyle>
            <a:lvl1pPr>
              <a:defRPr lang="de-DE" sz="3200" cap="none" baseline="0" dirty="0">
                <a:latin typeface="STIHL Contraface Display Title" panose="02000600040000020004" pitchFamily="2" charset="0"/>
                <a:ea typeface="+mn-ea"/>
                <a:cs typeface="+mn-cs"/>
              </a:defRPr>
            </a:lvl1pPr>
          </a:lstStyle>
          <a:p>
            <a:pPr marL="0" lvl="0" indent="0">
              <a:spcBef>
                <a:spcPts val="1000"/>
              </a:spcBef>
              <a:buFont typeface="Arial" panose="020B0604020202020204" pitchFamily="34" charset="0"/>
            </a:pPr>
            <a:r>
              <a:rPr lang="en-GB"/>
              <a:t>Edit master title format</a:t>
            </a:r>
            <a:br>
              <a:rPr lang="en-GB"/>
            </a:br>
            <a:r>
              <a:rPr lang="en-GB"/>
              <a:t>ƒ</a:t>
            </a:r>
          </a:p>
        </p:txBody>
      </p:sp>
      <p:sp>
        <p:nvSpPr>
          <p:cNvPr id="5" name="Rechteck 4">
            <a:extLst>
              <a:ext uri="{FF2B5EF4-FFF2-40B4-BE49-F238E27FC236}">
                <a16:creationId xmlns:a16="http://schemas.microsoft.com/office/drawing/2014/main" id="{94BC4FC7-E1E4-9FAD-A3D9-49BF44B67F3F}"/>
              </a:ext>
            </a:extLst>
          </p:cNvPr>
          <p:cNvSpPr>
            <a:spLocks/>
          </p:cNvSpPr>
          <p:nvPr userDrawn="1"/>
        </p:nvSpPr>
        <p:spPr>
          <a:xfrm>
            <a:off x="-3139178" y="1477622"/>
            <a:ext cx="2845436" cy="4134191"/>
          </a:xfrm>
          <a:prstGeom prst="rect">
            <a:avLst/>
          </a:prstGeom>
          <a:solidFill>
            <a:schemeClr val="bg1"/>
          </a:solidFill>
          <a:ln w="635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lIns="72000" tIns="72000" rIns="72000" bIns="72000" rtlCol="0" anchor="b" anchorCtr="0">
            <a:spAutoFit/>
          </a:bodyPr>
          <a:lstStyle>
            <a:defPPr>
              <a:defRPr lang="de-DE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285750" marR="0" lvl="0" indent="-285750" algn="l" defTabSz="914400" rtl="0" eaLnBrk="1" fontAlgn="auto" latinLnBrk="0" hangingPunct="1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r>
              <a:rPr lang="en-US" sz="1600">
                <a:solidFill>
                  <a:schemeClr val="tx1"/>
                </a:solidFill>
              </a:rPr>
              <a:t>You can find more templates in the Template Library. They are stored in the template folders</a:t>
            </a:r>
            <a:br>
              <a:rPr lang="de-DE" sz="1600">
                <a:solidFill>
                  <a:schemeClr val="tx1"/>
                </a:solidFill>
              </a:rPr>
            </a:br>
            <a:endParaRPr lang="de-DE" sz="1600">
              <a:solidFill>
                <a:schemeClr val="tx1"/>
              </a:solidFill>
            </a:endParaRPr>
          </a:p>
          <a:p>
            <a:pPr marL="285750" marR="0" lvl="0" indent="-285750" algn="l" defTabSz="914400" rtl="0" eaLnBrk="1" fontAlgn="auto" latinLnBrk="0" hangingPunct="1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r>
              <a:rPr lang="en-US" sz="1600">
                <a:solidFill>
                  <a:schemeClr val="tx1"/>
                </a:solidFill>
              </a:rPr>
              <a:t>Images can be found on your local drive under </a:t>
            </a:r>
            <a:r>
              <a:rPr lang="en-US" sz="1600" b="1">
                <a:solidFill>
                  <a:schemeClr val="tx1"/>
                </a:solidFill>
              </a:rPr>
              <a:t>C:\Program Files (x86)\STIHL\PPT Images </a:t>
            </a:r>
            <a:r>
              <a:rPr lang="en-US" sz="1600">
                <a:solidFill>
                  <a:schemeClr val="tx1"/>
                </a:solidFill>
              </a:rPr>
              <a:t>or in the STIHL DAM </a:t>
            </a:r>
            <a:r>
              <a:rPr lang="en-US" sz="1600">
                <a:solidFill>
                  <a:schemeClr val="tx1"/>
                </a:solidFill>
                <a:hlinkClick r:id="rId7"/>
              </a:rPr>
              <a:t>https://dam.stihl.com/</a:t>
            </a:r>
            <a:endParaRPr lang="en-US" sz="1600">
              <a:solidFill>
                <a:schemeClr val="tx1"/>
              </a:solidFill>
            </a:endParaRPr>
          </a:p>
          <a:p>
            <a:pPr marL="285750" marR="0" lvl="0" indent="-285750" algn="l" defTabSz="914400" rtl="0" eaLnBrk="1" fontAlgn="auto" latinLnBrk="0" hangingPunct="1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endParaRPr lang="de-DE" sz="1600"/>
          </a:p>
          <a:p>
            <a:pPr marL="285750" marR="0" lvl="0" indent="-285750" algn="l" defTabSz="914400" rtl="0" eaLnBrk="1" fontAlgn="auto" latinLnBrk="0" hangingPunct="1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r>
              <a:rPr lang="en-US" sz="1600" b="0">
                <a:solidFill>
                  <a:schemeClr val="tx1"/>
                </a:solidFill>
              </a:rPr>
              <a:t>Please do not print slides with full </a:t>
            </a:r>
            <a:r>
              <a:rPr lang="en-US" sz="1600" b="0" err="1">
                <a:solidFill>
                  <a:schemeClr val="tx1"/>
                </a:solidFill>
              </a:rPr>
              <a:t>colour</a:t>
            </a:r>
            <a:r>
              <a:rPr lang="en-US" sz="1600" b="0">
                <a:solidFill>
                  <a:schemeClr val="tx1"/>
                </a:solidFill>
              </a:rPr>
              <a:t> or images </a:t>
            </a:r>
          </a:p>
          <a:p>
            <a:pPr marL="285750" marR="0" lvl="0" indent="-285750" algn="l" defTabSz="914400" rtl="0" eaLnBrk="1" fontAlgn="auto" latinLnBrk="0" hangingPunct="1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endParaRPr lang="de-DE" sz="1600" b="0">
              <a:solidFill>
                <a:schemeClr val="tx1"/>
              </a:solidFill>
            </a:endParaRPr>
          </a:p>
          <a:p>
            <a:pPr marL="285750" marR="0" lvl="0" indent="-285750" algn="l" defTabSz="914400" rtl="0" eaLnBrk="1" fontAlgn="auto" latinLnBrk="0" hangingPunct="1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r>
              <a:rPr lang="en-US" sz="1600" b="0">
                <a:solidFill>
                  <a:schemeClr val="tx1"/>
                </a:solidFill>
              </a:rPr>
              <a:t>The stand line can be inserted via the "Insert" tab through the "Symbol" field</a:t>
            </a:r>
          </a:p>
        </p:txBody>
      </p:sp>
    </p:spTree>
    <p:extLst>
      <p:ext uri="{BB962C8B-B14F-4D97-AF65-F5344CB8AC3E}">
        <p14:creationId xmlns:p14="http://schemas.microsoft.com/office/powerpoint/2010/main" val="2796349352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>
  <p:cSld name="Long title background imag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4" name="Objekt 3" hidden="1"/>
          <p:cNvGraphicFramePr>
            <a:graphicFrameLocks noChangeAspect="1"/>
          </p:cNvGraphicFramePr>
          <p:nvPr>
            <p:custDataLst>
              <p:tags r:id="rId1"/>
            </p:custDataLst>
            <p:extLst>
              <p:ext uri="{D42A27DB-BD31-4B8C-83A1-F6EECF244321}">
                <p14:modId xmlns:p14="http://schemas.microsoft.com/office/powerpoint/2010/main" val="2984746160"/>
              </p:ext>
            </p:extLst>
          </p:nvPr>
        </p:nvGraphicFramePr>
        <p:xfrm>
          <a:off x="1588" y="1588"/>
          <a:ext cx="1588" cy="15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think-cell Slide" r:id="rId4" imgW="370" imgH="371" progId="TCLayout.ActiveDocument.1">
                  <p:embed/>
                </p:oleObj>
              </mc:Choice>
              <mc:Fallback>
                <p:oleObj name="think-cell Slide" r:id="rId4" imgW="370" imgH="371" progId="TCLayout.ActiveDocument.1">
                  <p:embed/>
                  <p:pic>
                    <p:nvPicPr>
                      <p:cNvPr id="4" name="Objekt 3" hidden="1"/>
                      <p:cNvPicPr/>
                      <p:nvPr/>
                    </p:nvPicPr>
                    <p:blipFill>
                      <a:blip r:embed="rId5"/>
                      <a:stretch>
                        <a:fillRect/>
                      </a:stretch>
                    </p:blipFill>
                    <p:spPr>
                      <a:xfrm>
                        <a:off x="1588" y="1588"/>
                        <a:ext cx="1588" cy="1588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3" name="Rechteck 2" hidden="1"/>
          <p:cNvSpPr/>
          <p:nvPr>
            <p:custDataLst>
              <p:tags r:id="rId2"/>
            </p:custDataLst>
          </p:nvPr>
        </p:nvSpPr>
        <p:spPr>
          <a:xfrm>
            <a:off x="0" y="0"/>
            <a:ext cx="158750" cy="158750"/>
          </a:xfrm>
          <a:prstGeom prst="rect">
            <a:avLst/>
          </a:prstGeom>
          <a:solidFill>
            <a:schemeClr val="bg1"/>
          </a:solidFill>
          <a:ln w="635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="horz" wrap="none" lIns="0" tIns="0" rIns="0" bIns="0" numCol="1" spcCol="0" rtlCol="0" anchor="ctr" anchorCtr="0">
            <a:noAutofit/>
          </a:bodyPr>
          <a:lstStyle/>
          <a:p>
            <a:pPr marL="0" lvl="0" indent="0" algn="ctr" eaLnBrk="1">
              <a:lnSpc>
                <a:spcPct val="90000"/>
              </a:lnSpc>
              <a:spcBef>
                <a:spcPct val="0"/>
              </a:spcBef>
              <a:spcAft>
                <a:spcPct val="0"/>
              </a:spcAft>
            </a:pPr>
            <a:endParaRPr lang="en-GB" sz="3200" b="1" i="0" baseline="0">
              <a:solidFill>
                <a:schemeClr val="tx1"/>
              </a:solidFill>
              <a:latin typeface="STIHL Contraface Display Title"/>
              <a:ea typeface="+mn-ea"/>
              <a:cs typeface="+mn-cs"/>
              <a:sym typeface="STIHL Contraface Display Title"/>
            </a:endParaRPr>
          </a:p>
        </p:txBody>
      </p:sp>
      <p:pic>
        <p:nvPicPr>
          <p:cNvPr id="11" name="Grafik 10"/>
          <p:cNvPicPr>
            <a:picLocks noChangeAspect="1"/>
          </p:cNvPicPr>
          <p:nvPr/>
        </p:nvPicPr>
        <p:blipFill>
          <a:blip r:embed="rId6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136060" y="258750"/>
            <a:ext cx="1774212" cy="775631"/>
          </a:xfrm>
          <a:prstGeom prst="rect">
            <a:avLst/>
          </a:prstGeom>
        </p:spPr>
      </p:pic>
      <p:sp>
        <p:nvSpPr>
          <p:cNvPr id="17" name="Hintergrundbild">
            <a:extLst>
              <a:ext uri="{FF2B5EF4-FFF2-40B4-BE49-F238E27FC236}">
                <a16:creationId xmlns:a16="http://schemas.microsoft.com/office/drawing/2014/main" id="{91303CF3-1A7E-4149-A9A1-BC9B75037D65}"/>
              </a:ext>
            </a:extLst>
          </p:cNvPr>
          <p:cNvSpPr>
            <a:spLocks noGrp="1"/>
          </p:cNvSpPr>
          <p:nvPr>
            <p:ph type="pic" sz="quarter" idx="15" hasCustomPrompt="1"/>
          </p:nvPr>
        </p:nvSpPr>
        <p:spPr>
          <a:xfrm>
            <a:off x="0" y="0"/>
            <a:ext cx="12192000" cy="6858000"/>
          </a:xfrm>
          <a:custGeom>
            <a:avLst/>
            <a:gdLst>
              <a:gd name="connsiteX0" fmla="*/ 361950 w 12192000"/>
              <a:gd name="connsiteY0" fmla="*/ 344402 h 6858000"/>
              <a:gd name="connsiteX1" fmla="*/ 361950 w 12192000"/>
              <a:gd name="connsiteY1" fmla="*/ 6536402 h 6858000"/>
              <a:gd name="connsiteX2" fmla="*/ 5401950 w 12192000"/>
              <a:gd name="connsiteY2" fmla="*/ 6536402 h 6858000"/>
              <a:gd name="connsiteX3" fmla="*/ 5401950 w 12192000"/>
              <a:gd name="connsiteY3" fmla="*/ 344402 h 6858000"/>
              <a:gd name="connsiteX4" fmla="*/ 10129345 w 12192000"/>
              <a:gd name="connsiteY4" fmla="*/ 344401 h 6858000"/>
              <a:gd name="connsiteX5" fmla="*/ 10129345 w 12192000"/>
              <a:gd name="connsiteY5" fmla="*/ 1099696 h 6858000"/>
              <a:gd name="connsiteX6" fmla="*/ 11857039 w 12192000"/>
              <a:gd name="connsiteY6" fmla="*/ 1099696 h 6858000"/>
              <a:gd name="connsiteX7" fmla="*/ 11857039 w 12192000"/>
              <a:gd name="connsiteY7" fmla="*/ 344401 h 6858000"/>
              <a:gd name="connsiteX8" fmla="*/ 0 w 12192000"/>
              <a:gd name="connsiteY8" fmla="*/ 0 h 6858000"/>
              <a:gd name="connsiteX9" fmla="*/ 12192000 w 12192000"/>
              <a:gd name="connsiteY9" fmla="*/ 0 h 6858000"/>
              <a:gd name="connsiteX10" fmla="*/ 12192000 w 12192000"/>
              <a:gd name="connsiteY10" fmla="*/ 6858000 h 6858000"/>
              <a:gd name="connsiteX11" fmla="*/ 0 w 12192000"/>
              <a:gd name="connsiteY11" fmla="*/ 6858000 h 6858000"/>
              <a:gd name="connsiteX0" fmla="*/ 361950 w 12192000"/>
              <a:gd name="connsiteY0" fmla="*/ 344402 h 6858000"/>
              <a:gd name="connsiteX1" fmla="*/ 361950 w 12192000"/>
              <a:gd name="connsiteY1" fmla="*/ 6536402 h 6858000"/>
              <a:gd name="connsiteX2" fmla="*/ 5401950 w 12192000"/>
              <a:gd name="connsiteY2" fmla="*/ 6536402 h 6858000"/>
              <a:gd name="connsiteX3" fmla="*/ 5401950 w 12192000"/>
              <a:gd name="connsiteY3" fmla="*/ 344402 h 6858000"/>
              <a:gd name="connsiteX4" fmla="*/ 361950 w 12192000"/>
              <a:gd name="connsiteY4" fmla="*/ 344402 h 6858000"/>
              <a:gd name="connsiteX5" fmla="*/ 10136965 w 12192000"/>
              <a:gd name="connsiteY5" fmla="*/ 258676 h 6858000"/>
              <a:gd name="connsiteX6" fmla="*/ 10129345 w 12192000"/>
              <a:gd name="connsiteY6" fmla="*/ 1099696 h 6858000"/>
              <a:gd name="connsiteX7" fmla="*/ 11857039 w 12192000"/>
              <a:gd name="connsiteY7" fmla="*/ 1099696 h 6858000"/>
              <a:gd name="connsiteX8" fmla="*/ 11857039 w 12192000"/>
              <a:gd name="connsiteY8" fmla="*/ 344401 h 6858000"/>
              <a:gd name="connsiteX9" fmla="*/ 10136965 w 12192000"/>
              <a:gd name="connsiteY9" fmla="*/ 258676 h 6858000"/>
              <a:gd name="connsiteX10" fmla="*/ 0 w 12192000"/>
              <a:gd name="connsiteY10" fmla="*/ 0 h 6858000"/>
              <a:gd name="connsiteX11" fmla="*/ 12192000 w 12192000"/>
              <a:gd name="connsiteY11" fmla="*/ 0 h 6858000"/>
              <a:gd name="connsiteX12" fmla="*/ 12192000 w 12192000"/>
              <a:gd name="connsiteY12" fmla="*/ 6858000 h 6858000"/>
              <a:gd name="connsiteX13" fmla="*/ 0 w 12192000"/>
              <a:gd name="connsiteY13" fmla="*/ 6858000 h 6858000"/>
              <a:gd name="connsiteX14" fmla="*/ 0 w 12192000"/>
              <a:gd name="connsiteY14" fmla="*/ 0 h 6858000"/>
              <a:gd name="connsiteX0" fmla="*/ 361950 w 12192000"/>
              <a:gd name="connsiteY0" fmla="*/ 344402 h 6858000"/>
              <a:gd name="connsiteX1" fmla="*/ 361950 w 12192000"/>
              <a:gd name="connsiteY1" fmla="*/ 6536402 h 6858000"/>
              <a:gd name="connsiteX2" fmla="*/ 5401950 w 12192000"/>
              <a:gd name="connsiteY2" fmla="*/ 6536402 h 6858000"/>
              <a:gd name="connsiteX3" fmla="*/ 5401950 w 12192000"/>
              <a:gd name="connsiteY3" fmla="*/ 344402 h 6858000"/>
              <a:gd name="connsiteX4" fmla="*/ 361950 w 12192000"/>
              <a:gd name="connsiteY4" fmla="*/ 344402 h 6858000"/>
              <a:gd name="connsiteX5" fmla="*/ 10136965 w 12192000"/>
              <a:gd name="connsiteY5" fmla="*/ 258676 h 6858000"/>
              <a:gd name="connsiteX6" fmla="*/ 10129345 w 12192000"/>
              <a:gd name="connsiteY6" fmla="*/ 1099696 h 6858000"/>
              <a:gd name="connsiteX7" fmla="*/ 11857039 w 12192000"/>
              <a:gd name="connsiteY7" fmla="*/ 1099696 h 6858000"/>
              <a:gd name="connsiteX8" fmla="*/ 11910379 w 12192000"/>
              <a:gd name="connsiteY8" fmla="*/ 260581 h 6858000"/>
              <a:gd name="connsiteX9" fmla="*/ 10136965 w 12192000"/>
              <a:gd name="connsiteY9" fmla="*/ 258676 h 6858000"/>
              <a:gd name="connsiteX10" fmla="*/ 0 w 12192000"/>
              <a:gd name="connsiteY10" fmla="*/ 0 h 6858000"/>
              <a:gd name="connsiteX11" fmla="*/ 12192000 w 12192000"/>
              <a:gd name="connsiteY11" fmla="*/ 0 h 6858000"/>
              <a:gd name="connsiteX12" fmla="*/ 12192000 w 12192000"/>
              <a:gd name="connsiteY12" fmla="*/ 6858000 h 6858000"/>
              <a:gd name="connsiteX13" fmla="*/ 0 w 12192000"/>
              <a:gd name="connsiteY13" fmla="*/ 6858000 h 6858000"/>
              <a:gd name="connsiteX14" fmla="*/ 0 w 12192000"/>
              <a:gd name="connsiteY14" fmla="*/ 0 h 6858000"/>
              <a:gd name="connsiteX0" fmla="*/ 361950 w 12192000"/>
              <a:gd name="connsiteY0" fmla="*/ 344402 h 6858000"/>
              <a:gd name="connsiteX1" fmla="*/ 361950 w 12192000"/>
              <a:gd name="connsiteY1" fmla="*/ 6536402 h 6858000"/>
              <a:gd name="connsiteX2" fmla="*/ 5401950 w 12192000"/>
              <a:gd name="connsiteY2" fmla="*/ 6536402 h 6858000"/>
              <a:gd name="connsiteX3" fmla="*/ 5401950 w 12192000"/>
              <a:gd name="connsiteY3" fmla="*/ 344402 h 6858000"/>
              <a:gd name="connsiteX4" fmla="*/ 361950 w 12192000"/>
              <a:gd name="connsiteY4" fmla="*/ 344402 h 6858000"/>
              <a:gd name="connsiteX5" fmla="*/ 10136965 w 12192000"/>
              <a:gd name="connsiteY5" fmla="*/ 258676 h 6858000"/>
              <a:gd name="connsiteX6" fmla="*/ 10129345 w 12192000"/>
              <a:gd name="connsiteY6" fmla="*/ 1099696 h 6858000"/>
              <a:gd name="connsiteX7" fmla="*/ 11910379 w 12192000"/>
              <a:gd name="connsiteY7" fmla="*/ 1029211 h 6858000"/>
              <a:gd name="connsiteX8" fmla="*/ 11910379 w 12192000"/>
              <a:gd name="connsiteY8" fmla="*/ 260581 h 6858000"/>
              <a:gd name="connsiteX9" fmla="*/ 10136965 w 12192000"/>
              <a:gd name="connsiteY9" fmla="*/ 258676 h 6858000"/>
              <a:gd name="connsiteX10" fmla="*/ 0 w 12192000"/>
              <a:gd name="connsiteY10" fmla="*/ 0 h 6858000"/>
              <a:gd name="connsiteX11" fmla="*/ 12192000 w 12192000"/>
              <a:gd name="connsiteY11" fmla="*/ 0 h 6858000"/>
              <a:gd name="connsiteX12" fmla="*/ 12192000 w 12192000"/>
              <a:gd name="connsiteY12" fmla="*/ 6858000 h 6858000"/>
              <a:gd name="connsiteX13" fmla="*/ 0 w 12192000"/>
              <a:gd name="connsiteY13" fmla="*/ 6858000 h 6858000"/>
              <a:gd name="connsiteX14" fmla="*/ 0 w 12192000"/>
              <a:gd name="connsiteY14" fmla="*/ 0 h 6858000"/>
              <a:gd name="connsiteX0" fmla="*/ 361950 w 12192000"/>
              <a:gd name="connsiteY0" fmla="*/ 344402 h 6858000"/>
              <a:gd name="connsiteX1" fmla="*/ 361950 w 12192000"/>
              <a:gd name="connsiteY1" fmla="*/ 6536402 h 6858000"/>
              <a:gd name="connsiteX2" fmla="*/ 5401950 w 12192000"/>
              <a:gd name="connsiteY2" fmla="*/ 6536402 h 6858000"/>
              <a:gd name="connsiteX3" fmla="*/ 5401950 w 12192000"/>
              <a:gd name="connsiteY3" fmla="*/ 344402 h 6858000"/>
              <a:gd name="connsiteX4" fmla="*/ 361950 w 12192000"/>
              <a:gd name="connsiteY4" fmla="*/ 344402 h 6858000"/>
              <a:gd name="connsiteX5" fmla="*/ 10136965 w 12192000"/>
              <a:gd name="connsiteY5" fmla="*/ 258676 h 6858000"/>
              <a:gd name="connsiteX6" fmla="*/ 10138870 w 12192000"/>
              <a:gd name="connsiteY6" fmla="*/ 1034926 h 6858000"/>
              <a:gd name="connsiteX7" fmla="*/ 11910379 w 12192000"/>
              <a:gd name="connsiteY7" fmla="*/ 1029211 h 6858000"/>
              <a:gd name="connsiteX8" fmla="*/ 11910379 w 12192000"/>
              <a:gd name="connsiteY8" fmla="*/ 260581 h 6858000"/>
              <a:gd name="connsiteX9" fmla="*/ 10136965 w 12192000"/>
              <a:gd name="connsiteY9" fmla="*/ 258676 h 6858000"/>
              <a:gd name="connsiteX10" fmla="*/ 0 w 12192000"/>
              <a:gd name="connsiteY10" fmla="*/ 0 h 6858000"/>
              <a:gd name="connsiteX11" fmla="*/ 12192000 w 12192000"/>
              <a:gd name="connsiteY11" fmla="*/ 0 h 6858000"/>
              <a:gd name="connsiteX12" fmla="*/ 12192000 w 12192000"/>
              <a:gd name="connsiteY12" fmla="*/ 6858000 h 6858000"/>
              <a:gd name="connsiteX13" fmla="*/ 0 w 12192000"/>
              <a:gd name="connsiteY13" fmla="*/ 6858000 h 6858000"/>
              <a:gd name="connsiteX14" fmla="*/ 0 w 12192000"/>
              <a:gd name="connsiteY14" fmla="*/ 0 h 6858000"/>
              <a:gd name="connsiteX0" fmla="*/ 361950 w 12192000"/>
              <a:gd name="connsiteY0" fmla="*/ 344402 h 6858000"/>
              <a:gd name="connsiteX1" fmla="*/ 361950 w 12192000"/>
              <a:gd name="connsiteY1" fmla="*/ 6536402 h 6858000"/>
              <a:gd name="connsiteX2" fmla="*/ 5401950 w 12192000"/>
              <a:gd name="connsiteY2" fmla="*/ 6536402 h 6858000"/>
              <a:gd name="connsiteX3" fmla="*/ 5401950 w 12192000"/>
              <a:gd name="connsiteY3" fmla="*/ 344402 h 6858000"/>
              <a:gd name="connsiteX4" fmla="*/ 361950 w 12192000"/>
              <a:gd name="connsiteY4" fmla="*/ 344402 h 6858000"/>
              <a:gd name="connsiteX5" fmla="*/ 10136965 w 12192000"/>
              <a:gd name="connsiteY5" fmla="*/ 258676 h 6858000"/>
              <a:gd name="connsiteX6" fmla="*/ 10138870 w 12192000"/>
              <a:gd name="connsiteY6" fmla="*/ 1034926 h 6858000"/>
              <a:gd name="connsiteX7" fmla="*/ 11910379 w 12192000"/>
              <a:gd name="connsiteY7" fmla="*/ 1029211 h 6858000"/>
              <a:gd name="connsiteX8" fmla="*/ 11902759 w 12192000"/>
              <a:gd name="connsiteY8" fmla="*/ 268201 h 6858000"/>
              <a:gd name="connsiteX9" fmla="*/ 10136965 w 12192000"/>
              <a:gd name="connsiteY9" fmla="*/ 258676 h 6858000"/>
              <a:gd name="connsiteX10" fmla="*/ 0 w 12192000"/>
              <a:gd name="connsiteY10" fmla="*/ 0 h 6858000"/>
              <a:gd name="connsiteX11" fmla="*/ 12192000 w 12192000"/>
              <a:gd name="connsiteY11" fmla="*/ 0 h 6858000"/>
              <a:gd name="connsiteX12" fmla="*/ 12192000 w 12192000"/>
              <a:gd name="connsiteY12" fmla="*/ 6858000 h 6858000"/>
              <a:gd name="connsiteX13" fmla="*/ 0 w 12192000"/>
              <a:gd name="connsiteY13" fmla="*/ 6858000 h 6858000"/>
              <a:gd name="connsiteX14" fmla="*/ 0 w 12192000"/>
              <a:gd name="connsiteY14" fmla="*/ 0 h 6858000"/>
              <a:gd name="connsiteX0" fmla="*/ 361950 w 12192000"/>
              <a:gd name="connsiteY0" fmla="*/ 344402 h 6858000"/>
              <a:gd name="connsiteX1" fmla="*/ 361950 w 12192000"/>
              <a:gd name="connsiteY1" fmla="*/ 6536402 h 6858000"/>
              <a:gd name="connsiteX2" fmla="*/ 5401950 w 12192000"/>
              <a:gd name="connsiteY2" fmla="*/ 6536402 h 6858000"/>
              <a:gd name="connsiteX3" fmla="*/ 5401950 w 12192000"/>
              <a:gd name="connsiteY3" fmla="*/ 344402 h 6858000"/>
              <a:gd name="connsiteX4" fmla="*/ 361950 w 12192000"/>
              <a:gd name="connsiteY4" fmla="*/ 344402 h 6858000"/>
              <a:gd name="connsiteX5" fmla="*/ 10136965 w 12192000"/>
              <a:gd name="connsiteY5" fmla="*/ 258676 h 6858000"/>
              <a:gd name="connsiteX6" fmla="*/ 10138870 w 12192000"/>
              <a:gd name="connsiteY6" fmla="*/ 1034926 h 6858000"/>
              <a:gd name="connsiteX7" fmla="*/ 11923714 w 12192000"/>
              <a:gd name="connsiteY7" fmla="*/ 1048261 h 6858000"/>
              <a:gd name="connsiteX8" fmla="*/ 11902759 w 12192000"/>
              <a:gd name="connsiteY8" fmla="*/ 268201 h 6858000"/>
              <a:gd name="connsiteX9" fmla="*/ 10136965 w 12192000"/>
              <a:gd name="connsiteY9" fmla="*/ 258676 h 6858000"/>
              <a:gd name="connsiteX10" fmla="*/ 0 w 12192000"/>
              <a:gd name="connsiteY10" fmla="*/ 0 h 6858000"/>
              <a:gd name="connsiteX11" fmla="*/ 12192000 w 12192000"/>
              <a:gd name="connsiteY11" fmla="*/ 0 h 6858000"/>
              <a:gd name="connsiteX12" fmla="*/ 12192000 w 12192000"/>
              <a:gd name="connsiteY12" fmla="*/ 6858000 h 6858000"/>
              <a:gd name="connsiteX13" fmla="*/ 0 w 12192000"/>
              <a:gd name="connsiteY13" fmla="*/ 6858000 h 6858000"/>
              <a:gd name="connsiteX14" fmla="*/ 0 w 12192000"/>
              <a:gd name="connsiteY14" fmla="*/ 0 h 6858000"/>
              <a:gd name="connsiteX0" fmla="*/ 361950 w 12192000"/>
              <a:gd name="connsiteY0" fmla="*/ 344402 h 6858000"/>
              <a:gd name="connsiteX1" fmla="*/ 361950 w 12192000"/>
              <a:gd name="connsiteY1" fmla="*/ 6536402 h 6858000"/>
              <a:gd name="connsiteX2" fmla="*/ 5401950 w 12192000"/>
              <a:gd name="connsiteY2" fmla="*/ 6536402 h 6858000"/>
              <a:gd name="connsiteX3" fmla="*/ 5401950 w 12192000"/>
              <a:gd name="connsiteY3" fmla="*/ 344402 h 6858000"/>
              <a:gd name="connsiteX4" fmla="*/ 361950 w 12192000"/>
              <a:gd name="connsiteY4" fmla="*/ 344402 h 6858000"/>
              <a:gd name="connsiteX5" fmla="*/ 10136965 w 12192000"/>
              <a:gd name="connsiteY5" fmla="*/ 258676 h 6858000"/>
              <a:gd name="connsiteX6" fmla="*/ 10138870 w 12192000"/>
              <a:gd name="connsiteY6" fmla="*/ 1034926 h 6858000"/>
              <a:gd name="connsiteX7" fmla="*/ 11904664 w 12192000"/>
              <a:gd name="connsiteY7" fmla="*/ 1029211 h 6858000"/>
              <a:gd name="connsiteX8" fmla="*/ 11902759 w 12192000"/>
              <a:gd name="connsiteY8" fmla="*/ 268201 h 6858000"/>
              <a:gd name="connsiteX9" fmla="*/ 10136965 w 12192000"/>
              <a:gd name="connsiteY9" fmla="*/ 258676 h 6858000"/>
              <a:gd name="connsiteX10" fmla="*/ 0 w 12192000"/>
              <a:gd name="connsiteY10" fmla="*/ 0 h 6858000"/>
              <a:gd name="connsiteX11" fmla="*/ 12192000 w 12192000"/>
              <a:gd name="connsiteY11" fmla="*/ 0 h 6858000"/>
              <a:gd name="connsiteX12" fmla="*/ 12192000 w 12192000"/>
              <a:gd name="connsiteY12" fmla="*/ 6858000 h 6858000"/>
              <a:gd name="connsiteX13" fmla="*/ 0 w 12192000"/>
              <a:gd name="connsiteY13" fmla="*/ 6858000 h 6858000"/>
              <a:gd name="connsiteX14" fmla="*/ 0 w 12192000"/>
              <a:gd name="connsiteY14" fmla="*/ 0 h 6858000"/>
              <a:gd name="connsiteX0" fmla="*/ 361950 w 12192000"/>
              <a:gd name="connsiteY0" fmla="*/ 344402 h 6858000"/>
              <a:gd name="connsiteX1" fmla="*/ 361950 w 12192000"/>
              <a:gd name="connsiteY1" fmla="*/ 6536402 h 6858000"/>
              <a:gd name="connsiteX2" fmla="*/ 5401950 w 12192000"/>
              <a:gd name="connsiteY2" fmla="*/ 6536402 h 6858000"/>
              <a:gd name="connsiteX3" fmla="*/ 5401950 w 12192000"/>
              <a:gd name="connsiteY3" fmla="*/ 344402 h 6858000"/>
              <a:gd name="connsiteX4" fmla="*/ 361950 w 12192000"/>
              <a:gd name="connsiteY4" fmla="*/ 344402 h 6858000"/>
              <a:gd name="connsiteX5" fmla="*/ 10136965 w 12192000"/>
              <a:gd name="connsiteY5" fmla="*/ 258676 h 6858000"/>
              <a:gd name="connsiteX6" fmla="*/ 10142680 w 12192000"/>
              <a:gd name="connsiteY6" fmla="*/ 1025401 h 6858000"/>
              <a:gd name="connsiteX7" fmla="*/ 11904664 w 12192000"/>
              <a:gd name="connsiteY7" fmla="*/ 1029211 h 6858000"/>
              <a:gd name="connsiteX8" fmla="*/ 11902759 w 12192000"/>
              <a:gd name="connsiteY8" fmla="*/ 268201 h 6858000"/>
              <a:gd name="connsiteX9" fmla="*/ 10136965 w 12192000"/>
              <a:gd name="connsiteY9" fmla="*/ 258676 h 6858000"/>
              <a:gd name="connsiteX10" fmla="*/ 0 w 12192000"/>
              <a:gd name="connsiteY10" fmla="*/ 0 h 6858000"/>
              <a:gd name="connsiteX11" fmla="*/ 12192000 w 12192000"/>
              <a:gd name="connsiteY11" fmla="*/ 0 h 6858000"/>
              <a:gd name="connsiteX12" fmla="*/ 12192000 w 12192000"/>
              <a:gd name="connsiteY12" fmla="*/ 6858000 h 6858000"/>
              <a:gd name="connsiteX13" fmla="*/ 0 w 12192000"/>
              <a:gd name="connsiteY13" fmla="*/ 6858000 h 6858000"/>
              <a:gd name="connsiteX14" fmla="*/ 0 w 12192000"/>
              <a:gd name="connsiteY14" fmla="*/ 0 h 6858000"/>
              <a:gd name="connsiteX0" fmla="*/ 361950 w 12192000"/>
              <a:gd name="connsiteY0" fmla="*/ 344402 h 6858000"/>
              <a:gd name="connsiteX1" fmla="*/ 361950 w 12192000"/>
              <a:gd name="connsiteY1" fmla="*/ 6536402 h 6858000"/>
              <a:gd name="connsiteX2" fmla="*/ 5401950 w 12192000"/>
              <a:gd name="connsiteY2" fmla="*/ 6536402 h 6858000"/>
              <a:gd name="connsiteX3" fmla="*/ 5401950 w 12192000"/>
              <a:gd name="connsiteY3" fmla="*/ 344402 h 6858000"/>
              <a:gd name="connsiteX4" fmla="*/ 361950 w 12192000"/>
              <a:gd name="connsiteY4" fmla="*/ 344402 h 6858000"/>
              <a:gd name="connsiteX5" fmla="*/ 10146490 w 12192000"/>
              <a:gd name="connsiteY5" fmla="*/ 268201 h 6858000"/>
              <a:gd name="connsiteX6" fmla="*/ 10142680 w 12192000"/>
              <a:gd name="connsiteY6" fmla="*/ 1025401 h 6858000"/>
              <a:gd name="connsiteX7" fmla="*/ 11904664 w 12192000"/>
              <a:gd name="connsiteY7" fmla="*/ 1029211 h 6858000"/>
              <a:gd name="connsiteX8" fmla="*/ 11902759 w 12192000"/>
              <a:gd name="connsiteY8" fmla="*/ 268201 h 6858000"/>
              <a:gd name="connsiteX9" fmla="*/ 10146490 w 12192000"/>
              <a:gd name="connsiteY9" fmla="*/ 268201 h 6858000"/>
              <a:gd name="connsiteX10" fmla="*/ 0 w 12192000"/>
              <a:gd name="connsiteY10" fmla="*/ 0 h 6858000"/>
              <a:gd name="connsiteX11" fmla="*/ 12192000 w 12192000"/>
              <a:gd name="connsiteY11" fmla="*/ 0 h 6858000"/>
              <a:gd name="connsiteX12" fmla="*/ 12192000 w 12192000"/>
              <a:gd name="connsiteY12" fmla="*/ 6858000 h 6858000"/>
              <a:gd name="connsiteX13" fmla="*/ 0 w 12192000"/>
              <a:gd name="connsiteY13" fmla="*/ 6858000 h 6858000"/>
              <a:gd name="connsiteX14" fmla="*/ 0 w 12192000"/>
              <a:gd name="connsiteY14" fmla="*/ 0 h 6858000"/>
              <a:gd name="connsiteX0" fmla="*/ 361950 w 12192000"/>
              <a:gd name="connsiteY0" fmla="*/ 344402 h 6858000"/>
              <a:gd name="connsiteX1" fmla="*/ 361950 w 12192000"/>
              <a:gd name="connsiteY1" fmla="*/ 6536402 h 6858000"/>
              <a:gd name="connsiteX2" fmla="*/ 5401950 w 12192000"/>
              <a:gd name="connsiteY2" fmla="*/ 6536402 h 6858000"/>
              <a:gd name="connsiteX3" fmla="*/ 5401950 w 12192000"/>
              <a:gd name="connsiteY3" fmla="*/ 344402 h 6858000"/>
              <a:gd name="connsiteX4" fmla="*/ 361950 w 12192000"/>
              <a:gd name="connsiteY4" fmla="*/ 344402 h 6858000"/>
              <a:gd name="connsiteX5" fmla="*/ 10295080 w 12192000"/>
              <a:gd name="connsiteY5" fmla="*/ 361546 h 6858000"/>
              <a:gd name="connsiteX6" fmla="*/ 10142680 w 12192000"/>
              <a:gd name="connsiteY6" fmla="*/ 1025401 h 6858000"/>
              <a:gd name="connsiteX7" fmla="*/ 11904664 w 12192000"/>
              <a:gd name="connsiteY7" fmla="*/ 1029211 h 6858000"/>
              <a:gd name="connsiteX8" fmla="*/ 11902759 w 12192000"/>
              <a:gd name="connsiteY8" fmla="*/ 268201 h 6858000"/>
              <a:gd name="connsiteX9" fmla="*/ 10295080 w 12192000"/>
              <a:gd name="connsiteY9" fmla="*/ 361546 h 6858000"/>
              <a:gd name="connsiteX10" fmla="*/ 0 w 12192000"/>
              <a:gd name="connsiteY10" fmla="*/ 0 h 6858000"/>
              <a:gd name="connsiteX11" fmla="*/ 12192000 w 12192000"/>
              <a:gd name="connsiteY11" fmla="*/ 0 h 6858000"/>
              <a:gd name="connsiteX12" fmla="*/ 12192000 w 12192000"/>
              <a:gd name="connsiteY12" fmla="*/ 6858000 h 6858000"/>
              <a:gd name="connsiteX13" fmla="*/ 0 w 12192000"/>
              <a:gd name="connsiteY13" fmla="*/ 6858000 h 6858000"/>
              <a:gd name="connsiteX14" fmla="*/ 0 w 12192000"/>
              <a:gd name="connsiteY14" fmla="*/ 0 h 6858000"/>
              <a:gd name="connsiteX0" fmla="*/ 361950 w 12192000"/>
              <a:gd name="connsiteY0" fmla="*/ 344402 h 6858000"/>
              <a:gd name="connsiteX1" fmla="*/ 361950 w 12192000"/>
              <a:gd name="connsiteY1" fmla="*/ 6536402 h 6858000"/>
              <a:gd name="connsiteX2" fmla="*/ 5401950 w 12192000"/>
              <a:gd name="connsiteY2" fmla="*/ 6536402 h 6858000"/>
              <a:gd name="connsiteX3" fmla="*/ 5401950 w 12192000"/>
              <a:gd name="connsiteY3" fmla="*/ 344402 h 6858000"/>
              <a:gd name="connsiteX4" fmla="*/ 361950 w 12192000"/>
              <a:gd name="connsiteY4" fmla="*/ 344402 h 6858000"/>
              <a:gd name="connsiteX5" fmla="*/ 10144585 w 12192000"/>
              <a:gd name="connsiteY5" fmla="*/ 266296 h 6858000"/>
              <a:gd name="connsiteX6" fmla="*/ 10142680 w 12192000"/>
              <a:gd name="connsiteY6" fmla="*/ 1025401 h 6858000"/>
              <a:gd name="connsiteX7" fmla="*/ 11904664 w 12192000"/>
              <a:gd name="connsiteY7" fmla="*/ 1029211 h 6858000"/>
              <a:gd name="connsiteX8" fmla="*/ 11902759 w 12192000"/>
              <a:gd name="connsiteY8" fmla="*/ 268201 h 6858000"/>
              <a:gd name="connsiteX9" fmla="*/ 10144585 w 12192000"/>
              <a:gd name="connsiteY9" fmla="*/ 266296 h 6858000"/>
              <a:gd name="connsiteX10" fmla="*/ 0 w 12192000"/>
              <a:gd name="connsiteY10" fmla="*/ 0 h 6858000"/>
              <a:gd name="connsiteX11" fmla="*/ 12192000 w 12192000"/>
              <a:gd name="connsiteY11" fmla="*/ 0 h 6858000"/>
              <a:gd name="connsiteX12" fmla="*/ 12192000 w 12192000"/>
              <a:gd name="connsiteY12" fmla="*/ 6858000 h 6858000"/>
              <a:gd name="connsiteX13" fmla="*/ 0 w 12192000"/>
              <a:gd name="connsiteY13" fmla="*/ 6858000 h 6858000"/>
              <a:gd name="connsiteX14" fmla="*/ 0 w 12192000"/>
              <a:gd name="connsiteY14" fmla="*/ 0 h 6858000"/>
              <a:gd name="connsiteX0" fmla="*/ 361950 w 12192000"/>
              <a:gd name="connsiteY0" fmla="*/ 344402 h 6858000"/>
              <a:gd name="connsiteX1" fmla="*/ 361950 w 12192000"/>
              <a:gd name="connsiteY1" fmla="*/ 6536402 h 6858000"/>
              <a:gd name="connsiteX2" fmla="*/ 5401950 w 12192000"/>
              <a:gd name="connsiteY2" fmla="*/ 6536402 h 6858000"/>
              <a:gd name="connsiteX3" fmla="*/ 5401950 w 12192000"/>
              <a:gd name="connsiteY3" fmla="*/ 344402 h 6858000"/>
              <a:gd name="connsiteX4" fmla="*/ 361950 w 12192000"/>
              <a:gd name="connsiteY4" fmla="*/ 344402 h 6858000"/>
              <a:gd name="connsiteX5" fmla="*/ 10144585 w 12192000"/>
              <a:gd name="connsiteY5" fmla="*/ 266296 h 6858000"/>
              <a:gd name="connsiteX6" fmla="*/ 10142680 w 12192000"/>
              <a:gd name="connsiteY6" fmla="*/ 1025401 h 6858000"/>
              <a:gd name="connsiteX7" fmla="*/ 11830369 w 12192000"/>
              <a:gd name="connsiteY7" fmla="*/ 964441 h 6858000"/>
              <a:gd name="connsiteX8" fmla="*/ 11902759 w 12192000"/>
              <a:gd name="connsiteY8" fmla="*/ 268201 h 6858000"/>
              <a:gd name="connsiteX9" fmla="*/ 10144585 w 12192000"/>
              <a:gd name="connsiteY9" fmla="*/ 266296 h 6858000"/>
              <a:gd name="connsiteX10" fmla="*/ 0 w 12192000"/>
              <a:gd name="connsiteY10" fmla="*/ 0 h 6858000"/>
              <a:gd name="connsiteX11" fmla="*/ 12192000 w 12192000"/>
              <a:gd name="connsiteY11" fmla="*/ 0 h 6858000"/>
              <a:gd name="connsiteX12" fmla="*/ 12192000 w 12192000"/>
              <a:gd name="connsiteY12" fmla="*/ 6858000 h 6858000"/>
              <a:gd name="connsiteX13" fmla="*/ 0 w 12192000"/>
              <a:gd name="connsiteY13" fmla="*/ 6858000 h 6858000"/>
              <a:gd name="connsiteX14" fmla="*/ 0 w 12192000"/>
              <a:gd name="connsiteY14" fmla="*/ 0 h 6858000"/>
              <a:gd name="connsiteX0" fmla="*/ 361950 w 12192000"/>
              <a:gd name="connsiteY0" fmla="*/ 344402 h 6858000"/>
              <a:gd name="connsiteX1" fmla="*/ 361950 w 12192000"/>
              <a:gd name="connsiteY1" fmla="*/ 6536402 h 6858000"/>
              <a:gd name="connsiteX2" fmla="*/ 5401950 w 12192000"/>
              <a:gd name="connsiteY2" fmla="*/ 6536402 h 6858000"/>
              <a:gd name="connsiteX3" fmla="*/ 5401950 w 12192000"/>
              <a:gd name="connsiteY3" fmla="*/ 344402 h 6858000"/>
              <a:gd name="connsiteX4" fmla="*/ 361950 w 12192000"/>
              <a:gd name="connsiteY4" fmla="*/ 344402 h 6858000"/>
              <a:gd name="connsiteX5" fmla="*/ 10144585 w 12192000"/>
              <a:gd name="connsiteY5" fmla="*/ 266296 h 6858000"/>
              <a:gd name="connsiteX6" fmla="*/ 10142680 w 12192000"/>
              <a:gd name="connsiteY6" fmla="*/ 1025401 h 6858000"/>
              <a:gd name="connsiteX7" fmla="*/ 11904664 w 12192000"/>
              <a:gd name="connsiteY7" fmla="*/ 1025401 h 6858000"/>
              <a:gd name="connsiteX8" fmla="*/ 11902759 w 12192000"/>
              <a:gd name="connsiteY8" fmla="*/ 268201 h 6858000"/>
              <a:gd name="connsiteX9" fmla="*/ 10144585 w 12192000"/>
              <a:gd name="connsiteY9" fmla="*/ 266296 h 6858000"/>
              <a:gd name="connsiteX10" fmla="*/ 0 w 12192000"/>
              <a:gd name="connsiteY10" fmla="*/ 0 h 6858000"/>
              <a:gd name="connsiteX11" fmla="*/ 12192000 w 12192000"/>
              <a:gd name="connsiteY11" fmla="*/ 0 h 6858000"/>
              <a:gd name="connsiteX12" fmla="*/ 12192000 w 12192000"/>
              <a:gd name="connsiteY12" fmla="*/ 6858000 h 6858000"/>
              <a:gd name="connsiteX13" fmla="*/ 0 w 12192000"/>
              <a:gd name="connsiteY13" fmla="*/ 6858000 h 6858000"/>
              <a:gd name="connsiteX14" fmla="*/ 0 w 12192000"/>
              <a:gd name="connsiteY14" fmla="*/ 0 h 6858000"/>
              <a:gd name="connsiteX0" fmla="*/ 361950 w 12192000"/>
              <a:gd name="connsiteY0" fmla="*/ 344402 h 6858000"/>
              <a:gd name="connsiteX1" fmla="*/ 361950 w 12192000"/>
              <a:gd name="connsiteY1" fmla="*/ 6536402 h 6858000"/>
              <a:gd name="connsiteX2" fmla="*/ 5401950 w 12192000"/>
              <a:gd name="connsiteY2" fmla="*/ 6536402 h 6858000"/>
              <a:gd name="connsiteX3" fmla="*/ 5401950 w 12192000"/>
              <a:gd name="connsiteY3" fmla="*/ 344402 h 6858000"/>
              <a:gd name="connsiteX4" fmla="*/ 361950 w 12192000"/>
              <a:gd name="connsiteY4" fmla="*/ 344402 h 6858000"/>
              <a:gd name="connsiteX5" fmla="*/ 10144585 w 12192000"/>
              <a:gd name="connsiteY5" fmla="*/ 266296 h 6858000"/>
              <a:gd name="connsiteX6" fmla="*/ 10142680 w 12192000"/>
              <a:gd name="connsiteY6" fmla="*/ 1025401 h 6858000"/>
              <a:gd name="connsiteX7" fmla="*/ 11904664 w 12192000"/>
              <a:gd name="connsiteY7" fmla="*/ 1025401 h 6858000"/>
              <a:gd name="connsiteX8" fmla="*/ 11757979 w 12192000"/>
              <a:gd name="connsiteY8" fmla="*/ 397741 h 6858000"/>
              <a:gd name="connsiteX9" fmla="*/ 10144585 w 12192000"/>
              <a:gd name="connsiteY9" fmla="*/ 266296 h 6858000"/>
              <a:gd name="connsiteX10" fmla="*/ 0 w 12192000"/>
              <a:gd name="connsiteY10" fmla="*/ 0 h 6858000"/>
              <a:gd name="connsiteX11" fmla="*/ 12192000 w 12192000"/>
              <a:gd name="connsiteY11" fmla="*/ 0 h 6858000"/>
              <a:gd name="connsiteX12" fmla="*/ 12192000 w 12192000"/>
              <a:gd name="connsiteY12" fmla="*/ 6858000 h 6858000"/>
              <a:gd name="connsiteX13" fmla="*/ 0 w 12192000"/>
              <a:gd name="connsiteY13" fmla="*/ 6858000 h 6858000"/>
              <a:gd name="connsiteX14" fmla="*/ 0 w 12192000"/>
              <a:gd name="connsiteY14" fmla="*/ 0 h 6858000"/>
              <a:gd name="connsiteX0" fmla="*/ 361950 w 12192000"/>
              <a:gd name="connsiteY0" fmla="*/ 344402 h 6858000"/>
              <a:gd name="connsiteX1" fmla="*/ 361950 w 12192000"/>
              <a:gd name="connsiteY1" fmla="*/ 6536402 h 6858000"/>
              <a:gd name="connsiteX2" fmla="*/ 5401950 w 12192000"/>
              <a:gd name="connsiteY2" fmla="*/ 6536402 h 6858000"/>
              <a:gd name="connsiteX3" fmla="*/ 5401950 w 12192000"/>
              <a:gd name="connsiteY3" fmla="*/ 344402 h 6858000"/>
              <a:gd name="connsiteX4" fmla="*/ 361950 w 12192000"/>
              <a:gd name="connsiteY4" fmla="*/ 344402 h 6858000"/>
              <a:gd name="connsiteX5" fmla="*/ 10144585 w 12192000"/>
              <a:gd name="connsiteY5" fmla="*/ 266296 h 6858000"/>
              <a:gd name="connsiteX6" fmla="*/ 10142680 w 12192000"/>
              <a:gd name="connsiteY6" fmla="*/ 1025401 h 6858000"/>
              <a:gd name="connsiteX7" fmla="*/ 11904664 w 12192000"/>
              <a:gd name="connsiteY7" fmla="*/ 1025401 h 6858000"/>
              <a:gd name="connsiteX8" fmla="*/ 11904664 w 12192000"/>
              <a:gd name="connsiteY8" fmla="*/ 268201 h 6858000"/>
              <a:gd name="connsiteX9" fmla="*/ 10144585 w 12192000"/>
              <a:gd name="connsiteY9" fmla="*/ 266296 h 6858000"/>
              <a:gd name="connsiteX10" fmla="*/ 0 w 12192000"/>
              <a:gd name="connsiteY10" fmla="*/ 0 h 6858000"/>
              <a:gd name="connsiteX11" fmla="*/ 12192000 w 12192000"/>
              <a:gd name="connsiteY11" fmla="*/ 0 h 6858000"/>
              <a:gd name="connsiteX12" fmla="*/ 12192000 w 12192000"/>
              <a:gd name="connsiteY12" fmla="*/ 6858000 h 6858000"/>
              <a:gd name="connsiteX13" fmla="*/ 0 w 12192000"/>
              <a:gd name="connsiteY13" fmla="*/ 6858000 h 6858000"/>
              <a:gd name="connsiteX14" fmla="*/ 0 w 12192000"/>
              <a:gd name="connsiteY14" fmla="*/ 0 h 6858000"/>
              <a:gd name="connsiteX0" fmla="*/ 361950 w 12192000"/>
              <a:gd name="connsiteY0" fmla="*/ 344402 h 6858000"/>
              <a:gd name="connsiteX1" fmla="*/ 361950 w 12192000"/>
              <a:gd name="connsiteY1" fmla="*/ 6536402 h 6858000"/>
              <a:gd name="connsiteX2" fmla="*/ 5401950 w 12192000"/>
              <a:gd name="connsiteY2" fmla="*/ 6536402 h 6858000"/>
              <a:gd name="connsiteX3" fmla="*/ 5401950 w 12192000"/>
              <a:gd name="connsiteY3" fmla="*/ 344402 h 6858000"/>
              <a:gd name="connsiteX4" fmla="*/ 361950 w 12192000"/>
              <a:gd name="connsiteY4" fmla="*/ 344402 h 6858000"/>
              <a:gd name="connsiteX5" fmla="*/ 10262695 w 12192000"/>
              <a:gd name="connsiteY5" fmla="*/ 352021 h 6858000"/>
              <a:gd name="connsiteX6" fmla="*/ 10142680 w 12192000"/>
              <a:gd name="connsiteY6" fmla="*/ 1025401 h 6858000"/>
              <a:gd name="connsiteX7" fmla="*/ 11904664 w 12192000"/>
              <a:gd name="connsiteY7" fmla="*/ 1025401 h 6858000"/>
              <a:gd name="connsiteX8" fmla="*/ 11904664 w 12192000"/>
              <a:gd name="connsiteY8" fmla="*/ 268201 h 6858000"/>
              <a:gd name="connsiteX9" fmla="*/ 10262695 w 12192000"/>
              <a:gd name="connsiteY9" fmla="*/ 352021 h 6858000"/>
              <a:gd name="connsiteX10" fmla="*/ 0 w 12192000"/>
              <a:gd name="connsiteY10" fmla="*/ 0 h 6858000"/>
              <a:gd name="connsiteX11" fmla="*/ 12192000 w 12192000"/>
              <a:gd name="connsiteY11" fmla="*/ 0 h 6858000"/>
              <a:gd name="connsiteX12" fmla="*/ 12192000 w 12192000"/>
              <a:gd name="connsiteY12" fmla="*/ 6858000 h 6858000"/>
              <a:gd name="connsiteX13" fmla="*/ 0 w 12192000"/>
              <a:gd name="connsiteY13" fmla="*/ 6858000 h 6858000"/>
              <a:gd name="connsiteX14" fmla="*/ 0 w 12192000"/>
              <a:gd name="connsiteY14" fmla="*/ 0 h 6858000"/>
              <a:gd name="connsiteX0" fmla="*/ 361950 w 12192000"/>
              <a:gd name="connsiteY0" fmla="*/ 344402 h 6858000"/>
              <a:gd name="connsiteX1" fmla="*/ 361950 w 12192000"/>
              <a:gd name="connsiteY1" fmla="*/ 6536402 h 6858000"/>
              <a:gd name="connsiteX2" fmla="*/ 5401950 w 12192000"/>
              <a:gd name="connsiteY2" fmla="*/ 6536402 h 6858000"/>
              <a:gd name="connsiteX3" fmla="*/ 5401950 w 12192000"/>
              <a:gd name="connsiteY3" fmla="*/ 344402 h 6858000"/>
              <a:gd name="connsiteX4" fmla="*/ 361950 w 12192000"/>
              <a:gd name="connsiteY4" fmla="*/ 344402 h 6858000"/>
              <a:gd name="connsiteX5" fmla="*/ 10146490 w 12192000"/>
              <a:gd name="connsiteY5" fmla="*/ 268201 h 6858000"/>
              <a:gd name="connsiteX6" fmla="*/ 10142680 w 12192000"/>
              <a:gd name="connsiteY6" fmla="*/ 1025401 h 6858000"/>
              <a:gd name="connsiteX7" fmla="*/ 11904664 w 12192000"/>
              <a:gd name="connsiteY7" fmla="*/ 1025401 h 6858000"/>
              <a:gd name="connsiteX8" fmla="*/ 11904664 w 12192000"/>
              <a:gd name="connsiteY8" fmla="*/ 268201 h 6858000"/>
              <a:gd name="connsiteX9" fmla="*/ 10146490 w 12192000"/>
              <a:gd name="connsiteY9" fmla="*/ 268201 h 6858000"/>
              <a:gd name="connsiteX10" fmla="*/ 0 w 12192000"/>
              <a:gd name="connsiteY10" fmla="*/ 0 h 6858000"/>
              <a:gd name="connsiteX11" fmla="*/ 12192000 w 12192000"/>
              <a:gd name="connsiteY11" fmla="*/ 0 h 6858000"/>
              <a:gd name="connsiteX12" fmla="*/ 12192000 w 12192000"/>
              <a:gd name="connsiteY12" fmla="*/ 6858000 h 6858000"/>
              <a:gd name="connsiteX13" fmla="*/ 0 w 12192000"/>
              <a:gd name="connsiteY13" fmla="*/ 6858000 h 6858000"/>
              <a:gd name="connsiteX14" fmla="*/ 0 w 12192000"/>
              <a:gd name="connsiteY14" fmla="*/ 0 h 6858000"/>
              <a:gd name="connsiteX0" fmla="*/ 276606 w 12192000"/>
              <a:gd name="connsiteY0" fmla="*/ 252962 h 6858000"/>
              <a:gd name="connsiteX1" fmla="*/ 361950 w 12192000"/>
              <a:gd name="connsiteY1" fmla="*/ 6536402 h 6858000"/>
              <a:gd name="connsiteX2" fmla="*/ 5401950 w 12192000"/>
              <a:gd name="connsiteY2" fmla="*/ 6536402 h 6858000"/>
              <a:gd name="connsiteX3" fmla="*/ 5401950 w 12192000"/>
              <a:gd name="connsiteY3" fmla="*/ 344402 h 6858000"/>
              <a:gd name="connsiteX4" fmla="*/ 276606 w 12192000"/>
              <a:gd name="connsiteY4" fmla="*/ 252962 h 6858000"/>
              <a:gd name="connsiteX5" fmla="*/ 10146490 w 12192000"/>
              <a:gd name="connsiteY5" fmla="*/ 268201 h 6858000"/>
              <a:gd name="connsiteX6" fmla="*/ 10142680 w 12192000"/>
              <a:gd name="connsiteY6" fmla="*/ 1025401 h 6858000"/>
              <a:gd name="connsiteX7" fmla="*/ 11904664 w 12192000"/>
              <a:gd name="connsiteY7" fmla="*/ 1025401 h 6858000"/>
              <a:gd name="connsiteX8" fmla="*/ 11904664 w 12192000"/>
              <a:gd name="connsiteY8" fmla="*/ 268201 h 6858000"/>
              <a:gd name="connsiteX9" fmla="*/ 10146490 w 12192000"/>
              <a:gd name="connsiteY9" fmla="*/ 268201 h 6858000"/>
              <a:gd name="connsiteX10" fmla="*/ 0 w 12192000"/>
              <a:gd name="connsiteY10" fmla="*/ 0 h 6858000"/>
              <a:gd name="connsiteX11" fmla="*/ 12192000 w 12192000"/>
              <a:gd name="connsiteY11" fmla="*/ 0 h 6858000"/>
              <a:gd name="connsiteX12" fmla="*/ 12192000 w 12192000"/>
              <a:gd name="connsiteY12" fmla="*/ 6858000 h 6858000"/>
              <a:gd name="connsiteX13" fmla="*/ 0 w 12192000"/>
              <a:gd name="connsiteY13" fmla="*/ 6858000 h 6858000"/>
              <a:gd name="connsiteX14" fmla="*/ 0 w 12192000"/>
              <a:gd name="connsiteY14" fmla="*/ 0 h 6858000"/>
              <a:gd name="connsiteX0" fmla="*/ 276606 w 12192000"/>
              <a:gd name="connsiteY0" fmla="*/ 252962 h 6858000"/>
              <a:gd name="connsiteX1" fmla="*/ 282702 w 12192000"/>
              <a:gd name="connsiteY1" fmla="*/ 6609554 h 6858000"/>
              <a:gd name="connsiteX2" fmla="*/ 5401950 w 12192000"/>
              <a:gd name="connsiteY2" fmla="*/ 6536402 h 6858000"/>
              <a:gd name="connsiteX3" fmla="*/ 5401950 w 12192000"/>
              <a:gd name="connsiteY3" fmla="*/ 344402 h 6858000"/>
              <a:gd name="connsiteX4" fmla="*/ 276606 w 12192000"/>
              <a:gd name="connsiteY4" fmla="*/ 252962 h 6858000"/>
              <a:gd name="connsiteX5" fmla="*/ 10146490 w 12192000"/>
              <a:gd name="connsiteY5" fmla="*/ 268201 h 6858000"/>
              <a:gd name="connsiteX6" fmla="*/ 10142680 w 12192000"/>
              <a:gd name="connsiteY6" fmla="*/ 1025401 h 6858000"/>
              <a:gd name="connsiteX7" fmla="*/ 11904664 w 12192000"/>
              <a:gd name="connsiteY7" fmla="*/ 1025401 h 6858000"/>
              <a:gd name="connsiteX8" fmla="*/ 11904664 w 12192000"/>
              <a:gd name="connsiteY8" fmla="*/ 268201 h 6858000"/>
              <a:gd name="connsiteX9" fmla="*/ 10146490 w 12192000"/>
              <a:gd name="connsiteY9" fmla="*/ 268201 h 6858000"/>
              <a:gd name="connsiteX10" fmla="*/ 0 w 12192000"/>
              <a:gd name="connsiteY10" fmla="*/ 0 h 6858000"/>
              <a:gd name="connsiteX11" fmla="*/ 12192000 w 12192000"/>
              <a:gd name="connsiteY11" fmla="*/ 0 h 6858000"/>
              <a:gd name="connsiteX12" fmla="*/ 12192000 w 12192000"/>
              <a:gd name="connsiteY12" fmla="*/ 6858000 h 6858000"/>
              <a:gd name="connsiteX13" fmla="*/ 0 w 12192000"/>
              <a:gd name="connsiteY13" fmla="*/ 6858000 h 6858000"/>
              <a:gd name="connsiteX14" fmla="*/ 0 w 12192000"/>
              <a:gd name="connsiteY14" fmla="*/ 0 h 6858000"/>
              <a:gd name="connsiteX0" fmla="*/ 276606 w 12192000"/>
              <a:gd name="connsiteY0" fmla="*/ 252962 h 6858000"/>
              <a:gd name="connsiteX1" fmla="*/ 282702 w 12192000"/>
              <a:gd name="connsiteY1" fmla="*/ 6609554 h 6858000"/>
              <a:gd name="connsiteX2" fmla="*/ 5328798 w 12192000"/>
              <a:gd name="connsiteY2" fmla="*/ 6597362 h 6858000"/>
              <a:gd name="connsiteX3" fmla="*/ 5401950 w 12192000"/>
              <a:gd name="connsiteY3" fmla="*/ 344402 h 6858000"/>
              <a:gd name="connsiteX4" fmla="*/ 276606 w 12192000"/>
              <a:gd name="connsiteY4" fmla="*/ 252962 h 6858000"/>
              <a:gd name="connsiteX5" fmla="*/ 10146490 w 12192000"/>
              <a:gd name="connsiteY5" fmla="*/ 268201 h 6858000"/>
              <a:gd name="connsiteX6" fmla="*/ 10142680 w 12192000"/>
              <a:gd name="connsiteY6" fmla="*/ 1025401 h 6858000"/>
              <a:gd name="connsiteX7" fmla="*/ 11904664 w 12192000"/>
              <a:gd name="connsiteY7" fmla="*/ 1025401 h 6858000"/>
              <a:gd name="connsiteX8" fmla="*/ 11904664 w 12192000"/>
              <a:gd name="connsiteY8" fmla="*/ 268201 h 6858000"/>
              <a:gd name="connsiteX9" fmla="*/ 10146490 w 12192000"/>
              <a:gd name="connsiteY9" fmla="*/ 268201 h 6858000"/>
              <a:gd name="connsiteX10" fmla="*/ 0 w 12192000"/>
              <a:gd name="connsiteY10" fmla="*/ 0 h 6858000"/>
              <a:gd name="connsiteX11" fmla="*/ 12192000 w 12192000"/>
              <a:gd name="connsiteY11" fmla="*/ 0 h 6858000"/>
              <a:gd name="connsiteX12" fmla="*/ 12192000 w 12192000"/>
              <a:gd name="connsiteY12" fmla="*/ 6858000 h 6858000"/>
              <a:gd name="connsiteX13" fmla="*/ 0 w 12192000"/>
              <a:gd name="connsiteY13" fmla="*/ 6858000 h 6858000"/>
              <a:gd name="connsiteX14" fmla="*/ 0 w 12192000"/>
              <a:gd name="connsiteY14" fmla="*/ 0 h 6858000"/>
              <a:gd name="connsiteX0" fmla="*/ 276606 w 12192000"/>
              <a:gd name="connsiteY0" fmla="*/ 252962 h 6858000"/>
              <a:gd name="connsiteX1" fmla="*/ 282702 w 12192000"/>
              <a:gd name="connsiteY1" fmla="*/ 6609554 h 6858000"/>
              <a:gd name="connsiteX2" fmla="*/ 5328798 w 12192000"/>
              <a:gd name="connsiteY2" fmla="*/ 6597362 h 6858000"/>
              <a:gd name="connsiteX3" fmla="*/ 5328798 w 12192000"/>
              <a:gd name="connsiteY3" fmla="*/ 259058 h 6858000"/>
              <a:gd name="connsiteX4" fmla="*/ 276606 w 12192000"/>
              <a:gd name="connsiteY4" fmla="*/ 252962 h 6858000"/>
              <a:gd name="connsiteX5" fmla="*/ 10146490 w 12192000"/>
              <a:gd name="connsiteY5" fmla="*/ 268201 h 6858000"/>
              <a:gd name="connsiteX6" fmla="*/ 10142680 w 12192000"/>
              <a:gd name="connsiteY6" fmla="*/ 1025401 h 6858000"/>
              <a:gd name="connsiteX7" fmla="*/ 11904664 w 12192000"/>
              <a:gd name="connsiteY7" fmla="*/ 1025401 h 6858000"/>
              <a:gd name="connsiteX8" fmla="*/ 11904664 w 12192000"/>
              <a:gd name="connsiteY8" fmla="*/ 268201 h 6858000"/>
              <a:gd name="connsiteX9" fmla="*/ 10146490 w 12192000"/>
              <a:gd name="connsiteY9" fmla="*/ 268201 h 6858000"/>
              <a:gd name="connsiteX10" fmla="*/ 0 w 12192000"/>
              <a:gd name="connsiteY10" fmla="*/ 0 h 6858000"/>
              <a:gd name="connsiteX11" fmla="*/ 12192000 w 12192000"/>
              <a:gd name="connsiteY11" fmla="*/ 0 h 6858000"/>
              <a:gd name="connsiteX12" fmla="*/ 12192000 w 12192000"/>
              <a:gd name="connsiteY12" fmla="*/ 6858000 h 6858000"/>
              <a:gd name="connsiteX13" fmla="*/ 0 w 12192000"/>
              <a:gd name="connsiteY13" fmla="*/ 6858000 h 6858000"/>
              <a:gd name="connsiteX14" fmla="*/ 0 w 12192000"/>
              <a:gd name="connsiteY14" fmla="*/ 0 h 6858000"/>
              <a:gd name="connsiteX0" fmla="*/ 276606 w 12192000"/>
              <a:gd name="connsiteY0" fmla="*/ 252962 h 6858000"/>
              <a:gd name="connsiteX1" fmla="*/ 282702 w 12192000"/>
              <a:gd name="connsiteY1" fmla="*/ 6609554 h 6858000"/>
              <a:gd name="connsiteX2" fmla="*/ 5328798 w 12192000"/>
              <a:gd name="connsiteY2" fmla="*/ 6597362 h 6858000"/>
              <a:gd name="connsiteX3" fmla="*/ 4877694 w 12192000"/>
              <a:gd name="connsiteY3" fmla="*/ 899138 h 6858000"/>
              <a:gd name="connsiteX4" fmla="*/ 276606 w 12192000"/>
              <a:gd name="connsiteY4" fmla="*/ 252962 h 6858000"/>
              <a:gd name="connsiteX5" fmla="*/ 10146490 w 12192000"/>
              <a:gd name="connsiteY5" fmla="*/ 268201 h 6858000"/>
              <a:gd name="connsiteX6" fmla="*/ 10142680 w 12192000"/>
              <a:gd name="connsiteY6" fmla="*/ 1025401 h 6858000"/>
              <a:gd name="connsiteX7" fmla="*/ 11904664 w 12192000"/>
              <a:gd name="connsiteY7" fmla="*/ 1025401 h 6858000"/>
              <a:gd name="connsiteX8" fmla="*/ 11904664 w 12192000"/>
              <a:gd name="connsiteY8" fmla="*/ 268201 h 6858000"/>
              <a:gd name="connsiteX9" fmla="*/ 10146490 w 12192000"/>
              <a:gd name="connsiteY9" fmla="*/ 268201 h 6858000"/>
              <a:gd name="connsiteX10" fmla="*/ 0 w 12192000"/>
              <a:gd name="connsiteY10" fmla="*/ 0 h 6858000"/>
              <a:gd name="connsiteX11" fmla="*/ 12192000 w 12192000"/>
              <a:gd name="connsiteY11" fmla="*/ 0 h 6858000"/>
              <a:gd name="connsiteX12" fmla="*/ 12192000 w 12192000"/>
              <a:gd name="connsiteY12" fmla="*/ 6858000 h 6858000"/>
              <a:gd name="connsiteX13" fmla="*/ 0 w 12192000"/>
              <a:gd name="connsiteY13" fmla="*/ 6858000 h 6858000"/>
              <a:gd name="connsiteX14" fmla="*/ 0 w 12192000"/>
              <a:gd name="connsiteY14" fmla="*/ 0 h 6858000"/>
              <a:gd name="connsiteX0" fmla="*/ 276606 w 12192000"/>
              <a:gd name="connsiteY0" fmla="*/ 252962 h 6858000"/>
              <a:gd name="connsiteX1" fmla="*/ 282702 w 12192000"/>
              <a:gd name="connsiteY1" fmla="*/ 6609554 h 6858000"/>
              <a:gd name="connsiteX2" fmla="*/ 5328798 w 12192000"/>
              <a:gd name="connsiteY2" fmla="*/ 6597362 h 6858000"/>
              <a:gd name="connsiteX3" fmla="*/ 5328798 w 12192000"/>
              <a:gd name="connsiteY3" fmla="*/ 252962 h 6858000"/>
              <a:gd name="connsiteX4" fmla="*/ 276606 w 12192000"/>
              <a:gd name="connsiteY4" fmla="*/ 252962 h 6858000"/>
              <a:gd name="connsiteX5" fmla="*/ 10146490 w 12192000"/>
              <a:gd name="connsiteY5" fmla="*/ 268201 h 6858000"/>
              <a:gd name="connsiteX6" fmla="*/ 10142680 w 12192000"/>
              <a:gd name="connsiteY6" fmla="*/ 1025401 h 6858000"/>
              <a:gd name="connsiteX7" fmla="*/ 11904664 w 12192000"/>
              <a:gd name="connsiteY7" fmla="*/ 1025401 h 6858000"/>
              <a:gd name="connsiteX8" fmla="*/ 11904664 w 12192000"/>
              <a:gd name="connsiteY8" fmla="*/ 268201 h 6858000"/>
              <a:gd name="connsiteX9" fmla="*/ 10146490 w 12192000"/>
              <a:gd name="connsiteY9" fmla="*/ 268201 h 6858000"/>
              <a:gd name="connsiteX10" fmla="*/ 0 w 12192000"/>
              <a:gd name="connsiteY10" fmla="*/ 0 h 6858000"/>
              <a:gd name="connsiteX11" fmla="*/ 12192000 w 12192000"/>
              <a:gd name="connsiteY11" fmla="*/ 0 h 6858000"/>
              <a:gd name="connsiteX12" fmla="*/ 12192000 w 12192000"/>
              <a:gd name="connsiteY12" fmla="*/ 6858000 h 6858000"/>
              <a:gd name="connsiteX13" fmla="*/ 0 w 12192000"/>
              <a:gd name="connsiteY13" fmla="*/ 6858000 h 6858000"/>
              <a:gd name="connsiteX14" fmla="*/ 0 w 12192000"/>
              <a:gd name="connsiteY14" fmla="*/ 0 h 6858000"/>
              <a:gd name="connsiteX0" fmla="*/ 276606 w 12192000"/>
              <a:gd name="connsiteY0" fmla="*/ 252962 h 6858000"/>
              <a:gd name="connsiteX1" fmla="*/ 1002030 w 12192000"/>
              <a:gd name="connsiteY1" fmla="*/ 6140162 h 6858000"/>
              <a:gd name="connsiteX2" fmla="*/ 5328798 w 12192000"/>
              <a:gd name="connsiteY2" fmla="*/ 6597362 h 6858000"/>
              <a:gd name="connsiteX3" fmla="*/ 5328798 w 12192000"/>
              <a:gd name="connsiteY3" fmla="*/ 252962 h 6858000"/>
              <a:gd name="connsiteX4" fmla="*/ 276606 w 12192000"/>
              <a:gd name="connsiteY4" fmla="*/ 252962 h 6858000"/>
              <a:gd name="connsiteX5" fmla="*/ 10146490 w 12192000"/>
              <a:gd name="connsiteY5" fmla="*/ 268201 h 6858000"/>
              <a:gd name="connsiteX6" fmla="*/ 10142680 w 12192000"/>
              <a:gd name="connsiteY6" fmla="*/ 1025401 h 6858000"/>
              <a:gd name="connsiteX7" fmla="*/ 11904664 w 12192000"/>
              <a:gd name="connsiteY7" fmla="*/ 1025401 h 6858000"/>
              <a:gd name="connsiteX8" fmla="*/ 11904664 w 12192000"/>
              <a:gd name="connsiteY8" fmla="*/ 268201 h 6858000"/>
              <a:gd name="connsiteX9" fmla="*/ 10146490 w 12192000"/>
              <a:gd name="connsiteY9" fmla="*/ 268201 h 6858000"/>
              <a:gd name="connsiteX10" fmla="*/ 0 w 12192000"/>
              <a:gd name="connsiteY10" fmla="*/ 0 h 6858000"/>
              <a:gd name="connsiteX11" fmla="*/ 12192000 w 12192000"/>
              <a:gd name="connsiteY11" fmla="*/ 0 h 6858000"/>
              <a:gd name="connsiteX12" fmla="*/ 12192000 w 12192000"/>
              <a:gd name="connsiteY12" fmla="*/ 6858000 h 6858000"/>
              <a:gd name="connsiteX13" fmla="*/ 0 w 12192000"/>
              <a:gd name="connsiteY13" fmla="*/ 6858000 h 6858000"/>
              <a:gd name="connsiteX14" fmla="*/ 0 w 12192000"/>
              <a:gd name="connsiteY14" fmla="*/ 0 h 6858000"/>
              <a:gd name="connsiteX0" fmla="*/ 276606 w 12192000"/>
              <a:gd name="connsiteY0" fmla="*/ 252962 h 6858000"/>
              <a:gd name="connsiteX1" fmla="*/ 276606 w 12192000"/>
              <a:gd name="connsiteY1" fmla="*/ 6603458 h 6858000"/>
              <a:gd name="connsiteX2" fmla="*/ 5328798 w 12192000"/>
              <a:gd name="connsiteY2" fmla="*/ 6597362 h 6858000"/>
              <a:gd name="connsiteX3" fmla="*/ 5328798 w 12192000"/>
              <a:gd name="connsiteY3" fmla="*/ 252962 h 6858000"/>
              <a:gd name="connsiteX4" fmla="*/ 276606 w 12192000"/>
              <a:gd name="connsiteY4" fmla="*/ 252962 h 6858000"/>
              <a:gd name="connsiteX5" fmla="*/ 10146490 w 12192000"/>
              <a:gd name="connsiteY5" fmla="*/ 268201 h 6858000"/>
              <a:gd name="connsiteX6" fmla="*/ 10142680 w 12192000"/>
              <a:gd name="connsiteY6" fmla="*/ 1025401 h 6858000"/>
              <a:gd name="connsiteX7" fmla="*/ 11904664 w 12192000"/>
              <a:gd name="connsiteY7" fmla="*/ 1025401 h 6858000"/>
              <a:gd name="connsiteX8" fmla="*/ 11904664 w 12192000"/>
              <a:gd name="connsiteY8" fmla="*/ 268201 h 6858000"/>
              <a:gd name="connsiteX9" fmla="*/ 10146490 w 12192000"/>
              <a:gd name="connsiteY9" fmla="*/ 268201 h 6858000"/>
              <a:gd name="connsiteX10" fmla="*/ 0 w 12192000"/>
              <a:gd name="connsiteY10" fmla="*/ 0 h 6858000"/>
              <a:gd name="connsiteX11" fmla="*/ 12192000 w 12192000"/>
              <a:gd name="connsiteY11" fmla="*/ 0 h 6858000"/>
              <a:gd name="connsiteX12" fmla="*/ 12192000 w 12192000"/>
              <a:gd name="connsiteY12" fmla="*/ 6858000 h 6858000"/>
              <a:gd name="connsiteX13" fmla="*/ 0 w 12192000"/>
              <a:gd name="connsiteY13" fmla="*/ 6858000 h 6858000"/>
              <a:gd name="connsiteX14" fmla="*/ 0 w 12192000"/>
              <a:gd name="connsiteY14" fmla="*/ 0 h 6858000"/>
              <a:gd name="connsiteX0" fmla="*/ 276606 w 12192000"/>
              <a:gd name="connsiteY0" fmla="*/ 252962 h 6858000"/>
              <a:gd name="connsiteX1" fmla="*/ 276606 w 12192000"/>
              <a:gd name="connsiteY1" fmla="*/ 6603458 h 6858000"/>
              <a:gd name="connsiteX2" fmla="*/ 4481454 w 12192000"/>
              <a:gd name="connsiteY2" fmla="*/ 5591522 h 6858000"/>
              <a:gd name="connsiteX3" fmla="*/ 5328798 w 12192000"/>
              <a:gd name="connsiteY3" fmla="*/ 252962 h 6858000"/>
              <a:gd name="connsiteX4" fmla="*/ 276606 w 12192000"/>
              <a:gd name="connsiteY4" fmla="*/ 252962 h 6858000"/>
              <a:gd name="connsiteX5" fmla="*/ 10146490 w 12192000"/>
              <a:gd name="connsiteY5" fmla="*/ 268201 h 6858000"/>
              <a:gd name="connsiteX6" fmla="*/ 10142680 w 12192000"/>
              <a:gd name="connsiteY6" fmla="*/ 1025401 h 6858000"/>
              <a:gd name="connsiteX7" fmla="*/ 11904664 w 12192000"/>
              <a:gd name="connsiteY7" fmla="*/ 1025401 h 6858000"/>
              <a:gd name="connsiteX8" fmla="*/ 11904664 w 12192000"/>
              <a:gd name="connsiteY8" fmla="*/ 268201 h 6858000"/>
              <a:gd name="connsiteX9" fmla="*/ 10146490 w 12192000"/>
              <a:gd name="connsiteY9" fmla="*/ 268201 h 6858000"/>
              <a:gd name="connsiteX10" fmla="*/ 0 w 12192000"/>
              <a:gd name="connsiteY10" fmla="*/ 0 h 6858000"/>
              <a:gd name="connsiteX11" fmla="*/ 12192000 w 12192000"/>
              <a:gd name="connsiteY11" fmla="*/ 0 h 6858000"/>
              <a:gd name="connsiteX12" fmla="*/ 12192000 w 12192000"/>
              <a:gd name="connsiteY12" fmla="*/ 6858000 h 6858000"/>
              <a:gd name="connsiteX13" fmla="*/ 0 w 12192000"/>
              <a:gd name="connsiteY13" fmla="*/ 6858000 h 6858000"/>
              <a:gd name="connsiteX14" fmla="*/ 0 w 12192000"/>
              <a:gd name="connsiteY14" fmla="*/ 0 h 6858000"/>
              <a:gd name="connsiteX0" fmla="*/ 276606 w 12192000"/>
              <a:gd name="connsiteY0" fmla="*/ 252962 h 6858000"/>
              <a:gd name="connsiteX1" fmla="*/ 276606 w 12192000"/>
              <a:gd name="connsiteY1" fmla="*/ 6603458 h 6858000"/>
              <a:gd name="connsiteX2" fmla="*/ 5328798 w 12192000"/>
              <a:gd name="connsiteY2" fmla="*/ 6603458 h 6858000"/>
              <a:gd name="connsiteX3" fmla="*/ 5328798 w 12192000"/>
              <a:gd name="connsiteY3" fmla="*/ 252962 h 6858000"/>
              <a:gd name="connsiteX4" fmla="*/ 276606 w 12192000"/>
              <a:gd name="connsiteY4" fmla="*/ 252962 h 6858000"/>
              <a:gd name="connsiteX5" fmla="*/ 10146490 w 12192000"/>
              <a:gd name="connsiteY5" fmla="*/ 268201 h 6858000"/>
              <a:gd name="connsiteX6" fmla="*/ 10142680 w 12192000"/>
              <a:gd name="connsiteY6" fmla="*/ 1025401 h 6858000"/>
              <a:gd name="connsiteX7" fmla="*/ 11904664 w 12192000"/>
              <a:gd name="connsiteY7" fmla="*/ 1025401 h 6858000"/>
              <a:gd name="connsiteX8" fmla="*/ 11904664 w 12192000"/>
              <a:gd name="connsiteY8" fmla="*/ 268201 h 6858000"/>
              <a:gd name="connsiteX9" fmla="*/ 10146490 w 12192000"/>
              <a:gd name="connsiteY9" fmla="*/ 268201 h 6858000"/>
              <a:gd name="connsiteX10" fmla="*/ 0 w 12192000"/>
              <a:gd name="connsiteY10" fmla="*/ 0 h 6858000"/>
              <a:gd name="connsiteX11" fmla="*/ 12192000 w 12192000"/>
              <a:gd name="connsiteY11" fmla="*/ 0 h 6858000"/>
              <a:gd name="connsiteX12" fmla="*/ 12192000 w 12192000"/>
              <a:gd name="connsiteY12" fmla="*/ 6858000 h 6858000"/>
              <a:gd name="connsiteX13" fmla="*/ 0 w 12192000"/>
              <a:gd name="connsiteY13" fmla="*/ 6858000 h 6858000"/>
              <a:gd name="connsiteX14" fmla="*/ 0 w 12192000"/>
              <a:gd name="connsiteY14" fmla="*/ 0 h 6858000"/>
              <a:gd name="connsiteX0" fmla="*/ 276606 w 12192000"/>
              <a:gd name="connsiteY0" fmla="*/ 252962 h 6858000"/>
              <a:gd name="connsiteX1" fmla="*/ 276606 w 12192000"/>
              <a:gd name="connsiteY1" fmla="*/ 6603458 h 6858000"/>
              <a:gd name="connsiteX2" fmla="*/ 5147823 w 12192000"/>
              <a:gd name="connsiteY2" fmla="*/ 6481538 h 6858000"/>
              <a:gd name="connsiteX3" fmla="*/ 5328798 w 12192000"/>
              <a:gd name="connsiteY3" fmla="*/ 252962 h 6858000"/>
              <a:gd name="connsiteX4" fmla="*/ 276606 w 12192000"/>
              <a:gd name="connsiteY4" fmla="*/ 252962 h 6858000"/>
              <a:gd name="connsiteX5" fmla="*/ 10146490 w 12192000"/>
              <a:gd name="connsiteY5" fmla="*/ 268201 h 6858000"/>
              <a:gd name="connsiteX6" fmla="*/ 10142680 w 12192000"/>
              <a:gd name="connsiteY6" fmla="*/ 1025401 h 6858000"/>
              <a:gd name="connsiteX7" fmla="*/ 11904664 w 12192000"/>
              <a:gd name="connsiteY7" fmla="*/ 1025401 h 6858000"/>
              <a:gd name="connsiteX8" fmla="*/ 11904664 w 12192000"/>
              <a:gd name="connsiteY8" fmla="*/ 268201 h 6858000"/>
              <a:gd name="connsiteX9" fmla="*/ 10146490 w 12192000"/>
              <a:gd name="connsiteY9" fmla="*/ 268201 h 6858000"/>
              <a:gd name="connsiteX10" fmla="*/ 0 w 12192000"/>
              <a:gd name="connsiteY10" fmla="*/ 0 h 6858000"/>
              <a:gd name="connsiteX11" fmla="*/ 12192000 w 12192000"/>
              <a:gd name="connsiteY11" fmla="*/ 0 h 6858000"/>
              <a:gd name="connsiteX12" fmla="*/ 12192000 w 12192000"/>
              <a:gd name="connsiteY12" fmla="*/ 6858000 h 6858000"/>
              <a:gd name="connsiteX13" fmla="*/ 0 w 12192000"/>
              <a:gd name="connsiteY13" fmla="*/ 6858000 h 6858000"/>
              <a:gd name="connsiteX14" fmla="*/ 0 w 12192000"/>
              <a:gd name="connsiteY14" fmla="*/ 0 h 6858000"/>
              <a:gd name="connsiteX0" fmla="*/ 276606 w 12192000"/>
              <a:gd name="connsiteY0" fmla="*/ 252962 h 6858000"/>
              <a:gd name="connsiteX1" fmla="*/ 276606 w 12192000"/>
              <a:gd name="connsiteY1" fmla="*/ 6603458 h 6858000"/>
              <a:gd name="connsiteX2" fmla="*/ 5321178 w 12192000"/>
              <a:gd name="connsiteY2" fmla="*/ 6605363 h 6858000"/>
              <a:gd name="connsiteX3" fmla="*/ 5328798 w 12192000"/>
              <a:gd name="connsiteY3" fmla="*/ 252962 h 6858000"/>
              <a:gd name="connsiteX4" fmla="*/ 276606 w 12192000"/>
              <a:gd name="connsiteY4" fmla="*/ 252962 h 6858000"/>
              <a:gd name="connsiteX5" fmla="*/ 10146490 w 12192000"/>
              <a:gd name="connsiteY5" fmla="*/ 268201 h 6858000"/>
              <a:gd name="connsiteX6" fmla="*/ 10142680 w 12192000"/>
              <a:gd name="connsiteY6" fmla="*/ 1025401 h 6858000"/>
              <a:gd name="connsiteX7" fmla="*/ 11904664 w 12192000"/>
              <a:gd name="connsiteY7" fmla="*/ 1025401 h 6858000"/>
              <a:gd name="connsiteX8" fmla="*/ 11904664 w 12192000"/>
              <a:gd name="connsiteY8" fmla="*/ 268201 h 6858000"/>
              <a:gd name="connsiteX9" fmla="*/ 10146490 w 12192000"/>
              <a:gd name="connsiteY9" fmla="*/ 268201 h 6858000"/>
              <a:gd name="connsiteX10" fmla="*/ 0 w 12192000"/>
              <a:gd name="connsiteY10" fmla="*/ 0 h 6858000"/>
              <a:gd name="connsiteX11" fmla="*/ 12192000 w 12192000"/>
              <a:gd name="connsiteY11" fmla="*/ 0 h 6858000"/>
              <a:gd name="connsiteX12" fmla="*/ 12192000 w 12192000"/>
              <a:gd name="connsiteY12" fmla="*/ 6858000 h 6858000"/>
              <a:gd name="connsiteX13" fmla="*/ 0 w 12192000"/>
              <a:gd name="connsiteY13" fmla="*/ 6858000 h 6858000"/>
              <a:gd name="connsiteX14" fmla="*/ 0 w 12192000"/>
              <a:gd name="connsiteY14" fmla="*/ 0 h 6858000"/>
              <a:gd name="connsiteX0" fmla="*/ 276606 w 12192000"/>
              <a:gd name="connsiteY0" fmla="*/ 252962 h 6858000"/>
              <a:gd name="connsiteX1" fmla="*/ 547116 w 12192000"/>
              <a:gd name="connsiteY1" fmla="*/ 6291038 h 6858000"/>
              <a:gd name="connsiteX2" fmla="*/ 5321178 w 12192000"/>
              <a:gd name="connsiteY2" fmla="*/ 6605363 h 6858000"/>
              <a:gd name="connsiteX3" fmla="*/ 5328798 w 12192000"/>
              <a:gd name="connsiteY3" fmla="*/ 252962 h 6858000"/>
              <a:gd name="connsiteX4" fmla="*/ 276606 w 12192000"/>
              <a:gd name="connsiteY4" fmla="*/ 252962 h 6858000"/>
              <a:gd name="connsiteX5" fmla="*/ 10146490 w 12192000"/>
              <a:gd name="connsiteY5" fmla="*/ 268201 h 6858000"/>
              <a:gd name="connsiteX6" fmla="*/ 10142680 w 12192000"/>
              <a:gd name="connsiteY6" fmla="*/ 1025401 h 6858000"/>
              <a:gd name="connsiteX7" fmla="*/ 11904664 w 12192000"/>
              <a:gd name="connsiteY7" fmla="*/ 1025401 h 6858000"/>
              <a:gd name="connsiteX8" fmla="*/ 11904664 w 12192000"/>
              <a:gd name="connsiteY8" fmla="*/ 268201 h 6858000"/>
              <a:gd name="connsiteX9" fmla="*/ 10146490 w 12192000"/>
              <a:gd name="connsiteY9" fmla="*/ 268201 h 6858000"/>
              <a:gd name="connsiteX10" fmla="*/ 0 w 12192000"/>
              <a:gd name="connsiteY10" fmla="*/ 0 h 6858000"/>
              <a:gd name="connsiteX11" fmla="*/ 12192000 w 12192000"/>
              <a:gd name="connsiteY11" fmla="*/ 0 h 6858000"/>
              <a:gd name="connsiteX12" fmla="*/ 12192000 w 12192000"/>
              <a:gd name="connsiteY12" fmla="*/ 6858000 h 6858000"/>
              <a:gd name="connsiteX13" fmla="*/ 0 w 12192000"/>
              <a:gd name="connsiteY13" fmla="*/ 6858000 h 6858000"/>
              <a:gd name="connsiteX14" fmla="*/ 0 w 12192000"/>
              <a:gd name="connsiteY14" fmla="*/ 0 h 6858000"/>
              <a:gd name="connsiteX0" fmla="*/ 276606 w 12192000"/>
              <a:gd name="connsiteY0" fmla="*/ 252962 h 6858000"/>
              <a:gd name="connsiteX1" fmla="*/ 284226 w 12192000"/>
              <a:gd name="connsiteY1" fmla="*/ 6607268 h 6858000"/>
              <a:gd name="connsiteX2" fmla="*/ 5321178 w 12192000"/>
              <a:gd name="connsiteY2" fmla="*/ 6605363 h 6858000"/>
              <a:gd name="connsiteX3" fmla="*/ 5328798 w 12192000"/>
              <a:gd name="connsiteY3" fmla="*/ 252962 h 6858000"/>
              <a:gd name="connsiteX4" fmla="*/ 276606 w 12192000"/>
              <a:gd name="connsiteY4" fmla="*/ 252962 h 6858000"/>
              <a:gd name="connsiteX5" fmla="*/ 10146490 w 12192000"/>
              <a:gd name="connsiteY5" fmla="*/ 268201 h 6858000"/>
              <a:gd name="connsiteX6" fmla="*/ 10142680 w 12192000"/>
              <a:gd name="connsiteY6" fmla="*/ 1025401 h 6858000"/>
              <a:gd name="connsiteX7" fmla="*/ 11904664 w 12192000"/>
              <a:gd name="connsiteY7" fmla="*/ 1025401 h 6858000"/>
              <a:gd name="connsiteX8" fmla="*/ 11904664 w 12192000"/>
              <a:gd name="connsiteY8" fmla="*/ 268201 h 6858000"/>
              <a:gd name="connsiteX9" fmla="*/ 10146490 w 12192000"/>
              <a:gd name="connsiteY9" fmla="*/ 268201 h 6858000"/>
              <a:gd name="connsiteX10" fmla="*/ 0 w 12192000"/>
              <a:gd name="connsiteY10" fmla="*/ 0 h 6858000"/>
              <a:gd name="connsiteX11" fmla="*/ 12192000 w 12192000"/>
              <a:gd name="connsiteY11" fmla="*/ 0 h 6858000"/>
              <a:gd name="connsiteX12" fmla="*/ 12192000 w 12192000"/>
              <a:gd name="connsiteY12" fmla="*/ 6858000 h 6858000"/>
              <a:gd name="connsiteX13" fmla="*/ 0 w 12192000"/>
              <a:gd name="connsiteY13" fmla="*/ 6858000 h 6858000"/>
              <a:gd name="connsiteX14" fmla="*/ 0 w 12192000"/>
              <a:gd name="connsiteY14" fmla="*/ 0 h 6858000"/>
              <a:gd name="connsiteX0" fmla="*/ 493776 w 12192000"/>
              <a:gd name="connsiteY0" fmla="*/ 430127 h 6858000"/>
              <a:gd name="connsiteX1" fmla="*/ 284226 w 12192000"/>
              <a:gd name="connsiteY1" fmla="*/ 6607268 h 6858000"/>
              <a:gd name="connsiteX2" fmla="*/ 5321178 w 12192000"/>
              <a:gd name="connsiteY2" fmla="*/ 6605363 h 6858000"/>
              <a:gd name="connsiteX3" fmla="*/ 5328798 w 12192000"/>
              <a:gd name="connsiteY3" fmla="*/ 252962 h 6858000"/>
              <a:gd name="connsiteX4" fmla="*/ 493776 w 12192000"/>
              <a:gd name="connsiteY4" fmla="*/ 430127 h 6858000"/>
              <a:gd name="connsiteX5" fmla="*/ 10146490 w 12192000"/>
              <a:gd name="connsiteY5" fmla="*/ 268201 h 6858000"/>
              <a:gd name="connsiteX6" fmla="*/ 10142680 w 12192000"/>
              <a:gd name="connsiteY6" fmla="*/ 1025401 h 6858000"/>
              <a:gd name="connsiteX7" fmla="*/ 11904664 w 12192000"/>
              <a:gd name="connsiteY7" fmla="*/ 1025401 h 6858000"/>
              <a:gd name="connsiteX8" fmla="*/ 11904664 w 12192000"/>
              <a:gd name="connsiteY8" fmla="*/ 268201 h 6858000"/>
              <a:gd name="connsiteX9" fmla="*/ 10146490 w 12192000"/>
              <a:gd name="connsiteY9" fmla="*/ 268201 h 6858000"/>
              <a:gd name="connsiteX10" fmla="*/ 0 w 12192000"/>
              <a:gd name="connsiteY10" fmla="*/ 0 h 6858000"/>
              <a:gd name="connsiteX11" fmla="*/ 12192000 w 12192000"/>
              <a:gd name="connsiteY11" fmla="*/ 0 h 6858000"/>
              <a:gd name="connsiteX12" fmla="*/ 12192000 w 12192000"/>
              <a:gd name="connsiteY12" fmla="*/ 6858000 h 6858000"/>
              <a:gd name="connsiteX13" fmla="*/ 0 w 12192000"/>
              <a:gd name="connsiteY13" fmla="*/ 6858000 h 6858000"/>
              <a:gd name="connsiteX14" fmla="*/ 0 w 12192000"/>
              <a:gd name="connsiteY14" fmla="*/ 0 h 6858000"/>
              <a:gd name="connsiteX0" fmla="*/ 282321 w 12192000"/>
              <a:gd name="connsiteY0" fmla="*/ 258677 h 6858000"/>
              <a:gd name="connsiteX1" fmla="*/ 284226 w 12192000"/>
              <a:gd name="connsiteY1" fmla="*/ 6607268 h 6858000"/>
              <a:gd name="connsiteX2" fmla="*/ 5321178 w 12192000"/>
              <a:gd name="connsiteY2" fmla="*/ 6605363 h 6858000"/>
              <a:gd name="connsiteX3" fmla="*/ 5328798 w 12192000"/>
              <a:gd name="connsiteY3" fmla="*/ 252962 h 6858000"/>
              <a:gd name="connsiteX4" fmla="*/ 282321 w 12192000"/>
              <a:gd name="connsiteY4" fmla="*/ 258677 h 6858000"/>
              <a:gd name="connsiteX5" fmla="*/ 10146490 w 12192000"/>
              <a:gd name="connsiteY5" fmla="*/ 268201 h 6858000"/>
              <a:gd name="connsiteX6" fmla="*/ 10142680 w 12192000"/>
              <a:gd name="connsiteY6" fmla="*/ 1025401 h 6858000"/>
              <a:gd name="connsiteX7" fmla="*/ 11904664 w 12192000"/>
              <a:gd name="connsiteY7" fmla="*/ 1025401 h 6858000"/>
              <a:gd name="connsiteX8" fmla="*/ 11904664 w 12192000"/>
              <a:gd name="connsiteY8" fmla="*/ 268201 h 6858000"/>
              <a:gd name="connsiteX9" fmla="*/ 10146490 w 12192000"/>
              <a:gd name="connsiteY9" fmla="*/ 268201 h 6858000"/>
              <a:gd name="connsiteX10" fmla="*/ 0 w 12192000"/>
              <a:gd name="connsiteY10" fmla="*/ 0 h 6858000"/>
              <a:gd name="connsiteX11" fmla="*/ 12192000 w 12192000"/>
              <a:gd name="connsiteY11" fmla="*/ 0 h 6858000"/>
              <a:gd name="connsiteX12" fmla="*/ 12192000 w 12192000"/>
              <a:gd name="connsiteY12" fmla="*/ 6858000 h 6858000"/>
              <a:gd name="connsiteX13" fmla="*/ 0 w 12192000"/>
              <a:gd name="connsiteY13" fmla="*/ 6858000 h 6858000"/>
              <a:gd name="connsiteX14" fmla="*/ 0 w 12192000"/>
              <a:gd name="connsiteY14" fmla="*/ 0 h 6858000"/>
              <a:gd name="connsiteX0" fmla="*/ 282321 w 12192000"/>
              <a:gd name="connsiteY0" fmla="*/ 258677 h 6858000"/>
              <a:gd name="connsiteX1" fmla="*/ 284226 w 12192000"/>
              <a:gd name="connsiteY1" fmla="*/ 6607268 h 6858000"/>
              <a:gd name="connsiteX2" fmla="*/ 5321178 w 12192000"/>
              <a:gd name="connsiteY2" fmla="*/ 6605363 h 6858000"/>
              <a:gd name="connsiteX3" fmla="*/ 5323083 w 12192000"/>
              <a:gd name="connsiteY3" fmla="*/ 258677 h 6858000"/>
              <a:gd name="connsiteX4" fmla="*/ 282321 w 12192000"/>
              <a:gd name="connsiteY4" fmla="*/ 258677 h 6858000"/>
              <a:gd name="connsiteX5" fmla="*/ 10146490 w 12192000"/>
              <a:gd name="connsiteY5" fmla="*/ 268201 h 6858000"/>
              <a:gd name="connsiteX6" fmla="*/ 10142680 w 12192000"/>
              <a:gd name="connsiteY6" fmla="*/ 1025401 h 6858000"/>
              <a:gd name="connsiteX7" fmla="*/ 11904664 w 12192000"/>
              <a:gd name="connsiteY7" fmla="*/ 1025401 h 6858000"/>
              <a:gd name="connsiteX8" fmla="*/ 11904664 w 12192000"/>
              <a:gd name="connsiteY8" fmla="*/ 268201 h 6858000"/>
              <a:gd name="connsiteX9" fmla="*/ 10146490 w 12192000"/>
              <a:gd name="connsiteY9" fmla="*/ 268201 h 6858000"/>
              <a:gd name="connsiteX10" fmla="*/ 0 w 12192000"/>
              <a:gd name="connsiteY10" fmla="*/ 0 h 6858000"/>
              <a:gd name="connsiteX11" fmla="*/ 12192000 w 12192000"/>
              <a:gd name="connsiteY11" fmla="*/ 0 h 6858000"/>
              <a:gd name="connsiteX12" fmla="*/ 12192000 w 12192000"/>
              <a:gd name="connsiteY12" fmla="*/ 6858000 h 6858000"/>
              <a:gd name="connsiteX13" fmla="*/ 0 w 12192000"/>
              <a:gd name="connsiteY13" fmla="*/ 6858000 h 6858000"/>
              <a:gd name="connsiteX14" fmla="*/ 0 w 12192000"/>
              <a:gd name="connsiteY14" fmla="*/ 0 h 6858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</a:cxnLst>
            <a:rect l="l" t="t" r="r" b="b"/>
            <a:pathLst>
              <a:path w="12192000" h="6858000">
                <a:moveTo>
                  <a:pt x="282321" y="258677"/>
                </a:moveTo>
                <a:lnTo>
                  <a:pt x="284226" y="6607268"/>
                </a:lnTo>
                <a:lnTo>
                  <a:pt x="5321178" y="6605363"/>
                </a:lnTo>
                <a:lnTo>
                  <a:pt x="5323083" y="258677"/>
                </a:lnTo>
                <a:lnTo>
                  <a:pt x="282321" y="258677"/>
                </a:lnTo>
                <a:close/>
                <a:moveTo>
                  <a:pt x="10146490" y="268201"/>
                </a:moveTo>
                <a:lnTo>
                  <a:pt x="10142680" y="1025401"/>
                </a:lnTo>
                <a:lnTo>
                  <a:pt x="11904664" y="1025401"/>
                </a:lnTo>
                <a:lnTo>
                  <a:pt x="11904664" y="268201"/>
                </a:lnTo>
                <a:lnTo>
                  <a:pt x="10146490" y="268201"/>
                </a:lnTo>
                <a:close/>
                <a:moveTo>
                  <a:pt x="0" y="0"/>
                </a:moveTo>
                <a:lnTo>
                  <a:pt x="12192000" y="0"/>
                </a:lnTo>
                <a:lnTo>
                  <a:pt x="12192000" y="6858000"/>
                </a:lnTo>
                <a:lnTo>
                  <a:pt x="0" y="6858000"/>
                </a:lnTo>
                <a:lnTo>
                  <a:pt x="0" y="0"/>
                </a:lnTo>
                <a:close/>
              </a:path>
            </a:pathLst>
          </a:custGeom>
        </p:spPr>
        <p:txBody>
          <a:bodyPr wrap="square">
            <a:noAutofit/>
          </a:bodyPr>
          <a:lstStyle>
            <a:lvl1pPr marL="0" indent="0">
              <a:buNone/>
              <a:defRPr/>
            </a:lvl1pPr>
          </a:lstStyle>
          <a:p>
            <a:r>
              <a:rPr lang="en-US"/>
              <a:t>Add image by clicking on icon</a:t>
            </a:r>
          </a:p>
        </p:txBody>
      </p:sp>
      <p:sp>
        <p:nvSpPr>
          <p:cNvPr id="2" name="Titel 1">
            <a:extLst>
              <a:ext uri="{FF2B5EF4-FFF2-40B4-BE49-F238E27FC236}">
                <a16:creationId xmlns:a16="http://schemas.microsoft.com/office/drawing/2014/main" id="{26D20123-1501-4CA7-AA2F-3112A0331967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283003" y="258750"/>
            <a:ext cx="5040000" cy="5040000"/>
          </a:xfrm>
        </p:spPr>
        <p:txBody>
          <a:bodyPr vert="horz" lIns="288000" tIns="288000" rIns="288000" bIns="288000" rtlCol="0">
            <a:noAutofit/>
          </a:bodyPr>
          <a:lstStyle>
            <a:lvl1pPr>
              <a:defRPr lang="de-DE" sz="3200" cap="none" baseline="0" dirty="0">
                <a:latin typeface="STIHL Contraface Display Title" panose="02000600040000020004" pitchFamily="50" charset="0"/>
                <a:ea typeface="+mn-ea"/>
                <a:cs typeface="+mn-cs"/>
              </a:defRPr>
            </a:lvl1pPr>
          </a:lstStyle>
          <a:p>
            <a:pPr marL="0" lvl="0" indent="0">
              <a:spcBef>
                <a:spcPts val="1000"/>
              </a:spcBef>
              <a:buFont typeface="Arial" panose="020B0604020202020204" pitchFamily="34" charset="0"/>
            </a:pPr>
            <a:r>
              <a:rPr lang="en-GB"/>
              <a:t>Add a title by clicking on it</a:t>
            </a:r>
            <a:br>
              <a:rPr lang="en-GB"/>
            </a:br>
            <a:r>
              <a:rPr lang="en-GB"/>
              <a:t>ƒ</a:t>
            </a:r>
          </a:p>
        </p:txBody>
      </p:sp>
      <p:sp>
        <p:nvSpPr>
          <p:cNvPr id="15" name="Subline">
            <a:extLst>
              <a:ext uri="{FF2B5EF4-FFF2-40B4-BE49-F238E27FC236}">
                <a16:creationId xmlns:a16="http://schemas.microsoft.com/office/drawing/2014/main" id="{F64F20BE-9490-4534-8D22-D527DF582B17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283003" y="5507050"/>
            <a:ext cx="5040000" cy="360000"/>
          </a:xfrm>
          <a:prstGeom prst="rect">
            <a:avLst/>
          </a:prstGeom>
        </p:spPr>
        <p:txBody>
          <a:bodyPr lIns="324000" rIns="288000" anchor="b" anchorCtr="0">
            <a:noAutofit/>
          </a:bodyPr>
          <a:lstStyle>
            <a:lvl1pPr marL="0" indent="0">
              <a:buNone/>
              <a:defRPr sz="1600" b="1" cap="none" baseline="0">
                <a:latin typeface="+mj-lt"/>
              </a:defRPr>
            </a:lvl1pPr>
          </a:lstStyle>
          <a:p>
            <a:pPr lvl="0"/>
            <a:r>
              <a:rPr lang="en-GB"/>
              <a:t>Subline</a:t>
            </a:r>
          </a:p>
        </p:txBody>
      </p:sp>
      <p:sp>
        <p:nvSpPr>
          <p:cNvPr id="16" name="Textplatzhalter 4">
            <a:extLst>
              <a:ext uri="{FF2B5EF4-FFF2-40B4-BE49-F238E27FC236}">
                <a16:creationId xmlns:a16="http://schemas.microsoft.com/office/drawing/2014/main" id="{DCF84473-59A5-4A28-B312-2557D7CFAFBE}"/>
              </a:ext>
            </a:extLst>
          </p:cNvPr>
          <p:cNvSpPr>
            <a:spLocks noGrp="1"/>
          </p:cNvSpPr>
          <p:nvPr>
            <p:ph type="body" sz="quarter" idx="16" hasCustomPrompt="1"/>
          </p:nvPr>
        </p:nvSpPr>
        <p:spPr>
          <a:xfrm>
            <a:off x="283003" y="5882290"/>
            <a:ext cx="5040000" cy="189474"/>
          </a:xfrm>
          <a:prstGeom prst="rect">
            <a:avLst/>
          </a:prstGeom>
        </p:spPr>
        <p:txBody>
          <a:bodyPr lIns="324000" tIns="36000">
            <a:noAutofit/>
          </a:bodyPr>
          <a:lstStyle>
            <a:lvl1pPr marL="0" indent="0">
              <a:buNone/>
              <a:defRPr sz="1600" cap="none" baseline="0"/>
            </a:lvl1pPr>
          </a:lstStyle>
          <a:p>
            <a:pPr lvl="0"/>
            <a:r>
              <a:rPr lang="en-GB"/>
              <a:t>First name last name</a:t>
            </a:r>
          </a:p>
        </p:txBody>
      </p:sp>
      <p:sp>
        <p:nvSpPr>
          <p:cNvPr id="19" name="Textplatzhalter 4">
            <a:extLst>
              <a:ext uri="{FF2B5EF4-FFF2-40B4-BE49-F238E27FC236}">
                <a16:creationId xmlns:a16="http://schemas.microsoft.com/office/drawing/2014/main" id="{57D522EB-93F7-49B3-9164-076263457E70}"/>
              </a:ext>
            </a:extLst>
          </p:cNvPr>
          <p:cNvSpPr>
            <a:spLocks noGrp="1"/>
          </p:cNvSpPr>
          <p:nvPr>
            <p:ph type="body" sz="quarter" idx="17" hasCustomPrompt="1"/>
          </p:nvPr>
        </p:nvSpPr>
        <p:spPr>
          <a:xfrm>
            <a:off x="283003" y="6088030"/>
            <a:ext cx="5040000" cy="189474"/>
          </a:xfrm>
          <a:prstGeom prst="rect">
            <a:avLst/>
          </a:prstGeom>
        </p:spPr>
        <p:txBody>
          <a:bodyPr lIns="324000" tIns="36000">
            <a:noAutofit/>
          </a:bodyPr>
          <a:lstStyle>
            <a:lvl1pPr marL="0" indent="0">
              <a:buNone/>
              <a:defRPr sz="1600" cap="none" baseline="0"/>
            </a:lvl1pPr>
          </a:lstStyle>
          <a:p>
            <a:pPr lvl="0"/>
            <a:r>
              <a:rPr lang="en-GB"/>
              <a:t>Date</a:t>
            </a:r>
          </a:p>
        </p:txBody>
      </p:sp>
      <p:sp>
        <p:nvSpPr>
          <p:cNvPr id="5" name="Rechteck 4">
            <a:extLst>
              <a:ext uri="{FF2B5EF4-FFF2-40B4-BE49-F238E27FC236}">
                <a16:creationId xmlns:a16="http://schemas.microsoft.com/office/drawing/2014/main" id="{7F9C6E9C-7482-8BA6-FA8A-F9B75621B89B}"/>
              </a:ext>
            </a:extLst>
          </p:cNvPr>
          <p:cNvSpPr>
            <a:spLocks/>
          </p:cNvSpPr>
          <p:nvPr userDrawn="1"/>
        </p:nvSpPr>
        <p:spPr>
          <a:xfrm>
            <a:off x="-3139178" y="1477622"/>
            <a:ext cx="2845436" cy="4134191"/>
          </a:xfrm>
          <a:prstGeom prst="rect">
            <a:avLst/>
          </a:prstGeom>
          <a:solidFill>
            <a:schemeClr val="bg1"/>
          </a:solidFill>
          <a:ln w="635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lIns="72000" tIns="72000" rIns="72000" bIns="72000" rtlCol="0" anchor="b" anchorCtr="0">
            <a:spAutoFit/>
          </a:bodyPr>
          <a:lstStyle>
            <a:defPPr>
              <a:defRPr lang="de-DE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285750" marR="0" lvl="0" indent="-285750" algn="l" defTabSz="914400" rtl="0" eaLnBrk="1" fontAlgn="auto" latinLnBrk="0" hangingPunct="1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r>
              <a:rPr lang="en-US" sz="1600">
                <a:solidFill>
                  <a:schemeClr val="tx1"/>
                </a:solidFill>
              </a:rPr>
              <a:t>You can find more templates in the Template Library. They are stored in the template folders</a:t>
            </a:r>
            <a:br>
              <a:rPr lang="de-DE" sz="1600">
                <a:solidFill>
                  <a:schemeClr val="tx1"/>
                </a:solidFill>
              </a:rPr>
            </a:br>
            <a:endParaRPr lang="de-DE" sz="1600">
              <a:solidFill>
                <a:schemeClr val="tx1"/>
              </a:solidFill>
            </a:endParaRPr>
          </a:p>
          <a:p>
            <a:pPr marL="285750" marR="0" lvl="0" indent="-285750" algn="l" defTabSz="914400" rtl="0" eaLnBrk="1" fontAlgn="auto" latinLnBrk="0" hangingPunct="1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r>
              <a:rPr lang="en-US" sz="1600">
                <a:solidFill>
                  <a:schemeClr val="tx1"/>
                </a:solidFill>
              </a:rPr>
              <a:t>Images can be found on your local drive under </a:t>
            </a:r>
            <a:r>
              <a:rPr lang="en-US" sz="1600" b="1">
                <a:solidFill>
                  <a:schemeClr val="tx1"/>
                </a:solidFill>
              </a:rPr>
              <a:t>C:\Program Files (x86)\STIHL\PPT Images </a:t>
            </a:r>
            <a:r>
              <a:rPr lang="en-US" sz="1600">
                <a:solidFill>
                  <a:schemeClr val="tx1"/>
                </a:solidFill>
              </a:rPr>
              <a:t>or in the STIHL DAM </a:t>
            </a:r>
            <a:r>
              <a:rPr lang="en-US" sz="1600">
                <a:solidFill>
                  <a:schemeClr val="tx1"/>
                </a:solidFill>
                <a:hlinkClick r:id="rId7"/>
              </a:rPr>
              <a:t>https://dam.stihl.com/</a:t>
            </a:r>
            <a:endParaRPr lang="en-US" sz="1600">
              <a:solidFill>
                <a:schemeClr val="tx1"/>
              </a:solidFill>
            </a:endParaRPr>
          </a:p>
          <a:p>
            <a:pPr marL="285750" marR="0" lvl="0" indent="-285750" algn="l" defTabSz="914400" rtl="0" eaLnBrk="1" fontAlgn="auto" latinLnBrk="0" hangingPunct="1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endParaRPr lang="de-DE" sz="1600"/>
          </a:p>
          <a:p>
            <a:pPr marL="285750" marR="0" lvl="0" indent="-285750" algn="l" defTabSz="914400" rtl="0" eaLnBrk="1" fontAlgn="auto" latinLnBrk="0" hangingPunct="1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r>
              <a:rPr lang="en-US" sz="1600" b="0">
                <a:solidFill>
                  <a:schemeClr val="tx1"/>
                </a:solidFill>
              </a:rPr>
              <a:t>Please do not print slides with full </a:t>
            </a:r>
            <a:r>
              <a:rPr lang="en-US" sz="1600" b="0" err="1">
                <a:solidFill>
                  <a:schemeClr val="tx1"/>
                </a:solidFill>
              </a:rPr>
              <a:t>colour</a:t>
            </a:r>
            <a:r>
              <a:rPr lang="en-US" sz="1600" b="0">
                <a:solidFill>
                  <a:schemeClr val="tx1"/>
                </a:solidFill>
              </a:rPr>
              <a:t> or images </a:t>
            </a:r>
          </a:p>
          <a:p>
            <a:pPr marL="285750" marR="0" lvl="0" indent="-285750" algn="l" defTabSz="914400" rtl="0" eaLnBrk="1" fontAlgn="auto" latinLnBrk="0" hangingPunct="1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endParaRPr lang="de-DE" sz="1600" b="0">
              <a:solidFill>
                <a:schemeClr val="tx1"/>
              </a:solidFill>
            </a:endParaRPr>
          </a:p>
          <a:p>
            <a:pPr marL="285750" marR="0" lvl="0" indent="-285750" algn="l" defTabSz="914400" rtl="0" eaLnBrk="1" fontAlgn="auto" latinLnBrk="0" hangingPunct="1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r>
              <a:rPr lang="en-US" sz="1600" b="0">
                <a:solidFill>
                  <a:schemeClr val="tx1"/>
                </a:solidFill>
              </a:rPr>
              <a:t>The stand line can be inserted via the "Insert" tab through the "Symbol" field</a:t>
            </a:r>
          </a:p>
        </p:txBody>
      </p:sp>
    </p:spTree>
    <p:extLst>
      <p:ext uri="{BB962C8B-B14F-4D97-AF65-F5344CB8AC3E}">
        <p14:creationId xmlns:p14="http://schemas.microsoft.com/office/powerpoint/2010/main" val="3853677390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>
  <p:cSld name="Title slide empt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4" name="Objekt 3" hidden="1"/>
          <p:cNvGraphicFramePr>
            <a:graphicFrameLocks noChangeAspect="1"/>
          </p:cNvGraphicFramePr>
          <p:nvPr>
            <p:custDataLst>
              <p:tags r:id="rId1"/>
            </p:custDataLst>
          </p:nvPr>
        </p:nvGraphicFramePr>
        <p:xfrm>
          <a:off x="1588" y="1588"/>
          <a:ext cx="1588" cy="15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think-cell Slide" r:id="rId4" imgW="370" imgH="371" progId="TCLayout.ActiveDocument.1">
                  <p:embed/>
                </p:oleObj>
              </mc:Choice>
              <mc:Fallback>
                <p:oleObj name="think-cell Slide" r:id="rId4" imgW="370" imgH="371" progId="TCLayout.ActiveDocument.1">
                  <p:embed/>
                  <p:pic>
                    <p:nvPicPr>
                      <p:cNvPr id="4" name="Objekt 3" hidden="1"/>
                      <p:cNvPicPr/>
                      <p:nvPr/>
                    </p:nvPicPr>
                    <p:blipFill>
                      <a:blip r:embed="rId5"/>
                      <a:stretch>
                        <a:fillRect/>
                      </a:stretch>
                    </p:blipFill>
                    <p:spPr>
                      <a:xfrm>
                        <a:off x="1588" y="1588"/>
                        <a:ext cx="1588" cy="1588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3" name="Rechteck 2" hidden="1"/>
          <p:cNvSpPr/>
          <p:nvPr>
            <p:custDataLst>
              <p:tags r:id="rId2"/>
            </p:custDataLst>
          </p:nvPr>
        </p:nvSpPr>
        <p:spPr>
          <a:xfrm>
            <a:off x="0" y="0"/>
            <a:ext cx="158750" cy="158750"/>
          </a:xfrm>
          <a:prstGeom prst="rect">
            <a:avLst/>
          </a:prstGeom>
          <a:solidFill>
            <a:schemeClr val="bg1"/>
          </a:solidFill>
          <a:ln w="635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="horz" wrap="none" lIns="0" tIns="0" rIns="0" bIns="0" numCol="1" spcCol="0" rtlCol="0" anchor="ctr" anchorCtr="0">
            <a:noAutofit/>
          </a:bodyPr>
          <a:lstStyle/>
          <a:p>
            <a:pPr marL="0" lvl="0" indent="0" algn="ctr" eaLnBrk="1">
              <a:lnSpc>
                <a:spcPct val="90000"/>
              </a:lnSpc>
              <a:spcBef>
                <a:spcPct val="0"/>
              </a:spcBef>
              <a:spcAft>
                <a:spcPct val="0"/>
              </a:spcAft>
            </a:pPr>
            <a:endParaRPr lang="en-GB" sz="4800" b="1" i="0" baseline="0">
              <a:solidFill>
                <a:schemeClr val="tx1"/>
              </a:solidFill>
              <a:latin typeface="STIHL Contraface Display Title"/>
              <a:ea typeface="+mn-ea"/>
              <a:cs typeface="+mn-cs"/>
              <a:sym typeface="STIHL Contraface Display Title"/>
            </a:endParaRPr>
          </a:p>
        </p:txBody>
      </p:sp>
      <p:sp>
        <p:nvSpPr>
          <p:cNvPr id="11" name="Subline">
            <a:extLst>
              <a:ext uri="{FF2B5EF4-FFF2-40B4-BE49-F238E27FC236}">
                <a16:creationId xmlns:a16="http://schemas.microsoft.com/office/drawing/2014/main" id="{93378434-A597-4F7F-B029-ECD35EA41BCB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571500" y="5706830"/>
            <a:ext cx="8640000" cy="216000"/>
          </a:xfrm>
          <a:prstGeom prst="rect">
            <a:avLst/>
          </a:prstGeom>
        </p:spPr>
        <p:txBody>
          <a:bodyPr lIns="0" rIns="0" anchor="b" anchorCtr="0">
            <a:noAutofit/>
          </a:bodyPr>
          <a:lstStyle>
            <a:lvl1pPr marL="0" indent="0">
              <a:buNone/>
              <a:defRPr sz="1800" b="1" cap="none" baseline="0">
                <a:latin typeface="+mj-lt"/>
              </a:defRPr>
            </a:lvl1pPr>
          </a:lstStyle>
          <a:p>
            <a:pPr lvl="0"/>
            <a:r>
              <a:rPr lang="en-GB"/>
              <a:t>Subline</a:t>
            </a:r>
          </a:p>
        </p:txBody>
      </p:sp>
      <p:sp>
        <p:nvSpPr>
          <p:cNvPr id="12" name="Name">
            <a:extLst>
              <a:ext uri="{FF2B5EF4-FFF2-40B4-BE49-F238E27FC236}">
                <a16:creationId xmlns:a16="http://schemas.microsoft.com/office/drawing/2014/main" id="{78096696-CF0D-4E90-AD93-F265006F5553}"/>
              </a:ext>
            </a:extLst>
          </p:cNvPr>
          <p:cNvSpPr>
            <a:spLocks noGrp="1"/>
          </p:cNvSpPr>
          <p:nvPr>
            <p:ph type="body" sz="quarter" idx="14" hasCustomPrompt="1"/>
          </p:nvPr>
        </p:nvSpPr>
        <p:spPr>
          <a:xfrm>
            <a:off x="571500" y="6049289"/>
            <a:ext cx="8640000" cy="216000"/>
          </a:xfrm>
          <a:prstGeom prst="rect">
            <a:avLst/>
          </a:prstGeom>
        </p:spPr>
        <p:txBody>
          <a:bodyPr lIns="0" rIns="0" anchor="t" anchorCtr="0">
            <a:noAutofit/>
          </a:bodyPr>
          <a:lstStyle>
            <a:lvl1pPr marL="0" indent="0">
              <a:buNone/>
              <a:defRPr sz="1800" cap="none" baseline="0">
                <a:latin typeface="+mn-lt"/>
              </a:defRPr>
            </a:lvl1pPr>
          </a:lstStyle>
          <a:p>
            <a:pPr lvl="0"/>
            <a:r>
              <a:rPr lang="en-GB"/>
              <a:t>First name last name</a:t>
            </a:r>
          </a:p>
        </p:txBody>
      </p:sp>
      <p:sp>
        <p:nvSpPr>
          <p:cNvPr id="9" name="Datum">
            <a:extLst>
              <a:ext uri="{FF2B5EF4-FFF2-40B4-BE49-F238E27FC236}">
                <a16:creationId xmlns:a16="http://schemas.microsoft.com/office/drawing/2014/main" id="{93CE0D43-2D94-4A12-94F6-C940A9EBB106}"/>
              </a:ext>
            </a:extLst>
          </p:cNvPr>
          <p:cNvSpPr>
            <a:spLocks noGrp="1"/>
          </p:cNvSpPr>
          <p:nvPr>
            <p:ph type="body" sz="quarter" idx="15" hasCustomPrompt="1"/>
          </p:nvPr>
        </p:nvSpPr>
        <p:spPr>
          <a:xfrm>
            <a:off x="571500" y="6283748"/>
            <a:ext cx="8640000" cy="216000"/>
          </a:xfrm>
          <a:prstGeom prst="rect">
            <a:avLst/>
          </a:prstGeom>
        </p:spPr>
        <p:txBody>
          <a:bodyPr lIns="0" rIns="0" anchor="t" anchorCtr="0">
            <a:noAutofit/>
          </a:bodyPr>
          <a:lstStyle>
            <a:lvl1pPr marL="0" indent="0">
              <a:buNone/>
              <a:defRPr sz="1800" cap="none" baseline="0">
                <a:latin typeface="+mn-lt"/>
              </a:defRPr>
            </a:lvl1pPr>
          </a:lstStyle>
          <a:p>
            <a:pPr lvl="0"/>
            <a:r>
              <a:rPr lang="en-GB"/>
              <a:t>Date</a:t>
            </a:r>
          </a:p>
        </p:txBody>
      </p:sp>
      <p:sp>
        <p:nvSpPr>
          <p:cNvPr id="2" name="Titel 1">
            <a:extLst>
              <a:ext uri="{FF2B5EF4-FFF2-40B4-BE49-F238E27FC236}">
                <a16:creationId xmlns:a16="http://schemas.microsoft.com/office/drawing/2014/main" id="{2D970E17-5A52-472F-AD9C-2A0296A4495F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571500" y="2113200"/>
            <a:ext cx="8640000" cy="3240000"/>
          </a:xfrm>
        </p:spPr>
        <p:txBody>
          <a:bodyPr vert="horz" lIns="0" tIns="0" rIns="0" bIns="0" rtlCol="0">
            <a:noAutofit/>
          </a:bodyPr>
          <a:lstStyle>
            <a:lvl1pPr>
              <a:defRPr lang="de-DE" sz="4800" cap="none" baseline="0">
                <a:latin typeface="STIHL Contraface Display Title" panose="02000600040000020004" pitchFamily="50" charset="0"/>
                <a:ea typeface="+mn-ea"/>
                <a:cs typeface="+mn-cs"/>
              </a:defRPr>
            </a:lvl1pPr>
          </a:lstStyle>
          <a:p>
            <a:pPr marL="0" lvl="0" indent="0">
              <a:spcBef>
                <a:spcPts val="1000"/>
              </a:spcBef>
              <a:buFont typeface="Arial" panose="020B0604020202020204" pitchFamily="34" charset="0"/>
            </a:pPr>
            <a:r>
              <a:rPr lang="en-GB"/>
              <a:t>Edit master title format</a:t>
            </a:r>
            <a:br>
              <a:rPr lang="en-GB"/>
            </a:br>
            <a:r>
              <a:rPr lang="en-GB"/>
              <a:t>ƒ</a:t>
            </a:r>
          </a:p>
        </p:txBody>
      </p:sp>
      <p:pic>
        <p:nvPicPr>
          <p:cNvPr id="10" name="Grafik 9"/>
          <p:cNvPicPr>
            <a:picLocks noChangeAspect="1"/>
          </p:cNvPicPr>
          <p:nvPr/>
        </p:nvPicPr>
        <p:blipFill>
          <a:blip r:embed="rId6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330261" y="502821"/>
            <a:ext cx="1385810" cy="287488"/>
          </a:xfrm>
          <a:prstGeom prst="rect">
            <a:avLst/>
          </a:prstGeom>
        </p:spPr>
      </p:pic>
      <p:sp>
        <p:nvSpPr>
          <p:cNvPr id="5" name="Rechteck 4">
            <a:extLst>
              <a:ext uri="{FF2B5EF4-FFF2-40B4-BE49-F238E27FC236}">
                <a16:creationId xmlns:a16="http://schemas.microsoft.com/office/drawing/2014/main" id="{EDFE4EF3-E694-84AE-1AE6-1C292CC7C560}"/>
              </a:ext>
            </a:extLst>
          </p:cNvPr>
          <p:cNvSpPr>
            <a:spLocks/>
          </p:cNvSpPr>
          <p:nvPr userDrawn="1"/>
        </p:nvSpPr>
        <p:spPr>
          <a:xfrm>
            <a:off x="-3139178" y="1477622"/>
            <a:ext cx="2845436" cy="4134191"/>
          </a:xfrm>
          <a:prstGeom prst="rect">
            <a:avLst/>
          </a:prstGeom>
          <a:solidFill>
            <a:schemeClr val="bg1"/>
          </a:solidFill>
          <a:ln w="635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lIns="72000" tIns="72000" rIns="72000" bIns="72000" rtlCol="0" anchor="b" anchorCtr="0">
            <a:spAutoFit/>
          </a:bodyPr>
          <a:lstStyle>
            <a:defPPr>
              <a:defRPr lang="de-DE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285750" marR="0" lvl="0" indent="-285750" algn="l" defTabSz="914400" rtl="0" eaLnBrk="1" fontAlgn="auto" latinLnBrk="0" hangingPunct="1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r>
              <a:rPr lang="en-US" sz="1600">
                <a:solidFill>
                  <a:schemeClr val="tx1"/>
                </a:solidFill>
              </a:rPr>
              <a:t>You can find more templates in the Template Library. They are stored in the template folders</a:t>
            </a:r>
            <a:br>
              <a:rPr lang="de-DE" sz="1600">
                <a:solidFill>
                  <a:schemeClr val="tx1"/>
                </a:solidFill>
              </a:rPr>
            </a:br>
            <a:endParaRPr lang="de-DE" sz="1600">
              <a:solidFill>
                <a:schemeClr val="tx1"/>
              </a:solidFill>
            </a:endParaRPr>
          </a:p>
          <a:p>
            <a:pPr marL="285750" marR="0" lvl="0" indent="-285750" algn="l" defTabSz="914400" rtl="0" eaLnBrk="1" fontAlgn="auto" latinLnBrk="0" hangingPunct="1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r>
              <a:rPr lang="en-US" sz="1600">
                <a:solidFill>
                  <a:schemeClr val="tx1"/>
                </a:solidFill>
              </a:rPr>
              <a:t>Images can be found on your local drive under </a:t>
            </a:r>
            <a:r>
              <a:rPr lang="en-US" sz="1600" b="1">
                <a:solidFill>
                  <a:schemeClr val="tx1"/>
                </a:solidFill>
              </a:rPr>
              <a:t>C:\Program Files (x86)\STIHL\PPT Images </a:t>
            </a:r>
            <a:r>
              <a:rPr lang="en-US" sz="1600">
                <a:solidFill>
                  <a:schemeClr val="tx1"/>
                </a:solidFill>
              </a:rPr>
              <a:t>or in the STIHL DAM </a:t>
            </a:r>
            <a:r>
              <a:rPr lang="en-US" sz="1600">
                <a:solidFill>
                  <a:schemeClr val="tx1"/>
                </a:solidFill>
                <a:hlinkClick r:id="rId7"/>
              </a:rPr>
              <a:t>https://dam.stihl.com/</a:t>
            </a:r>
            <a:endParaRPr lang="en-US" sz="1600">
              <a:solidFill>
                <a:schemeClr val="tx1"/>
              </a:solidFill>
            </a:endParaRPr>
          </a:p>
          <a:p>
            <a:pPr marL="285750" marR="0" lvl="0" indent="-285750" algn="l" defTabSz="914400" rtl="0" eaLnBrk="1" fontAlgn="auto" latinLnBrk="0" hangingPunct="1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endParaRPr lang="de-DE" sz="1600"/>
          </a:p>
          <a:p>
            <a:pPr marL="285750" marR="0" lvl="0" indent="-285750" algn="l" defTabSz="914400" rtl="0" eaLnBrk="1" fontAlgn="auto" latinLnBrk="0" hangingPunct="1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r>
              <a:rPr lang="en-US" sz="1600" b="0">
                <a:solidFill>
                  <a:schemeClr val="tx1"/>
                </a:solidFill>
              </a:rPr>
              <a:t>Please do not print slides with full </a:t>
            </a:r>
            <a:r>
              <a:rPr lang="en-US" sz="1600" b="0" err="1">
                <a:solidFill>
                  <a:schemeClr val="tx1"/>
                </a:solidFill>
              </a:rPr>
              <a:t>colour</a:t>
            </a:r>
            <a:r>
              <a:rPr lang="en-US" sz="1600" b="0">
                <a:solidFill>
                  <a:schemeClr val="tx1"/>
                </a:solidFill>
              </a:rPr>
              <a:t> or images </a:t>
            </a:r>
          </a:p>
          <a:p>
            <a:pPr marL="285750" marR="0" lvl="0" indent="-285750" algn="l" defTabSz="914400" rtl="0" eaLnBrk="1" fontAlgn="auto" latinLnBrk="0" hangingPunct="1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endParaRPr lang="de-DE" sz="1600" b="0">
              <a:solidFill>
                <a:schemeClr val="tx1"/>
              </a:solidFill>
            </a:endParaRPr>
          </a:p>
          <a:p>
            <a:pPr marL="285750" marR="0" lvl="0" indent="-285750" algn="l" defTabSz="914400" rtl="0" eaLnBrk="1" fontAlgn="auto" latinLnBrk="0" hangingPunct="1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r>
              <a:rPr lang="en-US" sz="1600" b="0">
                <a:solidFill>
                  <a:schemeClr val="tx1"/>
                </a:solidFill>
              </a:rPr>
              <a:t>The stand line can be inserted via the "Insert" tab through the "Symbol" field</a:t>
            </a:r>
          </a:p>
        </p:txBody>
      </p:sp>
    </p:spTree>
    <p:extLst>
      <p:ext uri="{BB962C8B-B14F-4D97-AF65-F5344CB8AC3E}">
        <p14:creationId xmlns:p14="http://schemas.microsoft.com/office/powerpoint/2010/main" val="797199206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el und Inhal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10" name="Objekt 9" hidden="1">
            <a:extLst>
              <a:ext uri="{FF2B5EF4-FFF2-40B4-BE49-F238E27FC236}">
                <a16:creationId xmlns:a16="http://schemas.microsoft.com/office/drawing/2014/main" id="{25DBC705-8149-459E-9D73-71848E406B17}"/>
              </a:ext>
            </a:extLst>
          </p:cNvPr>
          <p:cNvGraphicFramePr>
            <a:graphicFrameLocks noChangeAspect="1"/>
          </p:cNvGraphicFramePr>
          <p:nvPr>
            <p:custDataLst>
              <p:tags r:id="rId1"/>
            </p:custDataLst>
          </p:nvPr>
        </p:nvGraphicFramePr>
        <p:xfrm>
          <a:off x="1588" y="1588"/>
          <a:ext cx="1588" cy="15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think-cell Slide" r:id="rId4" imgW="408" imgH="408" progId="TCLayout.ActiveDocument.1">
                  <p:embed/>
                </p:oleObj>
              </mc:Choice>
              <mc:Fallback>
                <p:oleObj name="think-cell Slide" r:id="rId4" imgW="408" imgH="408" progId="TCLayout.ActiveDocument.1">
                  <p:embed/>
                  <p:pic>
                    <p:nvPicPr>
                      <p:cNvPr id="10" name="Objekt 9" hidden="1">
                        <a:extLst>
                          <a:ext uri="{FF2B5EF4-FFF2-40B4-BE49-F238E27FC236}">
                            <a16:creationId xmlns:a16="http://schemas.microsoft.com/office/drawing/2014/main" id="{25DBC705-8149-459E-9D73-71848E406B17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5"/>
                      <a:stretch>
                        <a:fillRect/>
                      </a:stretch>
                    </p:blipFill>
                    <p:spPr>
                      <a:xfrm>
                        <a:off x="1588" y="1588"/>
                        <a:ext cx="1588" cy="1588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8" name="Rechteck 7" hidden="1">
            <a:extLst>
              <a:ext uri="{FF2B5EF4-FFF2-40B4-BE49-F238E27FC236}">
                <a16:creationId xmlns:a16="http://schemas.microsoft.com/office/drawing/2014/main" id="{39010A7A-64D4-40B1-96E7-BCEEBB7E8A30}"/>
              </a:ext>
            </a:extLst>
          </p:cNvPr>
          <p:cNvSpPr/>
          <p:nvPr>
            <p:custDataLst>
              <p:tags r:id="rId2"/>
            </p:custDataLst>
          </p:nvPr>
        </p:nvSpPr>
        <p:spPr>
          <a:xfrm>
            <a:off x="0" y="0"/>
            <a:ext cx="158750" cy="158750"/>
          </a:xfrm>
          <a:prstGeom prst="rect">
            <a:avLst/>
          </a:prstGeom>
          <a:solidFill>
            <a:schemeClr val="bg1"/>
          </a:solidFill>
          <a:ln w="635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="horz" wrap="none" lIns="0" tIns="0" rIns="0" bIns="0" numCol="1" spcCol="0" rtlCol="0" anchor="ctr" anchorCtr="0">
            <a:noAutofit/>
          </a:bodyPr>
          <a:lstStyle/>
          <a:p>
            <a:pPr marL="0" lvl="0" indent="0" algn="ctr" eaLnBrk="1">
              <a:lnSpc>
                <a:spcPct val="90000"/>
              </a:lnSpc>
              <a:spcBef>
                <a:spcPct val="0"/>
              </a:spcBef>
              <a:spcAft>
                <a:spcPct val="0"/>
              </a:spcAft>
            </a:pPr>
            <a:endParaRPr lang="en-GB" sz="2200" b="1" i="0" baseline="0">
              <a:solidFill>
                <a:schemeClr val="tx1"/>
              </a:solidFill>
              <a:latin typeface="STIHL Contraface Text"/>
              <a:ea typeface="+mj-ea"/>
              <a:cs typeface="+mj-cs"/>
              <a:sym typeface="STIHL Contraface Text"/>
            </a:endParaRPr>
          </a:p>
        </p:txBody>
      </p:sp>
      <p:sp>
        <p:nvSpPr>
          <p:cNvPr id="9" name="Textplatzhalter 8">
            <a:extLst>
              <a:ext uri="{FF2B5EF4-FFF2-40B4-BE49-F238E27FC236}">
                <a16:creationId xmlns:a16="http://schemas.microsoft.com/office/drawing/2014/main" id="{DE73F636-8F03-4538-831F-37B264F004CE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479426" y="1128730"/>
            <a:ext cx="11244913" cy="249299"/>
          </a:xfrm>
          <a:prstGeom prst="rect">
            <a:avLst/>
          </a:prstGeom>
        </p:spPr>
        <p:txBody>
          <a:bodyPr vert="horz" lIns="0" tIns="0" rIns="0" bIns="0" rtlCol="0" anchor="t" anchorCtr="0">
            <a:spAutoFit/>
          </a:bodyPr>
          <a:lstStyle>
            <a:lvl1pPr marL="0" indent="0">
              <a:lnSpc>
                <a:spcPct val="90000"/>
              </a:lnSpc>
              <a:buNone/>
              <a:defRPr lang="de-DE" sz="1800" cap="none" baseline="0" dirty="0" smtClean="0">
                <a:solidFill>
                  <a:schemeClr val="tx1"/>
                </a:solidFill>
                <a:latin typeface="+mn-lt"/>
                <a:ea typeface="+mj-ea"/>
                <a:cs typeface="+mj-cs"/>
              </a:defRPr>
            </a:lvl1pPr>
          </a:lstStyle>
          <a:p>
            <a:pPr marL="114300" lvl="0" indent="-342900">
              <a:spcBef>
                <a:spcPct val="0"/>
              </a:spcBef>
            </a:pPr>
            <a:r>
              <a:rPr lang="en-GB"/>
              <a:t>Sub headline</a:t>
            </a:r>
          </a:p>
        </p:txBody>
      </p:sp>
      <p:sp>
        <p:nvSpPr>
          <p:cNvPr id="7" name="Titel 6">
            <a:extLst>
              <a:ext uri="{FF2B5EF4-FFF2-40B4-BE49-F238E27FC236}">
                <a16:creationId xmlns:a16="http://schemas.microsoft.com/office/drawing/2014/main" id="{753CF0BC-3DA6-4688-820F-374B0CB9CADB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479426" y="503546"/>
            <a:ext cx="9579925" cy="304699"/>
          </a:xfrm>
        </p:spPr>
        <p:txBody>
          <a:bodyPr anchor="t" anchorCtr="0">
            <a:noAutofit/>
          </a:bodyPr>
          <a:lstStyle>
            <a:lvl1pPr>
              <a:lnSpc>
                <a:spcPct val="90000"/>
              </a:lnSpc>
              <a:defRPr sz="2200"/>
            </a:lvl1pPr>
          </a:lstStyle>
          <a:p>
            <a:r>
              <a:rPr lang="en-GB"/>
              <a:t>Edit master title format</a:t>
            </a:r>
          </a:p>
        </p:txBody>
      </p:sp>
      <p:sp>
        <p:nvSpPr>
          <p:cNvPr id="5" name="Inhaltsplatzhalter 4"/>
          <p:cNvSpPr>
            <a:spLocks noGrp="1"/>
          </p:cNvSpPr>
          <p:nvPr>
            <p:ph sz="quarter" idx="14" hasCustomPrompt="1"/>
          </p:nvPr>
        </p:nvSpPr>
        <p:spPr>
          <a:xfrm>
            <a:off x="479425" y="1605307"/>
            <a:ext cx="11233149" cy="4855818"/>
          </a:xfrm>
        </p:spPr>
        <p:txBody>
          <a:bodyPr/>
          <a:lstStyle>
            <a:lvl1pPr>
              <a:defRPr baseline="0"/>
            </a:lvl1pPr>
            <a:lvl2pPr>
              <a:defRPr/>
            </a:lvl2pPr>
            <a:lvl3pPr>
              <a:defRPr/>
            </a:lvl3pPr>
            <a:lvl4pPr>
              <a:defRPr baseline="0"/>
            </a:lvl4pPr>
            <a:lvl5pPr>
              <a:defRPr/>
            </a:lvl5pPr>
          </a:lstStyle>
          <a:p>
            <a:pPr lvl="0"/>
            <a:r>
              <a:rPr lang="en-GB"/>
              <a:t>Edit master text format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</a:p>
        </p:txBody>
      </p:sp>
    </p:spTree>
    <p:extLst>
      <p:ext uri="{BB962C8B-B14F-4D97-AF65-F5344CB8AC3E}">
        <p14:creationId xmlns:p14="http://schemas.microsoft.com/office/powerpoint/2010/main" val="2633598803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Nur Tite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3" name="Objekt 2" hidden="1">
            <a:extLst>
              <a:ext uri="{FF2B5EF4-FFF2-40B4-BE49-F238E27FC236}">
                <a16:creationId xmlns:a16="http://schemas.microsoft.com/office/drawing/2014/main" id="{F0605A64-2B63-413A-A26B-43B30D77127D}"/>
              </a:ext>
            </a:extLst>
          </p:cNvPr>
          <p:cNvGraphicFramePr>
            <a:graphicFrameLocks noChangeAspect="1"/>
          </p:cNvGraphicFramePr>
          <p:nvPr>
            <p:custDataLst>
              <p:tags r:id="rId1"/>
            </p:custDataLst>
          </p:nvPr>
        </p:nvGraphicFramePr>
        <p:xfrm>
          <a:off x="1588" y="1588"/>
          <a:ext cx="1588" cy="15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think-cell Slide" r:id="rId4" imgW="408" imgH="408" progId="TCLayout.ActiveDocument.1">
                  <p:embed/>
                </p:oleObj>
              </mc:Choice>
              <mc:Fallback>
                <p:oleObj name="think-cell Slide" r:id="rId4" imgW="408" imgH="408" progId="TCLayout.ActiveDocument.1">
                  <p:embed/>
                  <p:pic>
                    <p:nvPicPr>
                      <p:cNvPr id="3" name="Objekt 2" hidden="1">
                        <a:extLst>
                          <a:ext uri="{FF2B5EF4-FFF2-40B4-BE49-F238E27FC236}">
                            <a16:creationId xmlns:a16="http://schemas.microsoft.com/office/drawing/2014/main" id="{F0605A64-2B63-413A-A26B-43B30D77127D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5"/>
                      <a:stretch>
                        <a:fillRect/>
                      </a:stretch>
                    </p:blipFill>
                    <p:spPr>
                      <a:xfrm>
                        <a:off x="1588" y="1588"/>
                        <a:ext cx="1588" cy="1588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2" name="Rechteck 1" hidden="1">
            <a:extLst>
              <a:ext uri="{FF2B5EF4-FFF2-40B4-BE49-F238E27FC236}">
                <a16:creationId xmlns:a16="http://schemas.microsoft.com/office/drawing/2014/main" id="{00416A2A-8426-4273-BB96-478B63147052}"/>
              </a:ext>
            </a:extLst>
          </p:cNvPr>
          <p:cNvSpPr/>
          <p:nvPr>
            <p:custDataLst>
              <p:tags r:id="rId2"/>
            </p:custDataLst>
          </p:nvPr>
        </p:nvSpPr>
        <p:spPr>
          <a:xfrm>
            <a:off x="0" y="0"/>
            <a:ext cx="158750" cy="158750"/>
          </a:xfrm>
          <a:prstGeom prst="rect">
            <a:avLst/>
          </a:prstGeom>
          <a:solidFill>
            <a:schemeClr val="bg1"/>
          </a:solidFill>
          <a:ln w="635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="horz" wrap="none" lIns="0" tIns="0" rIns="0" bIns="0" numCol="1" spcCol="0" rtlCol="0" anchor="ctr" anchorCtr="0">
            <a:noAutofit/>
          </a:bodyPr>
          <a:lstStyle/>
          <a:p>
            <a:pPr marL="0" lvl="0" indent="0" algn="ctr" eaLnBrk="1">
              <a:lnSpc>
                <a:spcPct val="90000"/>
              </a:lnSpc>
              <a:spcBef>
                <a:spcPct val="0"/>
              </a:spcBef>
              <a:spcAft>
                <a:spcPct val="0"/>
              </a:spcAft>
            </a:pPr>
            <a:endParaRPr lang="en-GB" sz="2200" b="1" i="0" baseline="0">
              <a:solidFill>
                <a:schemeClr val="tx1"/>
              </a:solidFill>
              <a:latin typeface="STIHL Contraface Text"/>
              <a:ea typeface="+mj-ea"/>
              <a:cs typeface="+mj-cs"/>
              <a:sym typeface="STIHL Contraface Text"/>
            </a:endParaRPr>
          </a:p>
        </p:txBody>
      </p:sp>
      <p:sp>
        <p:nvSpPr>
          <p:cNvPr id="7" name="Titel 6">
            <a:extLst>
              <a:ext uri="{FF2B5EF4-FFF2-40B4-BE49-F238E27FC236}">
                <a16:creationId xmlns:a16="http://schemas.microsoft.com/office/drawing/2014/main" id="{F490E706-F8A4-4052-9AE3-BC93A228C907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479426" y="503546"/>
            <a:ext cx="9579925" cy="304699"/>
          </a:xfrm>
        </p:spPr>
        <p:txBody>
          <a:bodyPr vert="horz" lIns="0" tIns="0" rIns="0" bIns="0" rtlCol="0" anchor="t" anchorCtr="0">
            <a:noAutofit/>
          </a:bodyPr>
          <a:lstStyle>
            <a:lvl1pPr>
              <a:lnSpc>
                <a:spcPct val="90000"/>
              </a:lnSpc>
              <a:defRPr lang="de-DE" sz="2200" dirty="0"/>
            </a:lvl1pPr>
          </a:lstStyle>
          <a:p>
            <a:pPr lvl="0"/>
            <a:r>
              <a:rPr lang="en-GB"/>
              <a:t>Edit master title format</a:t>
            </a:r>
          </a:p>
        </p:txBody>
      </p:sp>
      <p:sp>
        <p:nvSpPr>
          <p:cNvPr id="9" name="Textplatzhalter 8">
            <a:extLst>
              <a:ext uri="{FF2B5EF4-FFF2-40B4-BE49-F238E27FC236}">
                <a16:creationId xmlns:a16="http://schemas.microsoft.com/office/drawing/2014/main" id="{9C20E754-BBFE-4A95-AA44-67ACDA85C71B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479427" y="1130300"/>
            <a:ext cx="11233147" cy="249299"/>
          </a:xfrm>
          <a:prstGeom prst="rect">
            <a:avLst/>
          </a:prstGeom>
        </p:spPr>
        <p:txBody>
          <a:bodyPr vert="horz" lIns="0" tIns="0" rIns="0" bIns="0" rtlCol="0" anchor="t" anchorCtr="0">
            <a:noAutofit/>
          </a:bodyPr>
          <a:lstStyle>
            <a:lvl1pPr marL="0" indent="0">
              <a:lnSpc>
                <a:spcPct val="90000"/>
              </a:lnSpc>
              <a:buNone/>
              <a:defRPr lang="de-DE" sz="1800" cap="none" baseline="0" dirty="0" smtClean="0">
                <a:solidFill>
                  <a:schemeClr val="tx1"/>
                </a:solidFill>
                <a:latin typeface="+mn-lt"/>
                <a:ea typeface="+mj-ea"/>
                <a:cs typeface="+mj-cs"/>
              </a:defRPr>
            </a:lvl1pPr>
          </a:lstStyle>
          <a:p>
            <a:pPr marL="114300" lvl="0" indent="-342900">
              <a:spcBef>
                <a:spcPct val="0"/>
              </a:spcBef>
            </a:pPr>
            <a:r>
              <a:rPr lang="en-GB"/>
              <a:t>Sub headline</a:t>
            </a:r>
          </a:p>
        </p:txBody>
      </p:sp>
    </p:spTree>
    <p:extLst>
      <p:ext uri="{BB962C8B-B14F-4D97-AF65-F5344CB8AC3E}">
        <p14:creationId xmlns:p14="http://schemas.microsoft.com/office/powerpoint/2010/main" val="114405431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el u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3" name="Objekt 2" hidden="1">
            <a:extLst>
              <a:ext uri="{FF2B5EF4-FFF2-40B4-BE49-F238E27FC236}">
                <a16:creationId xmlns:a16="http://schemas.microsoft.com/office/drawing/2014/main" id="{08ED5069-7E91-48C5-95E3-99F57E17659F}"/>
              </a:ext>
            </a:extLst>
          </p:cNvPr>
          <p:cNvGraphicFramePr>
            <a:graphicFrameLocks noChangeAspect="1"/>
          </p:cNvGraphicFramePr>
          <p:nvPr>
            <p:custDataLst>
              <p:tags r:id="rId1"/>
            </p:custDataLst>
          </p:nvPr>
        </p:nvGraphicFramePr>
        <p:xfrm>
          <a:off x="1588" y="1588"/>
          <a:ext cx="1588" cy="15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think-cell Slide" r:id="rId4" imgW="408" imgH="408" progId="TCLayout.ActiveDocument.1">
                  <p:embed/>
                </p:oleObj>
              </mc:Choice>
              <mc:Fallback>
                <p:oleObj name="think-cell Slide" r:id="rId4" imgW="408" imgH="408" progId="TCLayout.ActiveDocument.1">
                  <p:embed/>
                  <p:pic>
                    <p:nvPicPr>
                      <p:cNvPr id="3" name="Objekt 2" hidden="1">
                        <a:extLst>
                          <a:ext uri="{FF2B5EF4-FFF2-40B4-BE49-F238E27FC236}">
                            <a16:creationId xmlns:a16="http://schemas.microsoft.com/office/drawing/2014/main" id="{08ED5069-7E91-48C5-95E3-99F57E17659F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5"/>
                      <a:stretch>
                        <a:fillRect/>
                      </a:stretch>
                    </p:blipFill>
                    <p:spPr>
                      <a:xfrm>
                        <a:off x="1588" y="1588"/>
                        <a:ext cx="1588" cy="1588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2" name="Rechteck 1" hidden="1">
            <a:extLst>
              <a:ext uri="{FF2B5EF4-FFF2-40B4-BE49-F238E27FC236}">
                <a16:creationId xmlns:a16="http://schemas.microsoft.com/office/drawing/2014/main" id="{B2A3BD8A-6CFF-48E0-A155-11F4B2BBD557}"/>
              </a:ext>
            </a:extLst>
          </p:cNvPr>
          <p:cNvSpPr/>
          <p:nvPr>
            <p:custDataLst>
              <p:tags r:id="rId2"/>
            </p:custDataLst>
          </p:nvPr>
        </p:nvSpPr>
        <p:spPr>
          <a:xfrm>
            <a:off x="0" y="0"/>
            <a:ext cx="158750" cy="158750"/>
          </a:xfrm>
          <a:prstGeom prst="rect">
            <a:avLst/>
          </a:prstGeom>
          <a:solidFill>
            <a:schemeClr val="bg1"/>
          </a:solidFill>
          <a:ln w="635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="horz" wrap="none" lIns="0" tIns="0" rIns="0" bIns="0" numCol="1" spcCol="0" rtlCol="0" anchor="ctr" anchorCtr="0">
            <a:noAutofit/>
          </a:bodyPr>
          <a:lstStyle/>
          <a:p>
            <a:pPr marL="0" lvl="0" indent="0" algn="ctr" eaLnBrk="1">
              <a:lnSpc>
                <a:spcPct val="90000"/>
              </a:lnSpc>
              <a:spcBef>
                <a:spcPct val="0"/>
              </a:spcBef>
              <a:spcAft>
                <a:spcPct val="0"/>
              </a:spcAft>
            </a:pPr>
            <a:endParaRPr lang="en-GB" sz="2200" b="1" i="0" baseline="0">
              <a:solidFill>
                <a:schemeClr val="tx1"/>
              </a:solidFill>
              <a:latin typeface="STIHL Contraface Text"/>
              <a:ea typeface="+mj-ea"/>
              <a:cs typeface="+mj-cs"/>
              <a:sym typeface="STIHL Contraface Text"/>
            </a:endParaRPr>
          </a:p>
        </p:txBody>
      </p:sp>
      <p:sp>
        <p:nvSpPr>
          <p:cNvPr id="11" name="Titel 10">
            <a:extLst>
              <a:ext uri="{FF2B5EF4-FFF2-40B4-BE49-F238E27FC236}">
                <a16:creationId xmlns:a16="http://schemas.microsoft.com/office/drawing/2014/main" id="{A26E03A4-095B-410D-BCF8-3F189668F86A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479426" y="503546"/>
            <a:ext cx="9579925" cy="304699"/>
          </a:xfrm>
        </p:spPr>
        <p:txBody>
          <a:bodyPr vert="horz" lIns="0" tIns="0" rIns="0" bIns="0" rtlCol="0" anchor="t" anchorCtr="0">
            <a:noAutofit/>
          </a:bodyPr>
          <a:lstStyle>
            <a:lvl1pPr>
              <a:lnSpc>
                <a:spcPct val="90000"/>
              </a:lnSpc>
              <a:defRPr lang="de-DE" sz="2200" dirty="0"/>
            </a:lvl1pPr>
          </a:lstStyle>
          <a:p>
            <a:pPr lvl="0"/>
            <a:r>
              <a:rPr lang="en-GB"/>
              <a:t>Edit master title format</a:t>
            </a:r>
          </a:p>
        </p:txBody>
      </p:sp>
      <p:sp>
        <p:nvSpPr>
          <p:cNvPr id="12" name="Textplatzhalter 8">
            <a:extLst>
              <a:ext uri="{FF2B5EF4-FFF2-40B4-BE49-F238E27FC236}">
                <a16:creationId xmlns:a16="http://schemas.microsoft.com/office/drawing/2014/main" id="{2EA80287-A2C9-4521-95F7-BFAC821FCA08}"/>
              </a:ext>
            </a:extLst>
          </p:cNvPr>
          <p:cNvSpPr>
            <a:spLocks noGrp="1"/>
          </p:cNvSpPr>
          <p:nvPr>
            <p:ph type="body" sz="quarter" idx="14" hasCustomPrompt="1"/>
          </p:nvPr>
        </p:nvSpPr>
        <p:spPr>
          <a:xfrm>
            <a:off x="479427" y="1130300"/>
            <a:ext cx="11233147" cy="249299"/>
          </a:xfrm>
          <a:prstGeom prst="rect">
            <a:avLst/>
          </a:prstGeom>
        </p:spPr>
        <p:txBody>
          <a:bodyPr vert="horz" lIns="0" tIns="0" rIns="0" bIns="0" rtlCol="0" anchor="t" anchorCtr="0">
            <a:noAutofit/>
          </a:bodyPr>
          <a:lstStyle>
            <a:lvl1pPr marL="0" indent="0">
              <a:lnSpc>
                <a:spcPct val="90000"/>
              </a:lnSpc>
              <a:buNone/>
              <a:defRPr lang="de-DE" sz="1800" cap="none" baseline="0" dirty="0" smtClean="0">
                <a:solidFill>
                  <a:schemeClr val="tx1"/>
                </a:solidFill>
                <a:latin typeface="+mn-lt"/>
                <a:ea typeface="+mj-ea"/>
                <a:cs typeface="+mj-cs"/>
              </a:defRPr>
            </a:lvl1pPr>
          </a:lstStyle>
          <a:p>
            <a:pPr marL="114300" lvl="0" indent="-342900">
              <a:spcBef>
                <a:spcPct val="0"/>
              </a:spcBef>
            </a:pPr>
            <a:r>
              <a:rPr lang="en-GB"/>
              <a:t>Sub headline</a:t>
            </a:r>
          </a:p>
        </p:txBody>
      </p:sp>
      <p:sp>
        <p:nvSpPr>
          <p:cNvPr id="5" name="Textplatzhalter 4"/>
          <p:cNvSpPr>
            <a:spLocks noGrp="1"/>
          </p:cNvSpPr>
          <p:nvPr>
            <p:ph type="body" sz="quarter" idx="15" hasCustomPrompt="1"/>
          </p:nvPr>
        </p:nvSpPr>
        <p:spPr>
          <a:xfrm>
            <a:off x="479427" y="1605435"/>
            <a:ext cx="11233147" cy="4849340"/>
          </a:xfrm>
        </p:spPr>
        <p:txBody>
          <a:bodyPr/>
          <a:lstStyle>
            <a:lvl1pPr>
              <a:defRPr/>
            </a:lvl1pPr>
            <a:lvl2pPr>
              <a:defRPr baseline="0"/>
            </a:lvl2pPr>
            <a:lvl3pPr>
              <a:defRPr/>
            </a:lvl3pPr>
            <a:lvl4pPr>
              <a:defRPr baseline="0"/>
            </a:lvl4pPr>
            <a:lvl5pPr>
              <a:defRPr baseline="0"/>
            </a:lvl5pPr>
          </a:lstStyle>
          <a:p>
            <a:pPr lvl="0"/>
            <a:r>
              <a:rPr lang="en-GB"/>
              <a:t>Edit master text format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</a:p>
        </p:txBody>
      </p:sp>
    </p:spTree>
    <p:extLst>
      <p:ext uri="{BB962C8B-B14F-4D97-AF65-F5344CB8AC3E}">
        <p14:creationId xmlns:p14="http://schemas.microsoft.com/office/powerpoint/2010/main" val="1848248176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 two content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3" name="Objekt 2" hidden="1">
            <a:extLst>
              <a:ext uri="{FF2B5EF4-FFF2-40B4-BE49-F238E27FC236}">
                <a16:creationId xmlns:a16="http://schemas.microsoft.com/office/drawing/2014/main" id="{D653AC16-B8BF-4F06-9847-410FBD661142}"/>
              </a:ext>
            </a:extLst>
          </p:cNvPr>
          <p:cNvGraphicFramePr>
            <a:graphicFrameLocks noChangeAspect="1"/>
          </p:cNvGraphicFramePr>
          <p:nvPr>
            <p:custDataLst>
              <p:tags r:id="rId1"/>
            </p:custDataLst>
          </p:nvPr>
        </p:nvGraphicFramePr>
        <p:xfrm>
          <a:off x="1588" y="1588"/>
          <a:ext cx="1588" cy="15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think-cell Slide" r:id="rId4" imgW="408" imgH="408" progId="TCLayout.ActiveDocument.1">
                  <p:embed/>
                </p:oleObj>
              </mc:Choice>
              <mc:Fallback>
                <p:oleObj name="think-cell Slide" r:id="rId4" imgW="408" imgH="408" progId="TCLayout.ActiveDocument.1">
                  <p:embed/>
                  <p:pic>
                    <p:nvPicPr>
                      <p:cNvPr id="3" name="Objekt 2" hidden="1">
                        <a:extLst>
                          <a:ext uri="{FF2B5EF4-FFF2-40B4-BE49-F238E27FC236}">
                            <a16:creationId xmlns:a16="http://schemas.microsoft.com/office/drawing/2014/main" id="{D653AC16-B8BF-4F06-9847-410FBD661142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5"/>
                      <a:stretch>
                        <a:fillRect/>
                      </a:stretch>
                    </p:blipFill>
                    <p:spPr>
                      <a:xfrm>
                        <a:off x="1588" y="1588"/>
                        <a:ext cx="1588" cy="1588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2" name="Rechteck 1" hidden="1">
            <a:extLst>
              <a:ext uri="{FF2B5EF4-FFF2-40B4-BE49-F238E27FC236}">
                <a16:creationId xmlns:a16="http://schemas.microsoft.com/office/drawing/2014/main" id="{D21E1F63-0E73-4BE0-AB62-ECF4E2E15BF1}"/>
              </a:ext>
            </a:extLst>
          </p:cNvPr>
          <p:cNvSpPr/>
          <p:nvPr>
            <p:custDataLst>
              <p:tags r:id="rId2"/>
            </p:custDataLst>
          </p:nvPr>
        </p:nvSpPr>
        <p:spPr>
          <a:xfrm>
            <a:off x="0" y="0"/>
            <a:ext cx="158750" cy="158750"/>
          </a:xfrm>
          <a:prstGeom prst="rect">
            <a:avLst/>
          </a:prstGeom>
          <a:solidFill>
            <a:schemeClr val="bg1"/>
          </a:solidFill>
          <a:ln w="635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="horz" wrap="none" lIns="0" tIns="0" rIns="0" bIns="0" numCol="1" spcCol="0" rtlCol="0" anchor="ctr" anchorCtr="0">
            <a:noAutofit/>
          </a:bodyPr>
          <a:lstStyle/>
          <a:p>
            <a:pPr marL="0" lvl="0" indent="0" algn="ctr" eaLnBrk="1">
              <a:lnSpc>
                <a:spcPct val="90000"/>
              </a:lnSpc>
              <a:spcBef>
                <a:spcPct val="0"/>
              </a:spcBef>
              <a:spcAft>
                <a:spcPct val="0"/>
              </a:spcAft>
            </a:pPr>
            <a:endParaRPr lang="en-GB" sz="2200" b="1" i="0" baseline="0">
              <a:solidFill>
                <a:schemeClr val="tx1"/>
              </a:solidFill>
              <a:latin typeface="STIHL Contraface Text"/>
              <a:ea typeface="+mj-ea"/>
              <a:cs typeface="+mj-cs"/>
              <a:sym typeface="STIHL Contraface Text"/>
            </a:endParaRPr>
          </a:p>
        </p:txBody>
      </p:sp>
      <p:sp>
        <p:nvSpPr>
          <p:cNvPr id="11" name="Titel 10">
            <a:extLst>
              <a:ext uri="{FF2B5EF4-FFF2-40B4-BE49-F238E27FC236}">
                <a16:creationId xmlns:a16="http://schemas.microsoft.com/office/drawing/2014/main" id="{A26E03A4-095B-410D-BCF8-3F189668F86A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479426" y="503546"/>
            <a:ext cx="9579925" cy="304699"/>
          </a:xfrm>
        </p:spPr>
        <p:txBody>
          <a:bodyPr vert="horz" lIns="0" tIns="0" rIns="0" bIns="0" rtlCol="0" anchor="t" anchorCtr="0">
            <a:noAutofit/>
          </a:bodyPr>
          <a:lstStyle>
            <a:lvl1pPr>
              <a:lnSpc>
                <a:spcPct val="90000"/>
              </a:lnSpc>
              <a:defRPr lang="de-DE" sz="2200" dirty="0"/>
            </a:lvl1pPr>
          </a:lstStyle>
          <a:p>
            <a:pPr lvl="0"/>
            <a:r>
              <a:rPr lang="en-GB"/>
              <a:t>Edit master title format</a:t>
            </a:r>
          </a:p>
        </p:txBody>
      </p:sp>
      <p:sp>
        <p:nvSpPr>
          <p:cNvPr id="13" name="Textplatzhalter 8">
            <a:extLst>
              <a:ext uri="{FF2B5EF4-FFF2-40B4-BE49-F238E27FC236}">
                <a16:creationId xmlns:a16="http://schemas.microsoft.com/office/drawing/2014/main" id="{6DBC4AB2-2C37-4DD5-89D1-6E82832F27B2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479427" y="1130300"/>
            <a:ext cx="11233147" cy="249299"/>
          </a:xfrm>
          <a:prstGeom prst="rect">
            <a:avLst/>
          </a:prstGeom>
        </p:spPr>
        <p:txBody>
          <a:bodyPr vert="horz" lIns="0" tIns="0" rIns="0" bIns="0" rtlCol="0" anchor="t" anchorCtr="0">
            <a:noAutofit/>
          </a:bodyPr>
          <a:lstStyle>
            <a:lvl1pPr marL="0" indent="0">
              <a:lnSpc>
                <a:spcPct val="90000"/>
              </a:lnSpc>
              <a:buNone/>
              <a:defRPr lang="de-DE" sz="1800" cap="none" baseline="0" dirty="0" smtClean="0">
                <a:solidFill>
                  <a:schemeClr val="tx1"/>
                </a:solidFill>
                <a:latin typeface="+mn-lt"/>
                <a:ea typeface="+mj-ea"/>
                <a:cs typeface="+mj-cs"/>
              </a:defRPr>
            </a:lvl1pPr>
          </a:lstStyle>
          <a:p>
            <a:pPr marL="114300" lvl="0" indent="-342900">
              <a:spcBef>
                <a:spcPct val="0"/>
              </a:spcBef>
            </a:pPr>
            <a:r>
              <a:rPr lang="en-GB"/>
              <a:t>Sub headline</a:t>
            </a:r>
          </a:p>
        </p:txBody>
      </p:sp>
      <p:sp>
        <p:nvSpPr>
          <p:cNvPr id="5" name="Inhaltsplatzhalter 4"/>
          <p:cNvSpPr>
            <a:spLocks noGrp="1"/>
          </p:cNvSpPr>
          <p:nvPr>
            <p:ph sz="quarter" idx="21" hasCustomPrompt="1"/>
          </p:nvPr>
        </p:nvSpPr>
        <p:spPr>
          <a:xfrm>
            <a:off x="479427" y="1605435"/>
            <a:ext cx="5384331" cy="4849340"/>
          </a:xfrm>
        </p:spPr>
        <p:txBody>
          <a:bodyPr/>
          <a:lstStyle>
            <a:lvl1pPr>
              <a:defRPr/>
            </a:lvl1pPr>
            <a:lvl2pPr>
              <a:defRPr/>
            </a:lvl2pPr>
            <a:lvl3pPr>
              <a:defRPr/>
            </a:lvl3pPr>
            <a:lvl4pPr>
              <a:defRPr/>
            </a:lvl4pPr>
            <a:lvl5pPr>
              <a:defRPr/>
            </a:lvl5pPr>
          </a:lstStyle>
          <a:p>
            <a:pPr lvl="0"/>
            <a:r>
              <a:rPr lang="en-GB"/>
              <a:t>Edit master text format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</a:p>
        </p:txBody>
      </p:sp>
      <p:sp>
        <p:nvSpPr>
          <p:cNvPr id="15" name="Inhaltsplatzhalter 4"/>
          <p:cNvSpPr>
            <a:spLocks noGrp="1"/>
          </p:cNvSpPr>
          <p:nvPr>
            <p:ph sz="quarter" idx="22" hasCustomPrompt="1"/>
          </p:nvPr>
        </p:nvSpPr>
        <p:spPr>
          <a:xfrm>
            <a:off x="6328243" y="1605435"/>
            <a:ext cx="5384331" cy="4849340"/>
          </a:xfrm>
        </p:spPr>
        <p:txBody>
          <a:bodyPr/>
          <a:lstStyle>
            <a:lvl1pPr>
              <a:defRPr/>
            </a:lvl1pPr>
            <a:lvl2pPr>
              <a:defRPr/>
            </a:lvl2pPr>
            <a:lvl3pPr>
              <a:defRPr/>
            </a:lvl3pPr>
            <a:lvl4pPr>
              <a:defRPr/>
            </a:lvl4pPr>
            <a:lvl5pPr>
              <a:defRPr/>
            </a:lvl5pPr>
          </a:lstStyle>
          <a:p>
            <a:pPr lvl="0"/>
            <a:r>
              <a:rPr lang="en-GB"/>
              <a:t>Edit master text format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</a:p>
        </p:txBody>
      </p:sp>
    </p:spTree>
    <p:extLst>
      <p:ext uri="{BB962C8B-B14F-4D97-AF65-F5344CB8AC3E}">
        <p14:creationId xmlns:p14="http://schemas.microsoft.com/office/powerpoint/2010/main" val="2613369492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>
  <p:cSld name="Background image with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4" name="Objekt 3" hidden="1"/>
          <p:cNvGraphicFramePr>
            <a:graphicFrameLocks noChangeAspect="1"/>
          </p:cNvGraphicFramePr>
          <p:nvPr>
            <p:custDataLst>
              <p:tags r:id="rId1"/>
            </p:custDataLst>
          </p:nvPr>
        </p:nvGraphicFramePr>
        <p:xfrm>
          <a:off x="1588" y="1588"/>
          <a:ext cx="1588" cy="15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think-cell Slide" r:id="rId4" imgW="370" imgH="371" progId="TCLayout.ActiveDocument.1">
                  <p:embed/>
                </p:oleObj>
              </mc:Choice>
              <mc:Fallback>
                <p:oleObj name="think-cell Slide" r:id="rId4" imgW="370" imgH="371" progId="TCLayout.ActiveDocument.1">
                  <p:embed/>
                  <p:pic>
                    <p:nvPicPr>
                      <p:cNvPr id="4" name="Objekt 3" hidden="1"/>
                      <p:cNvPicPr/>
                      <p:nvPr/>
                    </p:nvPicPr>
                    <p:blipFill>
                      <a:blip r:embed="rId5"/>
                      <a:stretch>
                        <a:fillRect/>
                      </a:stretch>
                    </p:blipFill>
                    <p:spPr>
                      <a:xfrm>
                        <a:off x="1588" y="1588"/>
                        <a:ext cx="1588" cy="1588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3" name="Rechteck 2" hidden="1"/>
          <p:cNvSpPr/>
          <p:nvPr>
            <p:custDataLst>
              <p:tags r:id="rId2"/>
            </p:custDataLst>
          </p:nvPr>
        </p:nvSpPr>
        <p:spPr>
          <a:xfrm>
            <a:off x="0" y="0"/>
            <a:ext cx="158750" cy="158750"/>
          </a:xfrm>
          <a:prstGeom prst="rect">
            <a:avLst/>
          </a:prstGeom>
          <a:solidFill>
            <a:schemeClr val="bg1"/>
          </a:solidFill>
          <a:ln w="635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="horz" wrap="none" lIns="0" tIns="0" rIns="0" bIns="0" numCol="1" spcCol="0" rtlCol="0" anchor="ctr" anchorCtr="0">
            <a:noAutofit/>
          </a:bodyPr>
          <a:lstStyle/>
          <a:p>
            <a:pPr marL="0" lvl="0" indent="0" algn="ctr" eaLnBrk="1">
              <a:lnSpc>
                <a:spcPct val="90000"/>
              </a:lnSpc>
              <a:spcBef>
                <a:spcPct val="0"/>
              </a:spcBef>
              <a:spcAft>
                <a:spcPct val="0"/>
              </a:spcAft>
            </a:pPr>
            <a:endParaRPr lang="en-GB" sz="2200" b="1" i="0" baseline="0">
              <a:solidFill>
                <a:schemeClr val="tx1"/>
              </a:solidFill>
              <a:latin typeface="STIHL Contraface Text"/>
              <a:ea typeface="+mn-ea"/>
              <a:cs typeface="+mn-cs"/>
              <a:sym typeface="STIHL Contraface Text"/>
            </a:endParaRPr>
          </a:p>
        </p:txBody>
      </p:sp>
      <p:pic>
        <p:nvPicPr>
          <p:cNvPr id="10" name="Grafik 9"/>
          <p:cNvPicPr>
            <a:picLocks noChangeAspect="1"/>
          </p:cNvPicPr>
          <p:nvPr/>
        </p:nvPicPr>
        <p:blipFill>
          <a:blip r:embed="rId6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136060" y="258750"/>
            <a:ext cx="1774212" cy="775631"/>
          </a:xfrm>
          <a:prstGeom prst="rect">
            <a:avLst/>
          </a:prstGeom>
        </p:spPr>
      </p:pic>
      <p:sp>
        <p:nvSpPr>
          <p:cNvPr id="17" name="Hintergrundbild">
            <a:extLst>
              <a:ext uri="{FF2B5EF4-FFF2-40B4-BE49-F238E27FC236}">
                <a16:creationId xmlns:a16="http://schemas.microsoft.com/office/drawing/2014/main" id="{91303CF3-1A7E-4149-A9A1-BC9B75037D65}"/>
              </a:ext>
            </a:extLst>
          </p:cNvPr>
          <p:cNvSpPr>
            <a:spLocks noGrp="1"/>
          </p:cNvSpPr>
          <p:nvPr>
            <p:ph type="pic" sz="quarter" idx="15" hasCustomPrompt="1"/>
          </p:nvPr>
        </p:nvSpPr>
        <p:spPr>
          <a:xfrm>
            <a:off x="0" y="0"/>
            <a:ext cx="12192000" cy="6858000"/>
          </a:xfrm>
          <a:custGeom>
            <a:avLst/>
            <a:gdLst>
              <a:gd name="connsiteX0" fmla="*/ 361950 w 12192000"/>
              <a:gd name="connsiteY0" fmla="*/ 344402 h 6858000"/>
              <a:gd name="connsiteX1" fmla="*/ 361950 w 12192000"/>
              <a:gd name="connsiteY1" fmla="*/ 6536402 h 6858000"/>
              <a:gd name="connsiteX2" fmla="*/ 5401950 w 12192000"/>
              <a:gd name="connsiteY2" fmla="*/ 6536402 h 6858000"/>
              <a:gd name="connsiteX3" fmla="*/ 5401950 w 12192000"/>
              <a:gd name="connsiteY3" fmla="*/ 344402 h 6858000"/>
              <a:gd name="connsiteX4" fmla="*/ 10129345 w 12192000"/>
              <a:gd name="connsiteY4" fmla="*/ 344401 h 6858000"/>
              <a:gd name="connsiteX5" fmla="*/ 10129345 w 12192000"/>
              <a:gd name="connsiteY5" fmla="*/ 1099696 h 6858000"/>
              <a:gd name="connsiteX6" fmla="*/ 11857039 w 12192000"/>
              <a:gd name="connsiteY6" fmla="*/ 1099696 h 6858000"/>
              <a:gd name="connsiteX7" fmla="*/ 11857039 w 12192000"/>
              <a:gd name="connsiteY7" fmla="*/ 344401 h 6858000"/>
              <a:gd name="connsiteX8" fmla="*/ 0 w 12192000"/>
              <a:gd name="connsiteY8" fmla="*/ 0 h 6858000"/>
              <a:gd name="connsiteX9" fmla="*/ 12192000 w 12192000"/>
              <a:gd name="connsiteY9" fmla="*/ 0 h 6858000"/>
              <a:gd name="connsiteX10" fmla="*/ 12192000 w 12192000"/>
              <a:gd name="connsiteY10" fmla="*/ 6858000 h 6858000"/>
              <a:gd name="connsiteX11" fmla="*/ 0 w 12192000"/>
              <a:gd name="connsiteY11" fmla="*/ 6858000 h 6858000"/>
              <a:gd name="connsiteX0" fmla="*/ 361950 w 12192000"/>
              <a:gd name="connsiteY0" fmla="*/ 344402 h 6858000"/>
              <a:gd name="connsiteX1" fmla="*/ 361950 w 12192000"/>
              <a:gd name="connsiteY1" fmla="*/ 6536402 h 6858000"/>
              <a:gd name="connsiteX2" fmla="*/ 5401950 w 12192000"/>
              <a:gd name="connsiteY2" fmla="*/ 6536402 h 6858000"/>
              <a:gd name="connsiteX3" fmla="*/ 5401950 w 12192000"/>
              <a:gd name="connsiteY3" fmla="*/ 344402 h 6858000"/>
              <a:gd name="connsiteX4" fmla="*/ 361950 w 12192000"/>
              <a:gd name="connsiteY4" fmla="*/ 344402 h 6858000"/>
              <a:gd name="connsiteX5" fmla="*/ 10136965 w 12192000"/>
              <a:gd name="connsiteY5" fmla="*/ 258676 h 6858000"/>
              <a:gd name="connsiteX6" fmla="*/ 10129345 w 12192000"/>
              <a:gd name="connsiteY6" fmla="*/ 1099696 h 6858000"/>
              <a:gd name="connsiteX7" fmla="*/ 11857039 w 12192000"/>
              <a:gd name="connsiteY7" fmla="*/ 1099696 h 6858000"/>
              <a:gd name="connsiteX8" fmla="*/ 11857039 w 12192000"/>
              <a:gd name="connsiteY8" fmla="*/ 344401 h 6858000"/>
              <a:gd name="connsiteX9" fmla="*/ 10136965 w 12192000"/>
              <a:gd name="connsiteY9" fmla="*/ 258676 h 6858000"/>
              <a:gd name="connsiteX10" fmla="*/ 0 w 12192000"/>
              <a:gd name="connsiteY10" fmla="*/ 0 h 6858000"/>
              <a:gd name="connsiteX11" fmla="*/ 12192000 w 12192000"/>
              <a:gd name="connsiteY11" fmla="*/ 0 h 6858000"/>
              <a:gd name="connsiteX12" fmla="*/ 12192000 w 12192000"/>
              <a:gd name="connsiteY12" fmla="*/ 6858000 h 6858000"/>
              <a:gd name="connsiteX13" fmla="*/ 0 w 12192000"/>
              <a:gd name="connsiteY13" fmla="*/ 6858000 h 6858000"/>
              <a:gd name="connsiteX14" fmla="*/ 0 w 12192000"/>
              <a:gd name="connsiteY14" fmla="*/ 0 h 6858000"/>
              <a:gd name="connsiteX0" fmla="*/ 361950 w 12192000"/>
              <a:gd name="connsiteY0" fmla="*/ 344402 h 6858000"/>
              <a:gd name="connsiteX1" fmla="*/ 361950 w 12192000"/>
              <a:gd name="connsiteY1" fmla="*/ 6536402 h 6858000"/>
              <a:gd name="connsiteX2" fmla="*/ 5401950 w 12192000"/>
              <a:gd name="connsiteY2" fmla="*/ 6536402 h 6858000"/>
              <a:gd name="connsiteX3" fmla="*/ 5401950 w 12192000"/>
              <a:gd name="connsiteY3" fmla="*/ 344402 h 6858000"/>
              <a:gd name="connsiteX4" fmla="*/ 361950 w 12192000"/>
              <a:gd name="connsiteY4" fmla="*/ 344402 h 6858000"/>
              <a:gd name="connsiteX5" fmla="*/ 10136965 w 12192000"/>
              <a:gd name="connsiteY5" fmla="*/ 258676 h 6858000"/>
              <a:gd name="connsiteX6" fmla="*/ 10129345 w 12192000"/>
              <a:gd name="connsiteY6" fmla="*/ 1099696 h 6858000"/>
              <a:gd name="connsiteX7" fmla="*/ 11857039 w 12192000"/>
              <a:gd name="connsiteY7" fmla="*/ 1099696 h 6858000"/>
              <a:gd name="connsiteX8" fmla="*/ 11910379 w 12192000"/>
              <a:gd name="connsiteY8" fmla="*/ 260581 h 6858000"/>
              <a:gd name="connsiteX9" fmla="*/ 10136965 w 12192000"/>
              <a:gd name="connsiteY9" fmla="*/ 258676 h 6858000"/>
              <a:gd name="connsiteX10" fmla="*/ 0 w 12192000"/>
              <a:gd name="connsiteY10" fmla="*/ 0 h 6858000"/>
              <a:gd name="connsiteX11" fmla="*/ 12192000 w 12192000"/>
              <a:gd name="connsiteY11" fmla="*/ 0 h 6858000"/>
              <a:gd name="connsiteX12" fmla="*/ 12192000 w 12192000"/>
              <a:gd name="connsiteY12" fmla="*/ 6858000 h 6858000"/>
              <a:gd name="connsiteX13" fmla="*/ 0 w 12192000"/>
              <a:gd name="connsiteY13" fmla="*/ 6858000 h 6858000"/>
              <a:gd name="connsiteX14" fmla="*/ 0 w 12192000"/>
              <a:gd name="connsiteY14" fmla="*/ 0 h 6858000"/>
              <a:gd name="connsiteX0" fmla="*/ 361950 w 12192000"/>
              <a:gd name="connsiteY0" fmla="*/ 344402 h 6858000"/>
              <a:gd name="connsiteX1" fmla="*/ 361950 w 12192000"/>
              <a:gd name="connsiteY1" fmla="*/ 6536402 h 6858000"/>
              <a:gd name="connsiteX2" fmla="*/ 5401950 w 12192000"/>
              <a:gd name="connsiteY2" fmla="*/ 6536402 h 6858000"/>
              <a:gd name="connsiteX3" fmla="*/ 5401950 w 12192000"/>
              <a:gd name="connsiteY3" fmla="*/ 344402 h 6858000"/>
              <a:gd name="connsiteX4" fmla="*/ 361950 w 12192000"/>
              <a:gd name="connsiteY4" fmla="*/ 344402 h 6858000"/>
              <a:gd name="connsiteX5" fmla="*/ 10136965 w 12192000"/>
              <a:gd name="connsiteY5" fmla="*/ 258676 h 6858000"/>
              <a:gd name="connsiteX6" fmla="*/ 10129345 w 12192000"/>
              <a:gd name="connsiteY6" fmla="*/ 1099696 h 6858000"/>
              <a:gd name="connsiteX7" fmla="*/ 11910379 w 12192000"/>
              <a:gd name="connsiteY7" fmla="*/ 1029211 h 6858000"/>
              <a:gd name="connsiteX8" fmla="*/ 11910379 w 12192000"/>
              <a:gd name="connsiteY8" fmla="*/ 260581 h 6858000"/>
              <a:gd name="connsiteX9" fmla="*/ 10136965 w 12192000"/>
              <a:gd name="connsiteY9" fmla="*/ 258676 h 6858000"/>
              <a:gd name="connsiteX10" fmla="*/ 0 w 12192000"/>
              <a:gd name="connsiteY10" fmla="*/ 0 h 6858000"/>
              <a:gd name="connsiteX11" fmla="*/ 12192000 w 12192000"/>
              <a:gd name="connsiteY11" fmla="*/ 0 h 6858000"/>
              <a:gd name="connsiteX12" fmla="*/ 12192000 w 12192000"/>
              <a:gd name="connsiteY12" fmla="*/ 6858000 h 6858000"/>
              <a:gd name="connsiteX13" fmla="*/ 0 w 12192000"/>
              <a:gd name="connsiteY13" fmla="*/ 6858000 h 6858000"/>
              <a:gd name="connsiteX14" fmla="*/ 0 w 12192000"/>
              <a:gd name="connsiteY14" fmla="*/ 0 h 6858000"/>
              <a:gd name="connsiteX0" fmla="*/ 361950 w 12192000"/>
              <a:gd name="connsiteY0" fmla="*/ 344402 h 6858000"/>
              <a:gd name="connsiteX1" fmla="*/ 361950 w 12192000"/>
              <a:gd name="connsiteY1" fmla="*/ 6536402 h 6858000"/>
              <a:gd name="connsiteX2" fmla="*/ 5401950 w 12192000"/>
              <a:gd name="connsiteY2" fmla="*/ 6536402 h 6858000"/>
              <a:gd name="connsiteX3" fmla="*/ 5401950 w 12192000"/>
              <a:gd name="connsiteY3" fmla="*/ 344402 h 6858000"/>
              <a:gd name="connsiteX4" fmla="*/ 361950 w 12192000"/>
              <a:gd name="connsiteY4" fmla="*/ 344402 h 6858000"/>
              <a:gd name="connsiteX5" fmla="*/ 10136965 w 12192000"/>
              <a:gd name="connsiteY5" fmla="*/ 258676 h 6858000"/>
              <a:gd name="connsiteX6" fmla="*/ 10138870 w 12192000"/>
              <a:gd name="connsiteY6" fmla="*/ 1034926 h 6858000"/>
              <a:gd name="connsiteX7" fmla="*/ 11910379 w 12192000"/>
              <a:gd name="connsiteY7" fmla="*/ 1029211 h 6858000"/>
              <a:gd name="connsiteX8" fmla="*/ 11910379 w 12192000"/>
              <a:gd name="connsiteY8" fmla="*/ 260581 h 6858000"/>
              <a:gd name="connsiteX9" fmla="*/ 10136965 w 12192000"/>
              <a:gd name="connsiteY9" fmla="*/ 258676 h 6858000"/>
              <a:gd name="connsiteX10" fmla="*/ 0 w 12192000"/>
              <a:gd name="connsiteY10" fmla="*/ 0 h 6858000"/>
              <a:gd name="connsiteX11" fmla="*/ 12192000 w 12192000"/>
              <a:gd name="connsiteY11" fmla="*/ 0 h 6858000"/>
              <a:gd name="connsiteX12" fmla="*/ 12192000 w 12192000"/>
              <a:gd name="connsiteY12" fmla="*/ 6858000 h 6858000"/>
              <a:gd name="connsiteX13" fmla="*/ 0 w 12192000"/>
              <a:gd name="connsiteY13" fmla="*/ 6858000 h 6858000"/>
              <a:gd name="connsiteX14" fmla="*/ 0 w 12192000"/>
              <a:gd name="connsiteY14" fmla="*/ 0 h 6858000"/>
              <a:gd name="connsiteX0" fmla="*/ 361950 w 12192000"/>
              <a:gd name="connsiteY0" fmla="*/ 344402 h 6858000"/>
              <a:gd name="connsiteX1" fmla="*/ 361950 w 12192000"/>
              <a:gd name="connsiteY1" fmla="*/ 6536402 h 6858000"/>
              <a:gd name="connsiteX2" fmla="*/ 5401950 w 12192000"/>
              <a:gd name="connsiteY2" fmla="*/ 6536402 h 6858000"/>
              <a:gd name="connsiteX3" fmla="*/ 4587758 w 12192000"/>
              <a:gd name="connsiteY3" fmla="*/ 344402 h 6858000"/>
              <a:gd name="connsiteX4" fmla="*/ 361950 w 12192000"/>
              <a:gd name="connsiteY4" fmla="*/ 344402 h 6858000"/>
              <a:gd name="connsiteX5" fmla="*/ 10136965 w 12192000"/>
              <a:gd name="connsiteY5" fmla="*/ 258676 h 6858000"/>
              <a:gd name="connsiteX6" fmla="*/ 10138870 w 12192000"/>
              <a:gd name="connsiteY6" fmla="*/ 1034926 h 6858000"/>
              <a:gd name="connsiteX7" fmla="*/ 11910379 w 12192000"/>
              <a:gd name="connsiteY7" fmla="*/ 1029211 h 6858000"/>
              <a:gd name="connsiteX8" fmla="*/ 11910379 w 12192000"/>
              <a:gd name="connsiteY8" fmla="*/ 260581 h 6858000"/>
              <a:gd name="connsiteX9" fmla="*/ 10136965 w 12192000"/>
              <a:gd name="connsiteY9" fmla="*/ 258676 h 6858000"/>
              <a:gd name="connsiteX10" fmla="*/ 0 w 12192000"/>
              <a:gd name="connsiteY10" fmla="*/ 0 h 6858000"/>
              <a:gd name="connsiteX11" fmla="*/ 12192000 w 12192000"/>
              <a:gd name="connsiteY11" fmla="*/ 0 h 6858000"/>
              <a:gd name="connsiteX12" fmla="*/ 12192000 w 12192000"/>
              <a:gd name="connsiteY12" fmla="*/ 6858000 h 6858000"/>
              <a:gd name="connsiteX13" fmla="*/ 0 w 12192000"/>
              <a:gd name="connsiteY13" fmla="*/ 6858000 h 6858000"/>
              <a:gd name="connsiteX14" fmla="*/ 0 w 12192000"/>
              <a:gd name="connsiteY14" fmla="*/ 0 h 6858000"/>
              <a:gd name="connsiteX0" fmla="*/ 361950 w 12192000"/>
              <a:gd name="connsiteY0" fmla="*/ 344402 h 6858000"/>
              <a:gd name="connsiteX1" fmla="*/ 361950 w 12192000"/>
              <a:gd name="connsiteY1" fmla="*/ 6536402 h 6858000"/>
              <a:gd name="connsiteX2" fmla="*/ 4568969 w 12192000"/>
              <a:gd name="connsiteY2" fmla="*/ 6536402 h 6858000"/>
              <a:gd name="connsiteX3" fmla="*/ 4587758 w 12192000"/>
              <a:gd name="connsiteY3" fmla="*/ 344402 h 6858000"/>
              <a:gd name="connsiteX4" fmla="*/ 361950 w 12192000"/>
              <a:gd name="connsiteY4" fmla="*/ 344402 h 6858000"/>
              <a:gd name="connsiteX5" fmla="*/ 10136965 w 12192000"/>
              <a:gd name="connsiteY5" fmla="*/ 258676 h 6858000"/>
              <a:gd name="connsiteX6" fmla="*/ 10138870 w 12192000"/>
              <a:gd name="connsiteY6" fmla="*/ 1034926 h 6858000"/>
              <a:gd name="connsiteX7" fmla="*/ 11910379 w 12192000"/>
              <a:gd name="connsiteY7" fmla="*/ 1029211 h 6858000"/>
              <a:gd name="connsiteX8" fmla="*/ 11910379 w 12192000"/>
              <a:gd name="connsiteY8" fmla="*/ 260581 h 6858000"/>
              <a:gd name="connsiteX9" fmla="*/ 10136965 w 12192000"/>
              <a:gd name="connsiteY9" fmla="*/ 258676 h 6858000"/>
              <a:gd name="connsiteX10" fmla="*/ 0 w 12192000"/>
              <a:gd name="connsiteY10" fmla="*/ 0 h 6858000"/>
              <a:gd name="connsiteX11" fmla="*/ 12192000 w 12192000"/>
              <a:gd name="connsiteY11" fmla="*/ 0 h 6858000"/>
              <a:gd name="connsiteX12" fmla="*/ 12192000 w 12192000"/>
              <a:gd name="connsiteY12" fmla="*/ 6858000 h 6858000"/>
              <a:gd name="connsiteX13" fmla="*/ 0 w 12192000"/>
              <a:gd name="connsiteY13" fmla="*/ 6858000 h 6858000"/>
              <a:gd name="connsiteX14" fmla="*/ 0 w 12192000"/>
              <a:gd name="connsiteY14" fmla="*/ 0 h 6858000"/>
              <a:gd name="connsiteX0" fmla="*/ 361950 w 12192000"/>
              <a:gd name="connsiteY0" fmla="*/ 344402 h 6858000"/>
              <a:gd name="connsiteX1" fmla="*/ 361950 w 12192000"/>
              <a:gd name="connsiteY1" fmla="*/ 6536402 h 6858000"/>
              <a:gd name="connsiteX2" fmla="*/ 4568969 w 12192000"/>
              <a:gd name="connsiteY2" fmla="*/ 6536402 h 6858000"/>
              <a:gd name="connsiteX3" fmla="*/ 4575232 w 12192000"/>
              <a:gd name="connsiteY3" fmla="*/ 344402 h 6858000"/>
              <a:gd name="connsiteX4" fmla="*/ 361950 w 12192000"/>
              <a:gd name="connsiteY4" fmla="*/ 344402 h 6858000"/>
              <a:gd name="connsiteX5" fmla="*/ 10136965 w 12192000"/>
              <a:gd name="connsiteY5" fmla="*/ 258676 h 6858000"/>
              <a:gd name="connsiteX6" fmla="*/ 10138870 w 12192000"/>
              <a:gd name="connsiteY6" fmla="*/ 1034926 h 6858000"/>
              <a:gd name="connsiteX7" fmla="*/ 11910379 w 12192000"/>
              <a:gd name="connsiteY7" fmla="*/ 1029211 h 6858000"/>
              <a:gd name="connsiteX8" fmla="*/ 11910379 w 12192000"/>
              <a:gd name="connsiteY8" fmla="*/ 260581 h 6858000"/>
              <a:gd name="connsiteX9" fmla="*/ 10136965 w 12192000"/>
              <a:gd name="connsiteY9" fmla="*/ 258676 h 6858000"/>
              <a:gd name="connsiteX10" fmla="*/ 0 w 12192000"/>
              <a:gd name="connsiteY10" fmla="*/ 0 h 6858000"/>
              <a:gd name="connsiteX11" fmla="*/ 12192000 w 12192000"/>
              <a:gd name="connsiteY11" fmla="*/ 0 h 6858000"/>
              <a:gd name="connsiteX12" fmla="*/ 12192000 w 12192000"/>
              <a:gd name="connsiteY12" fmla="*/ 6858000 h 6858000"/>
              <a:gd name="connsiteX13" fmla="*/ 0 w 12192000"/>
              <a:gd name="connsiteY13" fmla="*/ 6858000 h 6858000"/>
              <a:gd name="connsiteX14" fmla="*/ 0 w 12192000"/>
              <a:gd name="connsiteY14" fmla="*/ 0 h 6858000"/>
              <a:gd name="connsiteX0" fmla="*/ 361950 w 12192000"/>
              <a:gd name="connsiteY0" fmla="*/ 344402 h 6858000"/>
              <a:gd name="connsiteX1" fmla="*/ 361950 w 12192000"/>
              <a:gd name="connsiteY1" fmla="*/ 6536402 h 6858000"/>
              <a:gd name="connsiteX2" fmla="*/ 4568969 w 12192000"/>
              <a:gd name="connsiteY2" fmla="*/ 6536402 h 6858000"/>
              <a:gd name="connsiteX3" fmla="*/ 4581495 w 12192000"/>
              <a:gd name="connsiteY3" fmla="*/ 338139 h 6858000"/>
              <a:gd name="connsiteX4" fmla="*/ 361950 w 12192000"/>
              <a:gd name="connsiteY4" fmla="*/ 344402 h 6858000"/>
              <a:gd name="connsiteX5" fmla="*/ 10136965 w 12192000"/>
              <a:gd name="connsiteY5" fmla="*/ 258676 h 6858000"/>
              <a:gd name="connsiteX6" fmla="*/ 10138870 w 12192000"/>
              <a:gd name="connsiteY6" fmla="*/ 1034926 h 6858000"/>
              <a:gd name="connsiteX7" fmla="*/ 11910379 w 12192000"/>
              <a:gd name="connsiteY7" fmla="*/ 1029211 h 6858000"/>
              <a:gd name="connsiteX8" fmla="*/ 11910379 w 12192000"/>
              <a:gd name="connsiteY8" fmla="*/ 260581 h 6858000"/>
              <a:gd name="connsiteX9" fmla="*/ 10136965 w 12192000"/>
              <a:gd name="connsiteY9" fmla="*/ 258676 h 6858000"/>
              <a:gd name="connsiteX10" fmla="*/ 0 w 12192000"/>
              <a:gd name="connsiteY10" fmla="*/ 0 h 6858000"/>
              <a:gd name="connsiteX11" fmla="*/ 12192000 w 12192000"/>
              <a:gd name="connsiteY11" fmla="*/ 0 h 6858000"/>
              <a:gd name="connsiteX12" fmla="*/ 12192000 w 12192000"/>
              <a:gd name="connsiteY12" fmla="*/ 6858000 h 6858000"/>
              <a:gd name="connsiteX13" fmla="*/ 0 w 12192000"/>
              <a:gd name="connsiteY13" fmla="*/ 6858000 h 6858000"/>
              <a:gd name="connsiteX14" fmla="*/ 0 w 12192000"/>
              <a:gd name="connsiteY14" fmla="*/ 0 h 6858000"/>
              <a:gd name="connsiteX0" fmla="*/ 361950 w 12192000"/>
              <a:gd name="connsiteY0" fmla="*/ 344402 h 6858000"/>
              <a:gd name="connsiteX1" fmla="*/ 361950 w 12192000"/>
              <a:gd name="connsiteY1" fmla="*/ 6536402 h 6858000"/>
              <a:gd name="connsiteX2" fmla="*/ 4587758 w 12192000"/>
              <a:gd name="connsiteY2" fmla="*/ 6536402 h 6858000"/>
              <a:gd name="connsiteX3" fmla="*/ 4581495 w 12192000"/>
              <a:gd name="connsiteY3" fmla="*/ 338139 h 6858000"/>
              <a:gd name="connsiteX4" fmla="*/ 361950 w 12192000"/>
              <a:gd name="connsiteY4" fmla="*/ 344402 h 6858000"/>
              <a:gd name="connsiteX5" fmla="*/ 10136965 w 12192000"/>
              <a:gd name="connsiteY5" fmla="*/ 258676 h 6858000"/>
              <a:gd name="connsiteX6" fmla="*/ 10138870 w 12192000"/>
              <a:gd name="connsiteY6" fmla="*/ 1034926 h 6858000"/>
              <a:gd name="connsiteX7" fmla="*/ 11910379 w 12192000"/>
              <a:gd name="connsiteY7" fmla="*/ 1029211 h 6858000"/>
              <a:gd name="connsiteX8" fmla="*/ 11910379 w 12192000"/>
              <a:gd name="connsiteY8" fmla="*/ 260581 h 6858000"/>
              <a:gd name="connsiteX9" fmla="*/ 10136965 w 12192000"/>
              <a:gd name="connsiteY9" fmla="*/ 258676 h 6858000"/>
              <a:gd name="connsiteX10" fmla="*/ 0 w 12192000"/>
              <a:gd name="connsiteY10" fmla="*/ 0 h 6858000"/>
              <a:gd name="connsiteX11" fmla="*/ 12192000 w 12192000"/>
              <a:gd name="connsiteY11" fmla="*/ 0 h 6858000"/>
              <a:gd name="connsiteX12" fmla="*/ 12192000 w 12192000"/>
              <a:gd name="connsiteY12" fmla="*/ 6858000 h 6858000"/>
              <a:gd name="connsiteX13" fmla="*/ 0 w 12192000"/>
              <a:gd name="connsiteY13" fmla="*/ 6858000 h 6858000"/>
              <a:gd name="connsiteX14" fmla="*/ 0 w 12192000"/>
              <a:gd name="connsiteY14" fmla="*/ 0 h 6858000"/>
              <a:gd name="connsiteX0" fmla="*/ 361950 w 12192000"/>
              <a:gd name="connsiteY0" fmla="*/ 344402 h 6858000"/>
              <a:gd name="connsiteX1" fmla="*/ 361950 w 12192000"/>
              <a:gd name="connsiteY1" fmla="*/ 6536402 h 6858000"/>
              <a:gd name="connsiteX2" fmla="*/ 4587758 w 12192000"/>
              <a:gd name="connsiteY2" fmla="*/ 6536402 h 6858000"/>
              <a:gd name="connsiteX3" fmla="*/ 4600284 w 12192000"/>
              <a:gd name="connsiteY3" fmla="*/ 338139 h 6858000"/>
              <a:gd name="connsiteX4" fmla="*/ 361950 w 12192000"/>
              <a:gd name="connsiteY4" fmla="*/ 344402 h 6858000"/>
              <a:gd name="connsiteX5" fmla="*/ 10136965 w 12192000"/>
              <a:gd name="connsiteY5" fmla="*/ 258676 h 6858000"/>
              <a:gd name="connsiteX6" fmla="*/ 10138870 w 12192000"/>
              <a:gd name="connsiteY6" fmla="*/ 1034926 h 6858000"/>
              <a:gd name="connsiteX7" fmla="*/ 11910379 w 12192000"/>
              <a:gd name="connsiteY7" fmla="*/ 1029211 h 6858000"/>
              <a:gd name="connsiteX8" fmla="*/ 11910379 w 12192000"/>
              <a:gd name="connsiteY8" fmla="*/ 260581 h 6858000"/>
              <a:gd name="connsiteX9" fmla="*/ 10136965 w 12192000"/>
              <a:gd name="connsiteY9" fmla="*/ 258676 h 6858000"/>
              <a:gd name="connsiteX10" fmla="*/ 0 w 12192000"/>
              <a:gd name="connsiteY10" fmla="*/ 0 h 6858000"/>
              <a:gd name="connsiteX11" fmla="*/ 12192000 w 12192000"/>
              <a:gd name="connsiteY11" fmla="*/ 0 h 6858000"/>
              <a:gd name="connsiteX12" fmla="*/ 12192000 w 12192000"/>
              <a:gd name="connsiteY12" fmla="*/ 6858000 h 6858000"/>
              <a:gd name="connsiteX13" fmla="*/ 0 w 12192000"/>
              <a:gd name="connsiteY13" fmla="*/ 6858000 h 6858000"/>
              <a:gd name="connsiteX14" fmla="*/ 0 w 12192000"/>
              <a:gd name="connsiteY14" fmla="*/ 0 h 6858000"/>
              <a:gd name="connsiteX0" fmla="*/ 361950 w 12192000"/>
              <a:gd name="connsiteY0" fmla="*/ 344402 h 6858000"/>
              <a:gd name="connsiteX1" fmla="*/ 361950 w 12192000"/>
              <a:gd name="connsiteY1" fmla="*/ 6536402 h 6858000"/>
              <a:gd name="connsiteX2" fmla="*/ 4587758 w 12192000"/>
              <a:gd name="connsiteY2" fmla="*/ 6536402 h 6858000"/>
              <a:gd name="connsiteX3" fmla="*/ 4594021 w 12192000"/>
              <a:gd name="connsiteY3" fmla="*/ 344402 h 6858000"/>
              <a:gd name="connsiteX4" fmla="*/ 361950 w 12192000"/>
              <a:gd name="connsiteY4" fmla="*/ 344402 h 6858000"/>
              <a:gd name="connsiteX5" fmla="*/ 10136965 w 12192000"/>
              <a:gd name="connsiteY5" fmla="*/ 258676 h 6858000"/>
              <a:gd name="connsiteX6" fmla="*/ 10138870 w 12192000"/>
              <a:gd name="connsiteY6" fmla="*/ 1034926 h 6858000"/>
              <a:gd name="connsiteX7" fmla="*/ 11910379 w 12192000"/>
              <a:gd name="connsiteY7" fmla="*/ 1029211 h 6858000"/>
              <a:gd name="connsiteX8" fmla="*/ 11910379 w 12192000"/>
              <a:gd name="connsiteY8" fmla="*/ 260581 h 6858000"/>
              <a:gd name="connsiteX9" fmla="*/ 10136965 w 12192000"/>
              <a:gd name="connsiteY9" fmla="*/ 258676 h 6858000"/>
              <a:gd name="connsiteX10" fmla="*/ 0 w 12192000"/>
              <a:gd name="connsiteY10" fmla="*/ 0 h 6858000"/>
              <a:gd name="connsiteX11" fmla="*/ 12192000 w 12192000"/>
              <a:gd name="connsiteY11" fmla="*/ 0 h 6858000"/>
              <a:gd name="connsiteX12" fmla="*/ 12192000 w 12192000"/>
              <a:gd name="connsiteY12" fmla="*/ 6858000 h 6858000"/>
              <a:gd name="connsiteX13" fmla="*/ 0 w 12192000"/>
              <a:gd name="connsiteY13" fmla="*/ 6858000 h 6858000"/>
              <a:gd name="connsiteX14" fmla="*/ 0 w 12192000"/>
              <a:gd name="connsiteY14" fmla="*/ 0 h 6858000"/>
              <a:gd name="connsiteX0" fmla="*/ 361950 w 12192000"/>
              <a:gd name="connsiteY0" fmla="*/ 344402 h 6858000"/>
              <a:gd name="connsiteX1" fmla="*/ 361950 w 12192000"/>
              <a:gd name="connsiteY1" fmla="*/ 6536402 h 6858000"/>
              <a:gd name="connsiteX2" fmla="*/ 4587758 w 12192000"/>
              <a:gd name="connsiteY2" fmla="*/ 6536402 h 6858000"/>
              <a:gd name="connsiteX3" fmla="*/ 4594021 w 12192000"/>
              <a:gd name="connsiteY3" fmla="*/ 344402 h 6858000"/>
              <a:gd name="connsiteX4" fmla="*/ 361950 w 12192000"/>
              <a:gd name="connsiteY4" fmla="*/ 344402 h 6858000"/>
              <a:gd name="connsiteX5" fmla="*/ 10136965 w 12192000"/>
              <a:gd name="connsiteY5" fmla="*/ 258676 h 6858000"/>
              <a:gd name="connsiteX6" fmla="*/ 10138870 w 12192000"/>
              <a:gd name="connsiteY6" fmla="*/ 1034926 h 6858000"/>
              <a:gd name="connsiteX7" fmla="*/ 11910379 w 12192000"/>
              <a:gd name="connsiteY7" fmla="*/ 1029211 h 6858000"/>
              <a:gd name="connsiteX8" fmla="*/ 11904664 w 12192000"/>
              <a:gd name="connsiteY8" fmla="*/ 268201 h 6858000"/>
              <a:gd name="connsiteX9" fmla="*/ 10136965 w 12192000"/>
              <a:gd name="connsiteY9" fmla="*/ 258676 h 6858000"/>
              <a:gd name="connsiteX10" fmla="*/ 0 w 12192000"/>
              <a:gd name="connsiteY10" fmla="*/ 0 h 6858000"/>
              <a:gd name="connsiteX11" fmla="*/ 12192000 w 12192000"/>
              <a:gd name="connsiteY11" fmla="*/ 0 h 6858000"/>
              <a:gd name="connsiteX12" fmla="*/ 12192000 w 12192000"/>
              <a:gd name="connsiteY12" fmla="*/ 6858000 h 6858000"/>
              <a:gd name="connsiteX13" fmla="*/ 0 w 12192000"/>
              <a:gd name="connsiteY13" fmla="*/ 6858000 h 6858000"/>
              <a:gd name="connsiteX14" fmla="*/ 0 w 12192000"/>
              <a:gd name="connsiteY14" fmla="*/ 0 h 6858000"/>
              <a:gd name="connsiteX0" fmla="*/ 361950 w 12192000"/>
              <a:gd name="connsiteY0" fmla="*/ 344402 h 6858000"/>
              <a:gd name="connsiteX1" fmla="*/ 361950 w 12192000"/>
              <a:gd name="connsiteY1" fmla="*/ 6536402 h 6858000"/>
              <a:gd name="connsiteX2" fmla="*/ 4587758 w 12192000"/>
              <a:gd name="connsiteY2" fmla="*/ 6536402 h 6858000"/>
              <a:gd name="connsiteX3" fmla="*/ 4594021 w 12192000"/>
              <a:gd name="connsiteY3" fmla="*/ 344402 h 6858000"/>
              <a:gd name="connsiteX4" fmla="*/ 361950 w 12192000"/>
              <a:gd name="connsiteY4" fmla="*/ 344402 h 6858000"/>
              <a:gd name="connsiteX5" fmla="*/ 10136965 w 12192000"/>
              <a:gd name="connsiteY5" fmla="*/ 258676 h 6858000"/>
              <a:gd name="connsiteX6" fmla="*/ 10138870 w 12192000"/>
              <a:gd name="connsiteY6" fmla="*/ 1034926 h 6858000"/>
              <a:gd name="connsiteX7" fmla="*/ 11904664 w 12192000"/>
              <a:gd name="connsiteY7" fmla="*/ 1027306 h 6858000"/>
              <a:gd name="connsiteX8" fmla="*/ 11904664 w 12192000"/>
              <a:gd name="connsiteY8" fmla="*/ 268201 h 6858000"/>
              <a:gd name="connsiteX9" fmla="*/ 10136965 w 12192000"/>
              <a:gd name="connsiteY9" fmla="*/ 258676 h 6858000"/>
              <a:gd name="connsiteX10" fmla="*/ 0 w 12192000"/>
              <a:gd name="connsiteY10" fmla="*/ 0 h 6858000"/>
              <a:gd name="connsiteX11" fmla="*/ 12192000 w 12192000"/>
              <a:gd name="connsiteY11" fmla="*/ 0 h 6858000"/>
              <a:gd name="connsiteX12" fmla="*/ 12192000 w 12192000"/>
              <a:gd name="connsiteY12" fmla="*/ 6858000 h 6858000"/>
              <a:gd name="connsiteX13" fmla="*/ 0 w 12192000"/>
              <a:gd name="connsiteY13" fmla="*/ 6858000 h 6858000"/>
              <a:gd name="connsiteX14" fmla="*/ 0 w 12192000"/>
              <a:gd name="connsiteY14" fmla="*/ 0 h 6858000"/>
              <a:gd name="connsiteX0" fmla="*/ 361950 w 12192000"/>
              <a:gd name="connsiteY0" fmla="*/ 344402 h 6858000"/>
              <a:gd name="connsiteX1" fmla="*/ 361950 w 12192000"/>
              <a:gd name="connsiteY1" fmla="*/ 6536402 h 6858000"/>
              <a:gd name="connsiteX2" fmla="*/ 4587758 w 12192000"/>
              <a:gd name="connsiteY2" fmla="*/ 6536402 h 6858000"/>
              <a:gd name="connsiteX3" fmla="*/ 4594021 w 12192000"/>
              <a:gd name="connsiteY3" fmla="*/ 344402 h 6858000"/>
              <a:gd name="connsiteX4" fmla="*/ 361950 w 12192000"/>
              <a:gd name="connsiteY4" fmla="*/ 344402 h 6858000"/>
              <a:gd name="connsiteX5" fmla="*/ 10144585 w 12192000"/>
              <a:gd name="connsiteY5" fmla="*/ 266296 h 6858000"/>
              <a:gd name="connsiteX6" fmla="*/ 10138870 w 12192000"/>
              <a:gd name="connsiteY6" fmla="*/ 1034926 h 6858000"/>
              <a:gd name="connsiteX7" fmla="*/ 11904664 w 12192000"/>
              <a:gd name="connsiteY7" fmla="*/ 1027306 h 6858000"/>
              <a:gd name="connsiteX8" fmla="*/ 11904664 w 12192000"/>
              <a:gd name="connsiteY8" fmla="*/ 268201 h 6858000"/>
              <a:gd name="connsiteX9" fmla="*/ 10144585 w 12192000"/>
              <a:gd name="connsiteY9" fmla="*/ 266296 h 6858000"/>
              <a:gd name="connsiteX10" fmla="*/ 0 w 12192000"/>
              <a:gd name="connsiteY10" fmla="*/ 0 h 6858000"/>
              <a:gd name="connsiteX11" fmla="*/ 12192000 w 12192000"/>
              <a:gd name="connsiteY11" fmla="*/ 0 h 6858000"/>
              <a:gd name="connsiteX12" fmla="*/ 12192000 w 12192000"/>
              <a:gd name="connsiteY12" fmla="*/ 6858000 h 6858000"/>
              <a:gd name="connsiteX13" fmla="*/ 0 w 12192000"/>
              <a:gd name="connsiteY13" fmla="*/ 6858000 h 6858000"/>
              <a:gd name="connsiteX14" fmla="*/ 0 w 12192000"/>
              <a:gd name="connsiteY14" fmla="*/ 0 h 6858000"/>
              <a:gd name="connsiteX0" fmla="*/ 361950 w 12192000"/>
              <a:gd name="connsiteY0" fmla="*/ 344402 h 6858000"/>
              <a:gd name="connsiteX1" fmla="*/ 361950 w 12192000"/>
              <a:gd name="connsiteY1" fmla="*/ 6536402 h 6858000"/>
              <a:gd name="connsiteX2" fmla="*/ 4587758 w 12192000"/>
              <a:gd name="connsiteY2" fmla="*/ 6536402 h 6858000"/>
              <a:gd name="connsiteX3" fmla="*/ 4594021 w 12192000"/>
              <a:gd name="connsiteY3" fmla="*/ 344402 h 6858000"/>
              <a:gd name="connsiteX4" fmla="*/ 361950 w 12192000"/>
              <a:gd name="connsiteY4" fmla="*/ 344402 h 6858000"/>
              <a:gd name="connsiteX5" fmla="*/ 10144585 w 12192000"/>
              <a:gd name="connsiteY5" fmla="*/ 266296 h 6858000"/>
              <a:gd name="connsiteX6" fmla="*/ 10144585 w 12192000"/>
              <a:gd name="connsiteY6" fmla="*/ 1025401 h 6858000"/>
              <a:gd name="connsiteX7" fmla="*/ 11904664 w 12192000"/>
              <a:gd name="connsiteY7" fmla="*/ 1027306 h 6858000"/>
              <a:gd name="connsiteX8" fmla="*/ 11904664 w 12192000"/>
              <a:gd name="connsiteY8" fmla="*/ 268201 h 6858000"/>
              <a:gd name="connsiteX9" fmla="*/ 10144585 w 12192000"/>
              <a:gd name="connsiteY9" fmla="*/ 266296 h 6858000"/>
              <a:gd name="connsiteX10" fmla="*/ 0 w 12192000"/>
              <a:gd name="connsiteY10" fmla="*/ 0 h 6858000"/>
              <a:gd name="connsiteX11" fmla="*/ 12192000 w 12192000"/>
              <a:gd name="connsiteY11" fmla="*/ 0 h 6858000"/>
              <a:gd name="connsiteX12" fmla="*/ 12192000 w 12192000"/>
              <a:gd name="connsiteY12" fmla="*/ 6858000 h 6858000"/>
              <a:gd name="connsiteX13" fmla="*/ 0 w 12192000"/>
              <a:gd name="connsiteY13" fmla="*/ 6858000 h 6858000"/>
              <a:gd name="connsiteX14" fmla="*/ 0 w 12192000"/>
              <a:gd name="connsiteY14" fmla="*/ 0 h 6858000"/>
              <a:gd name="connsiteX0" fmla="*/ 361950 w 12192000"/>
              <a:gd name="connsiteY0" fmla="*/ 344402 h 6858000"/>
              <a:gd name="connsiteX1" fmla="*/ 361950 w 12192000"/>
              <a:gd name="connsiteY1" fmla="*/ 6536402 h 6858000"/>
              <a:gd name="connsiteX2" fmla="*/ 4587758 w 12192000"/>
              <a:gd name="connsiteY2" fmla="*/ 6536402 h 6858000"/>
              <a:gd name="connsiteX3" fmla="*/ 4594021 w 12192000"/>
              <a:gd name="connsiteY3" fmla="*/ 344402 h 6858000"/>
              <a:gd name="connsiteX4" fmla="*/ 361950 w 12192000"/>
              <a:gd name="connsiteY4" fmla="*/ 344402 h 6858000"/>
              <a:gd name="connsiteX5" fmla="*/ 10144585 w 12192000"/>
              <a:gd name="connsiteY5" fmla="*/ 266296 h 6858000"/>
              <a:gd name="connsiteX6" fmla="*/ 10144585 w 12192000"/>
              <a:gd name="connsiteY6" fmla="*/ 1025401 h 6858000"/>
              <a:gd name="connsiteX7" fmla="*/ 11904664 w 12192000"/>
              <a:gd name="connsiteY7" fmla="*/ 1027306 h 6858000"/>
              <a:gd name="connsiteX8" fmla="*/ 11721784 w 12192000"/>
              <a:gd name="connsiteY8" fmla="*/ 390121 h 6858000"/>
              <a:gd name="connsiteX9" fmla="*/ 10144585 w 12192000"/>
              <a:gd name="connsiteY9" fmla="*/ 266296 h 6858000"/>
              <a:gd name="connsiteX10" fmla="*/ 0 w 12192000"/>
              <a:gd name="connsiteY10" fmla="*/ 0 h 6858000"/>
              <a:gd name="connsiteX11" fmla="*/ 12192000 w 12192000"/>
              <a:gd name="connsiteY11" fmla="*/ 0 h 6858000"/>
              <a:gd name="connsiteX12" fmla="*/ 12192000 w 12192000"/>
              <a:gd name="connsiteY12" fmla="*/ 6858000 h 6858000"/>
              <a:gd name="connsiteX13" fmla="*/ 0 w 12192000"/>
              <a:gd name="connsiteY13" fmla="*/ 6858000 h 6858000"/>
              <a:gd name="connsiteX14" fmla="*/ 0 w 12192000"/>
              <a:gd name="connsiteY14" fmla="*/ 0 h 6858000"/>
              <a:gd name="connsiteX0" fmla="*/ 361950 w 12192000"/>
              <a:gd name="connsiteY0" fmla="*/ 344402 h 6858000"/>
              <a:gd name="connsiteX1" fmla="*/ 361950 w 12192000"/>
              <a:gd name="connsiteY1" fmla="*/ 6536402 h 6858000"/>
              <a:gd name="connsiteX2" fmla="*/ 4587758 w 12192000"/>
              <a:gd name="connsiteY2" fmla="*/ 6536402 h 6858000"/>
              <a:gd name="connsiteX3" fmla="*/ 4594021 w 12192000"/>
              <a:gd name="connsiteY3" fmla="*/ 344402 h 6858000"/>
              <a:gd name="connsiteX4" fmla="*/ 361950 w 12192000"/>
              <a:gd name="connsiteY4" fmla="*/ 344402 h 6858000"/>
              <a:gd name="connsiteX5" fmla="*/ 10144585 w 12192000"/>
              <a:gd name="connsiteY5" fmla="*/ 266296 h 6858000"/>
              <a:gd name="connsiteX6" fmla="*/ 10144585 w 12192000"/>
              <a:gd name="connsiteY6" fmla="*/ 1025401 h 6858000"/>
              <a:gd name="connsiteX7" fmla="*/ 11904664 w 12192000"/>
              <a:gd name="connsiteY7" fmla="*/ 1027306 h 6858000"/>
              <a:gd name="connsiteX8" fmla="*/ 11902759 w 12192000"/>
              <a:gd name="connsiteY8" fmla="*/ 268201 h 6858000"/>
              <a:gd name="connsiteX9" fmla="*/ 10144585 w 12192000"/>
              <a:gd name="connsiteY9" fmla="*/ 266296 h 6858000"/>
              <a:gd name="connsiteX10" fmla="*/ 0 w 12192000"/>
              <a:gd name="connsiteY10" fmla="*/ 0 h 6858000"/>
              <a:gd name="connsiteX11" fmla="*/ 12192000 w 12192000"/>
              <a:gd name="connsiteY11" fmla="*/ 0 h 6858000"/>
              <a:gd name="connsiteX12" fmla="*/ 12192000 w 12192000"/>
              <a:gd name="connsiteY12" fmla="*/ 6858000 h 6858000"/>
              <a:gd name="connsiteX13" fmla="*/ 0 w 12192000"/>
              <a:gd name="connsiteY13" fmla="*/ 6858000 h 6858000"/>
              <a:gd name="connsiteX14" fmla="*/ 0 w 12192000"/>
              <a:gd name="connsiteY14" fmla="*/ 0 h 6858000"/>
              <a:gd name="connsiteX0" fmla="*/ 361950 w 12192000"/>
              <a:gd name="connsiteY0" fmla="*/ 344402 h 6858000"/>
              <a:gd name="connsiteX1" fmla="*/ 361950 w 12192000"/>
              <a:gd name="connsiteY1" fmla="*/ 6536402 h 6858000"/>
              <a:gd name="connsiteX2" fmla="*/ 4587758 w 12192000"/>
              <a:gd name="connsiteY2" fmla="*/ 6536402 h 6858000"/>
              <a:gd name="connsiteX3" fmla="*/ 4594021 w 12192000"/>
              <a:gd name="connsiteY3" fmla="*/ 344402 h 6858000"/>
              <a:gd name="connsiteX4" fmla="*/ 361950 w 12192000"/>
              <a:gd name="connsiteY4" fmla="*/ 344402 h 6858000"/>
              <a:gd name="connsiteX5" fmla="*/ 10144585 w 12192000"/>
              <a:gd name="connsiteY5" fmla="*/ 266296 h 6858000"/>
              <a:gd name="connsiteX6" fmla="*/ 10144585 w 12192000"/>
              <a:gd name="connsiteY6" fmla="*/ 1025401 h 6858000"/>
              <a:gd name="connsiteX7" fmla="*/ 11649394 w 12192000"/>
              <a:gd name="connsiteY7" fmla="*/ 871096 h 6858000"/>
              <a:gd name="connsiteX8" fmla="*/ 11902759 w 12192000"/>
              <a:gd name="connsiteY8" fmla="*/ 268201 h 6858000"/>
              <a:gd name="connsiteX9" fmla="*/ 10144585 w 12192000"/>
              <a:gd name="connsiteY9" fmla="*/ 266296 h 6858000"/>
              <a:gd name="connsiteX10" fmla="*/ 0 w 12192000"/>
              <a:gd name="connsiteY10" fmla="*/ 0 h 6858000"/>
              <a:gd name="connsiteX11" fmla="*/ 12192000 w 12192000"/>
              <a:gd name="connsiteY11" fmla="*/ 0 h 6858000"/>
              <a:gd name="connsiteX12" fmla="*/ 12192000 w 12192000"/>
              <a:gd name="connsiteY12" fmla="*/ 6858000 h 6858000"/>
              <a:gd name="connsiteX13" fmla="*/ 0 w 12192000"/>
              <a:gd name="connsiteY13" fmla="*/ 6858000 h 6858000"/>
              <a:gd name="connsiteX14" fmla="*/ 0 w 12192000"/>
              <a:gd name="connsiteY14" fmla="*/ 0 h 6858000"/>
              <a:gd name="connsiteX0" fmla="*/ 361950 w 12192000"/>
              <a:gd name="connsiteY0" fmla="*/ 344402 h 6858000"/>
              <a:gd name="connsiteX1" fmla="*/ 361950 w 12192000"/>
              <a:gd name="connsiteY1" fmla="*/ 6536402 h 6858000"/>
              <a:gd name="connsiteX2" fmla="*/ 4587758 w 12192000"/>
              <a:gd name="connsiteY2" fmla="*/ 6536402 h 6858000"/>
              <a:gd name="connsiteX3" fmla="*/ 4594021 w 12192000"/>
              <a:gd name="connsiteY3" fmla="*/ 344402 h 6858000"/>
              <a:gd name="connsiteX4" fmla="*/ 361950 w 12192000"/>
              <a:gd name="connsiteY4" fmla="*/ 344402 h 6858000"/>
              <a:gd name="connsiteX5" fmla="*/ 10144585 w 12192000"/>
              <a:gd name="connsiteY5" fmla="*/ 266296 h 6858000"/>
              <a:gd name="connsiteX6" fmla="*/ 10144585 w 12192000"/>
              <a:gd name="connsiteY6" fmla="*/ 1025401 h 6858000"/>
              <a:gd name="connsiteX7" fmla="*/ 11904664 w 12192000"/>
              <a:gd name="connsiteY7" fmla="*/ 1027306 h 6858000"/>
              <a:gd name="connsiteX8" fmla="*/ 11902759 w 12192000"/>
              <a:gd name="connsiteY8" fmla="*/ 268201 h 6858000"/>
              <a:gd name="connsiteX9" fmla="*/ 10144585 w 12192000"/>
              <a:gd name="connsiteY9" fmla="*/ 266296 h 6858000"/>
              <a:gd name="connsiteX10" fmla="*/ 0 w 12192000"/>
              <a:gd name="connsiteY10" fmla="*/ 0 h 6858000"/>
              <a:gd name="connsiteX11" fmla="*/ 12192000 w 12192000"/>
              <a:gd name="connsiteY11" fmla="*/ 0 h 6858000"/>
              <a:gd name="connsiteX12" fmla="*/ 12192000 w 12192000"/>
              <a:gd name="connsiteY12" fmla="*/ 6858000 h 6858000"/>
              <a:gd name="connsiteX13" fmla="*/ 0 w 12192000"/>
              <a:gd name="connsiteY13" fmla="*/ 6858000 h 6858000"/>
              <a:gd name="connsiteX14" fmla="*/ 0 w 12192000"/>
              <a:gd name="connsiteY14" fmla="*/ 0 h 6858000"/>
              <a:gd name="connsiteX0" fmla="*/ 361950 w 12192000"/>
              <a:gd name="connsiteY0" fmla="*/ 344402 h 6858000"/>
              <a:gd name="connsiteX1" fmla="*/ 361950 w 12192000"/>
              <a:gd name="connsiteY1" fmla="*/ 6536402 h 6858000"/>
              <a:gd name="connsiteX2" fmla="*/ 4587758 w 12192000"/>
              <a:gd name="connsiteY2" fmla="*/ 6536402 h 6858000"/>
              <a:gd name="connsiteX3" fmla="*/ 4594021 w 12192000"/>
              <a:gd name="connsiteY3" fmla="*/ 344402 h 6858000"/>
              <a:gd name="connsiteX4" fmla="*/ 361950 w 12192000"/>
              <a:gd name="connsiteY4" fmla="*/ 344402 h 6858000"/>
              <a:gd name="connsiteX5" fmla="*/ 10144585 w 12192000"/>
              <a:gd name="connsiteY5" fmla="*/ 266296 h 6858000"/>
              <a:gd name="connsiteX6" fmla="*/ 10144585 w 12192000"/>
              <a:gd name="connsiteY6" fmla="*/ 1025401 h 6858000"/>
              <a:gd name="connsiteX7" fmla="*/ 11756074 w 12192000"/>
              <a:gd name="connsiteY7" fmla="*/ 953011 h 6858000"/>
              <a:gd name="connsiteX8" fmla="*/ 11902759 w 12192000"/>
              <a:gd name="connsiteY8" fmla="*/ 268201 h 6858000"/>
              <a:gd name="connsiteX9" fmla="*/ 10144585 w 12192000"/>
              <a:gd name="connsiteY9" fmla="*/ 266296 h 6858000"/>
              <a:gd name="connsiteX10" fmla="*/ 0 w 12192000"/>
              <a:gd name="connsiteY10" fmla="*/ 0 h 6858000"/>
              <a:gd name="connsiteX11" fmla="*/ 12192000 w 12192000"/>
              <a:gd name="connsiteY11" fmla="*/ 0 h 6858000"/>
              <a:gd name="connsiteX12" fmla="*/ 12192000 w 12192000"/>
              <a:gd name="connsiteY12" fmla="*/ 6858000 h 6858000"/>
              <a:gd name="connsiteX13" fmla="*/ 0 w 12192000"/>
              <a:gd name="connsiteY13" fmla="*/ 6858000 h 6858000"/>
              <a:gd name="connsiteX14" fmla="*/ 0 w 12192000"/>
              <a:gd name="connsiteY14" fmla="*/ 0 h 6858000"/>
              <a:gd name="connsiteX0" fmla="*/ 361950 w 12192000"/>
              <a:gd name="connsiteY0" fmla="*/ 344402 h 6858000"/>
              <a:gd name="connsiteX1" fmla="*/ 361950 w 12192000"/>
              <a:gd name="connsiteY1" fmla="*/ 6536402 h 6858000"/>
              <a:gd name="connsiteX2" fmla="*/ 4587758 w 12192000"/>
              <a:gd name="connsiteY2" fmla="*/ 6536402 h 6858000"/>
              <a:gd name="connsiteX3" fmla="*/ 4594021 w 12192000"/>
              <a:gd name="connsiteY3" fmla="*/ 344402 h 6858000"/>
              <a:gd name="connsiteX4" fmla="*/ 361950 w 12192000"/>
              <a:gd name="connsiteY4" fmla="*/ 344402 h 6858000"/>
              <a:gd name="connsiteX5" fmla="*/ 10144585 w 12192000"/>
              <a:gd name="connsiteY5" fmla="*/ 266296 h 6858000"/>
              <a:gd name="connsiteX6" fmla="*/ 10144585 w 12192000"/>
              <a:gd name="connsiteY6" fmla="*/ 1025401 h 6858000"/>
              <a:gd name="connsiteX7" fmla="*/ 11902759 w 12192000"/>
              <a:gd name="connsiteY7" fmla="*/ 1029211 h 6858000"/>
              <a:gd name="connsiteX8" fmla="*/ 11902759 w 12192000"/>
              <a:gd name="connsiteY8" fmla="*/ 268201 h 6858000"/>
              <a:gd name="connsiteX9" fmla="*/ 10144585 w 12192000"/>
              <a:gd name="connsiteY9" fmla="*/ 266296 h 6858000"/>
              <a:gd name="connsiteX10" fmla="*/ 0 w 12192000"/>
              <a:gd name="connsiteY10" fmla="*/ 0 h 6858000"/>
              <a:gd name="connsiteX11" fmla="*/ 12192000 w 12192000"/>
              <a:gd name="connsiteY11" fmla="*/ 0 h 6858000"/>
              <a:gd name="connsiteX12" fmla="*/ 12192000 w 12192000"/>
              <a:gd name="connsiteY12" fmla="*/ 6858000 h 6858000"/>
              <a:gd name="connsiteX13" fmla="*/ 0 w 12192000"/>
              <a:gd name="connsiteY13" fmla="*/ 6858000 h 6858000"/>
              <a:gd name="connsiteX14" fmla="*/ 0 w 12192000"/>
              <a:gd name="connsiteY14" fmla="*/ 0 h 6858000"/>
              <a:gd name="connsiteX0" fmla="*/ 361950 w 12192000"/>
              <a:gd name="connsiteY0" fmla="*/ 344402 h 6858000"/>
              <a:gd name="connsiteX1" fmla="*/ 361950 w 12192000"/>
              <a:gd name="connsiteY1" fmla="*/ 6536402 h 6858000"/>
              <a:gd name="connsiteX2" fmla="*/ 4587758 w 12192000"/>
              <a:gd name="connsiteY2" fmla="*/ 6536402 h 6858000"/>
              <a:gd name="connsiteX3" fmla="*/ 4594021 w 12192000"/>
              <a:gd name="connsiteY3" fmla="*/ 344402 h 6858000"/>
              <a:gd name="connsiteX4" fmla="*/ 361950 w 12192000"/>
              <a:gd name="connsiteY4" fmla="*/ 344402 h 6858000"/>
              <a:gd name="connsiteX5" fmla="*/ 10144585 w 12192000"/>
              <a:gd name="connsiteY5" fmla="*/ 266296 h 6858000"/>
              <a:gd name="connsiteX6" fmla="*/ 10144585 w 12192000"/>
              <a:gd name="connsiteY6" fmla="*/ 1025401 h 6858000"/>
              <a:gd name="connsiteX7" fmla="*/ 11735119 w 12192000"/>
              <a:gd name="connsiteY7" fmla="*/ 899671 h 6858000"/>
              <a:gd name="connsiteX8" fmla="*/ 11902759 w 12192000"/>
              <a:gd name="connsiteY8" fmla="*/ 268201 h 6858000"/>
              <a:gd name="connsiteX9" fmla="*/ 10144585 w 12192000"/>
              <a:gd name="connsiteY9" fmla="*/ 266296 h 6858000"/>
              <a:gd name="connsiteX10" fmla="*/ 0 w 12192000"/>
              <a:gd name="connsiteY10" fmla="*/ 0 h 6858000"/>
              <a:gd name="connsiteX11" fmla="*/ 12192000 w 12192000"/>
              <a:gd name="connsiteY11" fmla="*/ 0 h 6858000"/>
              <a:gd name="connsiteX12" fmla="*/ 12192000 w 12192000"/>
              <a:gd name="connsiteY12" fmla="*/ 6858000 h 6858000"/>
              <a:gd name="connsiteX13" fmla="*/ 0 w 12192000"/>
              <a:gd name="connsiteY13" fmla="*/ 6858000 h 6858000"/>
              <a:gd name="connsiteX14" fmla="*/ 0 w 12192000"/>
              <a:gd name="connsiteY14" fmla="*/ 0 h 6858000"/>
              <a:gd name="connsiteX0" fmla="*/ 361950 w 12192000"/>
              <a:gd name="connsiteY0" fmla="*/ 344402 h 6858000"/>
              <a:gd name="connsiteX1" fmla="*/ 361950 w 12192000"/>
              <a:gd name="connsiteY1" fmla="*/ 6536402 h 6858000"/>
              <a:gd name="connsiteX2" fmla="*/ 4587758 w 12192000"/>
              <a:gd name="connsiteY2" fmla="*/ 6536402 h 6858000"/>
              <a:gd name="connsiteX3" fmla="*/ 4594021 w 12192000"/>
              <a:gd name="connsiteY3" fmla="*/ 344402 h 6858000"/>
              <a:gd name="connsiteX4" fmla="*/ 361950 w 12192000"/>
              <a:gd name="connsiteY4" fmla="*/ 344402 h 6858000"/>
              <a:gd name="connsiteX5" fmla="*/ 10144585 w 12192000"/>
              <a:gd name="connsiteY5" fmla="*/ 266296 h 6858000"/>
              <a:gd name="connsiteX6" fmla="*/ 10144585 w 12192000"/>
              <a:gd name="connsiteY6" fmla="*/ 1025401 h 6858000"/>
              <a:gd name="connsiteX7" fmla="*/ 11900854 w 12192000"/>
              <a:gd name="connsiteY7" fmla="*/ 1029211 h 6858000"/>
              <a:gd name="connsiteX8" fmla="*/ 11902759 w 12192000"/>
              <a:gd name="connsiteY8" fmla="*/ 268201 h 6858000"/>
              <a:gd name="connsiteX9" fmla="*/ 10144585 w 12192000"/>
              <a:gd name="connsiteY9" fmla="*/ 266296 h 6858000"/>
              <a:gd name="connsiteX10" fmla="*/ 0 w 12192000"/>
              <a:gd name="connsiteY10" fmla="*/ 0 h 6858000"/>
              <a:gd name="connsiteX11" fmla="*/ 12192000 w 12192000"/>
              <a:gd name="connsiteY11" fmla="*/ 0 h 6858000"/>
              <a:gd name="connsiteX12" fmla="*/ 12192000 w 12192000"/>
              <a:gd name="connsiteY12" fmla="*/ 6858000 h 6858000"/>
              <a:gd name="connsiteX13" fmla="*/ 0 w 12192000"/>
              <a:gd name="connsiteY13" fmla="*/ 6858000 h 6858000"/>
              <a:gd name="connsiteX14" fmla="*/ 0 w 12192000"/>
              <a:gd name="connsiteY14" fmla="*/ 0 h 6858000"/>
              <a:gd name="connsiteX0" fmla="*/ 361950 w 12192000"/>
              <a:gd name="connsiteY0" fmla="*/ 344402 h 6858000"/>
              <a:gd name="connsiteX1" fmla="*/ 361950 w 12192000"/>
              <a:gd name="connsiteY1" fmla="*/ 6536402 h 6858000"/>
              <a:gd name="connsiteX2" fmla="*/ 4587758 w 12192000"/>
              <a:gd name="connsiteY2" fmla="*/ 6536402 h 6858000"/>
              <a:gd name="connsiteX3" fmla="*/ 4594021 w 12192000"/>
              <a:gd name="connsiteY3" fmla="*/ 344402 h 6858000"/>
              <a:gd name="connsiteX4" fmla="*/ 361950 w 12192000"/>
              <a:gd name="connsiteY4" fmla="*/ 344402 h 6858000"/>
              <a:gd name="connsiteX5" fmla="*/ 10144585 w 12192000"/>
              <a:gd name="connsiteY5" fmla="*/ 266296 h 6858000"/>
              <a:gd name="connsiteX6" fmla="*/ 10144585 w 12192000"/>
              <a:gd name="connsiteY6" fmla="*/ 1025401 h 6858000"/>
              <a:gd name="connsiteX7" fmla="*/ 11900854 w 12192000"/>
              <a:gd name="connsiteY7" fmla="*/ 1031116 h 6858000"/>
              <a:gd name="connsiteX8" fmla="*/ 11902759 w 12192000"/>
              <a:gd name="connsiteY8" fmla="*/ 268201 h 6858000"/>
              <a:gd name="connsiteX9" fmla="*/ 10144585 w 12192000"/>
              <a:gd name="connsiteY9" fmla="*/ 266296 h 6858000"/>
              <a:gd name="connsiteX10" fmla="*/ 0 w 12192000"/>
              <a:gd name="connsiteY10" fmla="*/ 0 h 6858000"/>
              <a:gd name="connsiteX11" fmla="*/ 12192000 w 12192000"/>
              <a:gd name="connsiteY11" fmla="*/ 0 h 6858000"/>
              <a:gd name="connsiteX12" fmla="*/ 12192000 w 12192000"/>
              <a:gd name="connsiteY12" fmla="*/ 6858000 h 6858000"/>
              <a:gd name="connsiteX13" fmla="*/ 0 w 12192000"/>
              <a:gd name="connsiteY13" fmla="*/ 6858000 h 6858000"/>
              <a:gd name="connsiteX14" fmla="*/ 0 w 12192000"/>
              <a:gd name="connsiteY14" fmla="*/ 0 h 6858000"/>
              <a:gd name="connsiteX0" fmla="*/ 361950 w 12192000"/>
              <a:gd name="connsiteY0" fmla="*/ 344402 h 6858000"/>
              <a:gd name="connsiteX1" fmla="*/ 361950 w 12192000"/>
              <a:gd name="connsiteY1" fmla="*/ 6536402 h 6858000"/>
              <a:gd name="connsiteX2" fmla="*/ 4587758 w 12192000"/>
              <a:gd name="connsiteY2" fmla="*/ 6536402 h 6858000"/>
              <a:gd name="connsiteX3" fmla="*/ 4594021 w 12192000"/>
              <a:gd name="connsiteY3" fmla="*/ 344402 h 6858000"/>
              <a:gd name="connsiteX4" fmla="*/ 361950 w 12192000"/>
              <a:gd name="connsiteY4" fmla="*/ 344402 h 6858000"/>
              <a:gd name="connsiteX5" fmla="*/ 10144585 w 12192000"/>
              <a:gd name="connsiteY5" fmla="*/ 266296 h 6858000"/>
              <a:gd name="connsiteX6" fmla="*/ 10144585 w 12192000"/>
              <a:gd name="connsiteY6" fmla="*/ 1025401 h 6858000"/>
              <a:gd name="connsiteX7" fmla="*/ 11900854 w 12192000"/>
              <a:gd name="connsiteY7" fmla="*/ 1027306 h 6858000"/>
              <a:gd name="connsiteX8" fmla="*/ 11902759 w 12192000"/>
              <a:gd name="connsiteY8" fmla="*/ 268201 h 6858000"/>
              <a:gd name="connsiteX9" fmla="*/ 10144585 w 12192000"/>
              <a:gd name="connsiteY9" fmla="*/ 266296 h 6858000"/>
              <a:gd name="connsiteX10" fmla="*/ 0 w 12192000"/>
              <a:gd name="connsiteY10" fmla="*/ 0 h 6858000"/>
              <a:gd name="connsiteX11" fmla="*/ 12192000 w 12192000"/>
              <a:gd name="connsiteY11" fmla="*/ 0 h 6858000"/>
              <a:gd name="connsiteX12" fmla="*/ 12192000 w 12192000"/>
              <a:gd name="connsiteY12" fmla="*/ 6858000 h 6858000"/>
              <a:gd name="connsiteX13" fmla="*/ 0 w 12192000"/>
              <a:gd name="connsiteY13" fmla="*/ 6858000 h 6858000"/>
              <a:gd name="connsiteX14" fmla="*/ 0 w 12192000"/>
              <a:gd name="connsiteY14" fmla="*/ 0 h 6858000"/>
              <a:gd name="connsiteX0" fmla="*/ 361950 w 12192000"/>
              <a:gd name="connsiteY0" fmla="*/ 344402 h 6858000"/>
              <a:gd name="connsiteX1" fmla="*/ 361950 w 12192000"/>
              <a:gd name="connsiteY1" fmla="*/ 6536402 h 6858000"/>
              <a:gd name="connsiteX2" fmla="*/ 4587758 w 12192000"/>
              <a:gd name="connsiteY2" fmla="*/ 6536402 h 6858000"/>
              <a:gd name="connsiteX3" fmla="*/ 4520869 w 12192000"/>
              <a:gd name="connsiteY3" fmla="*/ 252962 h 6858000"/>
              <a:gd name="connsiteX4" fmla="*/ 361950 w 12192000"/>
              <a:gd name="connsiteY4" fmla="*/ 344402 h 6858000"/>
              <a:gd name="connsiteX5" fmla="*/ 10144585 w 12192000"/>
              <a:gd name="connsiteY5" fmla="*/ 266296 h 6858000"/>
              <a:gd name="connsiteX6" fmla="*/ 10144585 w 12192000"/>
              <a:gd name="connsiteY6" fmla="*/ 1025401 h 6858000"/>
              <a:gd name="connsiteX7" fmla="*/ 11900854 w 12192000"/>
              <a:gd name="connsiteY7" fmla="*/ 1027306 h 6858000"/>
              <a:gd name="connsiteX8" fmla="*/ 11902759 w 12192000"/>
              <a:gd name="connsiteY8" fmla="*/ 268201 h 6858000"/>
              <a:gd name="connsiteX9" fmla="*/ 10144585 w 12192000"/>
              <a:gd name="connsiteY9" fmla="*/ 266296 h 6858000"/>
              <a:gd name="connsiteX10" fmla="*/ 0 w 12192000"/>
              <a:gd name="connsiteY10" fmla="*/ 0 h 6858000"/>
              <a:gd name="connsiteX11" fmla="*/ 12192000 w 12192000"/>
              <a:gd name="connsiteY11" fmla="*/ 0 h 6858000"/>
              <a:gd name="connsiteX12" fmla="*/ 12192000 w 12192000"/>
              <a:gd name="connsiteY12" fmla="*/ 6858000 h 6858000"/>
              <a:gd name="connsiteX13" fmla="*/ 0 w 12192000"/>
              <a:gd name="connsiteY13" fmla="*/ 6858000 h 6858000"/>
              <a:gd name="connsiteX14" fmla="*/ 0 w 12192000"/>
              <a:gd name="connsiteY14" fmla="*/ 0 h 6858000"/>
              <a:gd name="connsiteX0" fmla="*/ 276606 w 12192000"/>
              <a:gd name="connsiteY0" fmla="*/ 259058 h 6858000"/>
              <a:gd name="connsiteX1" fmla="*/ 361950 w 12192000"/>
              <a:gd name="connsiteY1" fmla="*/ 6536402 h 6858000"/>
              <a:gd name="connsiteX2" fmla="*/ 4587758 w 12192000"/>
              <a:gd name="connsiteY2" fmla="*/ 6536402 h 6858000"/>
              <a:gd name="connsiteX3" fmla="*/ 4520869 w 12192000"/>
              <a:gd name="connsiteY3" fmla="*/ 252962 h 6858000"/>
              <a:gd name="connsiteX4" fmla="*/ 276606 w 12192000"/>
              <a:gd name="connsiteY4" fmla="*/ 259058 h 6858000"/>
              <a:gd name="connsiteX5" fmla="*/ 10144585 w 12192000"/>
              <a:gd name="connsiteY5" fmla="*/ 266296 h 6858000"/>
              <a:gd name="connsiteX6" fmla="*/ 10144585 w 12192000"/>
              <a:gd name="connsiteY6" fmla="*/ 1025401 h 6858000"/>
              <a:gd name="connsiteX7" fmla="*/ 11900854 w 12192000"/>
              <a:gd name="connsiteY7" fmla="*/ 1027306 h 6858000"/>
              <a:gd name="connsiteX8" fmla="*/ 11902759 w 12192000"/>
              <a:gd name="connsiteY8" fmla="*/ 268201 h 6858000"/>
              <a:gd name="connsiteX9" fmla="*/ 10144585 w 12192000"/>
              <a:gd name="connsiteY9" fmla="*/ 266296 h 6858000"/>
              <a:gd name="connsiteX10" fmla="*/ 0 w 12192000"/>
              <a:gd name="connsiteY10" fmla="*/ 0 h 6858000"/>
              <a:gd name="connsiteX11" fmla="*/ 12192000 w 12192000"/>
              <a:gd name="connsiteY11" fmla="*/ 0 h 6858000"/>
              <a:gd name="connsiteX12" fmla="*/ 12192000 w 12192000"/>
              <a:gd name="connsiteY12" fmla="*/ 6858000 h 6858000"/>
              <a:gd name="connsiteX13" fmla="*/ 0 w 12192000"/>
              <a:gd name="connsiteY13" fmla="*/ 6858000 h 6858000"/>
              <a:gd name="connsiteX14" fmla="*/ 0 w 12192000"/>
              <a:gd name="connsiteY14" fmla="*/ 0 h 6858000"/>
              <a:gd name="connsiteX0" fmla="*/ 276606 w 12192000"/>
              <a:gd name="connsiteY0" fmla="*/ 259058 h 6858000"/>
              <a:gd name="connsiteX1" fmla="*/ 282702 w 12192000"/>
              <a:gd name="connsiteY1" fmla="*/ 6597362 h 6858000"/>
              <a:gd name="connsiteX2" fmla="*/ 4587758 w 12192000"/>
              <a:gd name="connsiteY2" fmla="*/ 6536402 h 6858000"/>
              <a:gd name="connsiteX3" fmla="*/ 4520869 w 12192000"/>
              <a:gd name="connsiteY3" fmla="*/ 252962 h 6858000"/>
              <a:gd name="connsiteX4" fmla="*/ 276606 w 12192000"/>
              <a:gd name="connsiteY4" fmla="*/ 259058 h 6858000"/>
              <a:gd name="connsiteX5" fmla="*/ 10144585 w 12192000"/>
              <a:gd name="connsiteY5" fmla="*/ 266296 h 6858000"/>
              <a:gd name="connsiteX6" fmla="*/ 10144585 w 12192000"/>
              <a:gd name="connsiteY6" fmla="*/ 1025401 h 6858000"/>
              <a:gd name="connsiteX7" fmla="*/ 11900854 w 12192000"/>
              <a:gd name="connsiteY7" fmla="*/ 1027306 h 6858000"/>
              <a:gd name="connsiteX8" fmla="*/ 11902759 w 12192000"/>
              <a:gd name="connsiteY8" fmla="*/ 268201 h 6858000"/>
              <a:gd name="connsiteX9" fmla="*/ 10144585 w 12192000"/>
              <a:gd name="connsiteY9" fmla="*/ 266296 h 6858000"/>
              <a:gd name="connsiteX10" fmla="*/ 0 w 12192000"/>
              <a:gd name="connsiteY10" fmla="*/ 0 h 6858000"/>
              <a:gd name="connsiteX11" fmla="*/ 12192000 w 12192000"/>
              <a:gd name="connsiteY11" fmla="*/ 0 h 6858000"/>
              <a:gd name="connsiteX12" fmla="*/ 12192000 w 12192000"/>
              <a:gd name="connsiteY12" fmla="*/ 6858000 h 6858000"/>
              <a:gd name="connsiteX13" fmla="*/ 0 w 12192000"/>
              <a:gd name="connsiteY13" fmla="*/ 6858000 h 6858000"/>
              <a:gd name="connsiteX14" fmla="*/ 0 w 12192000"/>
              <a:gd name="connsiteY14" fmla="*/ 0 h 6858000"/>
              <a:gd name="connsiteX0" fmla="*/ 276606 w 12192000"/>
              <a:gd name="connsiteY0" fmla="*/ 259058 h 6858000"/>
              <a:gd name="connsiteX1" fmla="*/ 282702 w 12192000"/>
              <a:gd name="connsiteY1" fmla="*/ 6597362 h 6858000"/>
              <a:gd name="connsiteX2" fmla="*/ 4508510 w 12192000"/>
              <a:gd name="connsiteY2" fmla="*/ 6603458 h 6858000"/>
              <a:gd name="connsiteX3" fmla="*/ 4520869 w 12192000"/>
              <a:gd name="connsiteY3" fmla="*/ 252962 h 6858000"/>
              <a:gd name="connsiteX4" fmla="*/ 276606 w 12192000"/>
              <a:gd name="connsiteY4" fmla="*/ 259058 h 6858000"/>
              <a:gd name="connsiteX5" fmla="*/ 10144585 w 12192000"/>
              <a:gd name="connsiteY5" fmla="*/ 266296 h 6858000"/>
              <a:gd name="connsiteX6" fmla="*/ 10144585 w 12192000"/>
              <a:gd name="connsiteY6" fmla="*/ 1025401 h 6858000"/>
              <a:gd name="connsiteX7" fmla="*/ 11900854 w 12192000"/>
              <a:gd name="connsiteY7" fmla="*/ 1027306 h 6858000"/>
              <a:gd name="connsiteX8" fmla="*/ 11902759 w 12192000"/>
              <a:gd name="connsiteY8" fmla="*/ 268201 h 6858000"/>
              <a:gd name="connsiteX9" fmla="*/ 10144585 w 12192000"/>
              <a:gd name="connsiteY9" fmla="*/ 266296 h 6858000"/>
              <a:gd name="connsiteX10" fmla="*/ 0 w 12192000"/>
              <a:gd name="connsiteY10" fmla="*/ 0 h 6858000"/>
              <a:gd name="connsiteX11" fmla="*/ 12192000 w 12192000"/>
              <a:gd name="connsiteY11" fmla="*/ 0 h 6858000"/>
              <a:gd name="connsiteX12" fmla="*/ 12192000 w 12192000"/>
              <a:gd name="connsiteY12" fmla="*/ 6858000 h 6858000"/>
              <a:gd name="connsiteX13" fmla="*/ 0 w 12192000"/>
              <a:gd name="connsiteY13" fmla="*/ 6858000 h 6858000"/>
              <a:gd name="connsiteX14" fmla="*/ 0 w 12192000"/>
              <a:gd name="connsiteY14" fmla="*/ 0 h 6858000"/>
              <a:gd name="connsiteX0" fmla="*/ 276606 w 12192000"/>
              <a:gd name="connsiteY0" fmla="*/ 259058 h 6858000"/>
              <a:gd name="connsiteX1" fmla="*/ 282702 w 12192000"/>
              <a:gd name="connsiteY1" fmla="*/ 6597362 h 6858000"/>
              <a:gd name="connsiteX2" fmla="*/ 4502795 w 12192000"/>
              <a:gd name="connsiteY2" fmla="*/ 6599648 h 6858000"/>
              <a:gd name="connsiteX3" fmla="*/ 4520869 w 12192000"/>
              <a:gd name="connsiteY3" fmla="*/ 252962 h 6858000"/>
              <a:gd name="connsiteX4" fmla="*/ 276606 w 12192000"/>
              <a:gd name="connsiteY4" fmla="*/ 259058 h 6858000"/>
              <a:gd name="connsiteX5" fmla="*/ 10144585 w 12192000"/>
              <a:gd name="connsiteY5" fmla="*/ 266296 h 6858000"/>
              <a:gd name="connsiteX6" fmla="*/ 10144585 w 12192000"/>
              <a:gd name="connsiteY6" fmla="*/ 1025401 h 6858000"/>
              <a:gd name="connsiteX7" fmla="*/ 11900854 w 12192000"/>
              <a:gd name="connsiteY7" fmla="*/ 1027306 h 6858000"/>
              <a:gd name="connsiteX8" fmla="*/ 11902759 w 12192000"/>
              <a:gd name="connsiteY8" fmla="*/ 268201 h 6858000"/>
              <a:gd name="connsiteX9" fmla="*/ 10144585 w 12192000"/>
              <a:gd name="connsiteY9" fmla="*/ 266296 h 6858000"/>
              <a:gd name="connsiteX10" fmla="*/ 0 w 12192000"/>
              <a:gd name="connsiteY10" fmla="*/ 0 h 6858000"/>
              <a:gd name="connsiteX11" fmla="*/ 12192000 w 12192000"/>
              <a:gd name="connsiteY11" fmla="*/ 0 h 6858000"/>
              <a:gd name="connsiteX12" fmla="*/ 12192000 w 12192000"/>
              <a:gd name="connsiteY12" fmla="*/ 6858000 h 6858000"/>
              <a:gd name="connsiteX13" fmla="*/ 0 w 12192000"/>
              <a:gd name="connsiteY13" fmla="*/ 6858000 h 6858000"/>
              <a:gd name="connsiteX14" fmla="*/ 0 w 12192000"/>
              <a:gd name="connsiteY14" fmla="*/ 0 h 6858000"/>
              <a:gd name="connsiteX0" fmla="*/ 276606 w 12192000"/>
              <a:gd name="connsiteY0" fmla="*/ 259058 h 6858000"/>
              <a:gd name="connsiteX1" fmla="*/ 282702 w 12192000"/>
              <a:gd name="connsiteY1" fmla="*/ 6597362 h 6858000"/>
              <a:gd name="connsiteX2" fmla="*/ 4502795 w 12192000"/>
              <a:gd name="connsiteY2" fmla="*/ 6599648 h 6858000"/>
              <a:gd name="connsiteX3" fmla="*/ 4233214 w 12192000"/>
              <a:gd name="connsiteY3" fmla="*/ 468227 h 6858000"/>
              <a:gd name="connsiteX4" fmla="*/ 276606 w 12192000"/>
              <a:gd name="connsiteY4" fmla="*/ 259058 h 6858000"/>
              <a:gd name="connsiteX5" fmla="*/ 10144585 w 12192000"/>
              <a:gd name="connsiteY5" fmla="*/ 266296 h 6858000"/>
              <a:gd name="connsiteX6" fmla="*/ 10144585 w 12192000"/>
              <a:gd name="connsiteY6" fmla="*/ 1025401 h 6858000"/>
              <a:gd name="connsiteX7" fmla="*/ 11900854 w 12192000"/>
              <a:gd name="connsiteY7" fmla="*/ 1027306 h 6858000"/>
              <a:gd name="connsiteX8" fmla="*/ 11902759 w 12192000"/>
              <a:gd name="connsiteY8" fmla="*/ 268201 h 6858000"/>
              <a:gd name="connsiteX9" fmla="*/ 10144585 w 12192000"/>
              <a:gd name="connsiteY9" fmla="*/ 266296 h 6858000"/>
              <a:gd name="connsiteX10" fmla="*/ 0 w 12192000"/>
              <a:gd name="connsiteY10" fmla="*/ 0 h 6858000"/>
              <a:gd name="connsiteX11" fmla="*/ 12192000 w 12192000"/>
              <a:gd name="connsiteY11" fmla="*/ 0 h 6858000"/>
              <a:gd name="connsiteX12" fmla="*/ 12192000 w 12192000"/>
              <a:gd name="connsiteY12" fmla="*/ 6858000 h 6858000"/>
              <a:gd name="connsiteX13" fmla="*/ 0 w 12192000"/>
              <a:gd name="connsiteY13" fmla="*/ 6858000 h 6858000"/>
              <a:gd name="connsiteX14" fmla="*/ 0 w 12192000"/>
              <a:gd name="connsiteY14" fmla="*/ 0 h 6858000"/>
              <a:gd name="connsiteX0" fmla="*/ 276606 w 12192000"/>
              <a:gd name="connsiteY0" fmla="*/ 259058 h 6858000"/>
              <a:gd name="connsiteX1" fmla="*/ 282702 w 12192000"/>
              <a:gd name="connsiteY1" fmla="*/ 6597362 h 6858000"/>
              <a:gd name="connsiteX2" fmla="*/ 4502795 w 12192000"/>
              <a:gd name="connsiteY2" fmla="*/ 6599648 h 6858000"/>
              <a:gd name="connsiteX3" fmla="*/ 4503724 w 12192000"/>
              <a:gd name="connsiteY3" fmla="*/ 258677 h 6858000"/>
              <a:gd name="connsiteX4" fmla="*/ 276606 w 12192000"/>
              <a:gd name="connsiteY4" fmla="*/ 259058 h 6858000"/>
              <a:gd name="connsiteX5" fmla="*/ 10144585 w 12192000"/>
              <a:gd name="connsiteY5" fmla="*/ 266296 h 6858000"/>
              <a:gd name="connsiteX6" fmla="*/ 10144585 w 12192000"/>
              <a:gd name="connsiteY6" fmla="*/ 1025401 h 6858000"/>
              <a:gd name="connsiteX7" fmla="*/ 11900854 w 12192000"/>
              <a:gd name="connsiteY7" fmla="*/ 1027306 h 6858000"/>
              <a:gd name="connsiteX8" fmla="*/ 11902759 w 12192000"/>
              <a:gd name="connsiteY8" fmla="*/ 268201 h 6858000"/>
              <a:gd name="connsiteX9" fmla="*/ 10144585 w 12192000"/>
              <a:gd name="connsiteY9" fmla="*/ 266296 h 6858000"/>
              <a:gd name="connsiteX10" fmla="*/ 0 w 12192000"/>
              <a:gd name="connsiteY10" fmla="*/ 0 h 6858000"/>
              <a:gd name="connsiteX11" fmla="*/ 12192000 w 12192000"/>
              <a:gd name="connsiteY11" fmla="*/ 0 h 6858000"/>
              <a:gd name="connsiteX12" fmla="*/ 12192000 w 12192000"/>
              <a:gd name="connsiteY12" fmla="*/ 6858000 h 6858000"/>
              <a:gd name="connsiteX13" fmla="*/ 0 w 12192000"/>
              <a:gd name="connsiteY13" fmla="*/ 6858000 h 6858000"/>
              <a:gd name="connsiteX14" fmla="*/ 0 w 12192000"/>
              <a:gd name="connsiteY14" fmla="*/ 0 h 6858000"/>
              <a:gd name="connsiteX0" fmla="*/ 549021 w 12192000"/>
              <a:gd name="connsiteY0" fmla="*/ 472418 h 6858000"/>
              <a:gd name="connsiteX1" fmla="*/ 282702 w 12192000"/>
              <a:gd name="connsiteY1" fmla="*/ 6597362 h 6858000"/>
              <a:gd name="connsiteX2" fmla="*/ 4502795 w 12192000"/>
              <a:gd name="connsiteY2" fmla="*/ 6599648 h 6858000"/>
              <a:gd name="connsiteX3" fmla="*/ 4503724 w 12192000"/>
              <a:gd name="connsiteY3" fmla="*/ 258677 h 6858000"/>
              <a:gd name="connsiteX4" fmla="*/ 549021 w 12192000"/>
              <a:gd name="connsiteY4" fmla="*/ 472418 h 6858000"/>
              <a:gd name="connsiteX5" fmla="*/ 10144585 w 12192000"/>
              <a:gd name="connsiteY5" fmla="*/ 266296 h 6858000"/>
              <a:gd name="connsiteX6" fmla="*/ 10144585 w 12192000"/>
              <a:gd name="connsiteY6" fmla="*/ 1025401 h 6858000"/>
              <a:gd name="connsiteX7" fmla="*/ 11900854 w 12192000"/>
              <a:gd name="connsiteY7" fmla="*/ 1027306 h 6858000"/>
              <a:gd name="connsiteX8" fmla="*/ 11902759 w 12192000"/>
              <a:gd name="connsiteY8" fmla="*/ 268201 h 6858000"/>
              <a:gd name="connsiteX9" fmla="*/ 10144585 w 12192000"/>
              <a:gd name="connsiteY9" fmla="*/ 266296 h 6858000"/>
              <a:gd name="connsiteX10" fmla="*/ 0 w 12192000"/>
              <a:gd name="connsiteY10" fmla="*/ 0 h 6858000"/>
              <a:gd name="connsiteX11" fmla="*/ 12192000 w 12192000"/>
              <a:gd name="connsiteY11" fmla="*/ 0 h 6858000"/>
              <a:gd name="connsiteX12" fmla="*/ 12192000 w 12192000"/>
              <a:gd name="connsiteY12" fmla="*/ 6858000 h 6858000"/>
              <a:gd name="connsiteX13" fmla="*/ 0 w 12192000"/>
              <a:gd name="connsiteY13" fmla="*/ 6858000 h 6858000"/>
              <a:gd name="connsiteX14" fmla="*/ 0 w 12192000"/>
              <a:gd name="connsiteY14" fmla="*/ 0 h 6858000"/>
              <a:gd name="connsiteX0" fmla="*/ 284226 w 12192000"/>
              <a:gd name="connsiteY0" fmla="*/ 259058 h 6858000"/>
              <a:gd name="connsiteX1" fmla="*/ 282702 w 12192000"/>
              <a:gd name="connsiteY1" fmla="*/ 6597362 h 6858000"/>
              <a:gd name="connsiteX2" fmla="*/ 4502795 w 12192000"/>
              <a:gd name="connsiteY2" fmla="*/ 6599648 h 6858000"/>
              <a:gd name="connsiteX3" fmla="*/ 4503724 w 12192000"/>
              <a:gd name="connsiteY3" fmla="*/ 258677 h 6858000"/>
              <a:gd name="connsiteX4" fmla="*/ 284226 w 12192000"/>
              <a:gd name="connsiteY4" fmla="*/ 259058 h 6858000"/>
              <a:gd name="connsiteX5" fmla="*/ 10144585 w 12192000"/>
              <a:gd name="connsiteY5" fmla="*/ 266296 h 6858000"/>
              <a:gd name="connsiteX6" fmla="*/ 10144585 w 12192000"/>
              <a:gd name="connsiteY6" fmla="*/ 1025401 h 6858000"/>
              <a:gd name="connsiteX7" fmla="*/ 11900854 w 12192000"/>
              <a:gd name="connsiteY7" fmla="*/ 1027306 h 6858000"/>
              <a:gd name="connsiteX8" fmla="*/ 11902759 w 12192000"/>
              <a:gd name="connsiteY8" fmla="*/ 268201 h 6858000"/>
              <a:gd name="connsiteX9" fmla="*/ 10144585 w 12192000"/>
              <a:gd name="connsiteY9" fmla="*/ 266296 h 6858000"/>
              <a:gd name="connsiteX10" fmla="*/ 0 w 12192000"/>
              <a:gd name="connsiteY10" fmla="*/ 0 h 6858000"/>
              <a:gd name="connsiteX11" fmla="*/ 12192000 w 12192000"/>
              <a:gd name="connsiteY11" fmla="*/ 0 h 6858000"/>
              <a:gd name="connsiteX12" fmla="*/ 12192000 w 12192000"/>
              <a:gd name="connsiteY12" fmla="*/ 6858000 h 6858000"/>
              <a:gd name="connsiteX13" fmla="*/ 0 w 12192000"/>
              <a:gd name="connsiteY13" fmla="*/ 6858000 h 6858000"/>
              <a:gd name="connsiteX14" fmla="*/ 0 w 12192000"/>
              <a:gd name="connsiteY14" fmla="*/ 0 h 6858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</a:cxnLst>
            <a:rect l="l" t="t" r="r" b="b"/>
            <a:pathLst>
              <a:path w="12192000" h="6858000">
                <a:moveTo>
                  <a:pt x="284226" y="259058"/>
                </a:moveTo>
                <a:lnTo>
                  <a:pt x="282702" y="6597362"/>
                </a:lnTo>
                <a:lnTo>
                  <a:pt x="4502795" y="6599648"/>
                </a:lnTo>
                <a:cubicBezTo>
                  <a:pt x="4504883" y="4535648"/>
                  <a:pt x="4501636" y="2322677"/>
                  <a:pt x="4503724" y="258677"/>
                </a:cubicBezTo>
                <a:lnTo>
                  <a:pt x="284226" y="259058"/>
                </a:lnTo>
                <a:close/>
                <a:moveTo>
                  <a:pt x="10144585" y="266296"/>
                </a:moveTo>
                <a:lnTo>
                  <a:pt x="10144585" y="1025401"/>
                </a:lnTo>
                <a:lnTo>
                  <a:pt x="11900854" y="1027306"/>
                </a:lnTo>
                <a:lnTo>
                  <a:pt x="11902759" y="268201"/>
                </a:lnTo>
                <a:lnTo>
                  <a:pt x="10144585" y="266296"/>
                </a:lnTo>
                <a:close/>
                <a:moveTo>
                  <a:pt x="0" y="0"/>
                </a:moveTo>
                <a:lnTo>
                  <a:pt x="12192000" y="0"/>
                </a:lnTo>
                <a:lnTo>
                  <a:pt x="12192000" y="6858000"/>
                </a:lnTo>
                <a:lnTo>
                  <a:pt x="0" y="6858000"/>
                </a:lnTo>
                <a:lnTo>
                  <a:pt x="0" y="0"/>
                </a:lnTo>
                <a:close/>
              </a:path>
            </a:pathLst>
          </a:custGeom>
          <a:noFill/>
        </p:spPr>
        <p:txBody>
          <a:bodyPr wrap="square">
            <a:noAutofit/>
          </a:bodyPr>
          <a:lstStyle>
            <a:lvl1pPr marL="0" indent="0">
              <a:buNone/>
              <a:defRPr/>
            </a:lvl1pPr>
          </a:lstStyle>
          <a:p>
            <a:r>
              <a:rPr lang="en-US"/>
              <a:t>Add image by clicking on icon</a:t>
            </a:r>
          </a:p>
        </p:txBody>
      </p:sp>
      <p:sp>
        <p:nvSpPr>
          <p:cNvPr id="8" name="Subline">
            <a:extLst>
              <a:ext uri="{FF2B5EF4-FFF2-40B4-BE49-F238E27FC236}">
                <a16:creationId xmlns:a16="http://schemas.microsoft.com/office/drawing/2014/main" id="{27895B51-0BE5-4A27-BF19-DDD42ED32697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283316" y="5443855"/>
            <a:ext cx="4219882" cy="166199"/>
          </a:xfrm>
          <a:prstGeom prst="rect">
            <a:avLst/>
          </a:prstGeom>
        </p:spPr>
        <p:txBody>
          <a:bodyPr lIns="288000" rIns="288000" anchor="t" anchorCtr="0">
            <a:spAutoFit/>
          </a:bodyPr>
          <a:lstStyle>
            <a:lvl1pPr marL="0" indent="0">
              <a:spcBef>
                <a:spcPts val="0"/>
              </a:spcBef>
              <a:buNone/>
              <a:defRPr sz="1200" b="1" cap="none" baseline="0">
                <a:latin typeface="+mj-lt"/>
              </a:defRPr>
            </a:lvl1pPr>
          </a:lstStyle>
          <a:p>
            <a:pPr lvl="0"/>
            <a:r>
              <a:rPr lang="en-GB"/>
              <a:t>Subline</a:t>
            </a:r>
          </a:p>
        </p:txBody>
      </p:sp>
      <p:sp>
        <p:nvSpPr>
          <p:cNvPr id="2" name="Titel 1">
            <a:extLst>
              <a:ext uri="{FF2B5EF4-FFF2-40B4-BE49-F238E27FC236}">
                <a16:creationId xmlns:a16="http://schemas.microsoft.com/office/drawing/2014/main" id="{26D20123-1501-4CA7-AA2F-3112A0331967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283316" y="258750"/>
            <a:ext cx="4219882" cy="1191023"/>
          </a:xfrm>
        </p:spPr>
        <p:txBody>
          <a:bodyPr vert="horz" lIns="288000" tIns="288000" rIns="288000" bIns="288000" rtlCol="0">
            <a:noAutofit/>
          </a:bodyPr>
          <a:lstStyle>
            <a:lvl1pPr>
              <a:spcBef>
                <a:spcPts val="0"/>
              </a:spcBef>
              <a:defRPr lang="de-DE" sz="2200" cap="none" baseline="0" dirty="0">
                <a:latin typeface="+mj-lt"/>
                <a:ea typeface="+mn-ea"/>
                <a:cs typeface="+mn-cs"/>
              </a:defRPr>
            </a:lvl1pPr>
          </a:lstStyle>
          <a:p>
            <a:pPr marL="0" lvl="0" indent="0">
              <a:spcBef>
                <a:spcPts val="1000"/>
              </a:spcBef>
              <a:buFont typeface="Arial" panose="020B0604020202020204" pitchFamily="34" charset="0"/>
            </a:pPr>
            <a:r>
              <a:rPr lang="en-GB"/>
              <a:t>Edit master title format</a:t>
            </a:r>
          </a:p>
        </p:txBody>
      </p:sp>
      <p:sp>
        <p:nvSpPr>
          <p:cNvPr id="26" name="Rechteck 25">
            <a:extLst>
              <a:ext uri="{FF2B5EF4-FFF2-40B4-BE49-F238E27FC236}">
                <a16:creationId xmlns:a16="http://schemas.microsoft.com/office/drawing/2014/main" id="{5CF86407-DA27-4CA6-A346-F8477F884E96}"/>
              </a:ext>
            </a:extLst>
          </p:cNvPr>
          <p:cNvSpPr>
            <a:spLocks/>
          </p:cNvSpPr>
          <p:nvPr/>
        </p:nvSpPr>
        <p:spPr>
          <a:xfrm>
            <a:off x="-1943099" y="2913099"/>
            <a:ext cx="1772284" cy="1031803"/>
          </a:xfrm>
          <a:prstGeom prst="rect">
            <a:avLst/>
          </a:prstGeom>
          <a:solidFill>
            <a:schemeClr val="bg1"/>
          </a:solidFill>
          <a:ln w="635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lIns="72000" tIns="72000" rIns="72000" bIns="72000" rtlCol="0" anchor="ctr">
            <a:spAutoFit/>
          </a:bodyPr>
          <a:lstStyle>
            <a:defPPr>
              <a:defRPr lang="de-DE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>
              <a:lnSpc>
                <a:spcPct val="90000"/>
              </a:lnSpc>
            </a:pPr>
            <a:r>
              <a:rPr lang="en-GB" sz="1600" b="0">
                <a:solidFill>
                  <a:schemeClr val="tx1"/>
                </a:solidFill>
              </a:rPr>
              <a:t>Please do not print slides with full colour or motifs </a:t>
            </a:r>
          </a:p>
        </p:txBody>
      </p:sp>
      <p:sp>
        <p:nvSpPr>
          <p:cNvPr id="6" name="Inhaltsplatzhalter 5"/>
          <p:cNvSpPr>
            <a:spLocks noGrp="1"/>
          </p:cNvSpPr>
          <p:nvPr>
            <p:ph sz="quarter" idx="16" hasCustomPrompt="1"/>
          </p:nvPr>
        </p:nvSpPr>
        <p:spPr>
          <a:xfrm>
            <a:off x="283316" y="1533024"/>
            <a:ext cx="4219882" cy="3910831"/>
          </a:xfrm>
        </p:spPr>
        <p:txBody>
          <a:bodyPr lIns="288000" rIns="288000"/>
          <a:lstStyle>
            <a:lvl1pPr>
              <a:defRPr/>
            </a:lvl1pPr>
            <a:lvl2pPr>
              <a:defRPr baseline="0"/>
            </a:lvl2pPr>
            <a:lvl3pPr>
              <a:defRPr/>
            </a:lvl3pPr>
            <a:lvl4pPr>
              <a:defRPr/>
            </a:lvl4pPr>
            <a:lvl5pPr>
              <a:defRPr/>
            </a:lvl5pPr>
          </a:lstStyle>
          <a:p>
            <a:pPr lvl="0"/>
            <a:r>
              <a:rPr lang="en-GB"/>
              <a:t>Edit master text format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</a:p>
        </p:txBody>
      </p:sp>
    </p:spTree>
    <p:extLst>
      <p:ext uri="{BB962C8B-B14F-4D97-AF65-F5344CB8AC3E}">
        <p14:creationId xmlns:p14="http://schemas.microsoft.com/office/powerpoint/2010/main" val="274838844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ext content left / picture righ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4" name="Objekt 3" hidden="1">
            <a:extLst>
              <a:ext uri="{FF2B5EF4-FFF2-40B4-BE49-F238E27FC236}">
                <a16:creationId xmlns:a16="http://schemas.microsoft.com/office/drawing/2014/main" id="{7533893B-821E-4ADE-9220-F4BFD56A94DA}"/>
              </a:ext>
            </a:extLst>
          </p:cNvPr>
          <p:cNvGraphicFramePr>
            <a:graphicFrameLocks noChangeAspect="1"/>
          </p:cNvGraphicFramePr>
          <p:nvPr>
            <p:custDataLst>
              <p:tags r:id="rId1"/>
            </p:custDataLst>
          </p:nvPr>
        </p:nvGraphicFramePr>
        <p:xfrm>
          <a:off x="1588" y="1588"/>
          <a:ext cx="1588" cy="15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think-cell Slide" r:id="rId4" imgW="408" imgH="408" progId="TCLayout.ActiveDocument.1">
                  <p:embed/>
                </p:oleObj>
              </mc:Choice>
              <mc:Fallback>
                <p:oleObj name="think-cell Slide" r:id="rId4" imgW="408" imgH="408" progId="TCLayout.ActiveDocument.1">
                  <p:embed/>
                  <p:pic>
                    <p:nvPicPr>
                      <p:cNvPr id="4" name="Objekt 3" hidden="1">
                        <a:extLst>
                          <a:ext uri="{FF2B5EF4-FFF2-40B4-BE49-F238E27FC236}">
                            <a16:creationId xmlns:a16="http://schemas.microsoft.com/office/drawing/2014/main" id="{7533893B-821E-4ADE-9220-F4BFD56A94DA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5"/>
                      <a:stretch>
                        <a:fillRect/>
                      </a:stretch>
                    </p:blipFill>
                    <p:spPr>
                      <a:xfrm>
                        <a:off x="1588" y="1588"/>
                        <a:ext cx="1588" cy="1588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2" name="Rechteck 1" hidden="1">
            <a:extLst>
              <a:ext uri="{FF2B5EF4-FFF2-40B4-BE49-F238E27FC236}">
                <a16:creationId xmlns:a16="http://schemas.microsoft.com/office/drawing/2014/main" id="{459E3539-5FD6-406C-97C0-23B63907A3AF}"/>
              </a:ext>
            </a:extLst>
          </p:cNvPr>
          <p:cNvSpPr/>
          <p:nvPr>
            <p:custDataLst>
              <p:tags r:id="rId2"/>
            </p:custDataLst>
          </p:nvPr>
        </p:nvSpPr>
        <p:spPr>
          <a:xfrm>
            <a:off x="0" y="0"/>
            <a:ext cx="158750" cy="158750"/>
          </a:xfrm>
          <a:prstGeom prst="rect">
            <a:avLst/>
          </a:prstGeom>
          <a:solidFill>
            <a:schemeClr val="bg1"/>
          </a:solidFill>
          <a:ln w="635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="horz" wrap="none" lIns="0" tIns="0" rIns="0" bIns="0" numCol="1" spcCol="0" rtlCol="0" anchor="ctr" anchorCtr="0">
            <a:noAutofit/>
          </a:bodyPr>
          <a:lstStyle/>
          <a:p>
            <a:pPr marL="0" lvl="0" indent="0" algn="ctr" eaLnBrk="1">
              <a:lnSpc>
                <a:spcPct val="90000"/>
              </a:lnSpc>
              <a:spcBef>
                <a:spcPct val="0"/>
              </a:spcBef>
              <a:spcAft>
                <a:spcPct val="0"/>
              </a:spcAft>
            </a:pPr>
            <a:endParaRPr lang="en-GB" sz="2200" b="1" i="0" baseline="0">
              <a:solidFill>
                <a:schemeClr val="tx1"/>
              </a:solidFill>
              <a:latin typeface="STIHL Contraface Text"/>
              <a:ea typeface="+mj-ea"/>
              <a:cs typeface="+mj-cs"/>
              <a:sym typeface="STIHL Contraface Text"/>
            </a:endParaRPr>
          </a:p>
        </p:txBody>
      </p:sp>
      <p:sp>
        <p:nvSpPr>
          <p:cNvPr id="8" name="Titel 7">
            <a:extLst>
              <a:ext uri="{FF2B5EF4-FFF2-40B4-BE49-F238E27FC236}">
                <a16:creationId xmlns:a16="http://schemas.microsoft.com/office/drawing/2014/main" id="{3645C76C-2B5D-4ED3-8A37-4C9BFA9F1DA8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479425" y="503546"/>
            <a:ext cx="9579925" cy="304699"/>
          </a:xfrm>
        </p:spPr>
        <p:txBody>
          <a:bodyPr vert="horz" lIns="0" tIns="0" rIns="0" bIns="0" rtlCol="0" anchor="t" anchorCtr="0">
            <a:noAutofit/>
          </a:bodyPr>
          <a:lstStyle>
            <a:lvl1pPr>
              <a:lnSpc>
                <a:spcPct val="90000"/>
              </a:lnSpc>
              <a:defRPr lang="de-DE" sz="2200" dirty="0"/>
            </a:lvl1pPr>
          </a:lstStyle>
          <a:p>
            <a:pPr lvl="0"/>
            <a:r>
              <a:rPr lang="en-GB"/>
              <a:t>Edit master title format</a:t>
            </a:r>
          </a:p>
        </p:txBody>
      </p:sp>
      <p:sp>
        <p:nvSpPr>
          <p:cNvPr id="11" name="Bildplatzhalter 10">
            <a:extLst>
              <a:ext uri="{FF2B5EF4-FFF2-40B4-BE49-F238E27FC236}">
                <a16:creationId xmlns:a16="http://schemas.microsoft.com/office/drawing/2014/main" id="{96910D21-640F-4D2A-A173-3AEDAE01B910}"/>
              </a:ext>
            </a:extLst>
          </p:cNvPr>
          <p:cNvSpPr>
            <a:spLocks noGrp="1"/>
          </p:cNvSpPr>
          <p:nvPr>
            <p:ph type="pic" sz="quarter" idx="13" hasCustomPrompt="1"/>
          </p:nvPr>
        </p:nvSpPr>
        <p:spPr>
          <a:xfrm>
            <a:off x="6340007" y="1605435"/>
            <a:ext cx="5372567" cy="4849340"/>
          </a:xfrm>
          <a:prstGeom prst="rect">
            <a:avLst/>
          </a:prstGeom>
        </p:spPr>
        <p:txBody>
          <a:bodyPr vert="horz" lIns="0" tIns="0" rIns="0" bIns="0" rtlCol="0">
            <a:normAutofit/>
          </a:bodyPr>
          <a:lstStyle>
            <a:lvl1pPr>
              <a:lnSpc>
                <a:spcPct val="90000"/>
              </a:lnSpc>
              <a:defRPr lang="de-DE" dirty="0"/>
            </a:lvl1pPr>
          </a:lstStyle>
          <a:p>
            <a:pPr lvl="0"/>
            <a:r>
              <a:rPr lang="en-US"/>
              <a:t>Add image by clicking on icon</a:t>
            </a:r>
          </a:p>
        </p:txBody>
      </p:sp>
      <p:sp>
        <p:nvSpPr>
          <p:cNvPr id="13" name="Textplatzhalter 8">
            <a:extLst>
              <a:ext uri="{FF2B5EF4-FFF2-40B4-BE49-F238E27FC236}">
                <a16:creationId xmlns:a16="http://schemas.microsoft.com/office/drawing/2014/main" id="{3F74B75A-3F3E-4E2B-84F3-277B54EBC3AE}"/>
              </a:ext>
            </a:extLst>
          </p:cNvPr>
          <p:cNvSpPr>
            <a:spLocks noGrp="1"/>
          </p:cNvSpPr>
          <p:nvPr>
            <p:ph type="body" sz="quarter" idx="14" hasCustomPrompt="1"/>
          </p:nvPr>
        </p:nvSpPr>
        <p:spPr>
          <a:xfrm>
            <a:off x="479427" y="1130300"/>
            <a:ext cx="11233147" cy="249299"/>
          </a:xfrm>
          <a:prstGeom prst="rect">
            <a:avLst/>
          </a:prstGeom>
        </p:spPr>
        <p:txBody>
          <a:bodyPr vert="horz" lIns="0" tIns="0" rIns="0" bIns="0" rtlCol="0" anchor="t" anchorCtr="0">
            <a:noAutofit/>
          </a:bodyPr>
          <a:lstStyle>
            <a:lvl1pPr marL="0" indent="0">
              <a:lnSpc>
                <a:spcPct val="90000"/>
              </a:lnSpc>
              <a:buNone/>
              <a:defRPr lang="de-DE" sz="1800" cap="none" baseline="0" dirty="0" smtClean="0">
                <a:solidFill>
                  <a:schemeClr val="tx1"/>
                </a:solidFill>
                <a:latin typeface="+mn-lt"/>
                <a:ea typeface="+mj-ea"/>
                <a:cs typeface="+mj-cs"/>
              </a:defRPr>
            </a:lvl1pPr>
          </a:lstStyle>
          <a:p>
            <a:pPr marL="114300" lvl="0" indent="-342900">
              <a:spcBef>
                <a:spcPct val="0"/>
              </a:spcBef>
            </a:pPr>
            <a:r>
              <a:rPr lang="en-GB"/>
              <a:t>Sub headline</a:t>
            </a:r>
          </a:p>
        </p:txBody>
      </p:sp>
      <p:sp>
        <p:nvSpPr>
          <p:cNvPr id="6" name="Inhaltsplatzhalter 5"/>
          <p:cNvSpPr>
            <a:spLocks noGrp="1"/>
          </p:cNvSpPr>
          <p:nvPr>
            <p:ph sz="quarter" idx="15" hasCustomPrompt="1"/>
          </p:nvPr>
        </p:nvSpPr>
        <p:spPr>
          <a:xfrm>
            <a:off x="479427" y="1605435"/>
            <a:ext cx="5384332" cy="4849340"/>
          </a:xfrm>
        </p:spPr>
        <p:txBody>
          <a:bodyPr/>
          <a:lstStyle>
            <a:lvl1pPr>
              <a:defRPr/>
            </a:lvl1pPr>
            <a:lvl2pPr>
              <a:defRPr/>
            </a:lvl2pPr>
            <a:lvl3pPr>
              <a:defRPr/>
            </a:lvl3pPr>
            <a:lvl4pPr>
              <a:defRPr/>
            </a:lvl4pPr>
            <a:lvl5pPr>
              <a:defRPr baseline="0"/>
            </a:lvl5pPr>
          </a:lstStyle>
          <a:p>
            <a:pPr lvl="0"/>
            <a:r>
              <a:rPr lang="en-GB"/>
              <a:t>Edit master text format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</a:p>
        </p:txBody>
      </p:sp>
    </p:spTree>
    <p:extLst>
      <p:ext uri="{BB962C8B-B14F-4D97-AF65-F5344CB8AC3E}">
        <p14:creationId xmlns:p14="http://schemas.microsoft.com/office/powerpoint/2010/main" val="2226373880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Picture left / text content righ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4" name="Objekt 3" hidden="1">
            <a:extLst>
              <a:ext uri="{FF2B5EF4-FFF2-40B4-BE49-F238E27FC236}">
                <a16:creationId xmlns:a16="http://schemas.microsoft.com/office/drawing/2014/main" id="{6C37FF3E-A92A-4E10-BE06-1BAF6DBEE3A6}"/>
              </a:ext>
            </a:extLst>
          </p:cNvPr>
          <p:cNvGraphicFramePr>
            <a:graphicFrameLocks noChangeAspect="1"/>
          </p:cNvGraphicFramePr>
          <p:nvPr>
            <p:custDataLst>
              <p:tags r:id="rId1"/>
            </p:custDataLst>
          </p:nvPr>
        </p:nvGraphicFramePr>
        <p:xfrm>
          <a:off x="1588" y="1588"/>
          <a:ext cx="1588" cy="15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think-cell Slide" r:id="rId4" imgW="408" imgH="408" progId="TCLayout.ActiveDocument.1">
                  <p:embed/>
                </p:oleObj>
              </mc:Choice>
              <mc:Fallback>
                <p:oleObj name="think-cell Slide" r:id="rId4" imgW="408" imgH="408" progId="TCLayout.ActiveDocument.1">
                  <p:embed/>
                  <p:pic>
                    <p:nvPicPr>
                      <p:cNvPr id="4" name="Objekt 3" hidden="1">
                        <a:extLst>
                          <a:ext uri="{FF2B5EF4-FFF2-40B4-BE49-F238E27FC236}">
                            <a16:creationId xmlns:a16="http://schemas.microsoft.com/office/drawing/2014/main" id="{6C37FF3E-A92A-4E10-BE06-1BAF6DBEE3A6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5"/>
                      <a:stretch>
                        <a:fillRect/>
                      </a:stretch>
                    </p:blipFill>
                    <p:spPr>
                      <a:xfrm>
                        <a:off x="1588" y="1588"/>
                        <a:ext cx="1588" cy="1588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2" name="Rechteck 1" hidden="1">
            <a:extLst>
              <a:ext uri="{FF2B5EF4-FFF2-40B4-BE49-F238E27FC236}">
                <a16:creationId xmlns:a16="http://schemas.microsoft.com/office/drawing/2014/main" id="{D59466C3-9696-446B-A506-2764C30C5245}"/>
              </a:ext>
            </a:extLst>
          </p:cNvPr>
          <p:cNvSpPr/>
          <p:nvPr>
            <p:custDataLst>
              <p:tags r:id="rId2"/>
            </p:custDataLst>
          </p:nvPr>
        </p:nvSpPr>
        <p:spPr>
          <a:xfrm>
            <a:off x="0" y="0"/>
            <a:ext cx="158750" cy="158750"/>
          </a:xfrm>
          <a:prstGeom prst="rect">
            <a:avLst/>
          </a:prstGeom>
          <a:solidFill>
            <a:schemeClr val="bg1"/>
          </a:solidFill>
          <a:ln w="635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="horz" wrap="none" lIns="0" tIns="0" rIns="0" bIns="0" numCol="1" spcCol="0" rtlCol="0" anchor="ctr" anchorCtr="0">
            <a:noAutofit/>
          </a:bodyPr>
          <a:lstStyle/>
          <a:p>
            <a:pPr marL="0" lvl="0" indent="0" algn="ctr" eaLnBrk="1">
              <a:lnSpc>
                <a:spcPct val="90000"/>
              </a:lnSpc>
              <a:spcBef>
                <a:spcPct val="0"/>
              </a:spcBef>
              <a:spcAft>
                <a:spcPct val="0"/>
              </a:spcAft>
            </a:pPr>
            <a:endParaRPr lang="en-GB" sz="2200" b="1" i="0" baseline="0">
              <a:solidFill>
                <a:schemeClr val="tx1"/>
              </a:solidFill>
              <a:latin typeface="STIHL Contraface Text"/>
              <a:ea typeface="+mj-ea"/>
              <a:cs typeface="+mj-cs"/>
              <a:sym typeface="STIHL Contraface Text"/>
            </a:endParaRPr>
          </a:p>
        </p:txBody>
      </p:sp>
      <p:sp>
        <p:nvSpPr>
          <p:cNvPr id="8" name="Titel 7">
            <a:extLst>
              <a:ext uri="{FF2B5EF4-FFF2-40B4-BE49-F238E27FC236}">
                <a16:creationId xmlns:a16="http://schemas.microsoft.com/office/drawing/2014/main" id="{3645C76C-2B5D-4ED3-8A37-4C9BFA9F1DA8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479426" y="503546"/>
            <a:ext cx="9579925" cy="304699"/>
          </a:xfrm>
        </p:spPr>
        <p:txBody>
          <a:bodyPr vert="horz" lIns="0" tIns="0" rIns="0" bIns="0" rtlCol="0" anchor="t" anchorCtr="0">
            <a:noAutofit/>
          </a:bodyPr>
          <a:lstStyle>
            <a:lvl1pPr>
              <a:lnSpc>
                <a:spcPct val="90000"/>
              </a:lnSpc>
              <a:defRPr lang="de-DE" sz="2200" dirty="0"/>
            </a:lvl1pPr>
          </a:lstStyle>
          <a:p>
            <a:pPr lvl="0"/>
            <a:r>
              <a:rPr lang="en-GB"/>
              <a:t>Edit master title format</a:t>
            </a:r>
          </a:p>
        </p:txBody>
      </p:sp>
      <p:sp>
        <p:nvSpPr>
          <p:cNvPr id="11" name="Bildplatzhalter 10">
            <a:extLst>
              <a:ext uri="{FF2B5EF4-FFF2-40B4-BE49-F238E27FC236}">
                <a16:creationId xmlns:a16="http://schemas.microsoft.com/office/drawing/2014/main" id="{96910D21-640F-4D2A-A173-3AEDAE01B910}"/>
              </a:ext>
            </a:extLst>
          </p:cNvPr>
          <p:cNvSpPr>
            <a:spLocks noGrp="1"/>
          </p:cNvSpPr>
          <p:nvPr>
            <p:ph type="pic" sz="quarter" idx="13" hasCustomPrompt="1"/>
          </p:nvPr>
        </p:nvSpPr>
        <p:spPr>
          <a:xfrm>
            <a:off x="479427" y="1605435"/>
            <a:ext cx="5384332" cy="4849340"/>
          </a:xfrm>
          <a:prstGeom prst="rect">
            <a:avLst/>
          </a:prstGeom>
        </p:spPr>
        <p:txBody>
          <a:bodyPr/>
          <a:lstStyle>
            <a:lvl1pPr marL="0" indent="0">
              <a:lnSpc>
                <a:spcPct val="90000"/>
              </a:lnSpc>
              <a:buNone/>
              <a:defRPr/>
            </a:lvl1pPr>
          </a:lstStyle>
          <a:p>
            <a:r>
              <a:rPr lang="en-US"/>
              <a:t>Add image by clicking on icon</a:t>
            </a:r>
          </a:p>
        </p:txBody>
      </p:sp>
      <p:sp>
        <p:nvSpPr>
          <p:cNvPr id="12" name="Textplatzhalter 8">
            <a:extLst>
              <a:ext uri="{FF2B5EF4-FFF2-40B4-BE49-F238E27FC236}">
                <a16:creationId xmlns:a16="http://schemas.microsoft.com/office/drawing/2014/main" id="{5E1810CB-B3A3-4F48-882E-1806957C5A9D}"/>
              </a:ext>
            </a:extLst>
          </p:cNvPr>
          <p:cNvSpPr>
            <a:spLocks noGrp="1"/>
          </p:cNvSpPr>
          <p:nvPr>
            <p:ph type="body" sz="quarter" idx="15" hasCustomPrompt="1"/>
          </p:nvPr>
        </p:nvSpPr>
        <p:spPr>
          <a:xfrm>
            <a:off x="479427" y="1130300"/>
            <a:ext cx="11233147" cy="249299"/>
          </a:xfrm>
          <a:prstGeom prst="rect">
            <a:avLst/>
          </a:prstGeom>
        </p:spPr>
        <p:txBody>
          <a:bodyPr vert="horz" lIns="0" tIns="0" rIns="0" bIns="0" rtlCol="0" anchor="t" anchorCtr="0">
            <a:noAutofit/>
          </a:bodyPr>
          <a:lstStyle>
            <a:lvl1pPr marL="0" indent="0">
              <a:lnSpc>
                <a:spcPct val="90000"/>
              </a:lnSpc>
              <a:buNone/>
              <a:defRPr lang="de-DE" sz="1800" cap="none" baseline="0" dirty="0" smtClean="0">
                <a:solidFill>
                  <a:schemeClr val="tx1"/>
                </a:solidFill>
                <a:latin typeface="+mn-lt"/>
                <a:ea typeface="+mj-ea"/>
                <a:cs typeface="+mj-cs"/>
              </a:defRPr>
            </a:lvl1pPr>
          </a:lstStyle>
          <a:p>
            <a:pPr marL="114300" lvl="0" indent="-342900">
              <a:spcBef>
                <a:spcPct val="0"/>
              </a:spcBef>
            </a:pPr>
            <a:r>
              <a:rPr lang="en-GB"/>
              <a:t>Sub </a:t>
            </a:r>
            <a:r>
              <a:rPr lang="en-GB" noProof="0"/>
              <a:t>headline</a:t>
            </a:r>
          </a:p>
        </p:txBody>
      </p:sp>
      <p:sp>
        <p:nvSpPr>
          <p:cNvPr id="6" name="Inhaltsplatzhalter 5"/>
          <p:cNvSpPr>
            <a:spLocks noGrp="1"/>
          </p:cNvSpPr>
          <p:nvPr>
            <p:ph sz="quarter" idx="16" hasCustomPrompt="1"/>
          </p:nvPr>
        </p:nvSpPr>
        <p:spPr>
          <a:xfrm>
            <a:off x="6328242" y="1605435"/>
            <a:ext cx="5384332" cy="4849340"/>
          </a:xfrm>
        </p:spPr>
        <p:txBody>
          <a:bodyPr/>
          <a:lstStyle>
            <a:lvl1pPr>
              <a:defRPr baseline="0"/>
            </a:lvl1pPr>
            <a:lvl2pPr>
              <a:defRPr/>
            </a:lvl2pPr>
            <a:lvl3pPr>
              <a:defRPr/>
            </a:lvl3pPr>
            <a:lvl4pPr>
              <a:defRPr baseline="0"/>
            </a:lvl4pPr>
            <a:lvl5pPr>
              <a:defRPr/>
            </a:lvl5pPr>
          </a:lstStyle>
          <a:p>
            <a:pPr lvl="0"/>
            <a:r>
              <a:rPr lang="en-GB"/>
              <a:t>Edit master text format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</a:p>
        </p:txBody>
      </p:sp>
    </p:spTree>
    <p:extLst>
      <p:ext uri="{BB962C8B-B14F-4D97-AF65-F5344CB8AC3E}">
        <p14:creationId xmlns:p14="http://schemas.microsoft.com/office/powerpoint/2010/main" val="3845134713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Long title background image / text content righ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2" name="Objekt 1" hidden="1"/>
          <p:cNvGraphicFramePr>
            <a:graphicFrameLocks noChangeAspect="1"/>
          </p:cNvGraphicFramePr>
          <p:nvPr>
            <p:custDataLst>
              <p:tags r:id="rId1"/>
            </p:custDataLst>
          </p:nvPr>
        </p:nvGraphicFramePr>
        <p:xfrm>
          <a:off x="1588" y="1588"/>
          <a:ext cx="1588" cy="15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think-cell Slide" r:id="rId3" imgW="370" imgH="371" progId="TCLayout.ActiveDocument.1">
                  <p:embed/>
                </p:oleObj>
              </mc:Choice>
              <mc:Fallback>
                <p:oleObj name="think-cell Slide" r:id="rId3" imgW="370" imgH="371" progId="TCLayout.ActiveDocument.1">
                  <p:embed/>
                  <p:pic>
                    <p:nvPicPr>
                      <p:cNvPr id="2" name="Objekt 1" hidden="1"/>
                      <p:cNvPicPr/>
                      <p:nvPr/>
                    </p:nvPicPr>
                    <p:blipFill>
                      <a:blip r:embed="rId4"/>
                      <a:stretch>
                        <a:fillRect/>
                      </a:stretch>
                    </p:blipFill>
                    <p:spPr>
                      <a:xfrm>
                        <a:off x="1588" y="1588"/>
                        <a:ext cx="1588" cy="1588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11" name="Bildplatzhalter 10">
            <a:extLst>
              <a:ext uri="{FF2B5EF4-FFF2-40B4-BE49-F238E27FC236}">
                <a16:creationId xmlns:a16="http://schemas.microsoft.com/office/drawing/2014/main" id="{96910D21-640F-4D2A-A173-3AEDAE01B910}"/>
              </a:ext>
            </a:extLst>
          </p:cNvPr>
          <p:cNvSpPr>
            <a:spLocks noGrp="1"/>
          </p:cNvSpPr>
          <p:nvPr>
            <p:ph type="pic" sz="quarter" idx="13" hasCustomPrompt="1"/>
          </p:nvPr>
        </p:nvSpPr>
        <p:spPr>
          <a:xfrm>
            <a:off x="0" y="0"/>
            <a:ext cx="4068000" cy="6858000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/>
            </a:lvl1pPr>
          </a:lstStyle>
          <a:p>
            <a:r>
              <a:rPr lang="en-US"/>
              <a:t>Add image by clicking on icon</a:t>
            </a:r>
          </a:p>
        </p:txBody>
      </p:sp>
      <p:sp>
        <p:nvSpPr>
          <p:cNvPr id="7" name="Inhaltsplatzhalter 6"/>
          <p:cNvSpPr>
            <a:spLocks noGrp="1"/>
          </p:cNvSpPr>
          <p:nvPr>
            <p:ph sz="quarter" idx="14" hasCustomPrompt="1"/>
          </p:nvPr>
        </p:nvSpPr>
        <p:spPr>
          <a:xfrm>
            <a:off x="4547426" y="1605435"/>
            <a:ext cx="5488114" cy="4849340"/>
          </a:xfrm>
        </p:spPr>
        <p:txBody>
          <a:bodyPr/>
          <a:lstStyle>
            <a:lvl1pPr>
              <a:defRPr baseline="0"/>
            </a:lvl1pPr>
            <a:lvl2pPr>
              <a:defRPr baseline="0"/>
            </a:lvl2pPr>
            <a:lvl3pPr>
              <a:defRPr/>
            </a:lvl3pPr>
            <a:lvl4pPr>
              <a:defRPr/>
            </a:lvl4pPr>
            <a:lvl5pPr>
              <a:defRPr/>
            </a:lvl5pPr>
          </a:lstStyle>
          <a:p>
            <a:pPr lvl="0"/>
            <a:r>
              <a:rPr lang="en-GB"/>
              <a:t>Edit master text format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</a:p>
        </p:txBody>
      </p:sp>
    </p:spTree>
    <p:extLst>
      <p:ext uri="{BB962C8B-B14F-4D97-AF65-F5344CB8AC3E}">
        <p14:creationId xmlns:p14="http://schemas.microsoft.com/office/powerpoint/2010/main" val="2399743717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Picture large left / text content righ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2" name="Objekt 1" hidden="1"/>
          <p:cNvGraphicFramePr>
            <a:graphicFrameLocks noChangeAspect="1"/>
          </p:cNvGraphicFramePr>
          <p:nvPr>
            <p:custDataLst>
              <p:tags r:id="rId1"/>
            </p:custDataLst>
          </p:nvPr>
        </p:nvGraphicFramePr>
        <p:xfrm>
          <a:off x="1588" y="1588"/>
          <a:ext cx="1588" cy="15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think-cell Slide" r:id="rId3" imgW="370" imgH="371" progId="TCLayout.ActiveDocument.1">
                  <p:embed/>
                </p:oleObj>
              </mc:Choice>
              <mc:Fallback>
                <p:oleObj name="think-cell Slide" r:id="rId3" imgW="370" imgH="371" progId="TCLayout.ActiveDocument.1">
                  <p:embed/>
                  <p:pic>
                    <p:nvPicPr>
                      <p:cNvPr id="2" name="Objekt 1" hidden="1"/>
                      <p:cNvPicPr/>
                      <p:nvPr/>
                    </p:nvPicPr>
                    <p:blipFill>
                      <a:blip r:embed="rId4"/>
                      <a:stretch>
                        <a:fillRect/>
                      </a:stretch>
                    </p:blipFill>
                    <p:spPr>
                      <a:xfrm>
                        <a:off x="1588" y="1588"/>
                        <a:ext cx="1588" cy="1588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11" name="Bildplatzhalter 10">
            <a:extLst>
              <a:ext uri="{FF2B5EF4-FFF2-40B4-BE49-F238E27FC236}">
                <a16:creationId xmlns:a16="http://schemas.microsoft.com/office/drawing/2014/main" id="{96910D21-640F-4D2A-A173-3AEDAE01B910}"/>
              </a:ext>
            </a:extLst>
          </p:cNvPr>
          <p:cNvSpPr>
            <a:spLocks noGrp="1"/>
          </p:cNvSpPr>
          <p:nvPr>
            <p:ph type="pic" sz="quarter" idx="13" hasCustomPrompt="1"/>
          </p:nvPr>
        </p:nvSpPr>
        <p:spPr>
          <a:xfrm>
            <a:off x="0" y="0"/>
            <a:ext cx="6731876" cy="6858000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/>
            </a:lvl1pPr>
          </a:lstStyle>
          <a:p>
            <a:r>
              <a:rPr lang="en-US"/>
              <a:t>Add image by clicking on icon</a:t>
            </a:r>
          </a:p>
        </p:txBody>
      </p:sp>
      <p:sp>
        <p:nvSpPr>
          <p:cNvPr id="8" name="Inhaltsplatzhalter 7"/>
          <p:cNvSpPr>
            <a:spLocks noGrp="1"/>
          </p:cNvSpPr>
          <p:nvPr>
            <p:ph sz="quarter" idx="14" hasCustomPrompt="1"/>
          </p:nvPr>
        </p:nvSpPr>
        <p:spPr>
          <a:xfrm>
            <a:off x="7209713" y="1605435"/>
            <a:ext cx="4502861" cy="4849340"/>
          </a:xfrm>
        </p:spPr>
        <p:txBody>
          <a:bodyPr/>
          <a:lstStyle>
            <a:lvl1pPr>
              <a:defRPr/>
            </a:lvl1pPr>
            <a:lvl2pPr>
              <a:defRPr baseline="0"/>
            </a:lvl2pPr>
            <a:lvl3pPr>
              <a:defRPr/>
            </a:lvl3pPr>
            <a:lvl4pPr>
              <a:defRPr/>
            </a:lvl4pPr>
            <a:lvl5pPr>
              <a:defRPr/>
            </a:lvl5pPr>
          </a:lstStyle>
          <a:p>
            <a:pPr lvl="0"/>
            <a:r>
              <a:rPr lang="en-GB"/>
              <a:t>Edit master text format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</a:p>
        </p:txBody>
      </p:sp>
    </p:spTree>
    <p:extLst>
      <p:ext uri="{BB962C8B-B14F-4D97-AF65-F5344CB8AC3E}">
        <p14:creationId xmlns:p14="http://schemas.microsoft.com/office/powerpoint/2010/main" val="1798451715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Vergleich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10" name="Objekt 9" hidden="1">
            <a:extLst>
              <a:ext uri="{FF2B5EF4-FFF2-40B4-BE49-F238E27FC236}">
                <a16:creationId xmlns:a16="http://schemas.microsoft.com/office/drawing/2014/main" id="{435B4EBB-2F7A-4AE4-BD00-67C8C0B62C23}"/>
              </a:ext>
            </a:extLst>
          </p:cNvPr>
          <p:cNvGraphicFramePr>
            <a:graphicFrameLocks noChangeAspect="1"/>
          </p:cNvGraphicFramePr>
          <p:nvPr>
            <p:custDataLst>
              <p:tags r:id="rId1"/>
            </p:custDataLst>
          </p:nvPr>
        </p:nvGraphicFramePr>
        <p:xfrm>
          <a:off x="1588" y="1588"/>
          <a:ext cx="1588" cy="15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think-cell Slide" r:id="rId4" imgW="408" imgH="408" progId="TCLayout.ActiveDocument.1">
                  <p:embed/>
                </p:oleObj>
              </mc:Choice>
              <mc:Fallback>
                <p:oleObj name="think-cell Slide" r:id="rId4" imgW="408" imgH="408" progId="TCLayout.ActiveDocument.1">
                  <p:embed/>
                  <p:pic>
                    <p:nvPicPr>
                      <p:cNvPr id="10" name="Objekt 9" hidden="1">
                        <a:extLst>
                          <a:ext uri="{FF2B5EF4-FFF2-40B4-BE49-F238E27FC236}">
                            <a16:creationId xmlns:a16="http://schemas.microsoft.com/office/drawing/2014/main" id="{435B4EBB-2F7A-4AE4-BD00-67C8C0B62C23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5"/>
                      <a:stretch>
                        <a:fillRect/>
                      </a:stretch>
                    </p:blipFill>
                    <p:spPr>
                      <a:xfrm>
                        <a:off x="1588" y="1588"/>
                        <a:ext cx="1588" cy="1588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2" name="Rechteck 1" hidden="1">
            <a:extLst>
              <a:ext uri="{FF2B5EF4-FFF2-40B4-BE49-F238E27FC236}">
                <a16:creationId xmlns:a16="http://schemas.microsoft.com/office/drawing/2014/main" id="{A7CB53B2-ECA4-444A-AB4E-723BCED04A18}"/>
              </a:ext>
            </a:extLst>
          </p:cNvPr>
          <p:cNvSpPr/>
          <p:nvPr>
            <p:custDataLst>
              <p:tags r:id="rId2"/>
            </p:custDataLst>
          </p:nvPr>
        </p:nvSpPr>
        <p:spPr>
          <a:xfrm>
            <a:off x="0" y="0"/>
            <a:ext cx="158750" cy="158750"/>
          </a:xfrm>
          <a:prstGeom prst="rect">
            <a:avLst/>
          </a:prstGeom>
          <a:solidFill>
            <a:schemeClr val="bg1"/>
          </a:solidFill>
          <a:ln w="635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="horz" wrap="none" lIns="0" tIns="0" rIns="0" bIns="0" numCol="1" spcCol="0" rtlCol="0" anchor="ctr" anchorCtr="0">
            <a:noAutofit/>
          </a:bodyPr>
          <a:lstStyle/>
          <a:p>
            <a:pPr marL="0" lvl="0" indent="0" algn="ctr" eaLnBrk="1">
              <a:lnSpc>
                <a:spcPct val="90000"/>
              </a:lnSpc>
              <a:spcBef>
                <a:spcPct val="0"/>
              </a:spcBef>
              <a:spcAft>
                <a:spcPct val="0"/>
              </a:spcAft>
            </a:pPr>
            <a:endParaRPr lang="en-GB" sz="2200" b="1" i="0" baseline="0">
              <a:solidFill>
                <a:schemeClr val="tx1"/>
              </a:solidFill>
              <a:latin typeface="STIHL Contraface Text"/>
              <a:ea typeface="+mj-ea"/>
              <a:cs typeface="+mj-cs"/>
              <a:sym typeface="STIHL Contraface Text"/>
            </a:endParaRPr>
          </a:p>
        </p:txBody>
      </p:sp>
      <p:sp>
        <p:nvSpPr>
          <p:cNvPr id="3" name="Textplatzhalter 2">
            <a:extLst>
              <a:ext uri="{FF2B5EF4-FFF2-40B4-BE49-F238E27FC236}">
                <a16:creationId xmlns:a16="http://schemas.microsoft.com/office/drawing/2014/main" id="{74A3FDA9-3CE6-48AD-AE14-9F756B6E73F7}"/>
              </a:ext>
            </a:extLst>
          </p:cNvPr>
          <p:cNvSpPr>
            <a:spLocks noGrp="1"/>
          </p:cNvSpPr>
          <p:nvPr>
            <p:ph type="body" idx="1" hasCustomPrompt="1"/>
          </p:nvPr>
        </p:nvSpPr>
        <p:spPr>
          <a:xfrm>
            <a:off x="479427" y="4810219"/>
            <a:ext cx="5384333" cy="1644556"/>
          </a:xfrm>
          <a:prstGeom prst="rect">
            <a:avLst/>
          </a:prstGeom>
        </p:spPr>
        <p:txBody>
          <a:bodyPr anchor="t" anchorCtr="0">
            <a:normAutofit/>
          </a:bodyPr>
          <a:lstStyle>
            <a:lvl1pPr marL="0" indent="0">
              <a:lnSpc>
                <a:spcPct val="90000"/>
              </a:lnSpc>
              <a:buFont typeface="Arial" panose="020B0604020202020204" pitchFamily="34" charset="0"/>
              <a:buNone/>
              <a:defRPr sz="18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GB"/>
              <a:t>Edit master text format</a:t>
            </a:r>
          </a:p>
        </p:txBody>
      </p:sp>
      <p:sp>
        <p:nvSpPr>
          <p:cNvPr id="5" name="Textplatzhalter 4">
            <a:extLst>
              <a:ext uri="{FF2B5EF4-FFF2-40B4-BE49-F238E27FC236}">
                <a16:creationId xmlns:a16="http://schemas.microsoft.com/office/drawing/2014/main" id="{AD7E1FB2-B072-4C41-88FD-F720EB877288}"/>
              </a:ext>
            </a:extLst>
          </p:cNvPr>
          <p:cNvSpPr>
            <a:spLocks noGrp="1"/>
          </p:cNvSpPr>
          <p:nvPr>
            <p:ph type="body" sz="quarter" idx="3" hasCustomPrompt="1"/>
          </p:nvPr>
        </p:nvSpPr>
        <p:spPr>
          <a:xfrm>
            <a:off x="6328241" y="4810219"/>
            <a:ext cx="5384333" cy="1644556"/>
          </a:xfrm>
          <a:prstGeom prst="rect">
            <a:avLst/>
          </a:prstGeom>
        </p:spPr>
        <p:txBody>
          <a:bodyPr anchor="t" anchorCtr="0">
            <a:normAutofit/>
          </a:bodyPr>
          <a:lstStyle>
            <a:lvl1pPr marL="0" indent="0">
              <a:lnSpc>
                <a:spcPct val="90000"/>
              </a:lnSpc>
              <a:buFont typeface="Arial" panose="020B0604020202020204" pitchFamily="34" charset="0"/>
              <a:buNone/>
              <a:defRPr sz="18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GB"/>
              <a:t>Edit master text format</a:t>
            </a:r>
          </a:p>
        </p:txBody>
      </p:sp>
      <p:sp>
        <p:nvSpPr>
          <p:cNvPr id="11" name="Titel 10">
            <a:extLst>
              <a:ext uri="{FF2B5EF4-FFF2-40B4-BE49-F238E27FC236}">
                <a16:creationId xmlns:a16="http://schemas.microsoft.com/office/drawing/2014/main" id="{1D6E84FA-FD4E-4697-91A3-11CC718B6B1E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479426" y="503546"/>
            <a:ext cx="9579925" cy="304699"/>
          </a:xfrm>
        </p:spPr>
        <p:txBody>
          <a:bodyPr vert="horz" lIns="0" tIns="0" rIns="0" bIns="0" rtlCol="0" anchor="t" anchorCtr="0">
            <a:noAutofit/>
          </a:bodyPr>
          <a:lstStyle>
            <a:lvl1pPr>
              <a:lnSpc>
                <a:spcPct val="90000"/>
              </a:lnSpc>
              <a:defRPr lang="de-DE" sz="2200" dirty="0"/>
            </a:lvl1pPr>
          </a:lstStyle>
          <a:p>
            <a:pPr lvl="0"/>
            <a:r>
              <a:rPr lang="en-GB"/>
              <a:t>Edit master title format</a:t>
            </a:r>
          </a:p>
        </p:txBody>
      </p:sp>
      <p:sp>
        <p:nvSpPr>
          <p:cNvPr id="14" name="Textplatzhalter 8">
            <a:extLst>
              <a:ext uri="{FF2B5EF4-FFF2-40B4-BE49-F238E27FC236}">
                <a16:creationId xmlns:a16="http://schemas.microsoft.com/office/drawing/2014/main" id="{6584C2F4-58E3-486D-88D2-9F6D570B6CAC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479427" y="1130300"/>
            <a:ext cx="11233147" cy="249299"/>
          </a:xfrm>
          <a:prstGeom prst="rect">
            <a:avLst/>
          </a:prstGeom>
        </p:spPr>
        <p:txBody>
          <a:bodyPr vert="horz" lIns="0" tIns="0" rIns="0" bIns="0" rtlCol="0" anchor="t" anchorCtr="0">
            <a:noAutofit/>
          </a:bodyPr>
          <a:lstStyle>
            <a:lvl1pPr marL="0" indent="0">
              <a:lnSpc>
                <a:spcPct val="90000"/>
              </a:lnSpc>
              <a:buNone/>
              <a:defRPr lang="de-DE" sz="1800" cap="none" baseline="0" dirty="0" smtClean="0">
                <a:solidFill>
                  <a:schemeClr val="tx1"/>
                </a:solidFill>
                <a:latin typeface="+mn-lt"/>
                <a:ea typeface="+mj-ea"/>
                <a:cs typeface="+mj-cs"/>
              </a:defRPr>
            </a:lvl1pPr>
          </a:lstStyle>
          <a:p>
            <a:pPr marL="114300" lvl="0" indent="-342900">
              <a:spcBef>
                <a:spcPct val="0"/>
              </a:spcBef>
            </a:pPr>
            <a:r>
              <a:rPr lang="en-GB"/>
              <a:t>Sub headline</a:t>
            </a:r>
          </a:p>
        </p:txBody>
      </p:sp>
      <p:sp>
        <p:nvSpPr>
          <p:cNvPr id="8" name="Inhaltsplatzhalter 7"/>
          <p:cNvSpPr>
            <a:spLocks noGrp="1"/>
          </p:cNvSpPr>
          <p:nvPr>
            <p:ph sz="quarter" idx="14" hasCustomPrompt="1"/>
          </p:nvPr>
        </p:nvSpPr>
        <p:spPr>
          <a:xfrm>
            <a:off x="6328241" y="1605435"/>
            <a:ext cx="5384333" cy="3075921"/>
          </a:xfrm>
        </p:spPr>
        <p:txBody>
          <a:bodyPr/>
          <a:lstStyle>
            <a:lvl1pPr>
              <a:defRPr baseline="0"/>
            </a:lvl1pPr>
            <a:lvl2pPr>
              <a:defRPr baseline="0"/>
            </a:lvl2pPr>
            <a:lvl3pPr>
              <a:defRPr baseline="0"/>
            </a:lvl3pPr>
            <a:lvl4pPr>
              <a:defRPr/>
            </a:lvl4pPr>
            <a:lvl5pPr>
              <a:defRPr baseline="0"/>
            </a:lvl5pPr>
          </a:lstStyle>
          <a:p>
            <a:pPr lvl="0"/>
            <a:r>
              <a:rPr lang="en-GB"/>
              <a:t>Edit master text format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 </a:t>
            </a:r>
          </a:p>
        </p:txBody>
      </p:sp>
      <p:sp>
        <p:nvSpPr>
          <p:cNvPr id="15" name="Inhaltsplatzhalter 7"/>
          <p:cNvSpPr>
            <a:spLocks noGrp="1"/>
          </p:cNvSpPr>
          <p:nvPr>
            <p:ph sz="quarter" idx="15" hasCustomPrompt="1"/>
          </p:nvPr>
        </p:nvSpPr>
        <p:spPr>
          <a:xfrm>
            <a:off x="479427" y="1605435"/>
            <a:ext cx="5384333" cy="3075921"/>
          </a:xfrm>
        </p:spPr>
        <p:txBody>
          <a:bodyPr/>
          <a:lstStyle>
            <a:lvl1pPr>
              <a:defRPr baseline="0"/>
            </a:lvl1pPr>
            <a:lvl2pPr>
              <a:defRPr baseline="0"/>
            </a:lvl2pPr>
            <a:lvl3pPr>
              <a:defRPr baseline="0"/>
            </a:lvl3pPr>
            <a:lvl4pPr>
              <a:defRPr/>
            </a:lvl4pPr>
            <a:lvl5pPr>
              <a:defRPr baseline="0"/>
            </a:lvl5pPr>
          </a:lstStyle>
          <a:p>
            <a:pPr lvl="0"/>
            <a:r>
              <a:rPr lang="en-GB"/>
              <a:t>Edit master text format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 </a:t>
            </a:r>
          </a:p>
        </p:txBody>
      </p:sp>
    </p:spTree>
    <p:extLst>
      <p:ext uri="{BB962C8B-B14F-4D97-AF65-F5344CB8AC3E}">
        <p14:creationId xmlns:p14="http://schemas.microsoft.com/office/powerpoint/2010/main" val="2056246904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>
  <p:cSld name="Pictur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2" name="Objekt 1" hidden="1"/>
          <p:cNvGraphicFramePr>
            <a:graphicFrameLocks noChangeAspect="1"/>
          </p:cNvGraphicFramePr>
          <p:nvPr>
            <p:custDataLst>
              <p:tags r:id="rId1"/>
            </p:custDataLst>
          </p:nvPr>
        </p:nvGraphicFramePr>
        <p:xfrm>
          <a:off x="1588" y="1588"/>
          <a:ext cx="1588" cy="15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think-cell Slide" r:id="rId3" imgW="370" imgH="371" progId="TCLayout.ActiveDocument.1">
                  <p:embed/>
                </p:oleObj>
              </mc:Choice>
              <mc:Fallback>
                <p:oleObj name="think-cell Slide" r:id="rId3" imgW="370" imgH="371" progId="TCLayout.ActiveDocument.1">
                  <p:embed/>
                  <p:pic>
                    <p:nvPicPr>
                      <p:cNvPr id="2" name="Objekt 1" hidden="1"/>
                      <p:cNvPicPr/>
                      <p:nvPr/>
                    </p:nvPicPr>
                    <p:blipFill>
                      <a:blip r:embed="rId4"/>
                      <a:stretch>
                        <a:fillRect/>
                      </a:stretch>
                    </p:blipFill>
                    <p:spPr>
                      <a:xfrm>
                        <a:off x="1588" y="1588"/>
                        <a:ext cx="1588" cy="1588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8" name="Bildplatzhalter 7">
            <a:extLst>
              <a:ext uri="{FF2B5EF4-FFF2-40B4-BE49-F238E27FC236}">
                <a16:creationId xmlns:a16="http://schemas.microsoft.com/office/drawing/2014/main" id="{ED7967F9-E942-4760-BBB0-7377F0898413}"/>
              </a:ext>
            </a:extLst>
          </p:cNvPr>
          <p:cNvSpPr>
            <a:spLocks noGrp="1"/>
          </p:cNvSpPr>
          <p:nvPr>
            <p:ph type="pic" sz="quarter" idx="13" hasCustomPrompt="1"/>
          </p:nvPr>
        </p:nvSpPr>
        <p:spPr>
          <a:xfrm>
            <a:off x="0" y="0"/>
            <a:ext cx="12192000" cy="6858000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/>
            </a:lvl1pPr>
          </a:lstStyle>
          <a:p>
            <a:r>
              <a:rPr lang="en-US"/>
              <a:t>Add image by clicking on icon</a:t>
            </a:r>
          </a:p>
        </p:txBody>
      </p:sp>
      <p:sp>
        <p:nvSpPr>
          <p:cNvPr id="4" name="Rechteck 3">
            <a:extLst>
              <a:ext uri="{FF2B5EF4-FFF2-40B4-BE49-F238E27FC236}">
                <a16:creationId xmlns:a16="http://schemas.microsoft.com/office/drawing/2014/main" id="{5CF86407-DA27-4CA6-A346-F8477F884E96}"/>
              </a:ext>
            </a:extLst>
          </p:cNvPr>
          <p:cNvSpPr>
            <a:spLocks/>
          </p:cNvSpPr>
          <p:nvPr/>
        </p:nvSpPr>
        <p:spPr>
          <a:xfrm>
            <a:off x="-1943099" y="2913099"/>
            <a:ext cx="1772284" cy="1031803"/>
          </a:xfrm>
          <a:prstGeom prst="rect">
            <a:avLst/>
          </a:prstGeom>
          <a:solidFill>
            <a:schemeClr val="bg1"/>
          </a:solidFill>
          <a:ln w="635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lIns="72000" tIns="72000" rIns="72000" bIns="72000" rtlCol="0" anchor="ctr">
            <a:spAutoFit/>
          </a:bodyPr>
          <a:lstStyle>
            <a:defPPr>
              <a:defRPr lang="de-DE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>
              <a:lnSpc>
                <a:spcPct val="90000"/>
              </a:lnSpc>
            </a:pPr>
            <a:r>
              <a:rPr lang="en-GB" sz="1600" b="0">
                <a:solidFill>
                  <a:schemeClr val="tx1"/>
                </a:solidFill>
              </a:rPr>
              <a:t>Please do not print slides with full colour or motifs </a:t>
            </a:r>
          </a:p>
        </p:txBody>
      </p:sp>
    </p:spTree>
    <p:extLst>
      <p:ext uri="{BB962C8B-B14F-4D97-AF65-F5344CB8AC3E}">
        <p14:creationId xmlns:p14="http://schemas.microsoft.com/office/powerpoint/2010/main" val="105824140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>
  <p:cSld name="Five picture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2" name="Objekt 1" hidden="1"/>
          <p:cNvGraphicFramePr>
            <a:graphicFrameLocks noChangeAspect="1"/>
          </p:cNvGraphicFramePr>
          <p:nvPr>
            <p:custDataLst>
              <p:tags r:id="rId1"/>
            </p:custDataLst>
          </p:nvPr>
        </p:nvGraphicFramePr>
        <p:xfrm>
          <a:off x="1588" y="1588"/>
          <a:ext cx="1588" cy="15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think-cell Slide" r:id="rId3" imgW="370" imgH="371" progId="TCLayout.ActiveDocument.1">
                  <p:embed/>
                </p:oleObj>
              </mc:Choice>
              <mc:Fallback>
                <p:oleObj name="think-cell Slide" r:id="rId3" imgW="370" imgH="371" progId="TCLayout.ActiveDocument.1">
                  <p:embed/>
                  <p:pic>
                    <p:nvPicPr>
                      <p:cNvPr id="2" name="Objekt 1" hidden="1"/>
                      <p:cNvPicPr/>
                      <p:nvPr/>
                    </p:nvPicPr>
                    <p:blipFill>
                      <a:blip r:embed="rId4"/>
                      <a:stretch>
                        <a:fillRect/>
                      </a:stretch>
                    </p:blipFill>
                    <p:spPr>
                      <a:xfrm>
                        <a:off x="1588" y="1588"/>
                        <a:ext cx="1588" cy="1588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8" name="Bildplatzhalter 7">
            <a:extLst>
              <a:ext uri="{FF2B5EF4-FFF2-40B4-BE49-F238E27FC236}">
                <a16:creationId xmlns:a16="http://schemas.microsoft.com/office/drawing/2014/main" id="{ED7967F9-E942-4760-BBB0-7377F0898413}"/>
              </a:ext>
            </a:extLst>
          </p:cNvPr>
          <p:cNvSpPr>
            <a:spLocks noGrp="1"/>
          </p:cNvSpPr>
          <p:nvPr>
            <p:ph type="pic" sz="quarter" idx="13" hasCustomPrompt="1"/>
          </p:nvPr>
        </p:nvSpPr>
        <p:spPr>
          <a:xfrm>
            <a:off x="479427" y="503236"/>
            <a:ext cx="7434865" cy="2876627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/>
            </a:lvl1pPr>
          </a:lstStyle>
          <a:p>
            <a:r>
              <a:rPr lang="en-US"/>
              <a:t>Add image by clicking on icon</a:t>
            </a:r>
          </a:p>
        </p:txBody>
      </p:sp>
      <p:sp>
        <p:nvSpPr>
          <p:cNvPr id="4" name="Bildplatzhalter 7">
            <a:extLst>
              <a:ext uri="{FF2B5EF4-FFF2-40B4-BE49-F238E27FC236}">
                <a16:creationId xmlns:a16="http://schemas.microsoft.com/office/drawing/2014/main" id="{3874E60C-732A-46D4-A0D2-7308833B35F3}"/>
              </a:ext>
            </a:extLst>
          </p:cNvPr>
          <p:cNvSpPr>
            <a:spLocks noGrp="1"/>
          </p:cNvSpPr>
          <p:nvPr>
            <p:ph type="pic" sz="quarter" idx="14" hasCustomPrompt="1"/>
          </p:nvPr>
        </p:nvSpPr>
        <p:spPr>
          <a:xfrm>
            <a:off x="8112574" y="503236"/>
            <a:ext cx="3600000" cy="2876627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/>
            </a:lvl1pPr>
          </a:lstStyle>
          <a:p>
            <a:r>
              <a:rPr lang="en-US"/>
              <a:t>Add image by clicking on icon</a:t>
            </a:r>
          </a:p>
        </p:txBody>
      </p:sp>
      <p:sp>
        <p:nvSpPr>
          <p:cNvPr id="5" name="Bildplatzhalter 7">
            <a:extLst>
              <a:ext uri="{FF2B5EF4-FFF2-40B4-BE49-F238E27FC236}">
                <a16:creationId xmlns:a16="http://schemas.microsoft.com/office/drawing/2014/main" id="{39157FFC-465D-4202-AA4E-49F8E951F1B8}"/>
              </a:ext>
            </a:extLst>
          </p:cNvPr>
          <p:cNvSpPr>
            <a:spLocks noGrp="1"/>
          </p:cNvSpPr>
          <p:nvPr>
            <p:ph type="pic" sz="quarter" idx="15" hasCustomPrompt="1"/>
          </p:nvPr>
        </p:nvSpPr>
        <p:spPr>
          <a:xfrm>
            <a:off x="8112574" y="3578149"/>
            <a:ext cx="3600000" cy="2876626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/>
            </a:lvl1pPr>
          </a:lstStyle>
          <a:p>
            <a:r>
              <a:rPr lang="en-US"/>
              <a:t>Add image by clicking on icon</a:t>
            </a:r>
          </a:p>
        </p:txBody>
      </p:sp>
      <p:sp>
        <p:nvSpPr>
          <p:cNvPr id="6" name="Bildplatzhalter 7">
            <a:extLst>
              <a:ext uri="{FF2B5EF4-FFF2-40B4-BE49-F238E27FC236}">
                <a16:creationId xmlns:a16="http://schemas.microsoft.com/office/drawing/2014/main" id="{398ADFCC-9F73-4FCE-B41A-76494D790BAA}"/>
              </a:ext>
            </a:extLst>
          </p:cNvPr>
          <p:cNvSpPr>
            <a:spLocks noGrp="1"/>
          </p:cNvSpPr>
          <p:nvPr>
            <p:ph type="pic" sz="quarter" idx="16" hasCustomPrompt="1"/>
          </p:nvPr>
        </p:nvSpPr>
        <p:spPr>
          <a:xfrm>
            <a:off x="3326525" y="3578149"/>
            <a:ext cx="4587765" cy="2876626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/>
            </a:lvl1pPr>
          </a:lstStyle>
          <a:p>
            <a:r>
              <a:rPr lang="en-US"/>
              <a:t>Add image by clicking on icon</a:t>
            </a:r>
          </a:p>
        </p:txBody>
      </p:sp>
      <p:sp>
        <p:nvSpPr>
          <p:cNvPr id="7" name="Bildplatzhalter 7">
            <a:extLst>
              <a:ext uri="{FF2B5EF4-FFF2-40B4-BE49-F238E27FC236}">
                <a16:creationId xmlns:a16="http://schemas.microsoft.com/office/drawing/2014/main" id="{9C2AE974-6668-41BF-9CA5-FBFDB292E2F0}"/>
              </a:ext>
            </a:extLst>
          </p:cNvPr>
          <p:cNvSpPr>
            <a:spLocks noGrp="1"/>
          </p:cNvSpPr>
          <p:nvPr>
            <p:ph type="pic" sz="quarter" idx="17" hasCustomPrompt="1"/>
          </p:nvPr>
        </p:nvSpPr>
        <p:spPr>
          <a:xfrm>
            <a:off x="479427" y="3578149"/>
            <a:ext cx="2648814" cy="2876626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/>
            </a:lvl1pPr>
          </a:lstStyle>
          <a:p>
            <a:r>
              <a:rPr lang="en-US"/>
              <a:t>Add image by clicking on icon</a:t>
            </a:r>
          </a:p>
        </p:txBody>
      </p:sp>
      <p:sp>
        <p:nvSpPr>
          <p:cNvPr id="10" name="Rechteck 9">
            <a:extLst>
              <a:ext uri="{FF2B5EF4-FFF2-40B4-BE49-F238E27FC236}">
                <a16:creationId xmlns:a16="http://schemas.microsoft.com/office/drawing/2014/main" id="{5CF86407-DA27-4CA6-A346-F8477F884E96}"/>
              </a:ext>
            </a:extLst>
          </p:cNvPr>
          <p:cNvSpPr>
            <a:spLocks/>
          </p:cNvSpPr>
          <p:nvPr/>
        </p:nvSpPr>
        <p:spPr>
          <a:xfrm>
            <a:off x="-1943099" y="2913099"/>
            <a:ext cx="1772284" cy="1031803"/>
          </a:xfrm>
          <a:prstGeom prst="rect">
            <a:avLst/>
          </a:prstGeom>
          <a:solidFill>
            <a:schemeClr val="bg1"/>
          </a:solidFill>
          <a:ln w="635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lIns="72000" tIns="72000" rIns="72000" bIns="72000" rtlCol="0" anchor="ctr">
            <a:spAutoFit/>
          </a:bodyPr>
          <a:lstStyle>
            <a:defPPr>
              <a:defRPr lang="de-DE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>
              <a:lnSpc>
                <a:spcPct val="90000"/>
              </a:lnSpc>
            </a:pPr>
            <a:r>
              <a:rPr lang="en-GB" sz="1600" b="0">
                <a:solidFill>
                  <a:schemeClr val="tx1"/>
                </a:solidFill>
              </a:rPr>
              <a:t>Please do not print slides with full colour or motifs </a:t>
            </a:r>
          </a:p>
        </p:txBody>
      </p:sp>
    </p:spTree>
    <p:extLst>
      <p:ext uri="{BB962C8B-B14F-4D97-AF65-F5344CB8AC3E}">
        <p14:creationId xmlns:p14="http://schemas.microsoft.com/office/powerpoint/2010/main" val="3556729554"/>
      </p:ext>
    </p:extLst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>
  <p:cSld name="Three picture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2" name="Objekt 1" hidden="1"/>
          <p:cNvGraphicFramePr>
            <a:graphicFrameLocks noChangeAspect="1"/>
          </p:cNvGraphicFramePr>
          <p:nvPr>
            <p:custDataLst>
              <p:tags r:id="rId1"/>
            </p:custDataLst>
          </p:nvPr>
        </p:nvGraphicFramePr>
        <p:xfrm>
          <a:off x="1588" y="1588"/>
          <a:ext cx="1588" cy="15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think-cell Slide" r:id="rId3" imgW="370" imgH="371" progId="TCLayout.ActiveDocument.1">
                  <p:embed/>
                </p:oleObj>
              </mc:Choice>
              <mc:Fallback>
                <p:oleObj name="think-cell Slide" r:id="rId3" imgW="370" imgH="371" progId="TCLayout.ActiveDocument.1">
                  <p:embed/>
                  <p:pic>
                    <p:nvPicPr>
                      <p:cNvPr id="2" name="Objekt 1" hidden="1"/>
                      <p:cNvPicPr/>
                      <p:nvPr/>
                    </p:nvPicPr>
                    <p:blipFill>
                      <a:blip r:embed="rId4"/>
                      <a:stretch>
                        <a:fillRect/>
                      </a:stretch>
                    </p:blipFill>
                    <p:spPr>
                      <a:xfrm>
                        <a:off x="1588" y="1588"/>
                        <a:ext cx="1588" cy="1588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8" name="Bildplatzhalter 7">
            <a:extLst>
              <a:ext uri="{FF2B5EF4-FFF2-40B4-BE49-F238E27FC236}">
                <a16:creationId xmlns:a16="http://schemas.microsoft.com/office/drawing/2014/main" id="{ED7967F9-E942-4760-BBB0-7377F0898413}"/>
              </a:ext>
            </a:extLst>
          </p:cNvPr>
          <p:cNvSpPr>
            <a:spLocks noGrp="1"/>
          </p:cNvSpPr>
          <p:nvPr>
            <p:ph type="pic" sz="quarter" idx="13" hasCustomPrompt="1"/>
          </p:nvPr>
        </p:nvSpPr>
        <p:spPr>
          <a:xfrm>
            <a:off x="479427" y="503236"/>
            <a:ext cx="6912000" cy="5951537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/>
            </a:lvl1pPr>
          </a:lstStyle>
          <a:p>
            <a:r>
              <a:rPr lang="en-US"/>
              <a:t>Add image by clicking on icon</a:t>
            </a:r>
          </a:p>
        </p:txBody>
      </p:sp>
      <p:sp>
        <p:nvSpPr>
          <p:cNvPr id="4" name="Bildplatzhalter 7">
            <a:extLst>
              <a:ext uri="{FF2B5EF4-FFF2-40B4-BE49-F238E27FC236}">
                <a16:creationId xmlns:a16="http://schemas.microsoft.com/office/drawing/2014/main" id="{3874E60C-732A-46D4-A0D2-7308833B35F3}"/>
              </a:ext>
            </a:extLst>
          </p:cNvPr>
          <p:cNvSpPr>
            <a:spLocks noGrp="1"/>
          </p:cNvSpPr>
          <p:nvPr>
            <p:ph type="pic" sz="quarter" idx="14" hasCustomPrompt="1"/>
          </p:nvPr>
        </p:nvSpPr>
        <p:spPr>
          <a:xfrm>
            <a:off x="7587672" y="503236"/>
            <a:ext cx="4124902" cy="2876622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/>
            </a:lvl1pPr>
          </a:lstStyle>
          <a:p>
            <a:r>
              <a:rPr lang="en-US"/>
              <a:t>Add image by clicking on icon</a:t>
            </a:r>
          </a:p>
        </p:txBody>
      </p:sp>
      <p:sp>
        <p:nvSpPr>
          <p:cNvPr id="9" name="Bildplatzhalter 7">
            <a:extLst>
              <a:ext uri="{FF2B5EF4-FFF2-40B4-BE49-F238E27FC236}">
                <a16:creationId xmlns:a16="http://schemas.microsoft.com/office/drawing/2014/main" id="{77162A5A-203D-4041-B750-630136532946}"/>
              </a:ext>
            </a:extLst>
          </p:cNvPr>
          <p:cNvSpPr>
            <a:spLocks noGrp="1"/>
          </p:cNvSpPr>
          <p:nvPr>
            <p:ph type="pic" sz="quarter" idx="15" hasCustomPrompt="1"/>
          </p:nvPr>
        </p:nvSpPr>
        <p:spPr>
          <a:xfrm>
            <a:off x="7587672" y="3578151"/>
            <a:ext cx="4124902" cy="2876622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/>
            </a:lvl1pPr>
          </a:lstStyle>
          <a:p>
            <a:r>
              <a:rPr lang="en-US"/>
              <a:t>Add image by clicking on icon</a:t>
            </a:r>
          </a:p>
        </p:txBody>
      </p:sp>
      <p:sp>
        <p:nvSpPr>
          <p:cNvPr id="6" name="Rechteck 5">
            <a:extLst>
              <a:ext uri="{FF2B5EF4-FFF2-40B4-BE49-F238E27FC236}">
                <a16:creationId xmlns:a16="http://schemas.microsoft.com/office/drawing/2014/main" id="{5CF86407-DA27-4CA6-A346-F8477F884E96}"/>
              </a:ext>
            </a:extLst>
          </p:cNvPr>
          <p:cNvSpPr>
            <a:spLocks/>
          </p:cNvSpPr>
          <p:nvPr/>
        </p:nvSpPr>
        <p:spPr>
          <a:xfrm>
            <a:off x="-1943099" y="2913099"/>
            <a:ext cx="1772284" cy="1031803"/>
          </a:xfrm>
          <a:prstGeom prst="rect">
            <a:avLst/>
          </a:prstGeom>
          <a:solidFill>
            <a:schemeClr val="bg1"/>
          </a:solidFill>
          <a:ln w="635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lIns="72000" tIns="72000" rIns="72000" bIns="72000" rtlCol="0" anchor="ctr">
            <a:spAutoFit/>
          </a:bodyPr>
          <a:lstStyle>
            <a:defPPr>
              <a:defRPr lang="de-DE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>
              <a:lnSpc>
                <a:spcPct val="90000"/>
              </a:lnSpc>
            </a:pPr>
            <a:r>
              <a:rPr lang="en-GB" sz="1600" b="0">
                <a:solidFill>
                  <a:schemeClr val="tx1"/>
                </a:solidFill>
              </a:rPr>
              <a:t>Please do not print slides with full colour or motifs </a:t>
            </a:r>
          </a:p>
        </p:txBody>
      </p:sp>
    </p:spTree>
    <p:extLst>
      <p:ext uri="{BB962C8B-B14F-4D97-AF65-F5344CB8AC3E}">
        <p14:creationId xmlns:p14="http://schemas.microsoft.com/office/powerpoint/2010/main" val="3363988183"/>
      </p:ext>
    </p:extLst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eam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10" name="Objekt 9" hidden="1">
            <a:extLst>
              <a:ext uri="{FF2B5EF4-FFF2-40B4-BE49-F238E27FC236}">
                <a16:creationId xmlns:a16="http://schemas.microsoft.com/office/drawing/2014/main" id="{435B4EBB-2F7A-4AE4-BD00-67C8C0B62C23}"/>
              </a:ext>
            </a:extLst>
          </p:cNvPr>
          <p:cNvGraphicFramePr>
            <a:graphicFrameLocks noChangeAspect="1"/>
          </p:cNvGraphicFramePr>
          <p:nvPr>
            <p:custDataLst>
              <p:tags r:id="rId1"/>
            </p:custDataLst>
          </p:nvPr>
        </p:nvGraphicFramePr>
        <p:xfrm>
          <a:off x="1588" y="1588"/>
          <a:ext cx="1588" cy="15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think-cell Slide" r:id="rId4" imgW="408" imgH="408" progId="TCLayout.ActiveDocument.1">
                  <p:embed/>
                </p:oleObj>
              </mc:Choice>
              <mc:Fallback>
                <p:oleObj name="think-cell Slide" r:id="rId4" imgW="408" imgH="408" progId="TCLayout.ActiveDocument.1">
                  <p:embed/>
                  <p:pic>
                    <p:nvPicPr>
                      <p:cNvPr id="10" name="Objekt 9" hidden="1">
                        <a:extLst>
                          <a:ext uri="{FF2B5EF4-FFF2-40B4-BE49-F238E27FC236}">
                            <a16:creationId xmlns:a16="http://schemas.microsoft.com/office/drawing/2014/main" id="{435B4EBB-2F7A-4AE4-BD00-67C8C0B62C23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5"/>
                      <a:stretch>
                        <a:fillRect/>
                      </a:stretch>
                    </p:blipFill>
                    <p:spPr>
                      <a:xfrm>
                        <a:off x="1588" y="1588"/>
                        <a:ext cx="1588" cy="1588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2" name="Rechteck 1" hidden="1">
            <a:extLst>
              <a:ext uri="{FF2B5EF4-FFF2-40B4-BE49-F238E27FC236}">
                <a16:creationId xmlns:a16="http://schemas.microsoft.com/office/drawing/2014/main" id="{A7CB53B2-ECA4-444A-AB4E-723BCED04A18}"/>
              </a:ext>
            </a:extLst>
          </p:cNvPr>
          <p:cNvSpPr/>
          <p:nvPr>
            <p:custDataLst>
              <p:tags r:id="rId2"/>
            </p:custDataLst>
          </p:nvPr>
        </p:nvSpPr>
        <p:spPr>
          <a:xfrm>
            <a:off x="0" y="0"/>
            <a:ext cx="158750" cy="158750"/>
          </a:xfrm>
          <a:prstGeom prst="rect">
            <a:avLst/>
          </a:prstGeom>
          <a:solidFill>
            <a:schemeClr val="bg1"/>
          </a:solidFill>
          <a:ln w="635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="horz" wrap="none" lIns="0" tIns="0" rIns="0" bIns="0" numCol="1" spcCol="0" rtlCol="0" anchor="ctr" anchorCtr="0">
            <a:noAutofit/>
          </a:bodyPr>
          <a:lstStyle/>
          <a:p>
            <a:pPr marL="0" lvl="0" indent="0" algn="ctr" eaLnBrk="1">
              <a:lnSpc>
                <a:spcPct val="90000"/>
              </a:lnSpc>
              <a:spcBef>
                <a:spcPct val="0"/>
              </a:spcBef>
              <a:spcAft>
                <a:spcPct val="0"/>
              </a:spcAft>
            </a:pPr>
            <a:endParaRPr lang="en-GB" sz="2200" b="1" i="0" baseline="0">
              <a:solidFill>
                <a:schemeClr val="tx1"/>
              </a:solidFill>
              <a:latin typeface="STIHL Contraface Text"/>
              <a:ea typeface="+mj-ea"/>
              <a:cs typeface="+mj-cs"/>
              <a:sym typeface="STIHL Contraface Text"/>
            </a:endParaRPr>
          </a:p>
        </p:txBody>
      </p:sp>
      <p:sp>
        <p:nvSpPr>
          <p:cNvPr id="11" name="Titel 10">
            <a:extLst>
              <a:ext uri="{FF2B5EF4-FFF2-40B4-BE49-F238E27FC236}">
                <a16:creationId xmlns:a16="http://schemas.microsoft.com/office/drawing/2014/main" id="{1D6E84FA-FD4E-4697-91A3-11CC718B6B1E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479426" y="503546"/>
            <a:ext cx="9579925" cy="304699"/>
          </a:xfrm>
        </p:spPr>
        <p:txBody>
          <a:bodyPr vert="horz" lIns="0" tIns="0" rIns="0" bIns="0" rtlCol="0" anchor="t" anchorCtr="0">
            <a:noAutofit/>
          </a:bodyPr>
          <a:lstStyle>
            <a:lvl1pPr>
              <a:lnSpc>
                <a:spcPct val="90000"/>
              </a:lnSpc>
              <a:defRPr lang="de-DE" sz="2200" dirty="0"/>
            </a:lvl1pPr>
          </a:lstStyle>
          <a:p>
            <a:pPr lvl="0"/>
            <a:r>
              <a:rPr lang="en-GB"/>
              <a:t>Edit master title format</a:t>
            </a:r>
          </a:p>
        </p:txBody>
      </p:sp>
      <p:sp>
        <p:nvSpPr>
          <p:cNvPr id="14" name="Textplatzhalter 8">
            <a:extLst>
              <a:ext uri="{FF2B5EF4-FFF2-40B4-BE49-F238E27FC236}">
                <a16:creationId xmlns:a16="http://schemas.microsoft.com/office/drawing/2014/main" id="{6584C2F4-58E3-486D-88D2-9F6D570B6CAC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479427" y="1130300"/>
            <a:ext cx="11233147" cy="249299"/>
          </a:xfrm>
          <a:prstGeom prst="rect">
            <a:avLst/>
          </a:prstGeom>
        </p:spPr>
        <p:txBody>
          <a:bodyPr vert="horz" lIns="0" tIns="0" rIns="0" bIns="0" rtlCol="0" anchor="t" anchorCtr="0">
            <a:noAutofit/>
          </a:bodyPr>
          <a:lstStyle>
            <a:lvl1pPr marL="0" indent="0">
              <a:lnSpc>
                <a:spcPct val="90000"/>
              </a:lnSpc>
              <a:buNone/>
              <a:defRPr lang="de-DE" sz="1800" cap="none" baseline="0" dirty="0" smtClean="0">
                <a:solidFill>
                  <a:schemeClr val="tx1"/>
                </a:solidFill>
                <a:latin typeface="+mn-lt"/>
                <a:ea typeface="+mj-ea"/>
                <a:cs typeface="+mj-cs"/>
              </a:defRPr>
            </a:lvl1pPr>
          </a:lstStyle>
          <a:p>
            <a:pPr marL="114300" lvl="0" indent="-342900">
              <a:spcBef>
                <a:spcPct val="0"/>
              </a:spcBef>
            </a:pPr>
            <a:r>
              <a:rPr lang="en-GB" err="1"/>
              <a:t>Subheadline</a:t>
            </a:r>
            <a:endParaRPr lang="en-GB"/>
          </a:p>
        </p:txBody>
      </p:sp>
      <p:sp>
        <p:nvSpPr>
          <p:cNvPr id="6" name="Textplatzhalter 5"/>
          <p:cNvSpPr>
            <a:spLocks noGrp="1"/>
          </p:cNvSpPr>
          <p:nvPr>
            <p:ph type="body" sz="quarter" idx="14" hasCustomPrompt="1"/>
          </p:nvPr>
        </p:nvSpPr>
        <p:spPr>
          <a:xfrm>
            <a:off x="479427" y="4253457"/>
            <a:ext cx="2700000" cy="2201318"/>
          </a:xfrm>
        </p:spPr>
        <p:txBody>
          <a:bodyPr/>
          <a:lstStyle/>
          <a:p>
            <a:pPr lvl="0"/>
            <a:r>
              <a:rPr lang="en-GB"/>
              <a:t>Edit master text format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</a:p>
        </p:txBody>
      </p:sp>
      <p:sp>
        <p:nvSpPr>
          <p:cNvPr id="16" name="Textplatzhalter 5"/>
          <p:cNvSpPr>
            <a:spLocks noGrp="1"/>
          </p:cNvSpPr>
          <p:nvPr>
            <p:ph type="body" sz="quarter" idx="15" hasCustomPrompt="1"/>
          </p:nvPr>
        </p:nvSpPr>
        <p:spPr>
          <a:xfrm>
            <a:off x="3323809" y="4253457"/>
            <a:ext cx="2700000" cy="2201318"/>
          </a:xfrm>
        </p:spPr>
        <p:txBody>
          <a:bodyPr/>
          <a:lstStyle/>
          <a:p>
            <a:pPr lvl="0"/>
            <a:r>
              <a:rPr lang="en-GB"/>
              <a:t>Edit master text format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</a:p>
        </p:txBody>
      </p:sp>
      <p:sp>
        <p:nvSpPr>
          <p:cNvPr id="17" name="Textplatzhalter 5"/>
          <p:cNvSpPr>
            <a:spLocks noGrp="1"/>
          </p:cNvSpPr>
          <p:nvPr>
            <p:ph type="body" sz="quarter" idx="16" hasCustomPrompt="1"/>
          </p:nvPr>
        </p:nvSpPr>
        <p:spPr>
          <a:xfrm>
            <a:off x="6168191" y="4253457"/>
            <a:ext cx="2700000" cy="2201318"/>
          </a:xfrm>
        </p:spPr>
        <p:txBody>
          <a:bodyPr/>
          <a:lstStyle/>
          <a:p>
            <a:pPr lvl="0"/>
            <a:r>
              <a:rPr lang="en-GB"/>
              <a:t>Edit master text format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</a:p>
        </p:txBody>
      </p:sp>
      <p:sp>
        <p:nvSpPr>
          <p:cNvPr id="18" name="Textplatzhalter 5"/>
          <p:cNvSpPr>
            <a:spLocks noGrp="1"/>
          </p:cNvSpPr>
          <p:nvPr>
            <p:ph type="body" sz="quarter" idx="17" hasCustomPrompt="1"/>
          </p:nvPr>
        </p:nvSpPr>
        <p:spPr>
          <a:xfrm>
            <a:off x="9012574" y="4253457"/>
            <a:ext cx="2700000" cy="2201318"/>
          </a:xfrm>
        </p:spPr>
        <p:txBody>
          <a:bodyPr/>
          <a:lstStyle/>
          <a:p>
            <a:pPr lvl="0"/>
            <a:r>
              <a:rPr lang="en-GB"/>
              <a:t>Edit master text format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</a:p>
        </p:txBody>
      </p:sp>
      <p:sp>
        <p:nvSpPr>
          <p:cNvPr id="9" name="Bildplatzhalter 8"/>
          <p:cNvSpPr>
            <a:spLocks noGrp="1"/>
          </p:cNvSpPr>
          <p:nvPr>
            <p:ph type="pic" sz="quarter" idx="18" hasCustomPrompt="1"/>
          </p:nvPr>
        </p:nvSpPr>
        <p:spPr>
          <a:xfrm>
            <a:off x="479427" y="1605435"/>
            <a:ext cx="1836000" cy="2448000"/>
          </a:xfrm>
        </p:spPr>
        <p:txBody>
          <a:bodyPr/>
          <a:lstStyle>
            <a:lvl1pPr>
              <a:defRPr b="0"/>
            </a:lvl1pPr>
          </a:lstStyle>
          <a:p>
            <a:r>
              <a:rPr lang="en-US"/>
              <a:t>Add image by clicking on icon</a:t>
            </a:r>
          </a:p>
        </p:txBody>
      </p:sp>
      <p:sp>
        <p:nvSpPr>
          <p:cNvPr id="19" name="Bildplatzhalter 8"/>
          <p:cNvSpPr>
            <a:spLocks noGrp="1"/>
          </p:cNvSpPr>
          <p:nvPr>
            <p:ph type="pic" sz="quarter" idx="19" hasCustomPrompt="1"/>
          </p:nvPr>
        </p:nvSpPr>
        <p:spPr>
          <a:xfrm>
            <a:off x="3323809" y="1605435"/>
            <a:ext cx="1836000" cy="2448000"/>
          </a:xfrm>
        </p:spPr>
        <p:txBody>
          <a:bodyPr/>
          <a:lstStyle>
            <a:lvl1pPr>
              <a:defRPr b="0"/>
            </a:lvl1pPr>
          </a:lstStyle>
          <a:p>
            <a:r>
              <a:rPr lang="en-US"/>
              <a:t>Add image by clicking on icon</a:t>
            </a:r>
          </a:p>
        </p:txBody>
      </p:sp>
      <p:sp>
        <p:nvSpPr>
          <p:cNvPr id="20" name="Bildplatzhalter 8"/>
          <p:cNvSpPr>
            <a:spLocks noGrp="1"/>
          </p:cNvSpPr>
          <p:nvPr>
            <p:ph type="pic" sz="quarter" idx="20" hasCustomPrompt="1"/>
          </p:nvPr>
        </p:nvSpPr>
        <p:spPr>
          <a:xfrm>
            <a:off x="6168191" y="1605435"/>
            <a:ext cx="1836000" cy="2448000"/>
          </a:xfrm>
        </p:spPr>
        <p:txBody>
          <a:bodyPr/>
          <a:lstStyle>
            <a:lvl1pPr>
              <a:defRPr b="0"/>
            </a:lvl1pPr>
          </a:lstStyle>
          <a:p>
            <a:r>
              <a:rPr lang="en-US"/>
              <a:t>Add image by clicking on icon</a:t>
            </a:r>
          </a:p>
        </p:txBody>
      </p:sp>
      <p:sp>
        <p:nvSpPr>
          <p:cNvPr id="21" name="Bildplatzhalter 8"/>
          <p:cNvSpPr>
            <a:spLocks noGrp="1"/>
          </p:cNvSpPr>
          <p:nvPr>
            <p:ph type="pic" sz="quarter" idx="21" hasCustomPrompt="1"/>
          </p:nvPr>
        </p:nvSpPr>
        <p:spPr>
          <a:xfrm>
            <a:off x="9012574" y="1605435"/>
            <a:ext cx="1836000" cy="2448000"/>
          </a:xfrm>
        </p:spPr>
        <p:txBody>
          <a:bodyPr/>
          <a:lstStyle>
            <a:lvl1pPr>
              <a:defRPr b="0"/>
            </a:lvl1pPr>
          </a:lstStyle>
          <a:p>
            <a:r>
              <a:rPr lang="en-US"/>
              <a:t>Add image by clicking on icon</a:t>
            </a:r>
          </a:p>
        </p:txBody>
      </p:sp>
    </p:spTree>
    <p:extLst>
      <p:ext uri="{BB962C8B-B14F-4D97-AF65-F5344CB8AC3E}">
        <p14:creationId xmlns:p14="http://schemas.microsoft.com/office/powerpoint/2010/main" val="268184516"/>
      </p:ext>
    </p:extLst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>
  <p:cSld name="Quote message">
    <p:bg>
      <p:bgPr>
        <a:solidFill>
          <a:srgbClr val="F37A1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4" name="Objekt 3" hidden="1"/>
          <p:cNvGraphicFramePr>
            <a:graphicFrameLocks noChangeAspect="1"/>
          </p:cNvGraphicFramePr>
          <p:nvPr>
            <p:custDataLst>
              <p:tags r:id="rId1"/>
            </p:custDataLst>
          </p:nvPr>
        </p:nvGraphicFramePr>
        <p:xfrm>
          <a:off x="1588" y="1588"/>
          <a:ext cx="1588" cy="15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think-cell Slide" r:id="rId4" imgW="370" imgH="371" progId="TCLayout.ActiveDocument.1">
                  <p:embed/>
                </p:oleObj>
              </mc:Choice>
              <mc:Fallback>
                <p:oleObj name="think-cell Slide" r:id="rId4" imgW="370" imgH="371" progId="TCLayout.ActiveDocument.1">
                  <p:embed/>
                  <p:pic>
                    <p:nvPicPr>
                      <p:cNvPr id="4" name="Objekt 3" hidden="1"/>
                      <p:cNvPicPr/>
                      <p:nvPr/>
                    </p:nvPicPr>
                    <p:blipFill>
                      <a:blip r:embed="rId5"/>
                      <a:stretch>
                        <a:fillRect/>
                      </a:stretch>
                    </p:blipFill>
                    <p:spPr>
                      <a:xfrm>
                        <a:off x="1588" y="1588"/>
                        <a:ext cx="1588" cy="1588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3" name="Rechteck 2" hidden="1"/>
          <p:cNvSpPr/>
          <p:nvPr>
            <p:custDataLst>
              <p:tags r:id="rId2"/>
            </p:custDataLst>
          </p:nvPr>
        </p:nvSpPr>
        <p:spPr>
          <a:xfrm>
            <a:off x="0" y="0"/>
            <a:ext cx="158750" cy="158750"/>
          </a:xfrm>
          <a:prstGeom prst="rect">
            <a:avLst/>
          </a:prstGeom>
          <a:solidFill>
            <a:schemeClr val="bg1"/>
          </a:solidFill>
          <a:ln w="635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="horz" wrap="none" lIns="0" tIns="0" rIns="0" bIns="0" numCol="1" spcCol="0" rtlCol="0" anchor="ctr" anchorCtr="0">
            <a:noAutofit/>
          </a:bodyPr>
          <a:lstStyle/>
          <a:p>
            <a:pPr marL="0" lvl="0" indent="0" algn="ctr" eaLnBrk="1">
              <a:lnSpc>
                <a:spcPct val="90000"/>
              </a:lnSpc>
              <a:spcBef>
                <a:spcPct val="0"/>
              </a:spcBef>
              <a:spcAft>
                <a:spcPct val="0"/>
              </a:spcAft>
            </a:pPr>
            <a:endParaRPr lang="en-GB" sz="4400" b="1" i="0" baseline="0">
              <a:solidFill>
                <a:schemeClr val="tx1"/>
              </a:solidFill>
              <a:latin typeface="STIHL Contraface Display Title" panose="02000600040000020004" pitchFamily="50" charset="0"/>
              <a:ea typeface="+mj-ea"/>
              <a:cs typeface="+mj-cs"/>
              <a:sym typeface="STIHL Contraface Display Title" panose="02000600040000020004" pitchFamily="50" charset="0"/>
            </a:endParaRPr>
          </a:p>
        </p:txBody>
      </p:sp>
      <p:sp>
        <p:nvSpPr>
          <p:cNvPr id="9" name="Textplatzhalter 8"/>
          <p:cNvSpPr>
            <a:spLocks noGrp="1"/>
          </p:cNvSpPr>
          <p:nvPr>
            <p:ph type="body" sz="quarter" idx="10" hasCustomPrompt="1"/>
          </p:nvPr>
        </p:nvSpPr>
        <p:spPr>
          <a:xfrm>
            <a:off x="568237" y="1186049"/>
            <a:ext cx="450670" cy="609398"/>
          </a:xfrm>
        </p:spPr>
        <p:txBody>
          <a:bodyPr wrap="square">
            <a:noAutofit/>
          </a:bodyPr>
          <a:lstStyle>
            <a:lvl1pPr>
              <a:tabLst>
                <a:tab pos="449263" algn="l"/>
              </a:tabLst>
              <a:defRPr sz="4400">
                <a:solidFill>
                  <a:schemeClr val="bg1"/>
                </a:solidFill>
                <a:latin typeface="STIHL Contraface Display Title" pitchFamily="50" charset="0"/>
              </a:defRPr>
            </a:lvl1pPr>
            <a:lvl2pPr>
              <a:defRPr sz="4400"/>
            </a:lvl2pPr>
            <a:lvl3pPr>
              <a:defRPr sz="4400"/>
            </a:lvl3pPr>
            <a:lvl4pPr>
              <a:defRPr sz="4400"/>
            </a:lvl4pPr>
            <a:lvl5pPr>
              <a:defRPr sz="4400"/>
            </a:lvl5pPr>
          </a:lstStyle>
          <a:p>
            <a:pPr lvl="0"/>
            <a:r>
              <a:rPr lang="en-GB"/>
              <a:t>»	</a:t>
            </a:r>
          </a:p>
        </p:txBody>
      </p:sp>
      <p:sp>
        <p:nvSpPr>
          <p:cNvPr id="11" name="Textplatzhalter 10"/>
          <p:cNvSpPr>
            <a:spLocks noGrp="1"/>
          </p:cNvSpPr>
          <p:nvPr>
            <p:ph type="body" sz="quarter" idx="11" hasCustomPrompt="1"/>
          </p:nvPr>
        </p:nvSpPr>
        <p:spPr>
          <a:xfrm>
            <a:off x="1018907" y="3806696"/>
            <a:ext cx="10695256" cy="249299"/>
          </a:xfrm>
        </p:spPr>
        <p:txBody>
          <a:bodyPr>
            <a:spAutoFit/>
          </a:bodyPr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pPr lvl="0"/>
            <a:r>
              <a:rPr lang="en-GB"/>
              <a:t>Edit master text format</a:t>
            </a:r>
          </a:p>
        </p:txBody>
      </p:sp>
      <p:sp>
        <p:nvSpPr>
          <p:cNvPr id="12" name="Textplatzhalter 8">
            <a:extLst>
              <a:ext uri="{FF2B5EF4-FFF2-40B4-BE49-F238E27FC236}">
                <a16:creationId xmlns:a16="http://schemas.microsoft.com/office/drawing/2014/main" id="{12D84E73-3E59-4631-ADBE-BD568242641B}"/>
              </a:ext>
            </a:extLst>
          </p:cNvPr>
          <p:cNvSpPr>
            <a:spLocks noGrp="1"/>
          </p:cNvSpPr>
          <p:nvPr>
            <p:ph type="body" sz="quarter" idx="12" hasCustomPrompt="1"/>
          </p:nvPr>
        </p:nvSpPr>
        <p:spPr>
          <a:xfrm>
            <a:off x="1018907" y="1186049"/>
            <a:ext cx="10695256" cy="609398"/>
          </a:xfrm>
        </p:spPr>
        <p:txBody>
          <a:bodyPr wrap="square">
            <a:spAutoFit/>
          </a:bodyPr>
          <a:lstStyle>
            <a:lvl1pPr>
              <a:tabLst>
                <a:tab pos="449263" algn="l"/>
              </a:tabLst>
              <a:defRPr sz="4400">
                <a:solidFill>
                  <a:schemeClr val="bg1"/>
                </a:solidFill>
                <a:latin typeface="STIHL Contraface Display Title" pitchFamily="50" charset="0"/>
              </a:defRPr>
            </a:lvl1pPr>
            <a:lvl2pPr>
              <a:defRPr sz="4400"/>
            </a:lvl2pPr>
            <a:lvl3pPr>
              <a:defRPr sz="4400"/>
            </a:lvl3pPr>
            <a:lvl4pPr>
              <a:defRPr sz="4400"/>
            </a:lvl4pPr>
            <a:lvl5pPr>
              <a:defRPr sz="4400"/>
            </a:lvl5pPr>
          </a:lstStyle>
          <a:p>
            <a:pPr lvl="0"/>
            <a:r>
              <a:rPr lang="en-GB"/>
              <a:t>quote «</a:t>
            </a:r>
          </a:p>
        </p:txBody>
      </p:sp>
      <p:sp>
        <p:nvSpPr>
          <p:cNvPr id="13" name="Rechteck 12">
            <a:extLst>
              <a:ext uri="{FF2B5EF4-FFF2-40B4-BE49-F238E27FC236}">
                <a16:creationId xmlns:a16="http://schemas.microsoft.com/office/drawing/2014/main" id="{5CF86407-DA27-4CA6-A346-F8477F884E96}"/>
              </a:ext>
            </a:extLst>
          </p:cNvPr>
          <p:cNvSpPr>
            <a:spLocks/>
          </p:cNvSpPr>
          <p:nvPr/>
        </p:nvSpPr>
        <p:spPr>
          <a:xfrm>
            <a:off x="-1943099" y="2913099"/>
            <a:ext cx="1772284" cy="1031803"/>
          </a:xfrm>
          <a:prstGeom prst="rect">
            <a:avLst/>
          </a:prstGeom>
          <a:solidFill>
            <a:schemeClr val="bg1"/>
          </a:solidFill>
          <a:ln w="635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lIns="72000" tIns="72000" rIns="72000" bIns="72000" rtlCol="0" anchor="ctr">
            <a:spAutoFit/>
          </a:bodyPr>
          <a:lstStyle>
            <a:defPPr>
              <a:defRPr lang="de-DE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>
              <a:lnSpc>
                <a:spcPct val="90000"/>
              </a:lnSpc>
            </a:pPr>
            <a:r>
              <a:rPr lang="en-GB" sz="1600" b="0">
                <a:solidFill>
                  <a:schemeClr val="tx1"/>
                </a:solidFill>
              </a:rPr>
              <a:t>Please do not print slides with full colour or images </a:t>
            </a:r>
          </a:p>
        </p:txBody>
      </p:sp>
      <p:sp>
        <p:nvSpPr>
          <p:cNvPr id="14" name="Rechteck 13">
            <a:extLst>
              <a:ext uri="{FF2B5EF4-FFF2-40B4-BE49-F238E27FC236}">
                <a16:creationId xmlns:a16="http://schemas.microsoft.com/office/drawing/2014/main" id="{5CF86407-DA27-4CA6-A346-F8477F884E96}"/>
              </a:ext>
            </a:extLst>
          </p:cNvPr>
          <p:cNvSpPr>
            <a:spLocks/>
          </p:cNvSpPr>
          <p:nvPr/>
        </p:nvSpPr>
        <p:spPr>
          <a:xfrm>
            <a:off x="-1943099" y="4117246"/>
            <a:ext cx="1772284" cy="1253402"/>
          </a:xfrm>
          <a:prstGeom prst="rect">
            <a:avLst/>
          </a:prstGeom>
          <a:solidFill>
            <a:schemeClr val="bg1"/>
          </a:solidFill>
          <a:ln w="635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lIns="36000" tIns="72000" rIns="72000" bIns="72000" rtlCol="0" anchor="t">
            <a:spAutoFit/>
          </a:bodyPr>
          <a:lstStyle>
            <a:defPPr>
              <a:defRPr lang="de-DE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>
              <a:lnSpc>
                <a:spcPct val="90000"/>
              </a:lnSpc>
            </a:pPr>
            <a:r>
              <a:rPr lang="en-US" sz="1600" b="0">
                <a:solidFill>
                  <a:schemeClr val="tx1"/>
                </a:solidFill>
              </a:rPr>
              <a:t>The Guillemets </a:t>
            </a:r>
            <a:br>
              <a:rPr lang="en-US" sz="1600" b="0">
                <a:solidFill>
                  <a:schemeClr val="tx1"/>
                </a:solidFill>
              </a:rPr>
            </a:br>
            <a:r>
              <a:rPr lang="en-US" sz="1600" b="0">
                <a:solidFill>
                  <a:schemeClr val="tx1"/>
                </a:solidFill>
              </a:rPr>
              <a:t>can be inserted </a:t>
            </a:r>
            <a:br>
              <a:rPr lang="en-US" sz="1600" b="0">
                <a:solidFill>
                  <a:schemeClr val="tx1"/>
                </a:solidFill>
              </a:rPr>
            </a:br>
            <a:r>
              <a:rPr lang="en-US" sz="1600" b="0">
                <a:solidFill>
                  <a:schemeClr val="tx1"/>
                </a:solidFill>
              </a:rPr>
              <a:t>via the "Insert" tab through the "Symbol" field</a:t>
            </a:r>
          </a:p>
        </p:txBody>
      </p:sp>
    </p:spTree>
    <p:extLst>
      <p:ext uri="{BB962C8B-B14F-4D97-AF65-F5344CB8AC3E}">
        <p14:creationId xmlns:p14="http://schemas.microsoft.com/office/powerpoint/2010/main" val="3391722509"/>
      </p:ext>
    </p:extLst>
  </p:cSld>
  <p:clrMapOvr>
    <a:masterClrMapping/>
  </p:clrMapOvr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>
  <p:cSld name="Conclusion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2" name="Objekt 1" hidden="1"/>
          <p:cNvGraphicFramePr>
            <a:graphicFrameLocks noChangeAspect="1"/>
          </p:cNvGraphicFramePr>
          <p:nvPr>
            <p:custDataLst>
              <p:tags r:id="rId1"/>
            </p:custDataLst>
          </p:nvPr>
        </p:nvGraphicFramePr>
        <p:xfrm>
          <a:off x="1588" y="1588"/>
          <a:ext cx="1588" cy="15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think-cell Slide" r:id="rId3" imgW="370" imgH="371" progId="TCLayout.ActiveDocument.1">
                  <p:embed/>
                </p:oleObj>
              </mc:Choice>
              <mc:Fallback>
                <p:oleObj name="think-cell Slide" r:id="rId3" imgW="370" imgH="371" progId="TCLayout.ActiveDocument.1">
                  <p:embed/>
                  <p:pic>
                    <p:nvPicPr>
                      <p:cNvPr id="2" name="Objekt 1" hidden="1"/>
                      <p:cNvPicPr/>
                      <p:nvPr/>
                    </p:nvPicPr>
                    <p:blipFill>
                      <a:blip r:embed="rId4"/>
                      <a:stretch>
                        <a:fillRect/>
                      </a:stretch>
                    </p:blipFill>
                    <p:spPr>
                      <a:xfrm>
                        <a:off x="1588" y="1588"/>
                        <a:ext cx="1588" cy="1588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7" name="Rechteck 6">
            <a:extLst>
              <a:ext uri="{FF2B5EF4-FFF2-40B4-BE49-F238E27FC236}">
                <a16:creationId xmlns:a16="http://schemas.microsoft.com/office/drawing/2014/main" id="{16762DA5-7BF5-44ED-A0E7-1C1B1049A63C}"/>
              </a:ext>
            </a:extLst>
          </p:cNvPr>
          <p:cNvSpPr/>
          <p:nvPr/>
        </p:nvSpPr>
        <p:spPr>
          <a:xfrm>
            <a:off x="495191" y="6283982"/>
            <a:ext cx="450741" cy="94593"/>
          </a:xfrm>
          <a:prstGeom prst="rect">
            <a:avLst/>
          </a:prstGeom>
          <a:solidFill>
            <a:schemeClr val="tx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eaLnBrk="1"/>
            <a:endParaRPr lang="en-GB"/>
          </a:p>
        </p:txBody>
      </p:sp>
      <p:sp>
        <p:nvSpPr>
          <p:cNvPr id="3" name="Textplatzhalter 2">
            <a:extLst>
              <a:ext uri="{FF2B5EF4-FFF2-40B4-BE49-F238E27FC236}">
                <a16:creationId xmlns:a16="http://schemas.microsoft.com/office/drawing/2014/main" id="{2684D222-F168-4BDD-AE60-92B32E636597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479425" y="5499656"/>
            <a:ext cx="7812088" cy="671274"/>
          </a:xfrm>
          <a:prstGeom prst="rect">
            <a:avLst/>
          </a:prstGeom>
          <a:noFill/>
        </p:spPr>
        <p:txBody>
          <a:bodyPr wrap="square" rtlCol="0" anchor="b">
            <a:spAutoFit/>
          </a:bodyPr>
          <a:lstStyle>
            <a:lvl1pPr marL="0" indent="0">
              <a:lnSpc>
                <a:spcPct val="90000"/>
              </a:lnSpc>
              <a:buNone/>
              <a:defRPr lang="de-DE" sz="4800" b="1" cap="all" baseline="0" smtClean="0">
                <a:latin typeface="STIHL Contraface Display Title" panose="02000600040000020004" pitchFamily="50" charset="0"/>
              </a:defRPr>
            </a:lvl1pPr>
            <a:lvl2pPr marL="277812" indent="0">
              <a:buNone/>
              <a:defRPr lang="de-DE" smtClean="0"/>
            </a:lvl2pPr>
            <a:lvl3pPr marL="739775" indent="0">
              <a:buNone/>
              <a:defRPr lang="de-DE" sz="1800" smtClean="0"/>
            </a:lvl3pPr>
            <a:lvl4pPr marL="1190625" indent="0">
              <a:buNone/>
              <a:defRPr lang="de-DE" sz="1800" smtClean="0"/>
            </a:lvl4pPr>
            <a:lvl5pPr marL="1647825" indent="0">
              <a:buNone/>
              <a:defRPr lang="de-DE" sz="1800"/>
            </a:lvl5pPr>
          </a:lstStyle>
          <a:p>
            <a:pPr marL="0" lvl="0"/>
            <a:r>
              <a:rPr lang="en-GB"/>
              <a:t>Edit Conclusion</a:t>
            </a:r>
          </a:p>
        </p:txBody>
      </p:sp>
      <p:pic>
        <p:nvPicPr>
          <p:cNvPr id="6" name="Grafik 5"/>
          <p:cNvPicPr>
            <a:picLocks noChangeAspect="1"/>
          </p:cNvPicPr>
          <p:nvPr/>
        </p:nvPicPr>
        <p:blipFill>
          <a:blip r:embed="rId5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330261" y="502821"/>
            <a:ext cx="1385810" cy="28748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289955817"/>
      </p:ext>
    </p:extLst>
  </p:cSld>
  <p:clrMapOvr>
    <a:masterClrMapping/>
  </p:clrMapOvr>
</p:sldLayout>
</file>

<file path=ppt/slideLayouts/slideLayout20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>
  <p:cSld name="Chapter separator without picture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2" name="Objekt 1" hidden="1"/>
          <p:cNvGraphicFramePr>
            <a:graphicFrameLocks noChangeAspect="1"/>
          </p:cNvGraphicFramePr>
          <p:nvPr>
            <p:custDataLst>
              <p:tags r:id="rId1"/>
            </p:custDataLst>
          </p:nvPr>
        </p:nvGraphicFramePr>
        <p:xfrm>
          <a:off x="1588" y="1588"/>
          <a:ext cx="1588" cy="15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think-cell Slide" r:id="rId3" imgW="370" imgH="371" progId="TCLayout.ActiveDocument.1">
                  <p:embed/>
                </p:oleObj>
              </mc:Choice>
              <mc:Fallback>
                <p:oleObj name="think-cell Slide" r:id="rId3" imgW="370" imgH="371" progId="TCLayout.ActiveDocument.1">
                  <p:embed/>
                  <p:pic>
                    <p:nvPicPr>
                      <p:cNvPr id="2" name="Objekt 1" hidden="1"/>
                      <p:cNvPicPr/>
                      <p:nvPr/>
                    </p:nvPicPr>
                    <p:blipFill>
                      <a:blip r:embed="rId4"/>
                      <a:stretch>
                        <a:fillRect/>
                      </a:stretch>
                    </p:blipFill>
                    <p:spPr>
                      <a:xfrm>
                        <a:off x="1588" y="1588"/>
                        <a:ext cx="1588" cy="1588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3" name="Textplatzhalter 2">
            <a:extLst>
              <a:ext uri="{FF2B5EF4-FFF2-40B4-BE49-F238E27FC236}">
                <a16:creationId xmlns:a16="http://schemas.microsoft.com/office/drawing/2014/main" id="{2684D222-F168-4BDD-AE60-92B32E636597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479425" y="4834859"/>
            <a:ext cx="7812088" cy="1336071"/>
          </a:xfrm>
          <a:prstGeom prst="rect">
            <a:avLst/>
          </a:prstGeom>
          <a:noFill/>
        </p:spPr>
        <p:txBody>
          <a:bodyPr wrap="square" rtlCol="0" anchor="b">
            <a:spAutoFit/>
          </a:bodyPr>
          <a:lstStyle>
            <a:lvl1pPr marL="0" indent="0">
              <a:buNone/>
              <a:tabLst>
                <a:tab pos="1074738" algn="l"/>
              </a:tabLst>
              <a:defRPr lang="de-DE" sz="4800" b="1" cap="all" baseline="0" smtClean="0">
                <a:latin typeface="STIHL Contraface Display Title" panose="02000600040000020004" pitchFamily="50" charset="0"/>
              </a:defRPr>
            </a:lvl1pPr>
            <a:lvl2pPr marL="277812" indent="0">
              <a:buNone/>
              <a:defRPr lang="de-DE" smtClean="0"/>
            </a:lvl2pPr>
            <a:lvl3pPr marL="739775" indent="0">
              <a:buNone/>
              <a:defRPr lang="de-DE" sz="1800" smtClean="0"/>
            </a:lvl3pPr>
            <a:lvl4pPr marL="1190625" indent="0">
              <a:buNone/>
              <a:defRPr lang="de-DE" sz="1800" smtClean="0"/>
            </a:lvl4pPr>
            <a:lvl5pPr marL="1647825" indent="0">
              <a:buNone/>
              <a:defRPr lang="de-DE" sz="1800"/>
            </a:lvl5pPr>
          </a:lstStyle>
          <a:p>
            <a:pPr marL="0" lvl="0"/>
            <a:r>
              <a:rPr lang="en-GB"/>
              <a:t>Edit chapter separators</a:t>
            </a:r>
          </a:p>
        </p:txBody>
      </p:sp>
      <p:sp>
        <p:nvSpPr>
          <p:cNvPr id="15" name="Rechteck 14">
            <a:extLst>
              <a:ext uri="{FF2B5EF4-FFF2-40B4-BE49-F238E27FC236}">
                <a16:creationId xmlns:a16="http://schemas.microsoft.com/office/drawing/2014/main" id="{5228CAB1-2EA1-4F8A-B1D7-C5BA22E44783}"/>
              </a:ext>
            </a:extLst>
          </p:cNvPr>
          <p:cNvSpPr/>
          <p:nvPr/>
        </p:nvSpPr>
        <p:spPr>
          <a:xfrm>
            <a:off x="495191" y="6283982"/>
            <a:ext cx="450741" cy="94593"/>
          </a:xfrm>
          <a:prstGeom prst="rect">
            <a:avLst/>
          </a:prstGeom>
          <a:solidFill>
            <a:schemeClr val="tx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eaLnBrk="1"/>
            <a:endParaRPr lang="en-GB"/>
          </a:p>
        </p:txBody>
      </p:sp>
      <p:pic>
        <p:nvPicPr>
          <p:cNvPr id="6" name="Grafik 5"/>
          <p:cNvPicPr>
            <a:picLocks noChangeAspect="1"/>
          </p:cNvPicPr>
          <p:nvPr/>
        </p:nvPicPr>
        <p:blipFill>
          <a:blip r:embed="rId5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330261" y="502821"/>
            <a:ext cx="1385810" cy="28748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94854194"/>
      </p:ext>
    </p:extLst>
  </p:cSld>
  <p:clrMapOvr>
    <a:masterClrMapping/>
  </p:clrMapOvr>
</p:sldLayout>
</file>

<file path=ppt/slideLayouts/slideLayout2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>
  <p:cSld name="Chapter separator with picture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2" name="Objekt 1" hidden="1"/>
          <p:cNvGraphicFramePr>
            <a:graphicFrameLocks noChangeAspect="1"/>
          </p:cNvGraphicFramePr>
          <p:nvPr>
            <p:custDataLst>
              <p:tags r:id="rId1"/>
            </p:custDataLst>
          </p:nvPr>
        </p:nvGraphicFramePr>
        <p:xfrm>
          <a:off x="1588" y="1588"/>
          <a:ext cx="1588" cy="15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think-cell Slide" r:id="rId3" imgW="370" imgH="371" progId="TCLayout.ActiveDocument.1">
                  <p:embed/>
                </p:oleObj>
              </mc:Choice>
              <mc:Fallback>
                <p:oleObj name="think-cell Slide" r:id="rId3" imgW="370" imgH="371" progId="TCLayout.ActiveDocument.1">
                  <p:embed/>
                  <p:pic>
                    <p:nvPicPr>
                      <p:cNvPr id="2" name="Objekt 1" hidden="1"/>
                      <p:cNvPicPr/>
                      <p:nvPr/>
                    </p:nvPicPr>
                    <p:blipFill>
                      <a:blip r:embed="rId4"/>
                      <a:stretch>
                        <a:fillRect/>
                      </a:stretch>
                    </p:blipFill>
                    <p:spPr>
                      <a:xfrm>
                        <a:off x="1588" y="1588"/>
                        <a:ext cx="1588" cy="1588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pic>
        <p:nvPicPr>
          <p:cNvPr id="10" name="Grafik 9"/>
          <p:cNvPicPr>
            <a:picLocks noChangeAspect="1"/>
          </p:cNvPicPr>
          <p:nvPr/>
        </p:nvPicPr>
        <p:blipFill>
          <a:blip r:embed="rId5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136060" y="258750"/>
            <a:ext cx="1774212" cy="775631"/>
          </a:xfrm>
          <a:prstGeom prst="rect">
            <a:avLst/>
          </a:prstGeom>
        </p:spPr>
      </p:pic>
      <p:sp>
        <p:nvSpPr>
          <p:cNvPr id="7" name="Bildplatzhalter 14">
            <a:extLst>
              <a:ext uri="{FF2B5EF4-FFF2-40B4-BE49-F238E27FC236}">
                <a16:creationId xmlns:a16="http://schemas.microsoft.com/office/drawing/2014/main" id="{12A2E7EC-D35A-4A4A-BBD2-6097A2AF7814}"/>
              </a:ext>
            </a:extLst>
          </p:cNvPr>
          <p:cNvSpPr>
            <a:spLocks noGrp="1"/>
          </p:cNvSpPr>
          <p:nvPr>
            <p:ph type="pic" sz="quarter" idx="15" hasCustomPrompt="1"/>
          </p:nvPr>
        </p:nvSpPr>
        <p:spPr>
          <a:xfrm>
            <a:off x="0" y="0"/>
            <a:ext cx="12192000" cy="6858000"/>
          </a:xfrm>
          <a:custGeom>
            <a:avLst/>
            <a:gdLst>
              <a:gd name="connsiteX0" fmla="*/ 361950 w 12192000"/>
              <a:gd name="connsiteY0" fmla="*/ 2751084 h 6858000"/>
              <a:gd name="connsiteX1" fmla="*/ 361950 w 12192000"/>
              <a:gd name="connsiteY1" fmla="*/ 6534807 h 6858000"/>
              <a:gd name="connsiteX2" fmla="*/ 5401950 w 12192000"/>
              <a:gd name="connsiteY2" fmla="*/ 6534807 h 6858000"/>
              <a:gd name="connsiteX3" fmla="*/ 5401950 w 12192000"/>
              <a:gd name="connsiteY3" fmla="*/ 2751084 h 6858000"/>
              <a:gd name="connsiteX4" fmla="*/ 10129345 w 12192000"/>
              <a:gd name="connsiteY4" fmla="*/ 344401 h 6858000"/>
              <a:gd name="connsiteX5" fmla="*/ 10129345 w 12192000"/>
              <a:gd name="connsiteY5" fmla="*/ 1099696 h 6858000"/>
              <a:gd name="connsiteX6" fmla="*/ 11857039 w 12192000"/>
              <a:gd name="connsiteY6" fmla="*/ 1099696 h 6858000"/>
              <a:gd name="connsiteX7" fmla="*/ 11857039 w 12192000"/>
              <a:gd name="connsiteY7" fmla="*/ 344401 h 6858000"/>
              <a:gd name="connsiteX8" fmla="*/ 0 w 12192000"/>
              <a:gd name="connsiteY8" fmla="*/ 0 h 6858000"/>
              <a:gd name="connsiteX9" fmla="*/ 12192000 w 12192000"/>
              <a:gd name="connsiteY9" fmla="*/ 0 h 6858000"/>
              <a:gd name="connsiteX10" fmla="*/ 12192000 w 12192000"/>
              <a:gd name="connsiteY10" fmla="*/ 6858000 h 6858000"/>
              <a:gd name="connsiteX11" fmla="*/ 0 w 12192000"/>
              <a:gd name="connsiteY11" fmla="*/ 6858000 h 6858000"/>
              <a:gd name="connsiteX0" fmla="*/ 361950 w 12192000"/>
              <a:gd name="connsiteY0" fmla="*/ 2751084 h 6858000"/>
              <a:gd name="connsiteX1" fmla="*/ 361950 w 12192000"/>
              <a:gd name="connsiteY1" fmla="*/ 6534807 h 6858000"/>
              <a:gd name="connsiteX2" fmla="*/ 5401950 w 12192000"/>
              <a:gd name="connsiteY2" fmla="*/ 6534807 h 6858000"/>
              <a:gd name="connsiteX3" fmla="*/ 5401950 w 12192000"/>
              <a:gd name="connsiteY3" fmla="*/ 2751084 h 6858000"/>
              <a:gd name="connsiteX4" fmla="*/ 361950 w 12192000"/>
              <a:gd name="connsiteY4" fmla="*/ 2751084 h 6858000"/>
              <a:gd name="connsiteX5" fmla="*/ 10136965 w 12192000"/>
              <a:gd name="connsiteY5" fmla="*/ 258041 h 6858000"/>
              <a:gd name="connsiteX6" fmla="*/ 10129345 w 12192000"/>
              <a:gd name="connsiteY6" fmla="*/ 1099696 h 6858000"/>
              <a:gd name="connsiteX7" fmla="*/ 11857039 w 12192000"/>
              <a:gd name="connsiteY7" fmla="*/ 1099696 h 6858000"/>
              <a:gd name="connsiteX8" fmla="*/ 11857039 w 12192000"/>
              <a:gd name="connsiteY8" fmla="*/ 344401 h 6858000"/>
              <a:gd name="connsiteX9" fmla="*/ 10136965 w 12192000"/>
              <a:gd name="connsiteY9" fmla="*/ 258041 h 6858000"/>
              <a:gd name="connsiteX10" fmla="*/ 0 w 12192000"/>
              <a:gd name="connsiteY10" fmla="*/ 0 h 6858000"/>
              <a:gd name="connsiteX11" fmla="*/ 12192000 w 12192000"/>
              <a:gd name="connsiteY11" fmla="*/ 0 h 6858000"/>
              <a:gd name="connsiteX12" fmla="*/ 12192000 w 12192000"/>
              <a:gd name="connsiteY12" fmla="*/ 6858000 h 6858000"/>
              <a:gd name="connsiteX13" fmla="*/ 0 w 12192000"/>
              <a:gd name="connsiteY13" fmla="*/ 6858000 h 6858000"/>
              <a:gd name="connsiteX14" fmla="*/ 0 w 12192000"/>
              <a:gd name="connsiteY14" fmla="*/ 0 h 6858000"/>
              <a:gd name="connsiteX0" fmla="*/ 361950 w 12192000"/>
              <a:gd name="connsiteY0" fmla="*/ 2751084 h 6858000"/>
              <a:gd name="connsiteX1" fmla="*/ 361950 w 12192000"/>
              <a:gd name="connsiteY1" fmla="*/ 6534807 h 6858000"/>
              <a:gd name="connsiteX2" fmla="*/ 5401950 w 12192000"/>
              <a:gd name="connsiteY2" fmla="*/ 6534807 h 6858000"/>
              <a:gd name="connsiteX3" fmla="*/ 5401950 w 12192000"/>
              <a:gd name="connsiteY3" fmla="*/ 2751084 h 6858000"/>
              <a:gd name="connsiteX4" fmla="*/ 361950 w 12192000"/>
              <a:gd name="connsiteY4" fmla="*/ 2751084 h 6858000"/>
              <a:gd name="connsiteX5" fmla="*/ 10136965 w 12192000"/>
              <a:gd name="connsiteY5" fmla="*/ 258041 h 6858000"/>
              <a:gd name="connsiteX6" fmla="*/ 10129345 w 12192000"/>
              <a:gd name="connsiteY6" fmla="*/ 1099696 h 6858000"/>
              <a:gd name="connsiteX7" fmla="*/ 11857039 w 12192000"/>
              <a:gd name="connsiteY7" fmla="*/ 1099696 h 6858000"/>
              <a:gd name="connsiteX8" fmla="*/ 11907839 w 12192000"/>
              <a:gd name="connsiteY8" fmla="*/ 258041 h 6858000"/>
              <a:gd name="connsiteX9" fmla="*/ 10136965 w 12192000"/>
              <a:gd name="connsiteY9" fmla="*/ 258041 h 6858000"/>
              <a:gd name="connsiteX10" fmla="*/ 0 w 12192000"/>
              <a:gd name="connsiteY10" fmla="*/ 0 h 6858000"/>
              <a:gd name="connsiteX11" fmla="*/ 12192000 w 12192000"/>
              <a:gd name="connsiteY11" fmla="*/ 0 h 6858000"/>
              <a:gd name="connsiteX12" fmla="*/ 12192000 w 12192000"/>
              <a:gd name="connsiteY12" fmla="*/ 6858000 h 6858000"/>
              <a:gd name="connsiteX13" fmla="*/ 0 w 12192000"/>
              <a:gd name="connsiteY13" fmla="*/ 6858000 h 6858000"/>
              <a:gd name="connsiteX14" fmla="*/ 0 w 12192000"/>
              <a:gd name="connsiteY14" fmla="*/ 0 h 6858000"/>
              <a:gd name="connsiteX0" fmla="*/ 361950 w 12192000"/>
              <a:gd name="connsiteY0" fmla="*/ 2751084 h 6858000"/>
              <a:gd name="connsiteX1" fmla="*/ 361950 w 12192000"/>
              <a:gd name="connsiteY1" fmla="*/ 6534807 h 6858000"/>
              <a:gd name="connsiteX2" fmla="*/ 5401950 w 12192000"/>
              <a:gd name="connsiteY2" fmla="*/ 6534807 h 6858000"/>
              <a:gd name="connsiteX3" fmla="*/ 5401950 w 12192000"/>
              <a:gd name="connsiteY3" fmla="*/ 2751084 h 6858000"/>
              <a:gd name="connsiteX4" fmla="*/ 361950 w 12192000"/>
              <a:gd name="connsiteY4" fmla="*/ 2751084 h 6858000"/>
              <a:gd name="connsiteX5" fmla="*/ 10136965 w 12192000"/>
              <a:gd name="connsiteY5" fmla="*/ 258041 h 6858000"/>
              <a:gd name="connsiteX6" fmla="*/ 10129345 w 12192000"/>
              <a:gd name="connsiteY6" fmla="*/ 1099696 h 6858000"/>
              <a:gd name="connsiteX7" fmla="*/ 11907839 w 12192000"/>
              <a:gd name="connsiteY7" fmla="*/ 1031116 h 6858000"/>
              <a:gd name="connsiteX8" fmla="*/ 11907839 w 12192000"/>
              <a:gd name="connsiteY8" fmla="*/ 258041 h 6858000"/>
              <a:gd name="connsiteX9" fmla="*/ 10136965 w 12192000"/>
              <a:gd name="connsiteY9" fmla="*/ 258041 h 6858000"/>
              <a:gd name="connsiteX10" fmla="*/ 0 w 12192000"/>
              <a:gd name="connsiteY10" fmla="*/ 0 h 6858000"/>
              <a:gd name="connsiteX11" fmla="*/ 12192000 w 12192000"/>
              <a:gd name="connsiteY11" fmla="*/ 0 h 6858000"/>
              <a:gd name="connsiteX12" fmla="*/ 12192000 w 12192000"/>
              <a:gd name="connsiteY12" fmla="*/ 6858000 h 6858000"/>
              <a:gd name="connsiteX13" fmla="*/ 0 w 12192000"/>
              <a:gd name="connsiteY13" fmla="*/ 6858000 h 6858000"/>
              <a:gd name="connsiteX14" fmla="*/ 0 w 12192000"/>
              <a:gd name="connsiteY14" fmla="*/ 0 h 6858000"/>
              <a:gd name="connsiteX0" fmla="*/ 361950 w 12192000"/>
              <a:gd name="connsiteY0" fmla="*/ 2751084 h 6858000"/>
              <a:gd name="connsiteX1" fmla="*/ 361950 w 12192000"/>
              <a:gd name="connsiteY1" fmla="*/ 6534807 h 6858000"/>
              <a:gd name="connsiteX2" fmla="*/ 5401950 w 12192000"/>
              <a:gd name="connsiteY2" fmla="*/ 6534807 h 6858000"/>
              <a:gd name="connsiteX3" fmla="*/ 5401950 w 12192000"/>
              <a:gd name="connsiteY3" fmla="*/ 2751084 h 6858000"/>
              <a:gd name="connsiteX4" fmla="*/ 361950 w 12192000"/>
              <a:gd name="connsiteY4" fmla="*/ 2751084 h 6858000"/>
              <a:gd name="connsiteX5" fmla="*/ 10136965 w 12192000"/>
              <a:gd name="connsiteY5" fmla="*/ 258041 h 6858000"/>
              <a:gd name="connsiteX6" fmla="*/ 10131885 w 12192000"/>
              <a:gd name="connsiteY6" fmla="*/ 1033656 h 6858000"/>
              <a:gd name="connsiteX7" fmla="*/ 11907839 w 12192000"/>
              <a:gd name="connsiteY7" fmla="*/ 1031116 h 6858000"/>
              <a:gd name="connsiteX8" fmla="*/ 11907839 w 12192000"/>
              <a:gd name="connsiteY8" fmla="*/ 258041 h 6858000"/>
              <a:gd name="connsiteX9" fmla="*/ 10136965 w 12192000"/>
              <a:gd name="connsiteY9" fmla="*/ 258041 h 6858000"/>
              <a:gd name="connsiteX10" fmla="*/ 0 w 12192000"/>
              <a:gd name="connsiteY10" fmla="*/ 0 h 6858000"/>
              <a:gd name="connsiteX11" fmla="*/ 12192000 w 12192000"/>
              <a:gd name="connsiteY11" fmla="*/ 0 h 6858000"/>
              <a:gd name="connsiteX12" fmla="*/ 12192000 w 12192000"/>
              <a:gd name="connsiteY12" fmla="*/ 6858000 h 6858000"/>
              <a:gd name="connsiteX13" fmla="*/ 0 w 12192000"/>
              <a:gd name="connsiteY13" fmla="*/ 6858000 h 6858000"/>
              <a:gd name="connsiteX14" fmla="*/ 0 w 12192000"/>
              <a:gd name="connsiteY14" fmla="*/ 0 h 6858000"/>
              <a:gd name="connsiteX0" fmla="*/ 361950 w 12192000"/>
              <a:gd name="connsiteY0" fmla="*/ 2751084 h 6858000"/>
              <a:gd name="connsiteX1" fmla="*/ 361950 w 12192000"/>
              <a:gd name="connsiteY1" fmla="*/ 6534807 h 6858000"/>
              <a:gd name="connsiteX2" fmla="*/ 5401950 w 12192000"/>
              <a:gd name="connsiteY2" fmla="*/ 6534807 h 6858000"/>
              <a:gd name="connsiteX3" fmla="*/ 5401950 w 12192000"/>
              <a:gd name="connsiteY3" fmla="*/ 2751084 h 6858000"/>
              <a:gd name="connsiteX4" fmla="*/ 361950 w 12192000"/>
              <a:gd name="connsiteY4" fmla="*/ 2751084 h 6858000"/>
              <a:gd name="connsiteX5" fmla="*/ 10136965 w 12192000"/>
              <a:gd name="connsiteY5" fmla="*/ 258041 h 6858000"/>
              <a:gd name="connsiteX6" fmla="*/ 10135695 w 12192000"/>
              <a:gd name="connsiteY6" fmla="*/ 1031751 h 6858000"/>
              <a:gd name="connsiteX7" fmla="*/ 11907839 w 12192000"/>
              <a:gd name="connsiteY7" fmla="*/ 1031116 h 6858000"/>
              <a:gd name="connsiteX8" fmla="*/ 11907839 w 12192000"/>
              <a:gd name="connsiteY8" fmla="*/ 258041 h 6858000"/>
              <a:gd name="connsiteX9" fmla="*/ 10136965 w 12192000"/>
              <a:gd name="connsiteY9" fmla="*/ 258041 h 6858000"/>
              <a:gd name="connsiteX10" fmla="*/ 0 w 12192000"/>
              <a:gd name="connsiteY10" fmla="*/ 0 h 6858000"/>
              <a:gd name="connsiteX11" fmla="*/ 12192000 w 12192000"/>
              <a:gd name="connsiteY11" fmla="*/ 0 h 6858000"/>
              <a:gd name="connsiteX12" fmla="*/ 12192000 w 12192000"/>
              <a:gd name="connsiteY12" fmla="*/ 6858000 h 6858000"/>
              <a:gd name="connsiteX13" fmla="*/ 0 w 12192000"/>
              <a:gd name="connsiteY13" fmla="*/ 6858000 h 6858000"/>
              <a:gd name="connsiteX14" fmla="*/ 0 w 12192000"/>
              <a:gd name="connsiteY14" fmla="*/ 0 h 6858000"/>
              <a:gd name="connsiteX0" fmla="*/ 361950 w 12192000"/>
              <a:gd name="connsiteY0" fmla="*/ 2751084 h 6858000"/>
              <a:gd name="connsiteX1" fmla="*/ 642366 w 12192000"/>
              <a:gd name="connsiteY1" fmla="*/ 6534807 h 6858000"/>
              <a:gd name="connsiteX2" fmla="*/ 5401950 w 12192000"/>
              <a:gd name="connsiteY2" fmla="*/ 6534807 h 6858000"/>
              <a:gd name="connsiteX3" fmla="*/ 5401950 w 12192000"/>
              <a:gd name="connsiteY3" fmla="*/ 2751084 h 6858000"/>
              <a:gd name="connsiteX4" fmla="*/ 361950 w 12192000"/>
              <a:gd name="connsiteY4" fmla="*/ 2751084 h 6858000"/>
              <a:gd name="connsiteX5" fmla="*/ 10136965 w 12192000"/>
              <a:gd name="connsiteY5" fmla="*/ 258041 h 6858000"/>
              <a:gd name="connsiteX6" fmla="*/ 10135695 w 12192000"/>
              <a:gd name="connsiteY6" fmla="*/ 1031751 h 6858000"/>
              <a:gd name="connsiteX7" fmla="*/ 11907839 w 12192000"/>
              <a:gd name="connsiteY7" fmla="*/ 1031116 h 6858000"/>
              <a:gd name="connsiteX8" fmla="*/ 11907839 w 12192000"/>
              <a:gd name="connsiteY8" fmla="*/ 258041 h 6858000"/>
              <a:gd name="connsiteX9" fmla="*/ 10136965 w 12192000"/>
              <a:gd name="connsiteY9" fmla="*/ 258041 h 6858000"/>
              <a:gd name="connsiteX10" fmla="*/ 0 w 12192000"/>
              <a:gd name="connsiteY10" fmla="*/ 0 h 6858000"/>
              <a:gd name="connsiteX11" fmla="*/ 12192000 w 12192000"/>
              <a:gd name="connsiteY11" fmla="*/ 0 h 6858000"/>
              <a:gd name="connsiteX12" fmla="*/ 12192000 w 12192000"/>
              <a:gd name="connsiteY12" fmla="*/ 6858000 h 6858000"/>
              <a:gd name="connsiteX13" fmla="*/ 0 w 12192000"/>
              <a:gd name="connsiteY13" fmla="*/ 6858000 h 6858000"/>
              <a:gd name="connsiteX14" fmla="*/ 0 w 12192000"/>
              <a:gd name="connsiteY14" fmla="*/ 0 h 6858000"/>
              <a:gd name="connsiteX0" fmla="*/ 642366 w 12192000"/>
              <a:gd name="connsiteY0" fmla="*/ 6426972 h 6858000"/>
              <a:gd name="connsiteX1" fmla="*/ 642366 w 12192000"/>
              <a:gd name="connsiteY1" fmla="*/ 6534807 h 6858000"/>
              <a:gd name="connsiteX2" fmla="*/ 5401950 w 12192000"/>
              <a:gd name="connsiteY2" fmla="*/ 6534807 h 6858000"/>
              <a:gd name="connsiteX3" fmla="*/ 5401950 w 12192000"/>
              <a:gd name="connsiteY3" fmla="*/ 2751084 h 6858000"/>
              <a:gd name="connsiteX4" fmla="*/ 642366 w 12192000"/>
              <a:gd name="connsiteY4" fmla="*/ 6426972 h 6858000"/>
              <a:gd name="connsiteX5" fmla="*/ 10136965 w 12192000"/>
              <a:gd name="connsiteY5" fmla="*/ 258041 h 6858000"/>
              <a:gd name="connsiteX6" fmla="*/ 10135695 w 12192000"/>
              <a:gd name="connsiteY6" fmla="*/ 1031751 h 6858000"/>
              <a:gd name="connsiteX7" fmla="*/ 11907839 w 12192000"/>
              <a:gd name="connsiteY7" fmla="*/ 1031116 h 6858000"/>
              <a:gd name="connsiteX8" fmla="*/ 11907839 w 12192000"/>
              <a:gd name="connsiteY8" fmla="*/ 258041 h 6858000"/>
              <a:gd name="connsiteX9" fmla="*/ 10136965 w 12192000"/>
              <a:gd name="connsiteY9" fmla="*/ 258041 h 6858000"/>
              <a:gd name="connsiteX10" fmla="*/ 0 w 12192000"/>
              <a:gd name="connsiteY10" fmla="*/ 0 h 6858000"/>
              <a:gd name="connsiteX11" fmla="*/ 12192000 w 12192000"/>
              <a:gd name="connsiteY11" fmla="*/ 0 h 6858000"/>
              <a:gd name="connsiteX12" fmla="*/ 12192000 w 12192000"/>
              <a:gd name="connsiteY12" fmla="*/ 6858000 h 6858000"/>
              <a:gd name="connsiteX13" fmla="*/ 0 w 12192000"/>
              <a:gd name="connsiteY13" fmla="*/ 6858000 h 6858000"/>
              <a:gd name="connsiteX14" fmla="*/ 0 w 12192000"/>
              <a:gd name="connsiteY14" fmla="*/ 0 h 6858000"/>
              <a:gd name="connsiteX0" fmla="*/ 642366 w 12192000"/>
              <a:gd name="connsiteY0" fmla="*/ 6426972 h 6858000"/>
              <a:gd name="connsiteX1" fmla="*/ 642366 w 12192000"/>
              <a:gd name="connsiteY1" fmla="*/ 6534807 h 6858000"/>
              <a:gd name="connsiteX2" fmla="*/ 5401950 w 12192000"/>
              <a:gd name="connsiteY2" fmla="*/ 6534807 h 6858000"/>
              <a:gd name="connsiteX3" fmla="*/ 1378590 w 12192000"/>
              <a:gd name="connsiteY3" fmla="*/ 6122172 h 6858000"/>
              <a:gd name="connsiteX4" fmla="*/ 642366 w 12192000"/>
              <a:gd name="connsiteY4" fmla="*/ 6426972 h 6858000"/>
              <a:gd name="connsiteX5" fmla="*/ 10136965 w 12192000"/>
              <a:gd name="connsiteY5" fmla="*/ 258041 h 6858000"/>
              <a:gd name="connsiteX6" fmla="*/ 10135695 w 12192000"/>
              <a:gd name="connsiteY6" fmla="*/ 1031751 h 6858000"/>
              <a:gd name="connsiteX7" fmla="*/ 11907839 w 12192000"/>
              <a:gd name="connsiteY7" fmla="*/ 1031116 h 6858000"/>
              <a:gd name="connsiteX8" fmla="*/ 11907839 w 12192000"/>
              <a:gd name="connsiteY8" fmla="*/ 258041 h 6858000"/>
              <a:gd name="connsiteX9" fmla="*/ 10136965 w 12192000"/>
              <a:gd name="connsiteY9" fmla="*/ 258041 h 6858000"/>
              <a:gd name="connsiteX10" fmla="*/ 0 w 12192000"/>
              <a:gd name="connsiteY10" fmla="*/ 0 h 6858000"/>
              <a:gd name="connsiteX11" fmla="*/ 12192000 w 12192000"/>
              <a:gd name="connsiteY11" fmla="*/ 0 h 6858000"/>
              <a:gd name="connsiteX12" fmla="*/ 12192000 w 12192000"/>
              <a:gd name="connsiteY12" fmla="*/ 6858000 h 6858000"/>
              <a:gd name="connsiteX13" fmla="*/ 0 w 12192000"/>
              <a:gd name="connsiteY13" fmla="*/ 6858000 h 6858000"/>
              <a:gd name="connsiteX14" fmla="*/ 0 w 12192000"/>
              <a:gd name="connsiteY14" fmla="*/ 0 h 6858000"/>
              <a:gd name="connsiteX0" fmla="*/ 642366 w 12192000"/>
              <a:gd name="connsiteY0" fmla="*/ 6426972 h 6858000"/>
              <a:gd name="connsiteX1" fmla="*/ 642366 w 12192000"/>
              <a:gd name="connsiteY1" fmla="*/ 6534807 h 6858000"/>
              <a:gd name="connsiteX2" fmla="*/ 1195710 w 12192000"/>
              <a:gd name="connsiteY2" fmla="*/ 6565287 h 6858000"/>
              <a:gd name="connsiteX3" fmla="*/ 1378590 w 12192000"/>
              <a:gd name="connsiteY3" fmla="*/ 6122172 h 6858000"/>
              <a:gd name="connsiteX4" fmla="*/ 642366 w 12192000"/>
              <a:gd name="connsiteY4" fmla="*/ 6426972 h 6858000"/>
              <a:gd name="connsiteX5" fmla="*/ 10136965 w 12192000"/>
              <a:gd name="connsiteY5" fmla="*/ 258041 h 6858000"/>
              <a:gd name="connsiteX6" fmla="*/ 10135695 w 12192000"/>
              <a:gd name="connsiteY6" fmla="*/ 1031751 h 6858000"/>
              <a:gd name="connsiteX7" fmla="*/ 11907839 w 12192000"/>
              <a:gd name="connsiteY7" fmla="*/ 1031116 h 6858000"/>
              <a:gd name="connsiteX8" fmla="*/ 11907839 w 12192000"/>
              <a:gd name="connsiteY8" fmla="*/ 258041 h 6858000"/>
              <a:gd name="connsiteX9" fmla="*/ 10136965 w 12192000"/>
              <a:gd name="connsiteY9" fmla="*/ 258041 h 6858000"/>
              <a:gd name="connsiteX10" fmla="*/ 0 w 12192000"/>
              <a:gd name="connsiteY10" fmla="*/ 0 h 6858000"/>
              <a:gd name="connsiteX11" fmla="*/ 12192000 w 12192000"/>
              <a:gd name="connsiteY11" fmla="*/ 0 h 6858000"/>
              <a:gd name="connsiteX12" fmla="*/ 12192000 w 12192000"/>
              <a:gd name="connsiteY12" fmla="*/ 6858000 h 6858000"/>
              <a:gd name="connsiteX13" fmla="*/ 0 w 12192000"/>
              <a:gd name="connsiteY13" fmla="*/ 6858000 h 6858000"/>
              <a:gd name="connsiteX14" fmla="*/ 0 w 12192000"/>
              <a:gd name="connsiteY14" fmla="*/ 0 h 6858000"/>
              <a:gd name="connsiteX0" fmla="*/ 642366 w 12192000"/>
              <a:gd name="connsiteY0" fmla="*/ 6426972 h 6858000"/>
              <a:gd name="connsiteX1" fmla="*/ 642366 w 12192000"/>
              <a:gd name="connsiteY1" fmla="*/ 6534807 h 6858000"/>
              <a:gd name="connsiteX2" fmla="*/ 1195710 w 12192000"/>
              <a:gd name="connsiteY2" fmla="*/ 6565287 h 6858000"/>
              <a:gd name="connsiteX3" fmla="*/ 1378590 w 12192000"/>
              <a:gd name="connsiteY3" fmla="*/ 6122172 h 6858000"/>
              <a:gd name="connsiteX4" fmla="*/ 642366 w 12192000"/>
              <a:gd name="connsiteY4" fmla="*/ 6426972 h 6858000"/>
              <a:gd name="connsiteX5" fmla="*/ 10136965 w 12192000"/>
              <a:gd name="connsiteY5" fmla="*/ 258041 h 6858000"/>
              <a:gd name="connsiteX6" fmla="*/ 10135695 w 12192000"/>
              <a:gd name="connsiteY6" fmla="*/ 1031751 h 6858000"/>
              <a:gd name="connsiteX7" fmla="*/ 11907839 w 12192000"/>
              <a:gd name="connsiteY7" fmla="*/ 1031116 h 6858000"/>
              <a:gd name="connsiteX8" fmla="*/ 11907839 w 12192000"/>
              <a:gd name="connsiteY8" fmla="*/ 258041 h 6858000"/>
              <a:gd name="connsiteX9" fmla="*/ 10136965 w 12192000"/>
              <a:gd name="connsiteY9" fmla="*/ 258041 h 6858000"/>
              <a:gd name="connsiteX10" fmla="*/ 0 w 12192000"/>
              <a:gd name="connsiteY10" fmla="*/ 0 h 6858000"/>
              <a:gd name="connsiteX11" fmla="*/ 12192000 w 12192000"/>
              <a:gd name="connsiteY11" fmla="*/ 0 h 6858000"/>
              <a:gd name="connsiteX12" fmla="*/ 12192000 w 12192000"/>
              <a:gd name="connsiteY12" fmla="*/ 6858000 h 6858000"/>
              <a:gd name="connsiteX13" fmla="*/ 0 w 12192000"/>
              <a:gd name="connsiteY13" fmla="*/ 6858000 h 6858000"/>
              <a:gd name="connsiteX14" fmla="*/ 0 w 12192000"/>
              <a:gd name="connsiteY14" fmla="*/ 0 h 6858000"/>
              <a:gd name="connsiteX0" fmla="*/ 642366 w 12192000"/>
              <a:gd name="connsiteY0" fmla="*/ 6426972 h 6858000"/>
              <a:gd name="connsiteX1" fmla="*/ 642366 w 12192000"/>
              <a:gd name="connsiteY1" fmla="*/ 6534807 h 6858000"/>
              <a:gd name="connsiteX2" fmla="*/ 1102365 w 12192000"/>
              <a:gd name="connsiteY2" fmla="*/ 6536712 h 6858000"/>
              <a:gd name="connsiteX3" fmla="*/ 1378590 w 12192000"/>
              <a:gd name="connsiteY3" fmla="*/ 6122172 h 6858000"/>
              <a:gd name="connsiteX4" fmla="*/ 642366 w 12192000"/>
              <a:gd name="connsiteY4" fmla="*/ 6426972 h 6858000"/>
              <a:gd name="connsiteX5" fmla="*/ 10136965 w 12192000"/>
              <a:gd name="connsiteY5" fmla="*/ 258041 h 6858000"/>
              <a:gd name="connsiteX6" fmla="*/ 10135695 w 12192000"/>
              <a:gd name="connsiteY6" fmla="*/ 1031751 h 6858000"/>
              <a:gd name="connsiteX7" fmla="*/ 11907839 w 12192000"/>
              <a:gd name="connsiteY7" fmla="*/ 1031116 h 6858000"/>
              <a:gd name="connsiteX8" fmla="*/ 11907839 w 12192000"/>
              <a:gd name="connsiteY8" fmla="*/ 258041 h 6858000"/>
              <a:gd name="connsiteX9" fmla="*/ 10136965 w 12192000"/>
              <a:gd name="connsiteY9" fmla="*/ 258041 h 6858000"/>
              <a:gd name="connsiteX10" fmla="*/ 0 w 12192000"/>
              <a:gd name="connsiteY10" fmla="*/ 0 h 6858000"/>
              <a:gd name="connsiteX11" fmla="*/ 12192000 w 12192000"/>
              <a:gd name="connsiteY11" fmla="*/ 0 h 6858000"/>
              <a:gd name="connsiteX12" fmla="*/ 12192000 w 12192000"/>
              <a:gd name="connsiteY12" fmla="*/ 6858000 h 6858000"/>
              <a:gd name="connsiteX13" fmla="*/ 0 w 12192000"/>
              <a:gd name="connsiteY13" fmla="*/ 6858000 h 6858000"/>
              <a:gd name="connsiteX14" fmla="*/ 0 w 12192000"/>
              <a:gd name="connsiteY14" fmla="*/ 0 h 6858000"/>
              <a:gd name="connsiteX0" fmla="*/ 642366 w 12192000"/>
              <a:gd name="connsiteY0" fmla="*/ 6426972 h 6858000"/>
              <a:gd name="connsiteX1" fmla="*/ 642366 w 12192000"/>
              <a:gd name="connsiteY1" fmla="*/ 6534807 h 6858000"/>
              <a:gd name="connsiteX2" fmla="*/ 1102365 w 12192000"/>
              <a:gd name="connsiteY2" fmla="*/ 6536712 h 6858000"/>
              <a:gd name="connsiteX3" fmla="*/ 1106175 w 12192000"/>
              <a:gd name="connsiteY3" fmla="*/ 6434592 h 6858000"/>
              <a:gd name="connsiteX4" fmla="*/ 642366 w 12192000"/>
              <a:gd name="connsiteY4" fmla="*/ 6426972 h 6858000"/>
              <a:gd name="connsiteX5" fmla="*/ 10136965 w 12192000"/>
              <a:gd name="connsiteY5" fmla="*/ 258041 h 6858000"/>
              <a:gd name="connsiteX6" fmla="*/ 10135695 w 12192000"/>
              <a:gd name="connsiteY6" fmla="*/ 1031751 h 6858000"/>
              <a:gd name="connsiteX7" fmla="*/ 11907839 w 12192000"/>
              <a:gd name="connsiteY7" fmla="*/ 1031116 h 6858000"/>
              <a:gd name="connsiteX8" fmla="*/ 11907839 w 12192000"/>
              <a:gd name="connsiteY8" fmla="*/ 258041 h 6858000"/>
              <a:gd name="connsiteX9" fmla="*/ 10136965 w 12192000"/>
              <a:gd name="connsiteY9" fmla="*/ 258041 h 6858000"/>
              <a:gd name="connsiteX10" fmla="*/ 0 w 12192000"/>
              <a:gd name="connsiteY10" fmla="*/ 0 h 6858000"/>
              <a:gd name="connsiteX11" fmla="*/ 12192000 w 12192000"/>
              <a:gd name="connsiteY11" fmla="*/ 0 h 6858000"/>
              <a:gd name="connsiteX12" fmla="*/ 12192000 w 12192000"/>
              <a:gd name="connsiteY12" fmla="*/ 6858000 h 6858000"/>
              <a:gd name="connsiteX13" fmla="*/ 0 w 12192000"/>
              <a:gd name="connsiteY13" fmla="*/ 6858000 h 6858000"/>
              <a:gd name="connsiteX14" fmla="*/ 0 w 12192000"/>
              <a:gd name="connsiteY14" fmla="*/ 0 h 6858000"/>
              <a:gd name="connsiteX0" fmla="*/ 642366 w 12192000"/>
              <a:gd name="connsiteY0" fmla="*/ 6426972 h 6858000"/>
              <a:gd name="connsiteX1" fmla="*/ 642366 w 12192000"/>
              <a:gd name="connsiteY1" fmla="*/ 6534807 h 6858000"/>
              <a:gd name="connsiteX2" fmla="*/ 1106175 w 12192000"/>
              <a:gd name="connsiteY2" fmla="*/ 6538617 h 6858000"/>
              <a:gd name="connsiteX3" fmla="*/ 1106175 w 12192000"/>
              <a:gd name="connsiteY3" fmla="*/ 6434592 h 6858000"/>
              <a:gd name="connsiteX4" fmla="*/ 642366 w 12192000"/>
              <a:gd name="connsiteY4" fmla="*/ 6426972 h 6858000"/>
              <a:gd name="connsiteX5" fmla="*/ 10136965 w 12192000"/>
              <a:gd name="connsiteY5" fmla="*/ 258041 h 6858000"/>
              <a:gd name="connsiteX6" fmla="*/ 10135695 w 12192000"/>
              <a:gd name="connsiteY6" fmla="*/ 1031751 h 6858000"/>
              <a:gd name="connsiteX7" fmla="*/ 11907839 w 12192000"/>
              <a:gd name="connsiteY7" fmla="*/ 1031116 h 6858000"/>
              <a:gd name="connsiteX8" fmla="*/ 11907839 w 12192000"/>
              <a:gd name="connsiteY8" fmla="*/ 258041 h 6858000"/>
              <a:gd name="connsiteX9" fmla="*/ 10136965 w 12192000"/>
              <a:gd name="connsiteY9" fmla="*/ 258041 h 6858000"/>
              <a:gd name="connsiteX10" fmla="*/ 0 w 12192000"/>
              <a:gd name="connsiteY10" fmla="*/ 0 h 6858000"/>
              <a:gd name="connsiteX11" fmla="*/ 12192000 w 12192000"/>
              <a:gd name="connsiteY11" fmla="*/ 0 h 6858000"/>
              <a:gd name="connsiteX12" fmla="*/ 12192000 w 12192000"/>
              <a:gd name="connsiteY12" fmla="*/ 6858000 h 6858000"/>
              <a:gd name="connsiteX13" fmla="*/ 0 w 12192000"/>
              <a:gd name="connsiteY13" fmla="*/ 6858000 h 6858000"/>
              <a:gd name="connsiteX14" fmla="*/ 0 w 12192000"/>
              <a:gd name="connsiteY14" fmla="*/ 0 h 6858000"/>
              <a:gd name="connsiteX0" fmla="*/ 646176 w 12192000"/>
              <a:gd name="connsiteY0" fmla="*/ 6430782 h 6858000"/>
              <a:gd name="connsiteX1" fmla="*/ 642366 w 12192000"/>
              <a:gd name="connsiteY1" fmla="*/ 6534807 h 6858000"/>
              <a:gd name="connsiteX2" fmla="*/ 1106175 w 12192000"/>
              <a:gd name="connsiteY2" fmla="*/ 6538617 h 6858000"/>
              <a:gd name="connsiteX3" fmla="*/ 1106175 w 12192000"/>
              <a:gd name="connsiteY3" fmla="*/ 6434592 h 6858000"/>
              <a:gd name="connsiteX4" fmla="*/ 646176 w 12192000"/>
              <a:gd name="connsiteY4" fmla="*/ 6430782 h 6858000"/>
              <a:gd name="connsiteX5" fmla="*/ 10136965 w 12192000"/>
              <a:gd name="connsiteY5" fmla="*/ 258041 h 6858000"/>
              <a:gd name="connsiteX6" fmla="*/ 10135695 w 12192000"/>
              <a:gd name="connsiteY6" fmla="*/ 1031751 h 6858000"/>
              <a:gd name="connsiteX7" fmla="*/ 11907839 w 12192000"/>
              <a:gd name="connsiteY7" fmla="*/ 1031116 h 6858000"/>
              <a:gd name="connsiteX8" fmla="*/ 11907839 w 12192000"/>
              <a:gd name="connsiteY8" fmla="*/ 258041 h 6858000"/>
              <a:gd name="connsiteX9" fmla="*/ 10136965 w 12192000"/>
              <a:gd name="connsiteY9" fmla="*/ 258041 h 6858000"/>
              <a:gd name="connsiteX10" fmla="*/ 0 w 12192000"/>
              <a:gd name="connsiteY10" fmla="*/ 0 h 6858000"/>
              <a:gd name="connsiteX11" fmla="*/ 12192000 w 12192000"/>
              <a:gd name="connsiteY11" fmla="*/ 0 h 6858000"/>
              <a:gd name="connsiteX12" fmla="*/ 12192000 w 12192000"/>
              <a:gd name="connsiteY12" fmla="*/ 6858000 h 6858000"/>
              <a:gd name="connsiteX13" fmla="*/ 0 w 12192000"/>
              <a:gd name="connsiteY13" fmla="*/ 6858000 h 6858000"/>
              <a:gd name="connsiteX14" fmla="*/ 0 w 12192000"/>
              <a:gd name="connsiteY14" fmla="*/ 0 h 6858000"/>
              <a:gd name="connsiteX0" fmla="*/ 646176 w 12192000"/>
              <a:gd name="connsiteY0" fmla="*/ 6430782 h 6858000"/>
              <a:gd name="connsiteX1" fmla="*/ 642366 w 12192000"/>
              <a:gd name="connsiteY1" fmla="*/ 6534807 h 6858000"/>
              <a:gd name="connsiteX2" fmla="*/ 1106175 w 12192000"/>
              <a:gd name="connsiteY2" fmla="*/ 6538617 h 6858000"/>
              <a:gd name="connsiteX3" fmla="*/ 1106175 w 12192000"/>
              <a:gd name="connsiteY3" fmla="*/ 6432687 h 6858000"/>
              <a:gd name="connsiteX4" fmla="*/ 646176 w 12192000"/>
              <a:gd name="connsiteY4" fmla="*/ 6430782 h 6858000"/>
              <a:gd name="connsiteX5" fmla="*/ 10136965 w 12192000"/>
              <a:gd name="connsiteY5" fmla="*/ 258041 h 6858000"/>
              <a:gd name="connsiteX6" fmla="*/ 10135695 w 12192000"/>
              <a:gd name="connsiteY6" fmla="*/ 1031751 h 6858000"/>
              <a:gd name="connsiteX7" fmla="*/ 11907839 w 12192000"/>
              <a:gd name="connsiteY7" fmla="*/ 1031116 h 6858000"/>
              <a:gd name="connsiteX8" fmla="*/ 11907839 w 12192000"/>
              <a:gd name="connsiteY8" fmla="*/ 258041 h 6858000"/>
              <a:gd name="connsiteX9" fmla="*/ 10136965 w 12192000"/>
              <a:gd name="connsiteY9" fmla="*/ 258041 h 6858000"/>
              <a:gd name="connsiteX10" fmla="*/ 0 w 12192000"/>
              <a:gd name="connsiteY10" fmla="*/ 0 h 6858000"/>
              <a:gd name="connsiteX11" fmla="*/ 12192000 w 12192000"/>
              <a:gd name="connsiteY11" fmla="*/ 0 h 6858000"/>
              <a:gd name="connsiteX12" fmla="*/ 12192000 w 12192000"/>
              <a:gd name="connsiteY12" fmla="*/ 6858000 h 6858000"/>
              <a:gd name="connsiteX13" fmla="*/ 0 w 12192000"/>
              <a:gd name="connsiteY13" fmla="*/ 6858000 h 6858000"/>
              <a:gd name="connsiteX14" fmla="*/ 0 w 12192000"/>
              <a:gd name="connsiteY14" fmla="*/ 0 h 6858000"/>
              <a:gd name="connsiteX0" fmla="*/ 646176 w 12192000"/>
              <a:gd name="connsiteY0" fmla="*/ 6430782 h 6858000"/>
              <a:gd name="connsiteX1" fmla="*/ 642366 w 12192000"/>
              <a:gd name="connsiteY1" fmla="*/ 6534807 h 6858000"/>
              <a:gd name="connsiteX2" fmla="*/ 1106175 w 12192000"/>
              <a:gd name="connsiteY2" fmla="*/ 6538617 h 6858000"/>
              <a:gd name="connsiteX3" fmla="*/ 1106175 w 12192000"/>
              <a:gd name="connsiteY3" fmla="*/ 6428877 h 6858000"/>
              <a:gd name="connsiteX4" fmla="*/ 646176 w 12192000"/>
              <a:gd name="connsiteY4" fmla="*/ 6430782 h 6858000"/>
              <a:gd name="connsiteX5" fmla="*/ 10136965 w 12192000"/>
              <a:gd name="connsiteY5" fmla="*/ 258041 h 6858000"/>
              <a:gd name="connsiteX6" fmla="*/ 10135695 w 12192000"/>
              <a:gd name="connsiteY6" fmla="*/ 1031751 h 6858000"/>
              <a:gd name="connsiteX7" fmla="*/ 11907839 w 12192000"/>
              <a:gd name="connsiteY7" fmla="*/ 1031116 h 6858000"/>
              <a:gd name="connsiteX8" fmla="*/ 11907839 w 12192000"/>
              <a:gd name="connsiteY8" fmla="*/ 258041 h 6858000"/>
              <a:gd name="connsiteX9" fmla="*/ 10136965 w 12192000"/>
              <a:gd name="connsiteY9" fmla="*/ 258041 h 6858000"/>
              <a:gd name="connsiteX10" fmla="*/ 0 w 12192000"/>
              <a:gd name="connsiteY10" fmla="*/ 0 h 6858000"/>
              <a:gd name="connsiteX11" fmla="*/ 12192000 w 12192000"/>
              <a:gd name="connsiteY11" fmla="*/ 0 h 6858000"/>
              <a:gd name="connsiteX12" fmla="*/ 12192000 w 12192000"/>
              <a:gd name="connsiteY12" fmla="*/ 6858000 h 6858000"/>
              <a:gd name="connsiteX13" fmla="*/ 0 w 12192000"/>
              <a:gd name="connsiteY13" fmla="*/ 6858000 h 6858000"/>
              <a:gd name="connsiteX14" fmla="*/ 0 w 12192000"/>
              <a:gd name="connsiteY14" fmla="*/ 0 h 6858000"/>
              <a:gd name="connsiteX0" fmla="*/ 646176 w 12192000"/>
              <a:gd name="connsiteY0" fmla="*/ 6430782 h 6858000"/>
              <a:gd name="connsiteX1" fmla="*/ 642366 w 12192000"/>
              <a:gd name="connsiteY1" fmla="*/ 6534807 h 6858000"/>
              <a:gd name="connsiteX2" fmla="*/ 1106175 w 12192000"/>
              <a:gd name="connsiteY2" fmla="*/ 6538617 h 6858000"/>
              <a:gd name="connsiteX3" fmla="*/ 1106175 w 12192000"/>
              <a:gd name="connsiteY3" fmla="*/ 6430782 h 6858000"/>
              <a:gd name="connsiteX4" fmla="*/ 646176 w 12192000"/>
              <a:gd name="connsiteY4" fmla="*/ 6430782 h 6858000"/>
              <a:gd name="connsiteX5" fmla="*/ 10136965 w 12192000"/>
              <a:gd name="connsiteY5" fmla="*/ 258041 h 6858000"/>
              <a:gd name="connsiteX6" fmla="*/ 10135695 w 12192000"/>
              <a:gd name="connsiteY6" fmla="*/ 1031751 h 6858000"/>
              <a:gd name="connsiteX7" fmla="*/ 11907839 w 12192000"/>
              <a:gd name="connsiteY7" fmla="*/ 1031116 h 6858000"/>
              <a:gd name="connsiteX8" fmla="*/ 11907839 w 12192000"/>
              <a:gd name="connsiteY8" fmla="*/ 258041 h 6858000"/>
              <a:gd name="connsiteX9" fmla="*/ 10136965 w 12192000"/>
              <a:gd name="connsiteY9" fmla="*/ 258041 h 6858000"/>
              <a:gd name="connsiteX10" fmla="*/ 0 w 12192000"/>
              <a:gd name="connsiteY10" fmla="*/ 0 h 6858000"/>
              <a:gd name="connsiteX11" fmla="*/ 12192000 w 12192000"/>
              <a:gd name="connsiteY11" fmla="*/ 0 h 6858000"/>
              <a:gd name="connsiteX12" fmla="*/ 12192000 w 12192000"/>
              <a:gd name="connsiteY12" fmla="*/ 6858000 h 6858000"/>
              <a:gd name="connsiteX13" fmla="*/ 0 w 12192000"/>
              <a:gd name="connsiteY13" fmla="*/ 6858000 h 6858000"/>
              <a:gd name="connsiteX14" fmla="*/ 0 w 12192000"/>
              <a:gd name="connsiteY14" fmla="*/ 0 h 6858000"/>
              <a:gd name="connsiteX0" fmla="*/ 646176 w 12192000"/>
              <a:gd name="connsiteY0" fmla="*/ 6430782 h 6858000"/>
              <a:gd name="connsiteX1" fmla="*/ 642366 w 12192000"/>
              <a:gd name="connsiteY1" fmla="*/ 6534807 h 6858000"/>
              <a:gd name="connsiteX2" fmla="*/ 1106175 w 12192000"/>
              <a:gd name="connsiteY2" fmla="*/ 6536712 h 6858000"/>
              <a:gd name="connsiteX3" fmla="*/ 1106175 w 12192000"/>
              <a:gd name="connsiteY3" fmla="*/ 6430782 h 6858000"/>
              <a:gd name="connsiteX4" fmla="*/ 646176 w 12192000"/>
              <a:gd name="connsiteY4" fmla="*/ 6430782 h 6858000"/>
              <a:gd name="connsiteX5" fmla="*/ 10136965 w 12192000"/>
              <a:gd name="connsiteY5" fmla="*/ 258041 h 6858000"/>
              <a:gd name="connsiteX6" fmla="*/ 10135695 w 12192000"/>
              <a:gd name="connsiteY6" fmla="*/ 1031751 h 6858000"/>
              <a:gd name="connsiteX7" fmla="*/ 11907839 w 12192000"/>
              <a:gd name="connsiteY7" fmla="*/ 1031116 h 6858000"/>
              <a:gd name="connsiteX8" fmla="*/ 11907839 w 12192000"/>
              <a:gd name="connsiteY8" fmla="*/ 258041 h 6858000"/>
              <a:gd name="connsiteX9" fmla="*/ 10136965 w 12192000"/>
              <a:gd name="connsiteY9" fmla="*/ 258041 h 6858000"/>
              <a:gd name="connsiteX10" fmla="*/ 0 w 12192000"/>
              <a:gd name="connsiteY10" fmla="*/ 0 h 6858000"/>
              <a:gd name="connsiteX11" fmla="*/ 12192000 w 12192000"/>
              <a:gd name="connsiteY11" fmla="*/ 0 h 6858000"/>
              <a:gd name="connsiteX12" fmla="*/ 12192000 w 12192000"/>
              <a:gd name="connsiteY12" fmla="*/ 6858000 h 6858000"/>
              <a:gd name="connsiteX13" fmla="*/ 0 w 12192000"/>
              <a:gd name="connsiteY13" fmla="*/ 6858000 h 6858000"/>
              <a:gd name="connsiteX14" fmla="*/ 0 w 12192000"/>
              <a:gd name="connsiteY14" fmla="*/ 0 h 6858000"/>
              <a:gd name="connsiteX0" fmla="*/ 646176 w 12192000"/>
              <a:gd name="connsiteY0" fmla="*/ 6430782 h 6858000"/>
              <a:gd name="connsiteX1" fmla="*/ 644271 w 12192000"/>
              <a:gd name="connsiteY1" fmla="*/ 6534807 h 6858000"/>
              <a:gd name="connsiteX2" fmla="*/ 1106175 w 12192000"/>
              <a:gd name="connsiteY2" fmla="*/ 6536712 h 6858000"/>
              <a:gd name="connsiteX3" fmla="*/ 1106175 w 12192000"/>
              <a:gd name="connsiteY3" fmla="*/ 6430782 h 6858000"/>
              <a:gd name="connsiteX4" fmla="*/ 646176 w 12192000"/>
              <a:gd name="connsiteY4" fmla="*/ 6430782 h 6858000"/>
              <a:gd name="connsiteX5" fmla="*/ 10136965 w 12192000"/>
              <a:gd name="connsiteY5" fmla="*/ 258041 h 6858000"/>
              <a:gd name="connsiteX6" fmla="*/ 10135695 w 12192000"/>
              <a:gd name="connsiteY6" fmla="*/ 1031751 h 6858000"/>
              <a:gd name="connsiteX7" fmla="*/ 11907839 w 12192000"/>
              <a:gd name="connsiteY7" fmla="*/ 1031116 h 6858000"/>
              <a:gd name="connsiteX8" fmla="*/ 11907839 w 12192000"/>
              <a:gd name="connsiteY8" fmla="*/ 258041 h 6858000"/>
              <a:gd name="connsiteX9" fmla="*/ 10136965 w 12192000"/>
              <a:gd name="connsiteY9" fmla="*/ 258041 h 6858000"/>
              <a:gd name="connsiteX10" fmla="*/ 0 w 12192000"/>
              <a:gd name="connsiteY10" fmla="*/ 0 h 6858000"/>
              <a:gd name="connsiteX11" fmla="*/ 12192000 w 12192000"/>
              <a:gd name="connsiteY11" fmla="*/ 0 h 6858000"/>
              <a:gd name="connsiteX12" fmla="*/ 12192000 w 12192000"/>
              <a:gd name="connsiteY12" fmla="*/ 6858000 h 6858000"/>
              <a:gd name="connsiteX13" fmla="*/ 0 w 12192000"/>
              <a:gd name="connsiteY13" fmla="*/ 6858000 h 6858000"/>
              <a:gd name="connsiteX14" fmla="*/ 0 w 12192000"/>
              <a:gd name="connsiteY14" fmla="*/ 0 h 6858000"/>
              <a:gd name="connsiteX0" fmla="*/ 644271 w 12192000"/>
              <a:gd name="connsiteY0" fmla="*/ 6430782 h 6858000"/>
              <a:gd name="connsiteX1" fmla="*/ 644271 w 12192000"/>
              <a:gd name="connsiteY1" fmla="*/ 6534807 h 6858000"/>
              <a:gd name="connsiteX2" fmla="*/ 1106175 w 12192000"/>
              <a:gd name="connsiteY2" fmla="*/ 6536712 h 6858000"/>
              <a:gd name="connsiteX3" fmla="*/ 1106175 w 12192000"/>
              <a:gd name="connsiteY3" fmla="*/ 6430782 h 6858000"/>
              <a:gd name="connsiteX4" fmla="*/ 644271 w 12192000"/>
              <a:gd name="connsiteY4" fmla="*/ 6430782 h 6858000"/>
              <a:gd name="connsiteX5" fmla="*/ 10136965 w 12192000"/>
              <a:gd name="connsiteY5" fmla="*/ 258041 h 6858000"/>
              <a:gd name="connsiteX6" fmla="*/ 10135695 w 12192000"/>
              <a:gd name="connsiteY6" fmla="*/ 1031751 h 6858000"/>
              <a:gd name="connsiteX7" fmla="*/ 11907839 w 12192000"/>
              <a:gd name="connsiteY7" fmla="*/ 1031116 h 6858000"/>
              <a:gd name="connsiteX8" fmla="*/ 11907839 w 12192000"/>
              <a:gd name="connsiteY8" fmla="*/ 258041 h 6858000"/>
              <a:gd name="connsiteX9" fmla="*/ 10136965 w 12192000"/>
              <a:gd name="connsiteY9" fmla="*/ 258041 h 6858000"/>
              <a:gd name="connsiteX10" fmla="*/ 0 w 12192000"/>
              <a:gd name="connsiteY10" fmla="*/ 0 h 6858000"/>
              <a:gd name="connsiteX11" fmla="*/ 12192000 w 12192000"/>
              <a:gd name="connsiteY11" fmla="*/ 0 h 6858000"/>
              <a:gd name="connsiteX12" fmla="*/ 12192000 w 12192000"/>
              <a:gd name="connsiteY12" fmla="*/ 6858000 h 6858000"/>
              <a:gd name="connsiteX13" fmla="*/ 0 w 12192000"/>
              <a:gd name="connsiteY13" fmla="*/ 6858000 h 6858000"/>
              <a:gd name="connsiteX14" fmla="*/ 0 w 12192000"/>
              <a:gd name="connsiteY14" fmla="*/ 0 h 6858000"/>
              <a:gd name="connsiteX0" fmla="*/ 644271 w 12192000"/>
              <a:gd name="connsiteY0" fmla="*/ 6430782 h 6858000"/>
              <a:gd name="connsiteX1" fmla="*/ 644271 w 12192000"/>
              <a:gd name="connsiteY1" fmla="*/ 6534807 h 6858000"/>
              <a:gd name="connsiteX2" fmla="*/ 1106175 w 12192000"/>
              <a:gd name="connsiteY2" fmla="*/ 6536712 h 6858000"/>
              <a:gd name="connsiteX3" fmla="*/ 1106175 w 12192000"/>
              <a:gd name="connsiteY3" fmla="*/ 6430782 h 6858000"/>
              <a:gd name="connsiteX4" fmla="*/ 644271 w 12192000"/>
              <a:gd name="connsiteY4" fmla="*/ 6430782 h 6858000"/>
              <a:gd name="connsiteX5" fmla="*/ 10136965 w 12192000"/>
              <a:gd name="connsiteY5" fmla="*/ 258041 h 6858000"/>
              <a:gd name="connsiteX6" fmla="*/ 10135695 w 12192000"/>
              <a:gd name="connsiteY6" fmla="*/ 1031751 h 6858000"/>
              <a:gd name="connsiteX7" fmla="*/ 11907839 w 12192000"/>
              <a:gd name="connsiteY7" fmla="*/ 1031116 h 6858000"/>
              <a:gd name="connsiteX8" fmla="*/ 11907839 w 12192000"/>
              <a:gd name="connsiteY8" fmla="*/ 258041 h 6858000"/>
              <a:gd name="connsiteX9" fmla="*/ 10136965 w 12192000"/>
              <a:gd name="connsiteY9" fmla="*/ 258041 h 6858000"/>
              <a:gd name="connsiteX10" fmla="*/ 0 w 12192000"/>
              <a:gd name="connsiteY10" fmla="*/ 0 h 6858000"/>
              <a:gd name="connsiteX11" fmla="*/ 12192000 w 12192000"/>
              <a:gd name="connsiteY11" fmla="*/ 0 h 6858000"/>
              <a:gd name="connsiteX12" fmla="*/ 12192000 w 12192000"/>
              <a:gd name="connsiteY12" fmla="*/ 6858000 h 6858000"/>
              <a:gd name="connsiteX13" fmla="*/ 0 w 12192000"/>
              <a:gd name="connsiteY13" fmla="*/ 6858000 h 6858000"/>
              <a:gd name="connsiteX14" fmla="*/ 0 w 12192000"/>
              <a:gd name="connsiteY14" fmla="*/ 0 h 6858000"/>
              <a:gd name="connsiteX0" fmla="*/ 489966 w 12192000"/>
              <a:gd name="connsiteY0" fmla="*/ 6280287 h 6858000"/>
              <a:gd name="connsiteX1" fmla="*/ 644271 w 12192000"/>
              <a:gd name="connsiteY1" fmla="*/ 6534807 h 6858000"/>
              <a:gd name="connsiteX2" fmla="*/ 1106175 w 12192000"/>
              <a:gd name="connsiteY2" fmla="*/ 6536712 h 6858000"/>
              <a:gd name="connsiteX3" fmla="*/ 1106175 w 12192000"/>
              <a:gd name="connsiteY3" fmla="*/ 6430782 h 6858000"/>
              <a:gd name="connsiteX4" fmla="*/ 489966 w 12192000"/>
              <a:gd name="connsiteY4" fmla="*/ 6280287 h 6858000"/>
              <a:gd name="connsiteX5" fmla="*/ 10136965 w 12192000"/>
              <a:gd name="connsiteY5" fmla="*/ 258041 h 6858000"/>
              <a:gd name="connsiteX6" fmla="*/ 10135695 w 12192000"/>
              <a:gd name="connsiteY6" fmla="*/ 1031751 h 6858000"/>
              <a:gd name="connsiteX7" fmla="*/ 11907839 w 12192000"/>
              <a:gd name="connsiteY7" fmla="*/ 1031116 h 6858000"/>
              <a:gd name="connsiteX8" fmla="*/ 11907839 w 12192000"/>
              <a:gd name="connsiteY8" fmla="*/ 258041 h 6858000"/>
              <a:gd name="connsiteX9" fmla="*/ 10136965 w 12192000"/>
              <a:gd name="connsiteY9" fmla="*/ 258041 h 6858000"/>
              <a:gd name="connsiteX10" fmla="*/ 0 w 12192000"/>
              <a:gd name="connsiteY10" fmla="*/ 0 h 6858000"/>
              <a:gd name="connsiteX11" fmla="*/ 12192000 w 12192000"/>
              <a:gd name="connsiteY11" fmla="*/ 0 h 6858000"/>
              <a:gd name="connsiteX12" fmla="*/ 12192000 w 12192000"/>
              <a:gd name="connsiteY12" fmla="*/ 6858000 h 6858000"/>
              <a:gd name="connsiteX13" fmla="*/ 0 w 12192000"/>
              <a:gd name="connsiteY13" fmla="*/ 6858000 h 6858000"/>
              <a:gd name="connsiteX14" fmla="*/ 0 w 12192000"/>
              <a:gd name="connsiteY14" fmla="*/ 0 h 6858000"/>
              <a:gd name="connsiteX0" fmla="*/ 489966 w 12192000"/>
              <a:gd name="connsiteY0" fmla="*/ 6280287 h 6858000"/>
              <a:gd name="connsiteX1" fmla="*/ 644271 w 12192000"/>
              <a:gd name="connsiteY1" fmla="*/ 6534807 h 6858000"/>
              <a:gd name="connsiteX2" fmla="*/ 1106175 w 12192000"/>
              <a:gd name="connsiteY2" fmla="*/ 6536712 h 6858000"/>
              <a:gd name="connsiteX3" fmla="*/ 951870 w 12192000"/>
              <a:gd name="connsiteY3" fmla="*/ 6278382 h 6858000"/>
              <a:gd name="connsiteX4" fmla="*/ 489966 w 12192000"/>
              <a:gd name="connsiteY4" fmla="*/ 6280287 h 6858000"/>
              <a:gd name="connsiteX5" fmla="*/ 10136965 w 12192000"/>
              <a:gd name="connsiteY5" fmla="*/ 258041 h 6858000"/>
              <a:gd name="connsiteX6" fmla="*/ 10135695 w 12192000"/>
              <a:gd name="connsiteY6" fmla="*/ 1031751 h 6858000"/>
              <a:gd name="connsiteX7" fmla="*/ 11907839 w 12192000"/>
              <a:gd name="connsiteY7" fmla="*/ 1031116 h 6858000"/>
              <a:gd name="connsiteX8" fmla="*/ 11907839 w 12192000"/>
              <a:gd name="connsiteY8" fmla="*/ 258041 h 6858000"/>
              <a:gd name="connsiteX9" fmla="*/ 10136965 w 12192000"/>
              <a:gd name="connsiteY9" fmla="*/ 258041 h 6858000"/>
              <a:gd name="connsiteX10" fmla="*/ 0 w 12192000"/>
              <a:gd name="connsiteY10" fmla="*/ 0 h 6858000"/>
              <a:gd name="connsiteX11" fmla="*/ 12192000 w 12192000"/>
              <a:gd name="connsiteY11" fmla="*/ 0 h 6858000"/>
              <a:gd name="connsiteX12" fmla="*/ 12192000 w 12192000"/>
              <a:gd name="connsiteY12" fmla="*/ 6858000 h 6858000"/>
              <a:gd name="connsiteX13" fmla="*/ 0 w 12192000"/>
              <a:gd name="connsiteY13" fmla="*/ 6858000 h 6858000"/>
              <a:gd name="connsiteX14" fmla="*/ 0 w 12192000"/>
              <a:gd name="connsiteY14" fmla="*/ 0 h 6858000"/>
              <a:gd name="connsiteX0" fmla="*/ 489966 w 12192000"/>
              <a:gd name="connsiteY0" fmla="*/ 6280287 h 6858000"/>
              <a:gd name="connsiteX1" fmla="*/ 644271 w 12192000"/>
              <a:gd name="connsiteY1" fmla="*/ 6534807 h 6858000"/>
              <a:gd name="connsiteX2" fmla="*/ 1106175 w 12192000"/>
              <a:gd name="connsiteY2" fmla="*/ 6536712 h 6858000"/>
              <a:gd name="connsiteX3" fmla="*/ 951870 w 12192000"/>
              <a:gd name="connsiteY3" fmla="*/ 6278382 h 6858000"/>
              <a:gd name="connsiteX4" fmla="*/ 489966 w 12192000"/>
              <a:gd name="connsiteY4" fmla="*/ 6280287 h 6858000"/>
              <a:gd name="connsiteX5" fmla="*/ 10136965 w 12192000"/>
              <a:gd name="connsiteY5" fmla="*/ 258041 h 6858000"/>
              <a:gd name="connsiteX6" fmla="*/ 10135695 w 12192000"/>
              <a:gd name="connsiteY6" fmla="*/ 1031751 h 6858000"/>
              <a:gd name="connsiteX7" fmla="*/ 11907839 w 12192000"/>
              <a:gd name="connsiteY7" fmla="*/ 1031116 h 6858000"/>
              <a:gd name="connsiteX8" fmla="*/ 11907839 w 12192000"/>
              <a:gd name="connsiteY8" fmla="*/ 258041 h 6858000"/>
              <a:gd name="connsiteX9" fmla="*/ 10136965 w 12192000"/>
              <a:gd name="connsiteY9" fmla="*/ 258041 h 6858000"/>
              <a:gd name="connsiteX10" fmla="*/ 0 w 12192000"/>
              <a:gd name="connsiteY10" fmla="*/ 0 h 6858000"/>
              <a:gd name="connsiteX11" fmla="*/ 12192000 w 12192000"/>
              <a:gd name="connsiteY11" fmla="*/ 0 h 6858000"/>
              <a:gd name="connsiteX12" fmla="*/ 12192000 w 12192000"/>
              <a:gd name="connsiteY12" fmla="*/ 6858000 h 6858000"/>
              <a:gd name="connsiteX13" fmla="*/ 0 w 12192000"/>
              <a:gd name="connsiteY13" fmla="*/ 6858000 h 6858000"/>
              <a:gd name="connsiteX14" fmla="*/ 0 w 12192000"/>
              <a:gd name="connsiteY14" fmla="*/ 0 h 6858000"/>
              <a:gd name="connsiteX0" fmla="*/ 489966 w 12192000"/>
              <a:gd name="connsiteY0" fmla="*/ 6280287 h 6858000"/>
              <a:gd name="connsiteX1" fmla="*/ 644271 w 12192000"/>
              <a:gd name="connsiteY1" fmla="*/ 6534807 h 6858000"/>
              <a:gd name="connsiteX2" fmla="*/ 1106175 w 12192000"/>
              <a:gd name="connsiteY2" fmla="*/ 6536712 h 6858000"/>
              <a:gd name="connsiteX3" fmla="*/ 951870 w 12192000"/>
              <a:gd name="connsiteY3" fmla="*/ 6280287 h 6858000"/>
              <a:gd name="connsiteX4" fmla="*/ 489966 w 12192000"/>
              <a:gd name="connsiteY4" fmla="*/ 6280287 h 6858000"/>
              <a:gd name="connsiteX5" fmla="*/ 10136965 w 12192000"/>
              <a:gd name="connsiteY5" fmla="*/ 258041 h 6858000"/>
              <a:gd name="connsiteX6" fmla="*/ 10135695 w 12192000"/>
              <a:gd name="connsiteY6" fmla="*/ 1031751 h 6858000"/>
              <a:gd name="connsiteX7" fmla="*/ 11907839 w 12192000"/>
              <a:gd name="connsiteY7" fmla="*/ 1031116 h 6858000"/>
              <a:gd name="connsiteX8" fmla="*/ 11907839 w 12192000"/>
              <a:gd name="connsiteY8" fmla="*/ 258041 h 6858000"/>
              <a:gd name="connsiteX9" fmla="*/ 10136965 w 12192000"/>
              <a:gd name="connsiteY9" fmla="*/ 258041 h 6858000"/>
              <a:gd name="connsiteX10" fmla="*/ 0 w 12192000"/>
              <a:gd name="connsiteY10" fmla="*/ 0 h 6858000"/>
              <a:gd name="connsiteX11" fmla="*/ 12192000 w 12192000"/>
              <a:gd name="connsiteY11" fmla="*/ 0 h 6858000"/>
              <a:gd name="connsiteX12" fmla="*/ 12192000 w 12192000"/>
              <a:gd name="connsiteY12" fmla="*/ 6858000 h 6858000"/>
              <a:gd name="connsiteX13" fmla="*/ 0 w 12192000"/>
              <a:gd name="connsiteY13" fmla="*/ 6858000 h 6858000"/>
              <a:gd name="connsiteX14" fmla="*/ 0 w 12192000"/>
              <a:gd name="connsiteY14" fmla="*/ 0 h 6858000"/>
              <a:gd name="connsiteX0" fmla="*/ 489966 w 12192000"/>
              <a:gd name="connsiteY0" fmla="*/ 6280287 h 6858000"/>
              <a:gd name="connsiteX1" fmla="*/ 644271 w 12192000"/>
              <a:gd name="connsiteY1" fmla="*/ 6534807 h 6858000"/>
              <a:gd name="connsiteX2" fmla="*/ 953775 w 12192000"/>
              <a:gd name="connsiteY2" fmla="*/ 6384312 h 6858000"/>
              <a:gd name="connsiteX3" fmla="*/ 951870 w 12192000"/>
              <a:gd name="connsiteY3" fmla="*/ 6280287 h 6858000"/>
              <a:gd name="connsiteX4" fmla="*/ 489966 w 12192000"/>
              <a:gd name="connsiteY4" fmla="*/ 6280287 h 6858000"/>
              <a:gd name="connsiteX5" fmla="*/ 10136965 w 12192000"/>
              <a:gd name="connsiteY5" fmla="*/ 258041 h 6858000"/>
              <a:gd name="connsiteX6" fmla="*/ 10135695 w 12192000"/>
              <a:gd name="connsiteY6" fmla="*/ 1031751 h 6858000"/>
              <a:gd name="connsiteX7" fmla="*/ 11907839 w 12192000"/>
              <a:gd name="connsiteY7" fmla="*/ 1031116 h 6858000"/>
              <a:gd name="connsiteX8" fmla="*/ 11907839 w 12192000"/>
              <a:gd name="connsiteY8" fmla="*/ 258041 h 6858000"/>
              <a:gd name="connsiteX9" fmla="*/ 10136965 w 12192000"/>
              <a:gd name="connsiteY9" fmla="*/ 258041 h 6858000"/>
              <a:gd name="connsiteX10" fmla="*/ 0 w 12192000"/>
              <a:gd name="connsiteY10" fmla="*/ 0 h 6858000"/>
              <a:gd name="connsiteX11" fmla="*/ 12192000 w 12192000"/>
              <a:gd name="connsiteY11" fmla="*/ 0 h 6858000"/>
              <a:gd name="connsiteX12" fmla="*/ 12192000 w 12192000"/>
              <a:gd name="connsiteY12" fmla="*/ 6858000 h 6858000"/>
              <a:gd name="connsiteX13" fmla="*/ 0 w 12192000"/>
              <a:gd name="connsiteY13" fmla="*/ 6858000 h 6858000"/>
              <a:gd name="connsiteX14" fmla="*/ 0 w 12192000"/>
              <a:gd name="connsiteY14" fmla="*/ 0 h 6858000"/>
              <a:gd name="connsiteX0" fmla="*/ 489966 w 12192000"/>
              <a:gd name="connsiteY0" fmla="*/ 6280287 h 6858000"/>
              <a:gd name="connsiteX1" fmla="*/ 488061 w 12192000"/>
              <a:gd name="connsiteY1" fmla="*/ 6386217 h 6858000"/>
              <a:gd name="connsiteX2" fmla="*/ 953775 w 12192000"/>
              <a:gd name="connsiteY2" fmla="*/ 6384312 h 6858000"/>
              <a:gd name="connsiteX3" fmla="*/ 951870 w 12192000"/>
              <a:gd name="connsiteY3" fmla="*/ 6280287 h 6858000"/>
              <a:gd name="connsiteX4" fmla="*/ 489966 w 12192000"/>
              <a:gd name="connsiteY4" fmla="*/ 6280287 h 6858000"/>
              <a:gd name="connsiteX5" fmla="*/ 10136965 w 12192000"/>
              <a:gd name="connsiteY5" fmla="*/ 258041 h 6858000"/>
              <a:gd name="connsiteX6" fmla="*/ 10135695 w 12192000"/>
              <a:gd name="connsiteY6" fmla="*/ 1031751 h 6858000"/>
              <a:gd name="connsiteX7" fmla="*/ 11907839 w 12192000"/>
              <a:gd name="connsiteY7" fmla="*/ 1031116 h 6858000"/>
              <a:gd name="connsiteX8" fmla="*/ 11907839 w 12192000"/>
              <a:gd name="connsiteY8" fmla="*/ 258041 h 6858000"/>
              <a:gd name="connsiteX9" fmla="*/ 10136965 w 12192000"/>
              <a:gd name="connsiteY9" fmla="*/ 258041 h 6858000"/>
              <a:gd name="connsiteX10" fmla="*/ 0 w 12192000"/>
              <a:gd name="connsiteY10" fmla="*/ 0 h 6858000"/>
              <a:gd name="connsiteX11" fmla="*/ 12192000 w 12192000"/>
              <a:gd name="connsiteY11" fmla="*/ 0 h 6858000"/>
              <a:gd name="connsiteX12" fmla="*/ 12192000 w 12192000"/>
              <a:gd name="connsiteY12" fmla="*/ 6858000 h 6858000"/>
              <a:gd name="connsiteX13" fmla="*/ 0 w 12192000"/>
              <a:gd name="connsiteY13" fmla="*/ 6858000 h 6858000"/>
              <a:gd name="connsiteX14" fmla="*/ 0 w 12192000"/>
              <a:gd name="connsiteY14" fmla="*/ 0 h 6858000"/>
              <a:gd name="connsiteX0" fmla="*/ 489966 w 12192000"/>
              <a:gd name="connsiteY0" fmla="*/ 6280287 h 6858000"/>
              <a:gd name="connsiteX1" fmla="*/ 488061 w 12192000"/>
              <a:gd name="connsiteY1" fmla="*/ 6386217 h 6858000"/>
              <a:gd name="connsiteX2" fmla="*/ 953775 w 12192000"/>
              <a:gd name="connsiteY2" fmla="*/ 6386217 h 6858000"/>
              <a:gd name="connsiteX3" fmla="*/ 951870 w 12192000"/>
              <a:gd name="connsiteY3" fmla="*/ 6280287 h 6858000"/>
              <a:gd name="connsiteX4" fmla="*/ 489966 w 12192000"/>
              <a:gd name="connsiteY4" fmla="*/ 6280287 h 6858000"/>
              <a:gd name="connsiteX5" fmla="*/ 10136965 w 12192000"/>
              <a:gd name="connsiteY5" fmla="*/ 258041 h 6858000"/>
              <a:gd name="connsiteX6" fmla="*/ 10135695 w 12192000"/>
              <a:gd name="connsiteY6" fmla="*/ 1031751 h 6858000"/>
              <a:gd name="connsiteX7" fmla="*/ 11907839 w 12192000"/>
              <a:gd name="connsiteY7" fmla="*/ 1031116 h 6858000"/>
              <a:gd name="connsiteX8" fmla="*/ 11907839 w 12192000"/>
              <a:gd name="connsiteY8" fmla="*/ 258041 h 6858000"/>
              <a:gd name="connsiteX9" fmla="*/ 10136965 w 12192000"/>
              <a:gd name="connsiteY9" fmla="*/ 258041 h 6858000"/>
              <a:gd name="connsiteX10" fmla="*/ 0 w 12192000"/>
              <a:gd name="connsiteY10" fmla="*/ 0 h 6858000"/>
              <a:gd name="connsiteX11" fmla="*/ 12192000 w 12192000"/>
              <a:gd name="connsiteY11" fmla="*/ 0 h 6858000"/>
              <a:gd name="connsiteX12" fmla="*/ 12192000 w 12192000"/>
              <a:gd name="connsiteY12" fmla="*/ 6858000 h 6858000"/>
              <a:gd name="connsiteX13" fmla="*/ 0 w 12192000"/>
              <a:gd name="connsiteY13" fmla="*/ 6858000 h 6858000"/>
              <a:gd name="connsiteX14" fmla="*/ 0 w 12192000"/>
              <a:gd name="connsiteY14" fmla="*/ 0 h 6858000"/>
              <a:gd name="connsiteX0" fmla="*/ 489966 w 12192000"/>
              <a:gd name="connsiteY0" fmla="*/ 6280287 h 6858000"/>
              <a:gd name="connsiteX1" fmla="*/ 488061 w 12192000"/>
              <a:gd name="connsiteY1" fmla="*/ 6386217 h 6858000"/>
              <a:gd name="connsiteX2" fmla="*/ 951870 w 12192000"/>
              <a:gd name="connsiteY2" fmla="*/ 6386217 h 6858000"/>
              <a:gd name="connsiteX3" fmla="*/ 951870 w 12192000"/>
              <a:gd name="connsiteY3" fmla="*/ 6280287 h 6858000"/>
              <a:gd name="connsiteX4" fmla="*/ 489966 w 12192000"/>
              <a:gd name="connsiteY4" fmla="*/ 6280287 h 6858000"/>
              <a:gd name="connsiteX5" fmla="*/ 10136965 w 12192000"/>
              <a:gd name="connsiteY5" fmla="*/ 258041 h 6858000"/>
              <a:gd name="connsiteX6" fmla="*/ 10135695 w 12192000"/>
              <a:gd name="connsiteY6" fmla="*/ 1031751 h 6858000"/>
              <a:gd name="connsiteX7" fmla="*/ 11907839 w 12192000"/>
              <a:gd name="connsiteY7" fmla="*/ 1031116 h 6858000"/>
              <a:gd name="connsiteX8" fmla="*/ 11907839 w 12192000"/>
              <a:gd name="connsiteY8" fmla="*/ 258041 h 6858000"/>
              <a:gd name="connsiteX9" fmla="*/ 10136965 w 12192000"/>
              <a:gd name="connsiteY9" fmla="*/ 258041 h 6858000"/>
              <a:gd name="connsiteX10" fmla="*/ 0 w 12192000"/>
              <a:gd name="connsiteY10" fmla="*/ 0 h 6858000"/>
              <a:gd name="connsiteX11" fmla="*/ 12192000 w 12192000"/>
              <a:gd name="connsiteY11" fmla="*/ 0 h 6858000"/>
              <a:gd name="connsiteX12" fmla="*/ 12192000 w 12192000"/>
              <a:gd name="connsiteY12" fmla="*/ 6858000 h 6858000"/>
              <a:gd name="connsiteX13" fmla="*/ 0 w 12192000"/>
              <a:gd name="connsiteY13" fmla="*/ 6858000 h 6858000"/>
              <a:gd name="connsiteX14" fmla="*/ 0 w 12192000"/>
              <a:gd name="connsiteY14" fmla="*/ 0 h 6858000"/>
              <a:gd name="connsiteX0" fmla="*/ 489966 w 12192000"/>
              <a:gd name="connsiteY0" fmla="*/ 6280287 h 6858000"/>
              <a:gd name="connsiteX1" fmla="*/ 488061 w 12192000"/>
              <a:gd name="connsiteY1" fmla="*/ 6386217 h 6858000"/>
              <a:gd name="connsiteX2" fmla="*/ 951870 w 12192000"/>
              <a:gd name="connsiteY2" fmla="*/ 6386217 h 6858000"/>
              <a:gd name="connsiteX3" fmla="*/ 951870 w 12192000"/>
              <a:gd name="connsiteY3" fmla="*/ 6280287 h 6858000"/>
              <a:gd name="connsiteX4" fmla="*/ 489966 w 12192000"/>
              <a:gd name="connsiteY4" fmla="*/ 6280287 h 6858000"/>
              <a:gd name="connsiteX5" fmla="*/ 10136965 w 12192000"/>
              <a:gd name="connsiteY5" fmla="*/ 258041 h 6858000"/>
              <a:gd name="connsiteX6" fmla="*/ 10135695 w 12192000"/>
              <a:gd name="connsiteY6" fmla="*/ 1031751 h 6858000"/>
              <a:gd name="connsiteX7" fmla="*/ 11907839 w 12192000"/>
              <a:gd name="connsiteY7" fmla="*/ 1031116 h 6858000"/>
              <a:gd name="connsiteX8" fmla="*/ 11904029 w 12192000"/>
              <a:gd name="connsiteY8" fmla="*/ 271376 h 6858000"/>
              <a:gd name="connsiteX9" fmla="*/ 10136965 w 12192000"/>
              <a:gd name="connsiteY9" fmla="*/ 258041 h 6858000"/>
              <a:gd name="connsiteX10" fmla="*/ 0 w 12192000"/>
              <a:gd name="connsiteY10" fmla="*/ 0 h 6858000"/>
              <a:gd name="connsiteX11" fmla="*/ 12192000 w 12192000"/>
              <a:gd name="connsiteY11" fmla="*/ 0 h 6858000"/>
              <a:gd name="connsiteX12" fmla="*/ 12192000 w 12192000"/>
              <a:gd name="connsiteY12" fmla="*/ 6858000 h 6858000"/>
              <a:gd name="connsiteX13" fmla="*/ 0 w 12192000"/>
              <a:gd name="connsiteY13" fmla="*/ 6858000 h 6858000"/>
              <a:gd name="connsiteX14" fmla="*/ 0 w 12192000"/>
              <a:gd name="connsiteY14" fmla="*/ 0 h 6858000"/>
              <a:gd name="connsiteX0" fmla="*/ 489966 w 12192000"/>
              <a:gd name="connsiteY0" fmla="*/ 6280287 h 6858000"/>
              <a:gd name="connsiteX1" fmla="*/ 488061 w 12192000"/>
              <a:gd name="connsiteY1" fmla="*/ 6386217 h 6858000"/>
              <a:gd name="connsiteX2" fmla="*/ 951870 w 12192000"/>
              <a:gd name="connsiteY2" fmla="*/ 6386217 h 6858000"/>
              <a:gd name="connsiteX3" fmla="*/ 951870 w 12192000"/>
              <a:gd name="connsiteY3" fmla="*/ 6280287 h 6858000"/>
              <a:gd name="connsiteX4" fmla="*/ 489966 w 12192000"/>
              <a:gd name="connsiteY4" fmla="*/ 6280287 h 6858000"/>
              <a:gd name="connsiteX5" fmla="*/ 10136965 w 12192000"/>
              <a:gd name="connsiteY5" fmla="*/ 258041 h 6858000"/>
              <a:gd name="connsiteX6" fmla="*/ 10135695 w 12192000"/>
              <a:gd name="connsiteY6" fmla="*/ 1031751 h 6858000"/>
              <a:gd name="connsiteX7" fmla="*/ 11907839 w 12192000"/>
              <a:gd name="connsiteY7" fmla="*/ 1031116 h 6858000"/>
              <a:gd name="connsiteX8" fmla="*/ 11751629 w 12192000"/>
              <a:gd name="connsiteY8" fmla="*/ 419966 h 6858000"/>
              <a:gd name="connsiteX9" fmla="*/ 10136965 w 12192000"/>
              <a:gd name="connsiteY9" fmla="*/ 258041 h 6858000"/>
              <a:gd name="connsiteX10" fmla="*/ 0 w 12192000"/>
              <a:gd name="connsiteY10" fmla="*/ 0 h 6858000"/>
              <a:gd name="connsiteX11" fmla="*/ 12192000 w 12192000"/>
              <a:gd name="connsiteY11" fmla="*/ 0 h 6858000"/>
              <a:gd name="connsiteX12" fmla="*/ 12192000 w 12192000"/>
              <a:gd name="connsiteY12" fmla="*/ 6858000 h 6858000"/>
              <a:gd name="connsiteX13" fmla="*/ 0 w 12192000"/>
              <a:gd name="connsiteY13" fmla="*/ 6858000 h 6858000"/>
              <a:gd name="connsiteX14" fmla="*/ 0 w 12192000"/>
              <a:gd name="connsiteY14" fmla="*/ 0 h 6858000"/>
              <a:gd name="connsiteX0" fmla="*/ 489966 w 12192000"/>
              <a:gd name="connsiteY0" fmla="*/ 6280287 h 6858000"/>
              <a:gd name="connsiteX1" fmla="*/ 488061 w 12192000"/>
              <a:gd name="connsiteY1" fmla="*/ 6386217 h 6858000"/>
              <a:gd name="connsiteX2" fmla="*/ 951870 w 12192000"/>
              <a:gd name="connsiteY2" fmla="*/ 6386217 h 6858000"/>
              <a:gd name="connsiteX3" fmla="*/ 951870 w 12192000"/>
              <a:gd name="connsiteY3" fmla="*/ 6280287 h 6858000"/>
              <a:gd name="connsiteX4" fmla="*/ 489966 w 12192000"/>
              <a:gd name="connsiteY4" fmla="*/ 6280287 h 6858000"/>
              <a:gd name="connsiteX5" fmla="*/ 10136965 w 12192000"/>
              <a:gd name="connsiteY5" fmla="*/ 258041 h 6858000"/>
              <a:gd name="connsiteX6" fmla="*/ 10135695 w 12192000"/>
              <a:gd name="connsiteY6" fmla="*/ 1031751 h 6858000"/>
              <a:gd name="connsiteX7" fmla="*/ 11907839 w 12192000"/>
              <a:gd name="connsiteY7" fmla="*/ 1031116 h 6858000"/>
              <a:gd name="connsiteX8" fmla="*/ 11902124 w 12192000"/>
              <a:gd name="connsiteY8" fmla="*/ 267566 h 6858000"/>
              <a:gd name="connsiteX9" fmla="*/ 10136965 w 12192000"/>
              <a:gd name="connsiteY9" fmla="*/ 258041 h 6858000"/>
              <a:gd name="connsiteX10" fmla="*/ 0 w 12192000"/>
              <a:gd name="connsiteY10" fmla="*/ 0 h 6858000"/>
              <a:gd name="connsiteX11" fmla="*/ 12192000 w 12192000"/>
              <a:gd name="connsiteY11" fmla="*/ 0 h 6858000"/>
              <a:gd name="connsiteX12" fmla="*/ 12192000 w 12192000"/>
              <a:gd name="connsiteY12" fmla="*/ 6858000 h 6858000"/>
              <a:gd name="connsiteX13" fmla="*/ 0 w 12192000"/>
              <a:gd name="connsiteY13" fmla="*/ 6858000 h 6858000"/>
              <a:gd name="connsiteX14" fmla="*/ 0 w 12192000"/>
              <a:gd name="connsiteY14" fmla="*/ 0 h 6858000"/>
              <a:gd name="connsiteX0" fmla="*/ 489966 w 12192000"/>
              <a:gd name="connsiteY0" fmla="*/ 6280287 h 6858000"/>
              <a:gd name="connsiteX1" fmla="*/ 488061 w 12192000"/>
              <a:gd name="connsiteY1" fmla="*/ 6386217 h 6858000"/>
              <a:gd name="connsiteX2" fmla="*/ 951870 w 12192000"/>
              <a:gd name="connsiteY2" fmla="*/ 6386217 h 6858000"/>
              <a:gd name="connsiteX3" fmla="*/ 951870 w 12192000"/>
              <a:gd name="connsiteY3" fmla="*/ 6280287 h 6858000"/>
              <a:gd name="connsiteX4" fmla="*/ 489966 w 12192000"/>
              <a:gd name="connsiteY4" fmla="*/ 6280287 h 6858000"/>
              <a:gd name="connsiteX5" fmla="*/ 10209355 w 12192000"/>
              <a:gd name="connsiteY5" fmla="*/ 319001 h 6858000"/>
              <a:gd name="connsiteX6" fmla="*/ 10135695 w 12192000"/>
              <a:gd name="connsiteY6" fmla="*/ 1031751 h 6858000"/>
              <a:gd name="connsiteX7" fmla="*/ 11907839 w 12192000"/>
              <a:gd name="connsiteY7" fmla="*/ 1031116 h 6858000"/>
              <a:gd name="connsiteX8" fmla="*/ 11902124 w 12192000"/>
              <a:gd name="connsiteY8" fmla="*/ 267566 h 6858000"/>
              <a:gd name="connsiteX9" fmla="*/ 10209355 w 12192000"/>
              <a:gd name="connsiteY9" fmla="*/ 319001 h 6858000"/>
              <a:gd name="connsiteX10" fmla="*/ 0 w 12192000"/>
              <a:gd name="connsiteY10" fmla="*/ 0 h 6858000"/>
              <a:gd name="connsiteX11" fmla="*/ 12192000 w 12192000"/>
              <a:gd name="connsiteY11" fmla="*/ 0 h 6858000"/>
              <a:gd name="connsiteX12" fmla="*/ 12192000 w 12192000"/>
              <a:gd name="connsiteY12" fmla="*/ 6858000 h 6858000"/>
              <a:gd name="connsiteX13" fmla="*/ 0 w 12192000"/>
              <a:gd name="connsiteY13" fmla="*/ 6858000 h 6858000"/>
              <a:gd name="connsiteX14" fmla="*/ 0 w 12192000"/>
              <a:gd name="connsiteY14" fmla="*/ 0 h 6858000"/>
              <a:gd name="connsiteX0" fmla="*/ 489966 w 12192000"/>
              <a:gd name="connsiteY0" fmla="*/ 6280287 h 6858000"/>
              <a:gd name="connsiteX1" fmla="*/ 488061 w 12192000"/>
              <a:gd name="connsiteY1" fmla="*/ 6386217 h 6858000"/>
              <a:gd name="connsiteX2" fmla="*/ 951870 w 12192000"/>
              <a:gd name="connsiteY2" fmla="*/ 6386217 h 6858000"/>
              <a:gd name="connsiteX3" fmla="*/ 951870 w 12192000"/>
              <a:gd name="connsiteY3" fmla="*/ 6280287 h 6858000"/>
              <a:gd name="connsiteX4" fmla="*/ 489966 w 12192000"/>
              <a:gd name="connsiteY4" fmla="*/ 6280287 h 6858000"/>
              <a:gd name="connsiteX5" fmla="*/ 10144585 w 12192000"/>
              <a:gd name="connsiteY5" fmla="*/ 269471 h 6858000"/>
              <a:gd name="connsiteX6" fmla="*/ 10135695 w 12192000"/>
              <a:gd name="connsiteY6" fmla="*/ 1031751 h 6858000"/>
              <a:gd name="connsiteX7" fmla="*/ 11907839 w 12192000"/>
              <a:gd name="connsiteY7" fmla="*/ 1031116 h 6858000"/>
              <a:gd name="connsiteX8" fmla="*/ 11902124 w 12192000"/>
              <a:gd name="connsiteY8" fmla="*/ 267566 h 6858000"/>
              <a:gd name="connsiteX9" fmla="*/ 10144585 w 12192000"/>
              <a:gd name="connsiteY9" fmla="*/ 269471 h 6858000"/>
              <a:gd name="connsiteX10" fmla="*/ 0 w 12192000"/>
              <a:gd name="connsiteY10" fmla="*/ 0 h 6858000"/>
              <a:gd name="connsiteX11" fmla="*/ 12192000 w 12192000"/>
              <a:gd name="connsiteY11" fmla="*/ 0 h 6858000"/>
              <a:gd name="connsiteX12" fmla="*/ 12192000 w 12192000"/>
              <a:gd name="connsiteY12" fmla="*/ 6858000 h 6858000"/>
              <a:gd name="connsiteX13" fmla="*/ 0 w 12192000"/>
              <a:gd name="connsiteY13" fmla="*/ 6858000 h 6858000"/>
              <a:gd name="connsiteX14" fmla="*/ 0 w 12192000"/>
              <a:gd name="connsiteY14" fmla="*/ 0 h 6858000"/>
              <a:gd name="connsiteX0" fmla="*/ 489966 w 12192000"/>
              <a:gd name="connsiteY0" fmla="*/ 6280287 h 6858000"/>
              <a:gd name="connsiteX1" fmla="*/ 488061 w 12192000"/>
              <a:gd name="connsiteY1" fmla="*/ 6386217 h 6858000"/>
              <a:gd name="connsiteX2" fmla="*/ 951870 w 12192000"/>
              <a:gd name="connsiteY2" fmla="*/ 6386217 h 6858000"/>
              <a:gd name="connsiteX3" fmla="*/ 951870 w 12192000"/>
              <a:gd name="connsiteY3" fmla="*/ 6280287 h 6858000"/>
              <a:gd name="connsiteX4" fmla="*/ 489966 w 12192000"/>
              <a:gd name="connsiteY4" fmla="*/ 6280287 h 6858000"/>
              <a:gd name="connsiteX5" fmla="*/ 10144585 w 12192000"/>
              <a:gd name="connsiteY5" fmla="*/ 269471 h 6858000"/>
              <a:gd name="connsiteX6" fmla="*/ 10215705 w 12192000"/>
              <a:gd name="connsiteY6" fmla="*/ 982221 h 6858000"/>
              <a:gd name="connsiteX7" fmla="*/ 11907839 w 12192000"/>
              <a:gd name="connsiteY7" fmla="*/ 1031116 h 6858000"/>
              <a:gd name="connsiteX8" fmla="*/ 11902124 w 12192000"/>
              <a:gd name="connsiteY8" fmla="*/ 267566 h 6858000"/>
              <a:gd name="connsiteX9" fmla="*/ 10144585 w 12192000"/>
              <a:gd name="connsiteY9" fmla="*/ 269471 h 6858000"/>
              <a:gd name="connsiteX10" fmla="*/ 0 w 12192000"/>
              <a:gd name="connsiteY10" fmla="*/ 0 h 6858000"/>
              <a:gd name="connsiteX11" fmla="*/ 12192000 w 12192000"/>
              <a:gd name="connsiteY11" fmla="*/ 0 h 6858000"/>
              <a:gd name="connsiteX12" fmla="*/ 12192000 w 12192000"/>
              <a:gd name="connsiteY12" fmla="*/ 6858000 h 6858000"/>
              <a:gd name="connsiteX13" fmla="*/ 0 w 12192000"/>
              <a:gd name="connsiteY13" fmla="*/ 6858000 h 6858000"/>
              <a:gd name="connsiteX14" fmla="*/ 0 w 12192000"/>
              <a:gd name="connsiteY14" fmla="*/ 0 h 6858000"/>
              <a:gd name="connsiteX0" fmla="*/ 489966 w 12192000"/>
              <a:gd name="connsiteY0" fmla="*/ 6280287 h 6858000"/>
              <a:gd name="connsiteX1" fmla="*/ 488061 w 12192000"/>
              <a:gd name="connsiteY1" fmla="*/ 6386217 h 6858000"/>
              <a:gd name="connsiteX2" fmla="*/ 951870 w 12192000"/>
              <a:gd name="connsiteY2" fmla="*/ 6386217 h 6858000"/>
              <a:gd name="connsiteX3" fmla="*/ 951870 w 12192000"/>
              <a:gd name="connsiteY3" fmla="*/ 6280287 h 6858000"/>
              <a:gd name="connsiteX4" fmla="*/ 489966 w 12192000"/>
              <a:gd name="connsiteY4" fmla="*/ 6280287 h 6858000"/>
              <a:gd name="connsiteX5" fmla="*/ 10144585 w 12192000"/>
              <a:gd name="connsiteY5" fmla="*/ 269471 h 6858000"/>
              <a:gd name="connsiteX6" fmla="*/ 10145220 w 12192000"/>
              <a:gd name="connsiteY6" fmla="*/ 1027941 h 6858000"/>
              <a:gd name="connsiteX7" fmla="*/ 11907839 w 12192000"/>
              <a:gd name="connsiteY7" fmla="*/ 1031116 h 6858000"/>
              <a:gd name="connsiteX8" fmla="*/ 11902124 w 12192000"/>
              <a:gd name="connsiteY8" fmla="*/ 267566 h 6858000"/>
              <a:gd name="connsiteX9" fmla="*/ 10144585 w 12192000"/>
              <a:gd name="connsiteY9" fmla="*/ 269471 h 6858000"/>
              <a:gd name="connsiteX10" fmla="*/ 0 w 12192000"/>
              <a:gd name="connsiteY10" fmla="*/ 0 h 6858000"/>
              <a:gd name="connsiteX11" fmla="*/ 12192000 w 12192000"/>
              <a:gd name="connsiteY11" fmla="*/ 0 h 6858000"/>
              <a:gd name="connsiteX12" fmla="*/ 12192000 w 12192000"/>
              <a:gd name="connsiteY12" fmla="*/ 6858000 h 6858000"/>
              <a:gd name="connsiteX13" fmla="*/ 0 w 12192000"/>
              <a:gd name="connsiteY13" fmla="*/ 6858000 h 6858000"/>
              <a:gd name="connsiteX14" fmla="*/ 0 w 12192000"/>
              <a:gd name="connsiteY14" fmla="*/ 0 h 6858000"/>
              <a:gd name="connsiteX0" fmla="*/ 489966 w 12192000"/>
              <a:gd name="connsiteY0" fmla="*/ 6280287 h 6858000"/>
              <a:gd name="connsiteX1" fmla="*/ 488061 w 12192000"/>
              <a:gd name="connsiteY1" fmla="*/ 6386217 h 6858000"/>
              <a:gd name="connsiteX2" fmla="*/ 951870 w 12192000"/>
              <a:gd name="connsiteY2" fmla="*/ 6386217 h 6858000"/>
              <a:gd name="connsiteX3" fmla="*/ 951870 w 12192000"/>
              <a:gd name="connsiteY3" fmla="*/ 6280287 h 6858000"/>
              <a:gd name="connsiteX4" fmla="*/ 489966 w 12192000"/>
              <a:gd name="connsiteY4" fmla="*/ 6280287 h 6858000"/>
              <a:gd name="connsiteX5" fmla="*/ 10144585 w 12192000"/>
              <a:gd name="connsiteY5" fmla="*/ 269471 h 6858000"/>
              <a:gd name="connsiteX6" fmla="*/ 10145220 w 12192000"/>
              <a:gd name="connsiteY6" fmla="*/ 1027941 h 6858000"/>
              <a:gd name="connsiteX7" fmla="*/ 11803064 w 12192000"/>
              <a:gd name="connsiteY7" fmla="*/ 954916 h 6858000"/>
              <a:gd name="connsiteX8" fmla="*/ 11902124 w 12192000"/>
              <a:gd name="connsiteY8" fmla="*/ 267566 h 6858000"/>
              <a:gd name="connsiteX9" fmla="*/ 10144585 w 12192000"/>
              <a:gd name="connsiteY9" fmla="*/ 269471 h 6858000"/>
              <a:gd name="connsiteX10" fmla="*/ 0 w 12192000"/>
              <a:gd name="connsiteY10" fmla="*/ 0 h 6858000"/>
              <a:gd name="connsiteX11" fmla="*/ 12192000 w 12192000"/>
              <a:gd name="connsiteY11" fmla="*/ 0 h 6858000"/>
              <a:gd name="connsiteX12" fmla="*/ 12192000 w 12192000"/>
              <a:gd name="connsiteY12" fmla="*/ 6858000 h 6858000"/>
              <a:gd name="connsiteX13" fmla="*/ 0 w 12192000"/>
              <a:gd name="connsiteY13" fmla="*/ 6858000 h 6858000"/>
              <a:gd name="connsiteX14" fmla="*/ 0 w 12192000"/>
              <a:gd name="connsiteY14" fmla="*/ 0 h 6858000"/>
              <a:gd name="connsiteX0" fmla="*/ 489966 w 12192000"/>
              <a:gd name="connsiteY0" fmla="*/ 6280287 h 6858000"/>
              <a:gd name="connsiteX1" fmla="*/ 488061 w 12192000"/>
              <a:gd name="connsiteY1" fmla="*/ 6386217 h 6858000"/>
              <a:gd name="connsiteX2" fmla="*/ 951870 w 12192000"/>
              <a:gd name="connsiteY2" fmla="*/ 6386217 h 6858000"/>
              <a:gd name="connsiteX3" fmla="*/ 951870 w 12192000"/>
              <a:gd name="connsiteY3" fmla="*/ 6280287 h 6858000"/>
              <a:gd name="connsiteX4" fmla="*/ 489966 w 12192000"/>
              <a:gd name="connsiteY4" fmla="*/ 6280287 h 6858000"/>
              <a:gd name="connsiteX5" fmla="*/ 10144585 w 12192000"/>
              <a:gd name="connsiteY5" fmla="*/ 269471 h 6858000"/>
              <a:gd name="connsiteX6" fmla="*/ 10145220 w 12192000"/>
              <a:gd name="connsiteY6" fmla="*/ 1027941 h 6858000"/>
              <a:gd name="connsiteX7" fmla="*/ 11904029 w 12192000"/>
              <a:gd name="connsiteY7" fmla="*/ 1027306 h 6858000"/>
              <a:gd name="connsiteX8" fmla="*/ 11902124 w 12192000"/>
              <a:gd name="connsiteY8" fmla="*/ 267566 h 6858000"/>
              <a:gd name="connsiteX9" fmla="*/ 10144585 w 12192000"/>
              <a:gd name="connsiteY9" fmla="*/ 269471 h 6858000"/>
              <a:gd name="connsiteX10" fmla="*/ 0 w 12192000"/>
              <a:gd name="connsiteY10" fmla="*/ 0 h 6858000"/>
              <a:gd name="connsiteX11" fmla="*/ 12192000 w 12192000"/>
              <a:gd name="connsiteY11" fmla="*/ 0 h 6858000"/>
              <a:gd name="connsiteX12" fmla="*/ 12192000 w 12192000"/>
              <a:gd name="connsiteY12" fmla="*/ 6858000 h 6858000"/>
              <a:gd name="connsiteX13" fmla="*/ 0 w 12192000"/>
              <a:gd name="connsiteY13" fmla="*/ 6858000 h 6858000"/>
              <a:gd name="connsiteX14" fmla="*/ 0 w 12192000"/>
              <a:gd name="connsiteY14" fmla="*/ 0 h 6858000"/>
              <a:gd name="connsiteX0" fmla="*/ 489966 w 12192000"/>
              <a:gd name="connsiteY0" fmla="*/ 6280287 h 6858000"/>
              <a:gd name="connsiteX1" fmla="*/ 488061 w 12192000"/>
              <a:gd name="connsiteY1" fmla="*/ 6386217 h 6858000"/>
              <a:gd name="connsiteX2" fmla="*/ 951870 w 12192000"/>
              <a:gd name="connsiteY2" fmla="*/ 6386217 h 6858000"/>
              <a:gd name="connsiteX3" fmla="*/ 951870 w 12192000"/>
              <a:gd name="connsiteY3" fmla="*/ 6280287 h 6858000"/>
              <a:gd name="connsiteX4" fmla="*/ 489966 w 12192000"/>
              <a:gd name="connsiteY4" fmla="*/ 6280287 h 6858000"/>
              <a:gd name="connsiteX5" fmla="*/ 10144585 w 12192000"/>
              <a:gd name="connsiteY5" fmla="*/ 269471 h 6858000"/>
              <a:gd name="connsiteX6" fmla="*/ 10145220 w 12192000"/>
              <a:gd name="connsiteY6" fmla="*/ 1027941 h 6858000"/>
              <a:gd name="connsiteX7" fmla="*/ 11673524 w 12192000"/>
              <a:gd name="connsiteY7" fmla="*/ 907291 h 6858000"/>
              <a:gd name="connsiteX8" fmla="*/ 11902124 w 12192000"/>
              <a:gd name="connsiteY8" fmla="*/ 267566 h 6858000"/>
              <a:gd name="connsiteX9" fmla="*/ 10144585 w 12192000"/>
              <a:gd name="connsiteY9" fmla="*/ 269471 h 6858000"/>
              <a:gd name="connsiteX10" fmla="*/ 0 w 12192000"/>
              <a:gd name="connsiteY10" fmla="*/ 0 h 6858000"/>
              <a:gd name="connsiteX11" fmla="*/ 12192000 w 12192000"/>
              <a:gd name="connsiteY11" fmla="*/ 0 h 6858000"/>
              <a:gd name="connsiteX12" fmla="*/ 12192000 w 12192000"/>
              <a:gd name="connsiteY12" fmla="*/ 6858000 h 6858000"/>
              <a:gd name="connsiteX13" fmla="*/ 0 w 12192000"/>
              <a:gd name="connsiteY13" fmla="*/ 6858000 h 6858000"/>
              <a:gd name="connsiteX14" fmla="*/ 0 w 12192000"/>
              <a:gd name="connsiteY14" fmla="*/ 0 h 6858000"/>
              <a:gd name="connsiteX0" fmla="*/ 489966 w 12192000"/>
              <a:gd name="connsiteY0" fmla="*/ 6280287 h 6858000"/>
              <a:gd name="connsiteX1" fmla="*/ 488061 w 12192000"/>
              <a:gd name="connsiteY1" fmla="*/ 6386217 h 6858000"/>
              <a:gd name="connsiteX2" fmla="*/ 951870 w 12192000"/>
              <a:gd name="connsiteY2" fmla="*/ 6386217 h 6858000"/>
              <a:gd name="connsiteX3" fmla="*/ 951870 w 12192000"/>
              <a:gd name="connsiteY3" fmla="*/ 6280287 h 6858000"/>
              <a:gd name="connsiteX4" fmla="*/ 489966 w 12192000"/>
              <a:gd name="connsiteY4" fmla="*/ 6280287 h 6858000"/>
              <a:gd name="connsiteX5" fmla="*/ 10144585 w 12192000"/>
              <a:gd name="connsiteY5" fmla="*/ 269471 h 6858000"/>
              <a:gd name="connsiteX6" fmla="*/ 10145220 w 12192000"/>
              <a:gd name="connsiteY6" fmla="*/ 1027941 h 6858000"/>
              <a:gd name="connsiteX7" fmla="*/ 11902124 w 12192000"/>
              <a:gd name="connsiteY7" fmla="*/ 1027306 h 6858000"/>
              <a:gd name="connsiteX8" fmla="*/ 11902124 w 12192000"/>
              <a:gd name="connsiteY8" fmla="*/ 267566 h 6858000"/>
              <a:gd name="connsiteX9" fmla="*/ 10144585 w 12192000"/>
              <a:gd name="connsiteY9" fmla="*/ 269471 h 6858000"/>
              <a:gd name="connsiteX10" fmla="*/ 0 w 12192000"/>
              <a:gd name="connsiteY10" fmla="*/ 0 h 6858000"/>
              <a:gd name="connsiteX11" fmla="*/ 12192000 w 12192000"/>
              <a:gd name="connsiteY11" fmla="*/ 0 h 6858000"/>
              <a:gd name="connsiteX12" fmla="*/ 12192000 w 12192000"/>
              <a:gd name="connsiteY12" fmla="*/ 6858000 h 6858000"/>
              <a:gd name="connsiteX13" fmla="*/ 0 w 12192000"/>
              <a:gd name="connsiteY13" fmla="*/ 6858000 h 6858000"/>
              <a:gd name="connsiteX14" fmla="*/ 0 w 12192000"/>
              <a:gd name="connsiteY14" fmla="*/ 0 h 6858000"/>
              <a:gd name="connsiteX0" fmla="*/ 489966 w 12192000"/>
              <a:gd name="connsiteY0" fmla="*/ 6280287 h 6858000"/>
              <a:gd name="connsiteX1" fmla="*/ 488061 w 12192000"/>
              <a:gd name="connsiteY1" fmla="*/ 6386217 h 6858000"/>
              <a:gd name="connsiteX2" fmla="*/ 951870 w 12192000"/>
              <a:gd name="connsiteY2" fmla="*/ 6386217 h 6858000"/>
              <a:gd name="connsiteX3" fmla="*/ 951870 w 12192000"/>
              <a:gd name="connsiteY3" fmla="*/ 6280287 h 6858000"/>
              <a:gd name="connsiteX4" fmla="*/ 489966 w 12192000"/>
              <a:gd name="connsiteY4" fmla="*/ 6280287 h 6858000"/>
              <a:gd name="connsiteX5" fmla="*/ 10144585 w 12192000"/>
              <a:gd name="connsiteY5" fmla="*/ 269471 h 6858000"/>
              <a:gd name="connsiteX6" fmla="*/ 10474785 w 12192000"/>
              <a:gd name="connsiteY6" fmla="*/ 904116 h 6858000"/>
              <a:gd name="connsiteX7" fmla="*/ 11902124 w 12192000"/>
              <a:gd name="connsiteY7" fmla="*/ 1027306 h 6858000"/>
              <a:gd name="connsiteX8" fmla="*/ 11902124 w 12192000"/>
              <a:gd name="connsiteY8" fmla="*/ 267566 h 6858000"/>
              <a:gd name="connsiteX9" fmla="*/ 10144585 w 12192000"/>
              <a:gd name="connsiteY9" fmla="*/ 269471 h 6858000"/>
              <a:gd name="connsiteX10" fmla="*/ 0 w 12192000"/>
              <a:gd name="connsiteY10" fmla="*/ 0 h 6858000"/>
              <a:gd name="connsiteX11" fmla="*/ 12192000 w 12192000"/>
              <a:gd name="connsiteY11" fmla="*/ 0 h 6858000"/>
              <a:gd name="connsiteX12" fmla="*/ 12192000 w 12192000"/>
              <a:gd name="connsiteY12" fmla="*/ 6858000 h 6858000"/>
              <a:gd name="connsiteX13" fmla="*/ 0 w 12192000"/>
              <a:gd name="connsiteY13" fmla="*/ 6858000 h 6858000"/>
              <a:gd name="connsiteX14" fmla="*/ 0 w 12192000"/>
              <a:gd name="connsiteY14" fmla="*/ 0 h 6858000"/>
              <a:gd name="connsiteX0" fmla="*/ 489966 w 12192000"/>
              <a:gd name="connsiteY0" fmla="*/ 6280287 h 6858000"/>
              <a:gd name="connsiteX1" fmla="*/ 488061 w 12192000"/>
              <a:gd name="connsiteY1" fmla="*/ 6386217 h 6858000"/>
              <a:gd name="connsiteX2" fmla="*/ 951870 w 12192000"/>
              <a:gd name="connsiteY2" fmla="*/ 6386217 h 6858000"/>
              <a:gd name="connsiteX3" fmla="*/ 951870 w 12192000"/>
              <a:gd name="connsiteY3" fmla="*/ 6280287 h 6858000"/>
              <a:gd name="connsiteX4" fmla="*/ 489966 w 12192000"/>
              <a:gd name="connsiteY4" fmla="*/ 6280287 h 6858000"/>
              <a:gd name="connsiteX5" fmla="*/ 10144585 w 12192000"/>
              <a:gd name="connsiteY5" fmla="*/ 269471 h 6858000"/>
              <a:gd name="connsiteX6" fmla="*/ 10145220 w 12192000"/>
              <a:gd name="connsiteY6" fmla="*/ 1026036 h 6858000"/>
              <a:gd name="connsiteX7" fmla="*/ 11902124 w 12192000"/>
              <a:gd name="connsiteY7" fmla="*/ 1027306 h 6858000"/>
              <a:gd name="connsiteX8" fmla="*/ 11902124 w 12192000"/>
              <a:gd name="connsiteY8" fmla="*/ 267566 h 6858000"/>
              <a:gd name="connsiteX9" fmla="*/ 10144585 w 12192000"/>
              <a:gd name="connsiteY9" fmla="*/ 269471 h 6858000"/>
              <a:gd name="connsiteX10" fmla="*/ 0 w 12192000"/>
              <a:gd name="connsiteY10" fmla="*/ 0 h 6858000"/>
              <a:gd name="connsiteX11" fmla="*/ 12192000 w 12192000"/>
              <a:gd name="connsiteY11" fmla="*/ 0 h 6858000"/>
              <a:gd name="connsiteX12" fmla="*/ 12192000 w 12192000"/>
              <a:gd name="connsiteY12" fmla="*/ 6858000 h 6858000"/>
              <a:gd name="connsiteX13" fmla="*/ 0 w 12192000"/>
              <a:gd name="connsiteY13" fmla="*/ 6858000 h 6858000"/>
              <a:gd name="connsiteX14" fmla="*/ 0 w 12192000"/>
              <a:gd name="connsiteY14" fmla="*/ 0 h 6858000"/>
              <a:gd name="connsiteX0" fmla="*/ 489966 w 12192000"/>
              <a:gd name="connsiteY0" fmla="*/ 6280287 h 6858000"/>
              <a:gd name="connsiteX1" fmla="*/ 488061 w 12192000"/>
              <a:gd name="connsiteY1" fmla="*/ 6386217 h 6858000"/>
              <a:gd name="connsiteX2" fmla="*/ 951870 w 12192000"/>
              <a:gd name="connsiteY2" fmla="*/ 6386217 h 6858000"/>
              <a:gd name="connsiteX3" fmla="*/ 951870 w 12192000"/>
              <a:gd name="connsiteY3" fmla="*/ 6280287 h 6858000"/>
              <a:gd name="connsiteX4" fmla="*/ 489966 w 12192000"/>
              <a:gd name="connsiteY4" fmla="*/ 6280287 h 6858000"/>
              <a:gd name="connsiteX5" fmla="*/ 10144585 w 12192000"/>
              <a:gd name="connsiteY5" fmla="*/ 269471 h 6858000"/>
              <a:gd name="connsiteX6" fmla="*/ 10145220 w 12192000"/>
              <a:gd name="connsiteY6" fmla="*/ 1026036 h 6858000"/>
              <a:gd name="connsiteX7" fmla="*/ 11902124 w 12192000"/>
              <a:gd name="connsiteY7" fmla="*/ 1027306 h 6858000"/>
              <a:gd name="connsiteX8" fmla="*/ 11902124 w 12192000"/>
              <a:gd name="connsiteY8" fmla="*/ 267566 h 6858000"/>
              <a:gd name="connsiteX9" fmla="*/ 10144585 w 12192000"/>
              <a:gd name="connsiteY9" fmla="*/ 269471 h 6858000"/>
              <a:gd name="connsiteX10" fmla="*/ 0 w 12192000"/>
              <a:gd name="connsiteY10" fmla="*/ 0 h 6858000"/>
              <a:gd name="connsiteX11" fmla="*/ 12192000 w 12192000"/>
              <a:gd name="connsiteY11" fmla="*/ 0 h 6858000"/>
              <a:gd name="connsiteX12" fmla="*/ 12192000 w 12192000"/>
              <a:gd name="connsiteY12" fmla="*/ 6858000 h 6858000"/>
              <a:gd name="connsiteX13" fmla="*/ 0 w 12192000"/>
              <a:gd name="connsiteY13" fmla="*/ 6858000 h 6858000"/>
              <a:gd name="connsiteX14" fmla="*/ 0 w 12192000"/>
              <a:gd name="connsiteY14" fmla="*/ 0 h 6858000"/>
              <a:gd name="connsiteX0" fmla="*/ 489966 w 12192000"/>
              <a:gd name="connsiteY0" fmla="*/ 6280287 h 6858000"/>
              <a:gd name="connsiteX1" fmla="*/ 488061 w 12192000"/>
              <a:gd name="connsiteY1" fmla="*/ 6386217 h 6858000"/>
              <a:gd name="connsiteX2" fmla="*/ 951870 w 12192000"/>
              <a:gd name="connsiteY2" fmla="*/ 6386217 h 6858000"/>
              <a:gd name="connsiteX3" fmla="*/ 951870 w 12192000"/>
              <a:gd name="connsiteY3" fmla="*/ 6280287 h 6858000"/>
              <a:gd name="connsiteX4" fmla="*/ 489966 w 12192000"/>
              <a:gd name="connsiteY4" fmla="*/ 6280287 h 6858000"/>
              <a:gd name="connsiteX5" fmla="*/ 10510345 w 12192000"/>
              <a:gd name="connsiteY5" fmla="*/ 581891 h 6858000"/>
              <a:gd name="connsiteX6" fmla="*/ 10145220 w 12192000"/>
              <a:gd name="connsiteY6" fmla="*/ 1026036 h 6858000"/>
              <a:gd name="connsiteX7" fmla="*/ 11902124 w 12192000"/>
              <a:gd name="connsiteY7" fmla="*/ 1027306 h 6858000"/>
              <a:gd name="connsiteX8" fmla="*/ 11902124 w 12192000"/>
              <a:gd name="connsiteY8" fmla="*/ 267566 h 6858000"/>
              <a:gd name="connsiteX9" fmla="*/ 10510345 w 12192000"/>
              <a:gd name="connsiteY9" fmla="*/ 581891 h 6858000"/>
              <a:gd name="connsiteX10" fmla="*/ 0 w 12192000"/>
              <a:gd name="connsiteY10" fmla="*/ 0 h 6858000"/>
              <a:gd name="connsiteX11" fmla="*/ 12192000 w 12192000"/>
              <a:gd name="connsiteY11" fmla="*/ 0 h 6858000"/>
              <a:gd name="connsiteX12" fmla="*/ 12192000 w 12192000"/>
              <a:gd name="connsiteY12" fmla="*/ 6858000 h 6858000"/>
              <a:gd name="connsiteX13" fmla="*/ 0 w 12192000"/>
              <a:gd name="connsiteY13" fmla="*/ 6858000 h 6858000"/>
              <a:gd name="connsiteX14" fmla="*/ 0 w 12192000"/>
              <a:gd name="connsiteY14" fmla="*/ 0 h 6858000"/>
              <a:gd name="connsiteX0" fmla="*/ 489966 w 12192000"/>
              <a:gd name="connsiteY0" fmla="*/ 6280287 h 6858000"/>
              <a:gd name="connsiteX1" fmla="*/ 488061 w 12192000"/>
              <a:gd name="connsiteY1" fmla="*/ 6386217 h 6858000"/>
              <a:gd name="connsiteX2" fmla="*/ 951870 w 12192000"/>
              <a:gd name="connsiteY2" fmla="*/ 6386217 h 6858000"/>
              <a:gd name="connsiteX3" fmla="*/ 951870 w 12192000"/>
              <a:gd name="connsiteY3" fmla="*/ 6280287 h 6858000"/>
              <a:gd name="connsiteX4" fmla="*/ 489966 w 12192000"/>
              <a:gd name="connsiteY4" fmla="*/ 6280287 h 6858000"/>
              <a:gd name="connsiteX5" fmla="*/ 10144585 w 12192000"/>
              <a:gd name="connsiteY5" fmla="*/ 265661 h 6858000"/>
              <a:gd name="connsiteX6" fmla="*/ 10145220 w 12192000"/>
              <a:gd name="connsiteY6" fmla="*/ 1026036 h 6858000"/>
              <a:gd name="connsiteX7" fmla="*/ 11902124 w 12192000"/>
              <a:gd name="connsiteY7" fmla="*/ 1027306 h 6858000"/>
              <a:gd name="connsiteX8" fmla="*/ 11902124 w 12192000"/>
              <a:gd name="connsiteY8" fmla="*/ 267566 h 6858000"/>
              <a:gd name="connsiteX9" fmla="*/ 10144585 w 12192000"/>
              <a:gd name="connsiteY9" fmla="*/ 265661 h 6858000"/>
              <a:gd name="connsiteX10" fmla="*/ 0 w 12192000"/>
              <a:gd name="connsiteY10" fmla="*/ 0 h 6858000"/>
              <a:gd name="connsiteX11" fmla="*/ 12192000 w 12192000"/>
              <a:gd name="connsiteY11" fmla="*/ 0 h 6858000"/>
              <a:gd name="connsiteX12" fmla="*/ 12192000 w 12192000"/>
              <a:gd name="connsiteY12" fmla="*/ 6858000 h 6858000"/>
              <a:gd name="connsiteX13" fmla="*/ 0 w 12192000"/>
              <a:gd name="connsiteY13" fmla="*/ 6858000 h 6858000"/>
              <a:gd name="connsiteX14" fmla="*/ 0 w 12192000"/>
              <a:gd name="connsiteY14" fmla="*/ 0 h 6858000"/>
              <a:gd name="connsiteX0" fmla="*/ 489966 w 12192000"/>
              <a:gd name="connsiteY0" fmla="*/ 6280287 h 6858000"/>
              <a:gd name="connsiteX1" fmla="*/ 488061 w 12192000"/>
              <a:gd name="connsiteY1" fmla="*/ 6386217 h 6858000"/>
              <a:gd name="connsiteX2" fmla="*/ 951870 w 12192000"/>
              <a:gd name="connsiteY2" fmla="*/ 6386217 h 6858000"/>
              <a:gd name="connsiteX3" fmla="*/ 951870 w 12192000"/>
              <a:gd name="connsiteY3" fmla="*/ 6280287 h 6858000"/>
              <a:gd name="connsiteX4" fmla="*/ 489966 w 12192000"/>
              <a:gd name="connsiteY4" fmla="*/ 6280287 h 6858000"/>
              <a:gd name="connsiteX5" fmla="*/ 10226500 w 12192000"/>
              <a:gd name="connsiteY5" fmla="*/ 339956 h 6858000"/>
              <a:gd name="connsiteX6" fmla="*/ 10145220 w 12192000"/>
              <a:gd name="connsiteY6" fmla="*/ 1026036 h 6858000"/>
              <a:gd name="connsiteX7" fmla="*/ 11902124 w 12192000"/>
              <a:gd name="connsiteY7" fmla="*/ 1027306 h 6858000"/>
              <a:gd name="connsiteX8" fmla="*/ 11902124 w 12192000"/>
              <a:gd name="connsiteY8" fmla="*/ 267566 h 6858000"/>
              <a:gd name="connsiteX9" fmla="*/ 10226500 w 12192000"/>
              <a:gd name="connsiteY9" fmla="*/ 339956 h 6858000"/>
              <a:gd name="connsiteX10" fmla="*/ 0 w 12192000"/>
              <a:gd name="connsiteY10" fmla="*/ 0 h 6858000"/>
              <a:gd name="connsiteX11" fmla="*/ 12192000 w 12192000"/>
              <a:gd name="connsiteY11" fmla="*/ 0 h 6858000"/>
              <a:gd name="connsiteX12" fmla="*/ 12192000 w 12192000"/>
              <a:gd name="connsiteY12" fmla="*/ 6858000 h 6858000"/>
              <a:gd name="connsiteX13" fmla="*/ 0 w 12192000"/>
              <a:gd name="connsiteY13" fmla="*/ 6858000 h 6858000"/>
              <a:gd name="connsiteX14" fmla="*/ 0 w 12192000"/>
              <a:gd name="connsiteY14" fmla="*/ 0 h 6858000"/>
              <a:gd name="connsiteX0" fmla="*/ 489966 w 12192000"/>
              <a:gd name="connsiteY0" fmla="*/ 6280287 h 6858000"/>
              <a:gd name="connsiteX1" fmla="*/ 488061 w 12192000"/>
              <a:gd name="connsiteY1" fmla="*/ 6386217 h 6858000"/>
              <a:gd name="connsiteX2" fmla="*/ 951870 w 12192000"/>
              <a:gd name="connsiteY2" fmla="*/ 6386217 h 6858000"/>
              <a:gd name="connsiteX3" fmla="*/ 951870 w 12192000"/>
              <a:gd name="connsiteY3" fmla="*/ 6280287 h 6858000"/>
              <a:gd name="connsiteX4" fmla="*/ 489966 w 12192000"/>
              <a:gd name="connsiteY4" fmla="*/ 6280287 h 6858000"/>
              <a:gd name="connsiteX5" fmla="*/ 10146490 w 12192000"/>
              <a:gd name="connsiteY5" fmla="*/ 267566 h 6858000"/>
              <a:gd name="connsiteX6" fmla="*/ 10145220 w 12192000"/>
              <a:gd name="connsiteY6" fmla="*/ 1026036 h 6858000"/>
              <a:gd name="connsiteX7" fmla="*/ 11902124 w 12192000"/>
              <a:gd name="connsiteY7" fmla="*/ 1027306 h 6858000"/>
              <a:gd name="connsiteX8" fmla="*/ 11902124 w 12192000"/>
              <a:gd name="connsiteY8" fmla="*/ 267566 h 6858000"/>
              <a:gd name="connsiteX9" fmla="*/ 10146490 w 12192000"/>
              <a:gd name="connsiteY9" fmla="*/ 267566 h 6858000"/>
              <a:gd name="connsiteX10" fmla="*/ 0 w 12192000"/>
              <a:gd name="connsiteY10" fmla="*/ 0 h 6858000"/>
              <a:gd name="connsiteX11" fmla="*/ 12192000 w 12192000"/>
              <a:gd name="connsiteY11" fmla="*/ 0 h 6858000"/>
              <a:gd name="connsiteX12" fmla="*/ 12192000 w 12192000"/>
              <a:gd name="connsiteY12" fmla="*/ 6858000 h 6858000"/>
              <a:gd name="connsiteX13" fmla="*/ 0 w 12192000"/>
              <a:gd name="connsiteY13" fmla="*/ 6858000 h 6858000"/>
              <a:gd name="connsiteX14" fmla="*/ 0 w 12192000"/>
              <a:gd name="connsiteY14" fmla="*/ 0 h 6858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</a:cxnLst>
            <a:rect l="l" t="t" r="r" b="b"/>
            <a:pathLst>
              <a:path w="12192000" h="6858000">
                <a:moveTo>
                  <a:pt x="489966" y="6280287"/>
                </a:moveTo>
                <a:lnTo>
                  <a:pt x="488061" y="6386217"/>
                </a:lnTo>
                <a:lnTo>
                  <a:pt x="951870" y="6386217"/>
                </a:lnTo>
                <a:lnTo>
                  <a:pt x="951870" y="6280287"/>
                </a:lnTo>
                <a:lnTo>
                  <a:pt x="489966" y="6280287"/>
                </a:lnTo>
                <a:close/>
                <a:moveTo>
                  <a:pt x="10146490" y="267566"/>
                </a:moveTo>
                <a:cubicBezTo>
                  <a:pt x="10144797" y="526104"/>
                  <a:pt x="10146913" y="767498"/>
                  <a:pt x="10145220" y="1026036"/>
                </a:cubicBezTo>
                <a:lnTo>
                  <a:pt x="11902124" y="1027306"/>
                </a:lnTo>
                <a:lnTo>
                  <a:pt x="11902124" y="267566"/>
                </a:lnTo>
                <a:lnTo>
                  <a:pt x="10146490" y="267566"/>
                </a:lnTo>
                <a:close/>
                <a:moveTo>
                  <a:pt x="0" y="0"/>
                </a:moveTo>
                <a:lnTo>
                  <a:pt x="12192000" y="0"/>
                </a:lnTo>
                <a:lnTo>
                  <a:pt x="12192000" y="6858000"/>
                </a:lnTo>
                <a:lnTo>
                  <a:pt x="0" y="6858000"/>
                </a:lnTo>
                <a:lnTo>
                  <a:pt x="0" y="0"/>
                </a:lnTo>
                <a:close/>
              </a:path>
            </a:pathLst>
          </a:custGeom>
        </p:spPr>
        <p:txBody>
          <a:bodyPr wrap="square">
            <a:noAutofit/>
          </a:bodyPr>
          <a:lstStyle>
            <a:lvl1pPr marL="0" indent="0">
              <a:buNone/>
              <a:defRPr/>
            </a:lvl1pPr>
          </a:lstStyle>
          <a:p>
            <a:r>
              <a:rPr lang="en-US"/>
              <a:t>Add image by clicking on icon</a:t>
            </a:r>
          </a:p>
        </p:txBody>
      </p:sp>
      <p:sp>
        <p:nvSpPr>
          <p:cNvPr id="8" name="Textplatzhalter 2">
            <a:extLst>
              <a:ext uri="{FF2B5EF4-FFF2-40B4-BE49-F238E27FC236}">
                <a16:creationId xmlns:a16="http://schemas.microsoft.com/office/drawing/2014/main" id="{B2BCC63D-764D-453B-B95D-B53E771DF123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479425" y="4834859"/>
            <a:ext cx="7812088" cy="1336071"/>
          </a:xfrm>
          <a:prstGeom prst="rect">
            <a:avLst/>
          </a:prstGeom>
          <a:noFill/>
        </p:spPr>
        <p:txBody>
          <a:bodyPr wrap="square" rtlCol="0" anchor="b">
            <a:spAutoFit/>
          </a:bodyPr>
          <a:lstStyle>
            <a:lvl1pPr marL="0" indent="0">
              <a:buNone/>
              <a:tabLst>
                <a:tab pos="1074738" algn="l"/>
              </a:tabLst>
              <a:defRPr lang="de-DE" sz="4800" b="1" cap="all" baseline="0" smtClean="0">
                <a:solidFill>
                  <a:schemeClr val="bg1"/>
                </a:solidFill>
                <a:latin typeface="STIHL Contraface Display Title" panose="02000600040000020004" pitchFamily="50" charset="0"/>
              </a:defRPr>
            </a:lvl1pPr>
            <a:lvl2pPr marL="277812" indent="0">
              <a:buNone/>
              <a:defRPr lang="de-DE" smtClean="0"/>
            </a:lvl2pPr>
            <a:lvl3pPr marL="739775" indent="0">
              <a:buNone/>
              <a:defRPr lang="de-DE" sz="1800" smtClean="0"/>
            </a:lvl3pPr>
            <a:lvl4pPr marL="1190625" indent="0">
              <a:buNone/>
              <a:defRPr lang="de-DE" sz="1800" smtClean="0"/>
            </a:lvl4pPr>
            <a:lvl5pPr marL="1647825" indent="0">
              <a:buNone/>
              <a:defRPr lang="de-DE" sz="1800"/>
            </a:lvl5pPr>
          </a:lstStyle>
          <a:p>
            <a:pPr marL="0" lvl="0"/>
            <a:r>
              <a:rPr lang="en-GB"/>
              <a:t>Edit chapter separators</a:t>
            </a:r>
          </a:p>
        </p:txBody>
      </p:sp>
      <p:sp>
        <p:nvSpPr>
          <p:cNvPr id="9" name="Rechteck 8">
            <a:extLst>
              <a:ext uri="{FF2B5EF4-FFF2-40B4-BE49-F238E27FC236}">
                <a16:creationId xmlns:a16="http://schemas.microsoft.com/office/drawing/2014/main" id="{2C6085ED-8EF3-4C74-9B9D-7804FC5FAEA1}"/>
              </a:ext>
            </a:extLst>
          </p:cNvPr>
          <p:cNvSpPr/>
          <p:nvPr/>
        </p:nvSpPr>
        <p:spPr>
          <a:xfrm>
            <a:off x="495191" y="6283982"/>
            <a:ext cx="450741" cy="94593"/>
          </a:xfrm>
          <a:prstGeom prst="rect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eaLnBrk="1"/>
            <a:endParaRPr lang="en-GB"/>
          </a:p>
        </p:txBody>
      </p:sp>
      <p:sp>
        <p:nvSpPr>
          <p:cNvPr id="13" name="Rechteck 12">
            <a:extLst>
              <a:ext uri="{FF2B5EF4-FFF2-40B4-BE49-F238E27FC236}">
                <a16:creationId xmlns:a16="http://schemas.microsoft.com/office/drawing/2014/main" id="{5CF86407-DA27-4CA6-A346-F8477F884E96}"/>
              </a:ext>
            </a:extLst>
          </p:cNvPr>
          <p:cNvSpPr>
            <a:spLocks/>
          </p:cNvSpPr>
          <p:nvPr/>
        </p:nvSpPr>
        <p:spPr>
          <a:xfrm>
            <a:off x="-1943099" y="2913099"/>
            <a:ext cx="1772284" cy="1031803"/>
          </a:xfrm>
          <a:prstGeom prst="rect">
            <a:avLst/>
          </a:prstGeom>
          <a:solidFill>
            <a:schemeClr val="bg1"/>
          </a:solidFill>
          <a:ln w="635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lIns="72000" tIns="72000" rIns="72000" bIns="72000" rtlCol="0" anchor="ctr">
            <a:spAutoFit/>
          </a:bodyPr>
          <a:lstStyle>
            <a:defPPr>
              <a:defRPr lang="de-DE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>
              <a:lnSpc>
                <a:spcPct val="90000"/>
              </a:lnSpc>
            </a:pPr>
            <a:r>
              <a:rPr lang="en-GB" sz="1600" b="0">
                <a:solidFill>
                  <a:schemeClr val="tx1"/>
                </a:solidFill>
              </a:rPr>
              <a:t>Please do not print slides with full colour or motifs </a:t>
            </a:r>
          </a:p>
        </p:txBody>
      </p:sp>
    </p:spTree>
    <p:extLst>
      <p:ext uri="{BB962C8B-B14F-4D97-AF65-F5344CB8AC3E}">
        <p14:creationId xmlns:p14="http://schemas.microsoft.com/office/powerpoint/2010/main" val="1295199936"/>
      </p:ext>
    </p:extLst>
  </p:cSld>
  <p:clrMapOvr>
    <a:masterClrMapping/>
  </p:clrMapOvr>
</p:sldLayout>
</file>

<file path=ppt/slideLayouts/slideLayout22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>
  <p:cSld name="Conclusion pictur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2" name="Objekt 1" hidden="1"/>
          <p:cNvGraphicFramePr>
            <a:graphicFrameLocks noChangeAspect="1"/>
          </p:cNvGraphicFramePr>
          <p:nvPr>
            <p:custDataLst>
              <p:tags r:id="rId1"/>
            </p:custDataLst>
          </p:nvPr>
        </p:nvGraphicFramePr>
        <p:xfrm>
          <a:off x="1588" y="1588"/>
          <a:ext cx="1588" cy="15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think-cell Slide" r:id="rId3" imgW="370" imgH="371" progId="TCLayout.ActiveDocument.1">
                  <p:embed/>
                </p:oleObj>
              </mc:Choice>
              <mc:Fallback>
                <p:oleObj name="think-cell Slide" r:id="rId3" imgW="370" imgH="371" progId="TCLayout.ActiveDocument.1">
                  <p:embed/>
                  <p:pic>
                    <p:nvPicPr>
                      <p:cNvPr id="2" name="Objekt 1" hidden="1"/>
                      <p:cNvPicPr/>
                      <p:nvPr/>
                    </p:nvPicPr>
                    <p:blipFill>
                      <a:blip r:embed="rId4"/>
                      <a:stretch>
                        <a:fillRect/>
                      </a:stretch>
                    </p:blipFill>
                    <p:spPr>
                      <a:xfrm>
                        <a:off x="1588" y="1588"/>
                        <a:ext cx="1588" cy="1588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pic>
        <p:nvPicPr>
          <p:cNvPr id="7" name="Grafik 6"/>
          <p:cNvPicPr>
            <a:picLocks noChangeAspect="1"/>
          </p:cNvPicPr>
          <p:nvPr/>
        </p:nvPicPr>
        <p:blipFill>
          <a:blip r:embed="rId5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136060" y="258750"/>
            <a:ext cx="1774212" cy="775631"/>
          </a:xfrm>
          <a:prstGeom prst="rect">
            <a:avLst/>
          </a:prstGeom>
        </p:spPr>
      </p:pic>
      <p:sp>
        <p:nvSpPr>
          <p:cNvPr id="27" name="Bildplatzhalter 14">
            <a:extLst>
              <a:ext uri="{FF2B5EF4-FFF2-40B4-BE49-F238E27FC236}">
                <a16:creationId xmlns:a16="http://schemas.microsoft.com/office/drawing/2014/main" id="{12A2E7EC-D35A-4A4A-BBD2-6097A2AF7814}"/>
              </a:ext>
            </a:extLst>
          </p:cNvPr>
          <p:cNvSpPr>
            <a:spLocks noGrp="1"/>
          </p:cNvSpPr>
          <p:nvPr>
            <p:ph type="pic" sz="quarter" idx="15" hasCustomPrompt="1"/>
          </p:nvPr>
        </p:nvSpPr>
        <p:spPr>
          <a:xfrm>
            <a:off x="0" y="0"/>
            <a:ext cx="12192000" cy="6858000"/>
          </a:xfrm>
          <a:custGeom>
            <a:avLst/>
            <a:gdLst>
              <a:gd name="connsiteX0" fmla="*/ 361950 w 12192000"/>
              <a:gd name="connsiteY0" fmla="*/ 2751084 h 6858000"/>
              <a:gd name="connsiteX1" fmla="*/ 361950 w 12192000"/>
              <a:gd name="connsiteY1" fmla="*/ 6534807 h 6858000"/>
              <a:gd name="connsiteX2" fmla="*/ 5401950 w 12192000"/>
              <a:gd name="connsiteY2" fmla="*/ 6534807 h 6858000"/>
              <a:gd name="connsiteX3" fmla="*/ 5401950 w 12192000"/>
              <a:gd name="connsiteY3" fmla="*/ 2751084 h 6858000"/>
              <a:gd name="connsiteX4" fmla="*/ 10129345 w 12192000"/>
              <a:gd name="connsiteY4" fmla="*/ 344401 h 6858000"/>
              <a:gd name="connsiteX5" fmla="*/ 10129345 w 12192000"/>
              <a:gd name="connsiteY5" fmla="*/ 1099696 h 6858000"/>
              <a:gd name="connsiteX6" fmla="*/ 11857039 w 12192000"/>
              <a:gd name="connsiteY6" fmla="*/ 1099696 h 6858000"/>
              <a:gd name="connsiteX7" fmla="*/ 11857039 w 12192000"/>
              <a:gd name="connsiteY7" fmla="*/ 344401 h 6858000"/>
              <a:gd name="connsiteX8" fmla="*/ 0 w 12192000"/>
              <a:gd name="connsiteY8" fmla="*/ 0 h 6858000"/>
              <a:gd name="connsiteX9" fmla="*/ 12192000 w 12192000"/>
              <a:gd name="connsiteY9" fmla="*/ 0 h 6858000"/>
              <a:gd name="connsiteX10" fmla="*/ 12192000 w 12192000"/>
              <a:gd name="connsiteY10" fmla="*/ 6858000 h 6858000"/>
              <a:gd name="connsiteX11" fmla="*/ 0 w 12192000"/>
              <a:gd name="connsiteY11" fmla="*/ 6858000 h 6858000"/>
              <a:gd name="connsiteX0" fmla="*/ 361950 w 12192000"/>
              <a:gd name="connsiteY0" fmla="*/ 2751084 h 6858000"/>
              <a:gd name="connsiteX1" fmla="*/ 361950 w 12192000"/>
              <a:gd name="connsiteY1" fmla="*/ 6534807 h 6858000"/>
              <a:gd name="connsiteX2" fmla="*/ 5401950 w 12192000"/>
              <a:gd name="connsiteY2" fmla="*/ 6534807 h 6858000"/>
              <a:gd name="connsiteX3" fmla="*/ 5401950 w 12192000"/>
              <a:gd name="connsiteY3" fmla="*/ 2751084 h 6858000"/>
              <a:gd name="connsiteX4" fmla="*/ 361950 w 12192000"/>
              <a:gd name="connsiteY4" fmla="*/ 2751084 h 6858000"/>
              <a:gd name="connsiteX5" fmla="*/ 10136965 w 12192000"/>
              <a:gd name="connsiteY5" fmla="*/ 258041 h 6858000"/>
              <a:gd name="connsiteX6" fmla="*/ 10129345 w 12192000"/>
              <a:gd name="connsiteY6" fmla="*/ 1099696 h 6858000"/>
              <a:gd name="connsiteX7" fmla="*/ 11857039 w 12192000"/>
              <a:gd name="connsiteY7" fmla="*/ 1099696 h 6858000"/>
              <a:gd name="connsiteX8" fmla="*/ 11857039 w 12192000"/>
              <a:gd name="connsiteY8" fmla="*/ 344401 h 6858000"/>
              <a:gd name="connsiteX9" fmla="*/ 10136965 w 12192000"/>
              <a:gd name="connsiteY9" fmla="*/ 258041 h 6858000"/>
              <a:gd name="connsiteX10" fmla="*/ 0 w 12192000"/>
              <a:gd name="connsiteY10" fmla="*/ 0 h 6858000"/>
              <a:gd name="connsiteX11" fmla="*/ 12192000 w 12192000"/>
              <a:gd name="connsiteY11" fmla="*/ 0 h 6858000"/>
              <a:gd name="connsiteX12" fmla="*/ 12192000 w 12192000"/>
              <a:gd name="connsiteY12" fmla="*/ 6858000 h 6858000"/>
              <a:gd name="connsiteX13" fmla="*/ 0 w 12192000"/>
              <a:gd name="connsiteY13" fmla="*/ 6858000 h 6858000"/>
              <a:gd name="connsiteX14" fmla="*/ 0 w 12192000"/>
              <a:gd name="connsiteY14" fmla="*/ 0 h 6858000"/>
              <a:gd name="connsiteX0" fmla="*/ 361950 w 12192000"/>
              <a:gd name="connsiteY0" fmla="*/ 2751084 h 6858000"/>
              <a:gd name="connsiteX1" fmla="*/ 361950 w 12192000"/>
              <a:gd name="connsiteY1" fmla="*/ 6534807 h 6858000"/>
              <a:gd name="connsiteX2" fmla="*/ 5401950 w 12192000"/>
              <a:gd name="connsiteY2" fmla="*/ 6534807 h 6858000"/>
              <a:gd name="connsiteX3" fmla="*/ 5401950 w 12192000"/>
              <a:gd name="connsiteY3" fmla="*/ 2751084 h 6858000"/>
              <a:gd name="connsiteX4" fmla="*/ 361950 w 12192000"/>
              <a:gd name="connsiteY4" fmla="*/ 2751084 h 6858000"/>
              <a:gd name="connsiteX5" fmla="*/ 10136965 w 12192000"/>
              <a:gd name="connsiteY5" fmla="*/ 258041 h 6858000"/>
              <a:gd name="connsiteX6" fmla="*/ 10129345 w 12192000"/>
              <a:gd name="connsiteY6" fmla="*/ 1099696 h 6858000"/>
              <a:gd name="connsiteX7" fmla="*/ 11857039 w 12192000"/>
              <a:gd name="connsiteY7" fmla="*/ 1099696 h 6858000"/>
              <a:gd name="connsiteX8" fmla="*/ 11907839 w 12192000"/>
              <a:gd name="connsiteY8" fmla="*/ 258041 h 6858000"/>
              <a:gd name="connsiteX9" fmla="*/ 10136965 w 12192000"/>
              <a:gd name="connsiteY9" fmla="*/ 258041 h 6858000"/>
              <a:gd name="connsiteX10" fmla="*/ 0 w 12192000"/>
              <a:gd name="connsiteY10" fmla="*/ 0 h 6858000"/>
              <a:gd name="connsiteX11" fmla="*/ 12192000 w 12192000"/>
              <a:gd name="connsiteY11" fmla="*/ 0 h 6858000"/>
              <a:gd name="connsiteX12" fmla="*/ 12192000 w 12192000"/>
              <a:gd name="connsiteY12" fmla="*/ 6858000 h 6858000"/>
              <a:gd name="connsiteX13" fmla="*/ 0 w 12192000"/>
              <a:gd name="connsiteY13" fmla="*/ 6858000 h 6858000"/>
              <a:gd name="connsiteX14" fmla="*/ 0 w 12192000"/>
              <a:gd name="connsiteY14" fmla="*/ 0 h 6858000"/>
              <a:gd name="connsiteX0" fmla="*/ 361950 w 12192000"/>
              <a:gd name="connsiteY0" fmla="*/ 2751084 h 6858000"/>
              <a:gd name="connsiteX1" fmla="*/ 361950 w 12192000"/>
              <a:gd name="connsiteY1" fmla="*/ 6534807 h 6858000"/>
              <a:gd name="connsiteX2" fmla="*/ 5401950 w 12192000"/>
              <a:gd name="connsiteY2" fmla="*/ 6534807 h 6858000"/>
              <a:gd name="connsiteX3" fmla="*/ 5401950 w 12192000"/>
              <a:gd name="connsiteY3" fmla="*/ 2751084 h 6858000"/>
              <a:gd name="connsiteX4" fmla="*/ 361950 w 12192000"/>
              <a:gd name="connsiteY4" fmla="*/ 2751084 h 6858000"/>
              <a:gd name="connsiteX5" fmla="*/ 10136965 w 12192000"/>
              <a:gd name="connsiteY5" fmla="*/ 258041 h 6858000"/>
              <a:gd name="connsiteX6" fmla="*/ 10129345 w 12192000"/>
              <a:gd name="connsiteY6" fmla="*/ 1099696 h 6858000"/>
              <a:gd name="connsiteX7" fmla="*/ 11907839 w 12192000"/>
              <a:gd name="connsiteY7" fmla="*/ 1031116 h 6858000"/>
              <a:gd name="connsiteX8" fmla="*/ 11907839 w 12192000"/>
              <a:gd name="connsiteY8" fmla="*/ 258041 h 6858000"/>
              <a:gd name="connsiteX9" fmla="*/ 10136965 w 12192000"/>
              <a:gd name="connsiteY9" fmla="*/ 258041 h 6858000"/>
              <a:gd name="connsiteX10" fmla="*/ 0 w 12192000"/>
              <a:gd name="connsiteY10" fmla="*/ 0 h 6858000"/>
              <a:gd name="connsiteX11" fmla="*/ 12192000 w 12192000"/>
              <a:gd name="connsiteY11" fmla="*/ 0 h 6858000"/>
              <a:gd name="connsiteX12" fmla="*/ 12192000 w 12192000"/>
              <a:gd name="connsiteY12" fmla="*/ 6858000 h 6858000"/>
              <a:gd name="connsiteX13" fmla="*/ 0 w 12192000"/>
              <a:gd name="connsiteY13" fmla="*/ 6858000 h 6858000"/>
              <a:gd name="connsiteX14" fmla="*/ 0 w 12192000"/>
              <a:gd name="connsiteY14" fmla="*/ 0 h 6858000"/>
              <a:gd name="connsiteX0" fmla="*/ 361950 w 12192000"/>
              <a:gd name="connsiteY0" fmla="*/ 2751084 h 6858000"/>
              <a:gd name="connsiteX1" fmla="*/ 361950 w 12192000"/>
              <a:gd name="connsiteY1" fmla="*/ 6534807 h 6858000"/>
              <a:gd name="connsiteX2" fmla="*/ 5401950 w 12192000"/>
              <a:gd name="connsiteY2" fmla="*/ 6534807 h 6858000"/>
              <a:gd name="connsiteX3" fmla="*/ 5401950 w 12192000"/>
              <a:gd name="connsiteY3" fmla="*/ 2751084 h 6858000"/>
              <a:gd name="connsiteX4" fmla="*/ 361950 w 12192000"/>
              <a:gd name="connsiteY4" fmla="*/ 2751084 h 6858000"/>
              <a:gd name="connsiteX5" fmla="*/ 10136965 w 12192000"/>
              <a:gd name="connsiteY5" fmla="*/ 258041 h 6858000"/>
              <a:gd name="connsiteX6" fmla="*/ 10131885 w 12192000"/>
              <a:gd name="connsiteY6" fmla="*/ 1033656 h 6858000"/>
              <a:gd name="connsiteX7" fmla="*/ 11907839 w 12192000"/>
              <a:gd name="connsiteY7" fmla="*/ 1031116 h 6858000"/>
              <a:gd name="connsiteX8" fmla="*/ 11907839 w 12192000"/>
              <a:gd name="connsiteY8" fmla="*/ 258041 h 6858000"/>
              <a:gd name="connsiteX9" fmla="*/ 10136965 w 12192000"/>
              <a:gd name="connsiteY9" fmla="*/ 258041 h 6858000"/>
              <a:gd name="connsiteX10" fmla="*/ 0 w 12192000"/>
              <a:gd name="connsiteY10" fmla="*/ 0 h 6858000"/>
              <a:gd name="connsiteX11" fmla="*/ 12192000 w 12192000"/>
              <a:gd name="connsiteY11" fmla="*/ 0 h 6858000"/>
              <a:gd name="connsiteX12" fmla="*/ 12192000 w 12192000"/>
              <a:gd name="connsiteY12" fmla="*/ 6858000 h 6858000"/>
              <a:gd name="connsiteX13" fmla="*/ 0 w 12192000"/>
              <a:gd name="connsiteY13" fmla="*/ 6858000 h 6858000"/>
              <a:gd name="connsiteX14" fmla="*/ 0 w 12192000"/>
              <a:gd name="connsiteY14" fmla="*/ 0 h 6858000"/>
              <a:gd name="connsiteX0" fmla="*/ 361950 w 12192000"/>
              <a:gd name="connsiteY0" fmla="*/ 2751084 h 6858000"/>
              <a:gd name="connsiteX1" fmla="*/ 361950 w 12192000"/>
              <a:gd name="connsiteY1" fmla="*/ 6534807 h 6858000"/>
              <a:gd name="connsiteX2" fmla="*/ 5401950 w 12192000"/>
              <a:gd name="connsiteY2" fmla="*/ 6534807 h 6858000"/>
              <a:gd name="connsiteX3" fmla="*/ 5401950 w 12192000"/>
              <a:gd name="connsiteY3" fmla="*/ 2751084 h 6858000"/>
              <a:gd name="connsiteX4" fmla="*/ 361950 w 12192000"/>
              <a:gd name="connsiteY4" fmla="*/ 2751084 h 6858000"/>
              <a:gd name="connsiteX5" fmla="*/ 10136965 w 12192000"/>
              <a:gd name="connsiteY5" fmla="*/ 258041 h 6858000"/>
              <a:gd name="connsiteX6" fmla="*/ 10135695 w 12192000"/>
              <a:gd name="connsiteY6" fmla="*/ 1031751 h 6858000"/>
              <a:gd name="connsiteX7" fmla="*/ 11907839 w 12192000"/>
              <a:gd name="connsiteY7" fmla="*/ 1031116 h 6858000"/>
              <a:gd name="connsiteX8" fmla="*/ 11907839 w 12192000"/>
              <a:gd name="connsiteY8" fmla="*/ 258041 h 6858000"/>
              <a:gd name="connsiteX9" fmla="*/ 10136965 w 12192000"/>
              <a:gd name="connsiteY9" fmla="*/ 258041 h 6858000"/>
              <a:gd name="connsiteX10" fmla="*/ 0 w 12192000"/>
              <a:gd name="connsiteY10" fmla="*/ 0 h 6858000"/>
              <a:gd name="connsiteX11" fmla="*/ 12192000 w 12192000"/>
              <a:gd name="connsiteY11" fmla="*/ 0 h 6858000"/>
              <a:gd name="connsiteX12" fmla="*/ 12192000 w 12192000"/>
              <a:gd name="connsiteY12" fmla="*/ 6858000 h 6858000"/>
              <a:gd name="connsiteX13" fmla="*/ 0 w 12192000"/>
              <a:gd name="connsiteY13" fmla="*/ 6858000 h 6858000"/>
              <a:gd name="connsiteX14" fmla="*/ 0 w 12192000"/>
              <a:gd name="connsiteY14" fmla="*/ 0 h 6858000"/>
              <a:gd name="connsiteX0" fmla="*/ 361950 w 12192000"/>
              <a:gd name="connsiteY0" fmla="*/ 2751084 h 6858000"/>
              <a:gd name="connsiteX1" fmla="*/ 642366 w 12192000"/>
              <a:gd name="connsiteY1" fmla="*/ 6534807 h 6858000"/>
              <a:gd name="connsiteX2" fmla="*/ 5401950 w 12192000"/>
              <a:gd name="connsiteY2" fmla="*/ 6534807 h 6858000"/>
              <a:gd name="connsiteX3" fmla="*/ 5401950 w 12192000"/>
              <a:gd name="connsiteY3" fmla="*/ 2751084 h 6858000"/>
              <a:gd name="connsiteX4" fmla="*/ 361950 w 12192000"/>
              <a:gd name="connsiteY4" fmla="*/ 2751084 h 6858000"/>
              <a:gd name="connsiteX5" fmla="*/ 10136965 w 12192000"/>
              <a:gd name="connsiteY5" fmla="*/ 258041 h 6858000"/>
              <a:gd name="connsiteX6" fmla="*/ 10135695 w 12192000"/>
              <a:gd name="connsiteY6" fmla="*/ 1031751 h 6858000"/>
              <a:gd name="connsiteX7" fmla="*/ 11907839 w 12192000"/>
              <a:gd name="connsiteY7" fmla="*/ 1031116 h 6858000"/>
              <a:gd name="connsiteX8" fmla="*/ 11907839 w 12192000"/>
              <a:gd name="connsiteY8" fmla="*/ 258041 h 6858000"/>
              <a:gd name="connsiteX9" fmla="*/ 10136965 w 12192000"/>
              <a:gd name="connsiteY9" fmla="*/ 258041 h 6858000"/>
              <a:gd name="connsiteX10" fmla="*/ 0 w 12192000"/>
              <a:gd name="connsiteY10" fmla="*/ 0 h 6858000"/>
              <a:gd name="connsiteX11" fmla="*/ 12192000 w 12192000"/>
              <a:gd name="connsiteY11" fmla="*/ 0 h 6858000"/>
              <a:gd name="connsiteX12" fmla="*/ 12192000 w 12192000"/>
              <a:gd name="connsiteY12" fmla="*/ 6858000 h 6858000"/>
              <a:gd name="connsiteX13" fmla="*/ 0 w 12192000"/>
              <a:gd name="connsiteY13" fmla="*/ 6858000 h 6858000"/>
              <a:gd name="connsiteX14" fmla="*/ 0 w 12192000"/>
              <a:gd name="connsiteY14" fmla="*/ 0 h 6858000"/>
              <a:gd name="connsiteX0" fmla="*/ 642366 w 12192000"/>
              <a:gd name="connsiteY0" fmla="*/ 6426972 h 6858000"/>
              <a:gd name="connsiteX1" fmla="*/ 642366 w 12192000"/>
              <a:gd name="connsiteY1" fmla="*/ 6534807 h 6858000"/>
              <a:gd name="connsiteX2" fmla="*/ 5401950 w 12192000"/>
              <a:gd name="connsiteY2" fmla="*/ 6534807 h 6858000"/>
              <a:gd name="connsiteX3" fmla="*/ 5401950 w 12192000"/>
              <a:gd name="connsiteY3" fmla="*/ 2751084 h 6858000"/>
              <a:gd name="connsiteX4" fmla="*/ 642366 w 12192000"/>
              <a:gd name="connsiteY4" fmla="*/ 6426972 h 6858000"/>
              <a:gd name="connsiteX5" fmla="*/ 10136965 w 12192000"/>
              <a:gd name="connsiteY5" fmla="*/ 258041 h 6858000"/>
              <a:gd name="connsiteX6" fmla="*/ 10135695 w 12192000"/>
              <a:gd name="connsiteY6" fmla="*/ 1031751 h 6858000"/>
              <a:gd name="connsiteX7" fmla="*/ 11907839 w 12192000"/>
              <a:gd name="connsiteY7" fmla="*/ 1031116 h 6858000"/>
              <a:gd name="connsiteX8" fmla="*/ 11907839 w 12192000"/>
              <a:gd name="connsiteY8" fmla="*/ 258041 h 6858000"/>
              <a:gd name="connsiteX9" fmla="*/ 10136965 w 12192000"/>
              <a:gd name="connsiteY9" fmla="*/ 258041 h 6858000"/>
              <a:gd name="connsiteX10" fmla="*/ 0 w 12192000"/>
              <a:gd name="connsiteY10" fmla="*/ 0 h 6858000"/>
              <a:gd name="connsiteX11" fmla="*/ 12192000 w 12192000"/>
              <a:gd name="connsiteY11" fmla="*/ 0 h 6858000"/>
              <a:gd name="connsiteX12" fmla="*/ 12192000 w 12192000"/>
              <a:gd name="connsiteY12" fmla="*/ 6858000 h 6858000"/>
              <a:gd name="connsiteX13" fmla="*/ 0 w 12192000"/>
              <a:gd name="connsiteY13" fmla="*/ 6858000 h 6858000"/>
              <a:gd name="connsiteX14" fmla="*/ 0 w 12192000"/>
              <a:gd name="connsiteY14" fmla="*/ 0 h 6858000"/>
              <a:gd name="connsiteX0" fmla="*/ 642366 w 12192000"/>
              <a:gd name="connsiteY0" fmla="*/ 6426972 h 6858000"/>
              <a:gd name="connsiteX1" fmla="*/ 642366 w 12192000"/>
              <a:gd name="connsiteY1" fmla="*/ 6534807 h 6858000"/>
              <a:gd name="connsiteX2" fmla="*/ 5401950 w 12192000"/>
              <a:gd name="connsiteY2" fmla="*/ 6534807 h 6858000"/>
              <a:gd name="connsiteX3" fmla="*/ 1378590 w 12192000"/>
              <a:gd name="connsiteY3" fmla="*/ 6122172 h 6858000"/>
              <a:gd name="connsiteX4" fmla="*/ 642366 w 12192000"/>
              <a:gd name="connsiteY4" fmla="*/ 6426972 h 6858000"/>
              <a:gd name="connsiteX5" fmla="*/ 10136965 w 12192000"/>
              <a:gd name="connsiteY5" fmla="*/ 258041 h 6858000"/>
              <a:gd name="connsiteX6" fmla="*/ 10135695 w 12192000"/>
              <a:gd name="connsiteY6" fmla="*/ 1031751 h 6858000"/>
              <a:gd name="connsiteX7" fmla="*/ 11907839 w 12192000"/>
              <a:gd name="connsiteY7" fmla="*/ 1031116 h 6858000"/>
              <a:gd name="connsiteX8" fmla="*/ 11907839 w 12192000"/>
              <a:gd name="connsiteY8" fmla="*/ 258041 h 6858000"/>
              <a:gd name="connsiteX9" fmla="*/ 10136965 w 12192000"/>
              <a:gd name="connsiteY9" fmla="*/ 258041 h 6858000"/>
              <a:gd name="connsiteX10" fmla="*/ 0 w 12192000"/>
              <a:gd name="connsiteY10" fmla="*/ 0 h 6858000"/>
              <a:gd name="connsiteX11" fmla="*/ 12192000 w 12192000"/>
              <a:gd name="connsiteY11" fmla="*/ 0 h 6858000"/>
              <a:gd name="connsiteX12" fmla="*/ 12192000 w 12192000"/>
              <a:gd name="connsiteY12" fmla="*/ 6858000 h 6858000"/>
              <a:gd name="connsiteX13" fmla="*/ 0 w 12192000"/>
              <a:gd name="connsiteY13" fmla="*/ 6858000 h 6858000"/>
              <a:gd name="connsiteX14" fmla="*/ 0 w 12192000"/>
              <a:gd name="connsiteY14" fmla="*/ 0 h 6858000"/>
              <a:gd name="connsiteX0" fmla="*/ 642366 w 12192000"/>
              <a:gd name="connsiteY0" fmla="*/ 6426972 h 6858000"/>
              <a:gd name="connsiteX1" fmla="*/ 642366 w 12192000"/>
              <a:gd name="connsiteY1" fmla="*/ 6534807 h 6858000"/>
              <a:gd name="connsiteX2" fmla="*/ 1195710 w 12192000"/>
              <a:gd name="connsiteY2" fmla="*/ 6565287 h 6858000"/>
              <a:gd name="connsiteX3" fmla="*/ 1378590 w 12192000"/>
              <a:gd name="connsiteY3" fmla="*/ 6122172 h 6858000"/>
              <a:gd name="connsiteX4" fmla="*/ 642366 w 12192000"/>
              <a:gd name="connsiteY4" fmla="*/ 6426972 h 6858000"/>
              <a:gd name="connsiteX5" fmla="*/ 10136965 w 12192000"/>
              <a:gd name="connsiteY5" fmla="*/ 258041 h 6858000"/>
              <a:gd name="connsiteX6" fmla="*/ 10135695 w 12192000"/>
              <a:gd name="connsiteY6" fmla="*/ 1031751 h 6858000"/>
              <a:gd name="connsiteX7" fmla="*/ 11907839 w 12192000"/>
              <a:gd name="connsiteY7" fmla="*/ 1031116 h 6858000"/>
              <a:gd name="connsiteX8" fmla="*/ 11907839 w 12192000"/>
              <a:gd name="connsiteY8" fmla="*/ 258041 h 6858000"/>
              <a:gd name="connsiteX9" fmla="*/ 10136965 w 12192000"/>
              <a:gd name="connsiteY9" fmla="*/ 258041 h 6858000"/>
              <a:gd name="connsiteX10" fmla="*/ 0 w 12192000"/>
              <a:gd name="connsiteY10" fmla="*/ 0 h 6858000"/>
              <a:gd name="connsiteX11" fmla="*/ 12192000 w 12192000"/>
              <a:gd name="connsiteY11" fmla="*/ 0 h 6858000"/>
              <a:gd name="connsiteX12" fmla="*/ 12192000 w 12192000"/>
              <a:gd name="connsiteY12" fmla="*/ 6858000 h 6858000"/>
              <a:gd name="connsiteX13" fmla="*/ 0 w 12192000"/>
              <a:gd name="connsiteY13" fmla="*/ 6858000 h 6858000"/>
              <a:gd name="connsiteX14" fmla="*/ 0 w 12192000"/>
              <a:gd name="connsiteY14" fmla="*/ 0 h 6858000"/>
              <a:gd name="connsiteX0" fmla="*/ 642366 w 12192000"/>
              <a:gd name="connsiteY0" fmla="*/ 6426972 h 6858000"/>
              <a:gd name="connsiteX1" fmla="*/ 642366 w 12192000"/>
              <a:gd name="connsiteY1" fmla="*/ 6534807 h 6858000"/>
              <a:gd name="connsiteX2" fmla="*/ 1195710 w 12192000"/>
              <a:gd name="connsiteY2" fmla="*/ 6565287 h 6858000"/>
              <a:gd name="connsiteX3" fmla="*/ 1378590 w 12192000"/>
              <a:gd name="connsiteY3" fmla="*/ 6122172 h 6858000"/>
              <a:gd name="connsiteX4" fmla="*/ 642366 w 12192000"/>
              <a:gd name="connsiteY4" fmla="*/ 6426972 h 6858000"/>
              <a:gd name="connsiteX5" fmla="*/ 10136965 w 12192000"/>
              <a:gd name="connsiteY5" fmla="*/ 258041 h 6858000"/>
              <a:gd name="connsiteX6" fmla="*/ 10135695 w 12192000"/>
              <a:gd name="connsiteY6" fmla="*/ 1031751 h 6858000"/>
              <a:gd name="connsiteX7" fmla="*/ 11907839 w 12192000"/>
              <a:gd name="connsiteY7" fmla="*/ 1031116 h 6858000"/>
              <a:gd name="connsiteX8" fmla="*/ 11907839 w 12192000"/>
              <a:gd name="connsiteY8" fmla="*/ 258041 h 6858000"/>
              <a:gd name="connsiteX9" fmla="*/ 10136965 w 12192000"/>
              <a:gd name="connsiteY9" fmla="*/ 258041 h 6858000"/>
              <a:gd name="connsiteX10" fmla="*/ 0 w 12192000"/>
              <a:gd name="connsiteY10" fmla="*/ 0 h 6858000"/>
              <a:gd name="connsiteX11" fmla="*/ 12192000 w 12192000"/>
              <a:gd name="connsiteY11" fmla="*/ 0 h 6858000"/>
              <a:gd name="connsiteX12" fmla="*/ 12192000 w 12192000"/>
              <a:gd name="connsiteY12" fmla="*/ 6858000 h 6858000"/>
              <a:gd name="connsiteX13" fmla="*/ 0 w 12192000"/>
              <a:gd name="connsiteY13" fmla="*/ 6858000 h 6858000"/>
              <a:gd name="connsiteX14" fmla="*/ 0 w 12192000"/>
              <a:gd name="connsiteY14" fmla="*/ 0 h 6858000"/>
              <a:gd name="connsiteX0" fmla="*/ 642366 w 12192000"/>
              <a:gd name="connsiteY0" fmla="*/ 6426972 h 6858000"/>
              <a:gd name="connsiteX1" fmla="*/ 642366 w 12192000"/>
              <a:gd name="connsiteY1" fmla="*/ 6534807 h 6858000"/>
              <a:gd name="connsiteX2" fmla="*/ 1102365 w 12192000"/>
              <a:gd name="connsiteY2" fmla="*/ 6536712 h 6858000"/>
              <a:gd name="connsiteX3" fmla="*/ 1378590 w 12192000"/>
              <a:gd name="connsiteY3" fmla="*/ 6122172 h 6858000"/>
              <a:gd name="connsiteX4" fmla="*/ 642366 w 12192000"/>
              <a:gd name="connsiteY4" fmla="*/ 6426972 h 6858000"/>
              <a:gd name="connsiteX5" fmla="*/ 10136965 w 12192000"/>
              <a:gd name="connsiteY5" fmla="*/ 258041 h 6858000"/>
              <a:gd name="connsiteX6" fmla="*/ 10135695 w 12192000"/>
              <a:gd name="connsiteY6" fmla="*/ 1031751 h 6858000"/>
              <a:gd name="connsiteX7" fmla="*/ 11907839 w 12192000"/>
              <a:gd name="connsiteY7" fmla="*/ 1031116 h 6858000"/>
              <a:gd name="connsiteX8" fmla="*/ 11907839 w 12192000"/>
              <a:gd name="connsiteY8" fmla="*/ 258041 h 6858000"/>
              <a:gd name="connsiteX9" fmla="*/ 10136965 w 12192000"/>
              <a:gd name="connsiteY9" fmla="*/ 258041 h 6858000"/>
              <a:gd name="connsiteX10" fmla="*/ 0 w 12192000"/>
              <a:gd name="connsiteY10" fmla="*/ 0 h 6858000"/>
              <a:gd name="connsiteX11" fmla="*/ 12192000 w 12192000"/>
              <a:gd name="connsiteY11" fmla="*/ 0 h 6858000"/>
              <a:gd name="connsiteX12" fmla="*/ 12192000 w 12192000"/>
              <a:gd name="connsiteY12" fmla="*/ 6858000 h 6858000"/>
              <a:gd name="connsiteX13" fmla="*/ 0 w 12192000"/>
              <a:gd name="connsiteY13" fmla="*/ 6858000 h 6858000"/>
              <a:gd name="connsiteX14" fmla="*/ 0 w 12192000"/>
              <a:gd name="connsiteY14" fmla="*/ 0 h 6858000"/>
              <a:gd name="connsiteX0" fmla="*/ 642366 w 12192000"/>
              <a:gd name="connsiteY0" fmla="*/ 6426972 h 6858000"/>
              <a:gd name="connsiteX1" fmla="*/ 642366 w 12192000"/>
              <a:gd name="connsiteY1" fmla="*/ 6534807 h 6858000"/>
              <a:gd name="connsiteX2" fmla="*/ 1102365 w 12192000"/>
              <a:gd name="connsiteY2" fmla="*/ 6536712 h 6858000"/>
              <a:gd name="connsiteX3" fmla="*/ 1106175 w 12192000"/>
              <a:gd name="connsiteY3" fmla="*/ 6434592 h 6858000"/>
              <a:gd name="connsiteX4" fmla="*/ 642366 w 12192000"/>
              <a:gd name="connsiteY4" fmla="*/ 6426972 h 6858000"/>
              <a:gd name="connsiteX5" fmla="*/ 10136965 w 12192000"/>
              <a:gd name="connsiteY5" fmla="*/ 258041 h 6858000"/>
              <a:gd name="connsiteX6" fmla="*/ 10135695 w 12192000"/>
              <a:gd name="connsiteY6" fmla="*/ 1031751 h 6858000"/>
              <a:gd name="connsiteX7" fmla="*/ 11907839 w 12192000"/>
              <a:gd name="connsiteY7" fmla="*/ 1031116 h 6858000"/>
              <a:gd name="connsiteX8" fmla="*/ 11907839 w 12192000"/>
              <a:gd name="connsiteY8" fmla="*/ 258041 h 6858000"/>
              <a:gd name="connsiteX9" fmla="*/ 10136965 w 12192000"/>
              <a:gd name="connsiteY9" fmla="*/ 258041 h 6858000"/>
              <a:gd name="connsiteX10" fmla="*/ 0 w 12192000"/>
              <a:gd name="connsiteY10" fmla="*/ 0 h 6858000"/>
              <a:gd name="connsiteX11" fmla="*/ 12192000 w 12192000"/>
              <a:gd name="connsiteY11" fmla="*/ 0 h 6858000"/>
              <a:gd name="connsiteX12" fmla="*/ 12192000 w 12192000"/>
              <a:gd name="connsiteY12" fmla="*/ 6858000 h 6858000"/>
              <a:gd name="connsiteX13" fmla="*/ 0 w 12192000"/>
              <a:gd name="connsiteY13" fmla="*/ 6858000 h 6858000"/>
              <a:gd name="connsiteX14" fmla="*/ 0 w 12192000"/>
              <a:gd name="connsiteY14" fmla="*/ 0 h 6858000"/>
              <a:gd name="connsiteX0" fmla="*/ 642366 w 12192000"/>
              <a:gd name="connsiteY0" fmla="*/ 6426972 h 6858000"/>
              <a:gd name="connsiteX1" fmla="*/ 642366 w 12192000"/>
              <a:gd name="connsiteY1" fmla="*/ 6534807 h 6858000"/>
              <a:gd name="connsiteX2" fmla="*/ 1106175 w 12192000"/>
              <a:gd name="connsiteY2" fmla="*/ 6538617 h 6858000"/>
              <a:gd name="connsiteX3" fmla="*/ 1106175 w 12192000"/>
              <a:gd name="connsiteY3" fmla="*/ 6434592 h 6858000"/>
              <a:gd name="connsiteX4" fmla="*/ 642366 w 12192000"/>
              <a:gd name="connsiteY4" fmla="*/ 6426972 h 6858000"/>
              <a:gd name="connsiteX5" fmla="*/ 10136965 w 12192000"/>
              <a:gd name="connsiteY5" fmla="*/ 258041 h 6858000"/>
              <a:gd name="connsiteX6" fmla="*/ 10135695 w 12192000"/>
              <a:gd name="connsiteY6" fmla="*/ 1031751 h 6858000"/>
              <a:gd name="connsiteX7" fmla="*/ 11907839 w 12192000"/>
              <a:gd name="connsiteY7" fmla="*/ 1031116 h 6858000"/>
              <a:gd name="connsiteX8" fmla="*/ 11907839 w 12192000"/>
              <a:gd name="connsiteY8" fmla="*/ 258041 h 6858000"/>
              <a:gd name="connsiteX9" fmla="*/ 10136965 w 12192000"/>
              <a:gd name="connsiteY9" fmla="*/ 258041 h 6858000"/>
              <a:gd name="connsiteX10" fmla="*/ 0 w 12192000"/>
              <a:gd name="connsiteY10" fmla="*/ 0 h 6858000"/>
              <a:gd name="connsiteX11" fmla="*/ 12192000 w 12192000"/>
              <a:gd name="connsiteY11" fmla="*/ 0 h 6858000"/>
              <a:gd name="connsiteX12" fmla="*/ 12192000 w 12192000"/>
              <a:gd name="connsiteY12" fmla="*/ 6858000 h 6858000"/>
              <a:gd name="connsiteX13" fmla="*/ 0 w 12192000"/>
              <a:gd name="connsiteY13" fmla="*/ 6858000 h 6858000"/>
              <a:gd name="connsiteX14" fmla="*/ 0 w 12192000"/>
              <a:gd name="connsiteY14" fmla="*/ 0 h 6858000"/>
              <a:gd name="connsiteX0" fmla="*/ 646176 w 12192000"/>
              <a:gd name="connsiteY0" fmla="*/ 6430782 h 6858000"/>
              <a:gd name="connsiteX1" fmla="*/ 642366 w 12192000"/>
              <a:gd name="connsiteY1" fmla="*/ 6534807 h 6858000"/>
              <a:gd name="connsiteX2" fmla="*/ 1106175 w 12192000"/>
              <a:gd name="connsiteY2" fmla="*/ 6538617 h 6858000"/>
              <a:gd name="connsiteX3" fmla="*/ 1106175 w 12192000"/>
              <a:gd name="connsiteY3" fmla="*/ 6434592 h 6858000"/>
              <a:gd name="connsiteX4" fmla="*/ 646176 w 12192000"/>
              <a:gd name="connsiteY4" fmla="*/ 6430782 h 6858000"/>
              <a:gd name="connsiteX5" fmla="*/ 10136965 w 12192000"/>
              <a:gd name="connsiteY5" fmla="*/ 258041 h 6858000"/>
              <a:gd name="connsiteX6" fmla="*/ 10135695 w 12192000"/>
              <a:gd name="connsiteY6" fmla="*/ 1031751 h 6858000"/>
              <a:gd name="connsiteX7" fmla="*/ 11907839 w 12192000"/>
              <a:gd name="connsiteY7" fmla="*/ 1031116 h 6858000"/>
              <a:gd name="connsiteX8" fmla="*/ 11907839 w 12192000"/>
              <a:gd name="connsiteY8" fmla="*/ 258041 h 6858000"/>
              <a:gd name="connsiteX9" fmla="*/ 10136965 w 12192000"/>
              <a:gd name="connsiteY9" fmla="*/ 258041 h 6858000"/>
              <a:gd name="connsiteX10" fmla="*/ 0 w 12192000"/>
              <a:gd name="connsiteY10" fmla="*/ 0 h 6858000"/>
              <a:gd name="connsiteX11" fmla="*/ 12192000 w 12192000"/>
              <a:gd name="connsiteY11" fmla="*/ 0 h 6858000"/>
              <a:gd name="connsiteX12" fmla="*/ 12192000 w 12192000"/>
              <a:gd name="connsiteY12" fmla="*/ 6858000 h 6858000"/>
              <a:gd name="connsiteX13" fmla="*/ 0 w 12192000"/>
              <a:gd name="connsiteY13" fmla="*/ 6858000 h 6858000"/>
              <a:gd name="connsiteX14" fmla="*/ 0 w 12192000"/>
              <a:gd name="connsiteY14" fmla="*/ 0 h 6858000"/>
              <a:gd name="connsiteX0" fmla="*/ 646176 w 12192000"/>
              <a:gd name="connsiteY0" fmla="*/ 6430782 h 6858000"/>
              <a:gd name="connsiteX1" fmla="*/ 642366 w 12192000"/>
              <a:gd name="connsiteY1" fmla="*/ 6534807 h 6858000"/>
              <a:gd name="connsiteX2" fmla="*/ 1106175 w 12192000"/>
              <a:gd name="connsiteY2" fmla="*/ 6538617 h 6858000"/>
              <a:gd name="connsiteX3" fmla="*/ 1106175 w 12192000"/>
              <a:gd name="connsiteY3" fmla="*/ 6432687 h 6858000"/>
              <a:gd name="connsiteX4" fmla="*/ 646176 w 12192000"/>
              <a:gd name="connsiteY4" fmla="*/ 6430782 h 6858000"/>
              <a:gd name="connsiteX5" fmla="*/ 10136965 w 12192000"/>
              <a:gd name="connsiteY5" fmla="*/ 258041 h 6858000"/>
              <a:gd name="connsiteX6" fmla="*/ 10135695 w 12192000"/>
              <a:gd name="connsiteY6" fmla="*/ 1031751 h 6858000"/>
              <a:gd name="connsiteX7" fmla="*/ 11907839 w 12192000"/>
              <a:gd name="connsiteY7" fmla="*/ 1031116 h 6858000"/>
              <a:gd name="connsiteX8" fmla="*/ 11907839 w 12192000"/>
              <a:gd name="connsiteY8" fmla="*/ 258041 h 6858000"/>
              <a:gd name="connsiteX9" fmla="*/ 10136965 w 12192000"/>
              <a:gd name="connsiteY9" fmla="*/ 258041 h 6858000"/>
              <a:gd name="connsiteX10" fmla="*/ 0 w 12192000"/>
              <a:gd name="connsiteY10" fmla="*/ 0 h 6858000"/>
              <a:gd name="connsiteX11" fmla="*/ 12192000 w 12192000"/>
              <a:gd name="connsiteY11" fmla="*/ 0 h 6858000"/>
              <a:gd name="connsiteX12" fmla="*/ 12192000 w 12192000"/>
              <a:gd name="connsiteY12" fmla="*/ 6858000 h 6858000"/>
              <a:gd name="connsiteX13" fmla="*/ 0 w 12192000"/>
              <a:gd name="connsiteY13" fmla="*/ 6858000 h 6858000"/>
              <a:gd name="connsiteX14" fmla="*/ 0 w 12192000"/>
              <a:gd name="connsiteY14" fmla="*/ 0 h 6858000"/>
              <a:gd name="connsiteX0" fmla="*/ 646176 w 12192000"/>
              <a:gd name="connsiteY0" fmla="*/ 6430782 h 6858000"/>
              <a:gd name="connsiteX1" fmla="*/ 642366 w 12192000"/>
              <a:gd name="connsiteY1" fmla="*/ 6534807 h 6858000"/>
              <a:gd name="connsiteX2" fmla="*/ 1106175 w 12192000"/>
              <a:gd name="connsiteY2" fmla="*/ 6538617 h 6858000"/>
              <a:gd name="connsiteX3" fmla="*/ 1106175 w 12192000"/>
              <a:gd name="connsiteY3" fmla="*/ 6428877 h 6858000"/>
              <a:gd name="connsiteX4" fmla="*/ 646176 w 12192000"/>
              <a:gd name="connsiteY4" fmla="*/ 6430782 h 6858000"/>
              <a:gd name="connsiteX5" fmla="*/ 10136965 w 12192000"/>
              <a:gd name="connsiteY5" fmla="*/ 258041 h 6858000"/>
              <a:gd name="connsiteX6" fmla="*/ 10135695 w 12192000"/>
              <a:gd name="connsiteY6" fmla="*/ 1031751 h 6858000"/>
              <a:gd name="connsiteX7" fmla="*/ 11907839 w 12192000"/>
              <a:gd name="connsiteY7" fmla="*/ 1031116 h 6858000"/>
              <a:gd name="connsiteX8" fmla="*/ 11907839 w 12192000"/>
              <a:gd name="connsiteY8" fmla="*/ 258041 h 6858000"/>
              <a:gd name="connsiteX9" fmla="*/ 10136965 w 12192000"/>
              <a:gd name="connsiteY9" fmla="*/ 258041 h 6858000"/>
              <a:gd name="connsiteX10" fmla="*/ 0 w 12192000"/>
              <a:gd name="connsiteY10" fmla="*/ 0 h 6858000"/>
              <a:gd name="connsiteX11" fmla="*/ 12192000 w 12192000"/>
              <a:gd name="connsiteY11" fmla="*/ 0 h 6858000"/>
              <a:gd name="connsiteX12" fmla="*/ 12192000 w 12192000"/>
              <a:gd name="connsiteY12" fmla="*/ 6858000 h 6858000"/>
              <a:gd name="connsiteX13" fmla="*/ 0 w 12192000"/>
              <a:gd name="connsiteY13" fmla="*/ 6858000 h 6858000"/>
              <a:gd name="connsiteX14" fmla="*/ 0 w 12192000"/>
              <a:gd name="connsiteY14" fmla="*/ 0 h 6858000"/>
              <a:gd name="connsiteX0" fmla="*/ 646176 w 12192000"/>
              <a:gd name="connsiteY0" fmla="*/ 6430782 h 6858000"/>
              <a:gd name="connsiteX1" fmla="*/ 642366 w 12192000"/>
              <a:gd name="connsiteY1" fmla="*/ 6534807 h 6858000"/>
              <a:gd name="connsiteX2" fmla="*/ 1106175 w 12192000"/>
              <a:gd name="connsiteY2" fmla="*/ 6538617 h 6858000"/>
              <a:gd name="connsiteX3" fmla="*/ 1106175 w 12192000"/>
              <a:gd name="connsiteY3" fmla="*/ 6430782 h 6858000"/>
              <a:gd name="connsiteX4" fmla="*/ 646176 w 12192000"/>
              <a:gd name="connsiteY4" fmla="*/ 6430782 h 6858000"/>
              <a:gd name="connsiteX5" fmla="*/ 10136965 w 12192000"/>
              <a:gd name="connsiteY5" fmla="*/ 258041 h 6858000"/>
              <a:gd name="connsiteX6" fmla="*/ 10135695 w 12192000"/>
              <a:gd name="connsiteY6" fmla="*/ 1031751 h 6858000"/>
              <a:gd name="connsiteX7" fmla="*/ 11907839 w 12192000"/>
              <a:gd name="connsiteY7" fmla="*/ 1031116 h 6858000"/>
              <a:gd name="connsiteX8" fmla="*/ 11907839 w 12192000"/>
              <a:gd name="connsiteY8" fmla="*/ 258041 h 6858000"/>
              <a:gd name="connsiteX9" fmla="*/ 10136965 w 12192000"/>
              <a:gd name="connsiteY9" fmla="*/ 258041 h 6858000"/>
              <a:gd name="connsiteX10" fmla="*/ 0 w 12192000"/>
              <a:gd name="connsiteY10" fmla="*/ 0 h 6858000"/>
              <a:gd name="connsiteX11" fmla="*/ 12192000 w 12192000"/>
              <a:gd name="connsiteY11" fmla="*/ 0 h 6858000"/>
              <a:gd name="connsiteX12" fmla="*/ 12192000 w 12192000"/>
              <a:gd name="connsiteY12" fmla="*/ 6858000 h 6858000"/>
              <a:gd name="connsiteX13" fmla="*/ 0 w 12192000"/>
              <a:gd name="connsiteY13" fmla="*/ 6858000 h 6858000"/>
              <a:gd name="connsiteX14" fmla="*/ 0 w 12192000"/>
              <a:gd name="connsiteY14" fmla="*/ 0 h 6858000"/>
              <a:gd name="connsiteX0" fmla="*/ 646176 w 12192000"/>
              <a:gd name="connsiteY0" fmla="*/ 6430782 h 6858000"/>
              <a:gd name="connsiteX1" fmla="*/ 642366 w 12192000"/>
              <a:gd name="connsiteY1" fmla="*/ 6534807 h 6858000"/>
              <a:gd name="connsiteX2" fmla="*/ 1106175 w 12192000"/>
              <a:gd name="connsiteY2" fmla="*/ 6536712 h 6858000"/>
              <a:gd name="connsiteX3" fmla="*/ 1106175 w 12192000"/>
              <a:gd name="connsiteY3" fmla="*/ 6430782 h 6858000"/>
              <a:gd name="connsiteX4" fmla="*/ 646176 w 12192000"/>
              <a:gd name="connsiteY4" fmla="*/ 6430782 h 6858000"/>
              <a:gd name="connsiteX5" fmla="*/ 10136965 w 12192000"/>
              <a:gd name="connsiteY5" fmla="*/ 258041 h 6858000"/>
              <a:gd name="connsiteX6" fmla="*/ 10135695 w 12192000"/>
              <a:gd name="connsiteY6" fmla="*/ 1031751 h 6858000"/>
              <a:gd name="connsiteX7" fmla="*/ 11907839 w 12192000"/>
              <a:gd name="connsiteY7" fmla="*/ 1031116 h 6858000"/>
              <a:gd name="connsiteX8" fmla="*/ 11907839 w 12192000"/>
              <a:gd name="connsiteY8" fmla="*/ 258041 h 6858000"/>
              <a:gd name="connsiteX9" fmla="*/ 10136965 w 12192000"/>
              <a:gd name="connsiteY9" fmla="*/ 258041 h 6858000"/>
              <a:gd name="connsiteX10" fmla="*/ 0 w 12192000"/>
              <a:gd name="connsiteY10" fmla="*/ 0 h 6858000"/>
              <a:gd name="connsiteX11" fmla="*/ 12192000 w 12192000"/>
              <a:gd name="connsiteY11" fmla="*/ 0 h 6858000"/>
              <a:gd name="connsiteX12" fmla="*/ 12192000 w 12192000"/>
              <a:gd name="connsiteY12" fmla="*/ 6858000 h 6858000"/>
              <a:gd name="connsiteX13" fmla="*/ 0 w 12192000"/>
              <a:gd name="connsiteY13" fmla="*/ 6858000 h 6858000"/>
              <a:gd name="connsiteX14" fmla="*/ 0 w 12192000"/>
              <a:gd name="connsiteY14" fmla="*/ 0 h 6858000"/>
              <a:gd name="connsiteX0" fmla="*/ 646176 w 12192000"/>
              <a:gd name="connsiteY0" fmla="*/ 6430782 h 6858000"/>
              <a:gd name="connsiteX1" fmla="*/ 644271 w 12192000"/>
              <a:gd name="connsiteY1" fmla="*/ 6534807 h 6858000"/>
              <a:gd name="connsiteX2" fmla="*/ 1106175 w 12192000"/>
              <a:gd name="connsiteY2" fmla="*/ 6536712 h 6858000"/>
              <a:gd name="connsiteX3" fmla="*/ 1106175 w 12192000"/>
              <a:gd name="connsiteY3" fmla="*/ 6430782 h 6858000"/>
              <a:gd name="connsiteX4" fmla="*/ 646176 w 12192000"/>
              <a:gd name="connsiteY4" fmla="*/ 6430782 h 6858000"/>
              <a:gd name="connsiteX5" fmla="*/ 10136965 w 12192000"/>
              <a:gd name="connsiteY5" fmla="*/ 258041 h 6858000"/>
              <a:gd name="connsiteX6" fmla="*/ 10135695 w 12192000"/>
              <a:gd name="connsiteY6" fmla="*/ 1031751 h 6858000"/>
              <a:gd name="connsiteX7" fmla="*/ 11907839 w 12192000"/>
              <a:gd name="connsiteY7" fmla="*/ 1031116 h 6858000"/>
              <a:gd name="connsiteX8" fmla="*/ 11907839 w 12192000"/>
              <a:gd name="connsiteY8" fmla="*/ 258041 h 6858000"/>
              <a:gd name="connsiteX9" fmla="*/ 10136965 w 12192000"/>
              <a:gd name="connsiteY9" fmla="*/ 258041 h 6858000"/>
              <a:gd name="connsiteX10" fmla="*/ 0 w 12192000"/>
              <a:gd name="connsiteY10" fmla="*/ 0 h 6858000"/>
              <a:gd name="connsiteX11" fmla="*/ 12192000 w 12192000"/>
              <a:gd name="connsiteY11" fmla="*/ 0 h 6858000"/>
              <a:gd name="connsiteX12" fmla="*/ 12192000 w 12192000"/>
              <a:gd name="connsiteY12" fmla="*/ 6858000 h 6858000"/>
              <a:gd name="connsiteX13" fmla="*/ 0 w 12192000"/>
              <a:gd name="connsiteY13" fmla="*/ 6858000 h 6858000"/>
              <a:gd name="connsiteX14" fmla="*/ 0 w 12192000"/>
              <a:gd name="connsiteY14" fmla="*/ 0 h 6858000"/>
              <a:gd name="connsiteX0" fmla="*/ 644271 w 12192000"/>
              <a:gd name="connsiteY0" fmla="*/ 6430782 h 6858000"/>
              <a:gd name="connsiteX1" fmla="*/ 644271 w 12192000"/>
              <a:gd name="connsiteY1" fmla="*/ 6534807 h 6858000"/>
              <a:gd name="connsiteX2" fmla="*/ 1106175 w 12192000"/>
              <a:gd name="connsiteY2" fmla="*/ 6536712 h 6858000"/>
              <a:gd name="connsiteX3" fmla="*/ 1106175 w 12192000"/>
              <a:gd name="connsiteY3" fmla="*/ 6430782 h 6858000"/>
              <a:gd name="connsiteX4" fmla="*/ 644271 w 12192000"/>
              <a:gd name="connsiteY4" fmla="*/ 6430782 h 6858000"/>
              <a:gd name="connsiteX5" fmla="*/ 10136965 w 12192000"/>
              <a:gd name="connsiteY5" fmla="*/ 258041 h 6858000"/>
              <a:gd name="connsiteX6" fmla="*/ 10135695 w 12192000"/>
              <a:gd name="connsiteY6" fmla="*/ 1031751 h 6858000"/>
              <a:gd name="connsiteX7" fmla="*/ 11907839 w 12192000"/>
              <a:gd name="connsiteY7" fmla="*/ 1031116 h 6858000"/>
              <a:gd name="connsiteX8" fmla="*/ 11907839 w 12192000"/>
              <a:gd name="connsiteY8" fmla="*/ 258041 h 6858000"/>
              <a:gd name="connsiteX9" fmla="*/ 10136965 w 12192000"/>
              <a:gd name="connsiteY9" fmla="*/ 258041 h 6858000"/>
              <a:gd name="connsiteX10" fmla="*/ 0 w 12192000"/>
              <a:gd name="connsiteY10" fmla="*/ 0 h 6858000"/>
              <a:gd name="connsiteX11" fmla="*/ 12192000 w 12192000"/>
              <a:gd name="connsiteY11" fmla="*/ 0 h 6858000"/>
              <a:gd name="connsiteX12" fmla="*/ 12192000 w 12192000"/>
              <a:gd name="connsiteY12" fmla="*/ 6858000 h 6858000"/>
              <a:gd name="connsiteX13" fmla="*/ 0 w 12192000"/>
              <a:gd name="connsiteY13" fmla="*/ 6858000 h 6858000"/>
              <a:gd name="connsiteX14" fmla="*/ 0 w 12192000"/>
              <a:gd name="connsiteY14" fmla="*/ 0 h 6858000"/>
              <a:gd name="connsiteX0" fmla="*/ 644271 w 12192000"/>
              <a:gd name="connsiteY0" fmla="*/ 6430782 h 6858000"/>
              <a:gd name="connsiteX1" fmla="*/ 644271 w 12192000"/>
              <a:gd name="connsiteY1" fmla="*/ 6534807 h 6858000"/>
              <a:gd name="connsiteX2" fmla="*/ 1106175 w 12192000"/>
              <a:gd name="connsiteY2" fmla="*/ 6536712 h 6858000"/>
              <a:gd name="connsiteX3" fmla="*/ 1106175 w 12192000"/>
              <a:gd name="connsiteY3" fmla="*/ 6430782 h 6858000"/>
              <a:gd name="connsiteX4" fmla="*/ 644271 w 12192000"/>
              <a:gd name="connsiteY4" fmla="*/ 6430782 h 6858000"/>
              <a:gd name="connsiteX5" fmla="*/ 10136965 w 12192000"/>
              <a:gd name="connsiteY5" fmla="*/ 258041 h 6858000"/>
              <a:gd name="connsiteX6" fmla="*/ 10135695 w 12192000"/>
              <a:gd name="connsiteY6" fmla="*/ 1031751 h 6858000"/>
              <a:gd name="connsiteX7" fmla="*/ 11907839 w 12192000"/>
              <a:gd name="connsiteY7" fmla="*/ 1031116 h 6858000"/>
              <a:gd name="connsiteX8" fmla="*/ 11907839 w 12192000"/>
              <a:gd name="connsiteY8" fmla="*/ 258041 h 6858000"/>
              <a:gd name="connsiteX9" fmla="*/ 10136965 w 12192000"/>
              <a:gd name="connsiteY9" fmla="*/ 258041 h 6858000"/>
              <a:gd name="connsiteX10" fmla="*/ 0 w 12192000"/>
              <a:gd name="connsiteY10" fmla="*/ 0 h 6858000"/>
              <a:gd name="connsiteX11" fmla="*/ 12192000 w 12192000"/>
              <a:gd name="connsiteY11" fmla="*/ 0 h 6858000"/>
              <a:gd name="connsiteX12" fmla="*/ 12192000 w 12192000"/>
              <a:gd name="connsiteY12" fmla="*/ 6858000 h 6858000"/>
              <a:gd name="connsiteX13" fmla="*/ 0 w 12192000"/>
              <a:gd name="connsiteY13" fmla="*/ 6858000 h 6858000"/>
              <a:gd name="connsiteX14" fmla="*/ 0 w 12192000"/>
              <a:gd name="connsiteY14" fmla="*/ 0 h 6858000"/>
              <a:gd name="connsiteX0" fmla="*/ 489966 w 12192000"/>
              <a:gd name="connsiteY0" fmla="*/ 6280287 h 6858000"/>
              <a:gd name="connsiteX1" fmla="*/ 644271 w 12192000"/>
              <a:gd name="connsiteY1" fmla="*/ 6534807 h 6858000"/>
              <a:gd name="connsiteX2" fmla="*/ 1106175 w 12192000"/>
              <a:gd name="connsiteY2" fmla="*/ 6536712 h 6858000"/>
              <a:gd name="connsiteX3" fmla="*/ 1106175 w 12192000"/>
              <a:gd name="connsiteY3" fmla="*/ 6430782 h 6858000"/>
              <a:gd name="connsiteX4" fmla="*/ 489966 w 12192000"/>
              <a:gd name="connsiteY4" fmla="*/ 6280287 h 6858000"/>
              <a:gd name="connsiteX5" fmla="*/ 10136965 w 12192000"/>
              <a:gd name="connsiteY5" fmla="*/ 258041 h 6858000"/>
              <a:gd name="connsiteX6" fmla="*/ 10135695 w 12192000"/>
              <a:gd name="connsiteY6" fmla="*/ 1031751 h 6858000"/>
              <a:gd name="connsiteX7" fmla="*/ 11907839 w 12192000"/>
              <a:gd name="connsiteY7" fmla="*/ 1031116 h 6858000"/>
              <a:gd name="connsiteX8" fmla="*/ 11907839 w 12192000"/>
              <a:gd name="connsiteY8" fmla="*/ 258041 h 6858000"/>
              <a:gd name="connsiteX9" fmla="*/ 10136965 w 12192000"/>
              <a:gd name="connsiteY9" fmla="*/ 258041 h 6858000"/>
              <a:gd name="connsiteX10" fmla="*/ 0 w 12192000"/>
              <a:gd name="connsiteY10" fmla="*/ 0 h 6858000"/>
              <a:gd name="connsiteX11" fmla="*/ 12192000 w 12192000"/>
              <a:gd name="connsiteY11" fmla="*/ 0 h 6858000"/>
              <a:gd name="connsiteX12" fmla="*/ 12192000 w 12192000"/>
              <a:gd name="connsiteY12" fmla="*/ 6858000 h 6858000"/>
              <a:gd name="connsiteX13" fmla="*/ 0 w 12192000"/>
              <a:gd name="connsiteY13" fmla="*/ 6858000 h 6858000"/>
              <a:gd name="connsiteX14" fmla="*/ 0 w 12192000"/>
              <a:gd name="connsiteY14" fmla="*/ 0 h 6858000"/>
              <a:gd name="connsiteX0" fmla="*/ 489966 w 12192000"/>
              <a:gd name="connsiteY0" fmla="*/ 6280287 h 6858000"/>
              <a:gd name="connsiteX1" fmla="*/ 644271 w 12192000"/>
              <a:gd name="connsiteY1" fmla="*/ 6534807 h 6858000"/>
              <a:gd name="connsiteX2" fmla="*/ 1106175 w 12192000"/>
              <a:gd name="connsiteY2" fmla="*/ 6536712 h 6858000"/>
              <a:gd name="connsiteX3" fmla="*/ 951870 w 12192000"/>
              <a:gd name="connsiteY3" fmla="*/ 6278382 h 6858000"/>
              <a:gd name="connsiteX4" fmla="*/ 489966 w 12192000"/>
              <a:gd name="connsiteY4" fmla="*/ 6280287 h 6858000"/>
              <a:gd name="connsiteX5" fmla="*/ 10136965 w 12192000"/>
              <a:gd name="connsiteY5" fmla="*/ 258041 h 6858000"/>
              <a:gd name="connsiteX6" fmla="*/ 10135695 w 12192000"/>
              <a:gd name="connsiteY6" fmla="*/ 1031751 h 6858000"/>
              <a:gd name="connsiteX7" fmla="*/ 11907839 w 12192000"/>
              <a:gd name="connsiteY7" fmla="*/ 1031116 h 6858000"/>
              <a:gd name="connsiteX8" fmla="*/ 11907839 w 12192000"/>
              <a:gd name="connsiteY8" fmla="*/ 258041 h 6858000"/>
              <a:gd name="connsiteX9" fmla="*/ 10136965 w 12192000"/>
              <a:gd name="connsiteY9" fmla="*/ 258041 h 6858000"/>
              <a:gd name="connsiteX10" fmla="*/ 0 w 12192000"/>
              <a:gd name="connsiteY10" fmla="*/ 0 h 6858000"/>
              <a:gd name="connsiteX11" fmla="*/ 12192000 w 12192000"/>
              <a:gd name="connsiteY11" fmla="*/ 0 h 6858000"/>
              <a:gd name="connsiteX12" fmla="*/ 12192000 w 12192000"/>
              <a:gd name="connsiteY12" fmla="*/ 6858000 h 6858000"/>
              <a:gd name="connsiteX13" fmla="*/ 0 w 12192000"/>
              <a:gd name="connsiteY13" fmla="*/ 6858000 h 6858000"/>
              <a:gd name="connsiteX14" fmla="*/ 0 w 12192000"/>
              <a:gd name="connsiteY14" fmla="*/ 0 h 6858000"/>
              <a:gd name="connsiteX0" fmla="*/ 489966 w 12192000"/>
              <a:gd name="connsiteY0" fmla="*/ 6280287 h 6858000"/>
              <a:gd name="connsiteX1" fmla="*/ 644271 w 12192000"/>
              <a:gd name="connsiteY1" fmla="*/ 6534807 h 6858000"/>
              <a:gd name="connsiteX2" fmla="*/ 1106175 w 12192000"/>
              <a:gd name="connsiteY2" fmla="*/ 6536712 h 6858000"/>
              <a:gd name="connsiteX3" fmla="*/ 951870 w 12192000"/>
              <a:gd name="connsiteY3" fmla="*/ 6278382 h 6858000"/>
              <a:gd name="connsiteX4" fmla="*/ 489966 w 12192000"/>
              <a:gd name="connsiteY4" fmla="*/ 6280287 h 6858000"/>
              <a:gd name="connsiteX5" fmla="*/ 10136965 w 12192000"/>
              <a:gd name="connsiteY5" fmla="*/ 258041 h 6858000"/>
              <a:gd name="connsiteX6" fmla="*/ 10135695 w 12192000"/>
              <a:gd name="connsiteY6" fmla="*/ 1031751 h 6858000"/>
              <a:gd name="connsiteX7" fmla="*/ 11907839 w 12192000"/>
              <a:gd name="connsiteY7" fmla="*/ 1031116 h 6858000"/>
              <a:gd name="connsiteX8" fmla="*/ 11907839 w 12192000"/>
              <a:gd name="connsiteY8" fmla="*/ 258041 h 6858000"/>
              <a:gd name="connsiteX9" fmla="*/ 10136965 w 12192000"/>
              <a:gd name="connsiteY9" fmla="*/ 258041 h 6858000"/>
              <a:gd name="connsiteX10" fmla="*/ 0 w 12192000"/>
              <a:gd name="connsiteY10" fmla="*/ 0 h 6858000"/>
              <a:gd name="connsiteX11" fmla="*/ 12192000 w 12192000"/>
              <a:gd name="connsiteY11" fmla="*/ 0 h 6858000"/>
              <a:gd name="connsiteX12" fmla="*/ 12192000 w 12192000"/>
              <a:gd name="connsiteY12" fmla="*/ 6858000 h 6858000"/>
              <a:gd name="connsiteX13" fmla="*/ 0 w 12192000"/>
              <a:gd name="connsiteY13" fmla="*/ 6858000 h 6858000"/>
              <a:gd name="connsiteX14" fmla="*/ 0 w 12192000"/>
              <a:gd name="connsiteY14" fmla="*/ 0 h 6858000"/>
              <a:gd name="connsiteX0" fmla="*/ 489966 w 12192000"/>
              <a:gd name="connsiteY0" fmla="*/ 6280287 h 6858000"/>
              <a:gd name="connsiteX1" fmla="*/ 644271 w 12192000"/>
              <a:gd name="connsiteY1" fmla="*/ 6534807 h 6858000"/>
              <a:gd name="connsiteX2" fmla="*/ 1106175 w 12192000"/>
              <a:gd name="connsiteY2" fmla="*/ 6536712 h 6858000"/>
              <a:gd name="connsiteX3" fmla="*/ 951870 w 12192000"/>
              <a:gd name="connsiteY3" fmla="*/ 6280287 h 6858000"/>
              <a:gd name="connsiteX4" fmla="*/ 489966 w 12192000"/>
              <a:gd name="connsiteY4" fmla="*/ 6280287 h 6858000"/>
              <a:gd name="connsiteX5" fmla="*/ 10136965 w 12192000"/>
              <a:gd name="connsiteY5" fmla="*/ 258041 h 6858000"/>
              <a:gd name="connsiteX6" fmla="*/ 10135695 w 12192000"/>
              <a:gd name="connsiteY6" fmla="*/ 1031751 h 6858000"/>
              <a:gd name="connsiteX7" fmla="*/ 11907839 w 12192000"/>
              <a:gd name="connsiteY7" fmla="*/ 1031116 h 6858000"/>
              <a:gd name="connsiteX8" fmla="*/ 11907839 w 12192000"/>
              <a:gd name="connsiteY8" fmla="*/ 258041 h 6858000"/>
              <a:gd name="connsiteX9" fmla="*/ 10136965 w 12192000"/>
              <a:gd name="connsiteY9" fmla="*/ 258041 h 6858000"/>
              <a:gd name="connsiteX10" fmla="*/ 0 w 12192000"/>
              <a:gd name="connsiteY10" fmla="*/ 0 h 6858000"/>
              <a:gd name="connsiteX11" fmla="*/ 12192000 w 12192000"/>
              <a:gd name="connsiteY11" fmla="*/ 0 h 6858000"/>
              <a:gd name="connsiteX12" fmla="*/ 12192000 w 12192000"/>
              <a:gd name="connsiteY12" fmla="*/ 6858000 h 6858000"/>
              <a:gd name="connsiteX13" fmla="*/ 0 w 12192000"/>
              <a:gd name="connsiteY13" fmla="*/ 6858000 h 6858000"/>
              <a:gd name="connsiteX14" fmla="*/ 0 w 12192000"/>
              <a:gd name="connsiteY14" fmla="*/ 0 h 6858000"/>
              <a:gd name="connsiteX0" fmla="*/ 489966 w 12192000"/>
              <a:gd name="connsiteY0" fmla="*/ 6280287 h 6858000"/>
              <a:gd name="connsiteX1" fmla="*/ 644271 w 12192000"/>
              <a:gd name="connsiteY1" fmla="*/ 6534807 h 6858000"/>
              <a:gd name="connsiteX2" fmla="*/ 953775 w 12192000"/>
              <a:gd name="connsiteY2" fmla="*/ 6384312 h 6858000"/>
              <a:gd name="connsiteX3" fmla="*/ 951870 w 12192000"/>
              <a:gd name="connsiteY3" fmla="*/ 6280287 h 6858000"/>
              <a:gd name="connsiteX4" fmla="*/ 489966 w 12192000"/>
              <a:gd name="connsiteY4" fmla="*/ 6280287 h 6858000"/>
              <a:gd name="connsiteX5" fmla="*/ 10136965 w 12192000"/>
              <a:gd name="connsiteY5" fmla="*/ 258041 h 6858000"/>
              <a:gd name="connsiteX6" fmla="*/ 10135695 w 12192000"/>
              <a:gd name="connsiteY6" fmla="*/ 1031751 h 6858000"/>
              <a:gd name="connsiteX7" fmla="*/ 11907839 w 12192000"/>
              <a:gd name="connsiteY7" fmla="*/ 1031116 h 6858000"/>
              <a:gd name="connsiteX8" fmla="*/ 11907839 w 12192000"/>
              <a:gd name="connsiteY8" fmla="*/ 258041 h 6858000"/>
              <a:gd name="connsiteX9" fmla="*/ 10136965 w 12192000"/>
              <a:gd name="connsiteY9" fmla="*/ 258041 h 6858000"/>
              <a:gd name="connsiteX10" fmla="*/ 0 w 12192000"/>
              <a:gd name="connsiteY10" fmla="*/ 0 h 6858000"/>
              <a:gd name="connsiteX11" fmla="*/ 12192000 w 12192000"/>
              <a:gd name="connsiteY11" fmla="*/ 0 h 6858000"/>
              <a:gd name="connsiteX12" fmla="*/ 12192000 w 12192000"/>
              <a:gd name="connsiteY12" fmla="*/ 6858000 h 6858000"/>
              <a:gd name="connsiteX13" fmla="*/ 0 w 12192000"/>
              <a:gd name="connsiteY13" fmla="*/ 6858000 h 6858000"/>
              <a:gd name="connsiteX14" fmla="*/ 0 w 12192000"/>
              <a:gd name="connsiteY14" fmla="*/ 0 h 6858000"/>
              <a:gd name="connsiteX0" fmla="*/ 489966 w 12192000"/>
              <a:gd name="connsiteY0" fmla="*/ 6280287 h 6858000"/>
              <a:gd name="connsiteX1" fmla="*/ 488061 w 12192000"/>
              <a:gd name="connsiteY1" fmla="*/ 6386217 h 6858000"/>
              <a:gd name="connsiteX2" fmla="*/ 953775 w 12192000"/>
              <a:gd name="connsiteY2" fmla="*/ 6384312 h 6858000"/>
              <a:gd name="connsiteX3" fmla="*/ 951870 w 12192000"/>
              <a:gd name="connsiteY3" fmla="*/ 6280287 h 6858000"/>
              <a:gd name="connsiteX4" fmla="*/ 489966 w 12192000"/>
              <a:gd name="connsiteY4" fmla="*/ 6280287 h 6858000"/>
              <a:gd name="connsiteX5" fmla="*/ 10136965 w 12192000"/>
              <a:gd name="connsiteY5" fmla="*/ 258041 h 6858000"/>
              <a:gd name="connsiteX6" fmla="*/ 10135695 w 12192000"/>
              <a:gd name="connsiteY6" fmla="*/ 1031751 h 6858000"/>
              <a:gd name="connsiteX7" fmla="*/ 11907839 w 12192000"/>
              <a:gd name="connsiteY7" fmla="*/ 1031116 h 6858000"/>
              <a:gd name="connsiteX8" fmla="*/ 11907839 w 12192000"/>
              <a:gd name="connsiteY8" fmla="*/ 258041 h 6858000"/>
              <a:gd name="connsiteX9" fmla="*/ 10136965 w 12192000"/>
              <a:gd name="connsiteY9" fmla="*/ 258041 h 6858000"/>
              <a:gd name="connsiteX10" fmla="*/ 0 w 12192000"/>
              <a:gd name="connsiteY10" fmla="*/ 0 h 6858000"/>
              <a:gd name="connsiteX11" fmla="*/ 12192000 w 12192000"/>
              <a:gd name="connsiteY11" fmla="*/ 0 h 6858000"/>
              <a:gd name="connsiteX12" fmla="*/ 12192000 w 12192000"/>
              <a:gd name="connsiteY12" fmla="*/ 6858000 h 6858000"/>
              <a:gd name="connsiteX13" fmla="*/ 0 w 12192000"/>
              <a:gd name="connsiteY13" fmla="*/ 6858000 h 6858000"/>
              <a:gd name="connsiteX14" fmla="*/ 0 w 12192000"/>
              <a:gd name="connsiteY14" fmla="*/ 0 h 6858000"/>
              <a:gd name="connsiteX0" fmla="*/ 489966 w 12192000"/>
              <a:gd name="connsiteY0" fmla="*/ 6280287 h 6858000"/>
              <a:gd name="connsiteX1" fmla="*/ 488061 w 12192000"/>
              <a:gd name="connsiteY1" fmla="*/ 6386217 h 6858000"/>
              <a:gd name="connsiteX2" fmla="*/ 953775 w 12192000"/>
              <a:gd name="connsiteY2" fmla="*/ 6386217 h 6858000"/>
              <a:gd name="connsiteX3" fmla="*/ 951870 w 12192000"/>
              <a:gd name="connsiteY3" fmla="*/ 6280287 h 6858000"/>
              <a:gd name="connsiteX4" fmla="*/ 489966 w 12192000"/>
              <a:gd name="connsiteY4" fmla="*/ 6280287 h 6858000"/>
              <a:gd name="connsiteX5" fmla="*/ 10136965 w 12192000"/>
              <a:gd name="connsiteY5" fmla="*/ 258041 h 6858000"/>
              <a:gd name="connsiteX6" fmla="*/ 10135695 w 12192000"/>
              <a:gd name="connsiteY6" fmla="*/ 1031751 h 6858000"/>
              <a:gd name="connsiteX7" fmla="*/ 11907839 w 12192000"/>
              <a:gd name="connsiteY7" fmla="*/ 1031116 h 6858000"/>
              <a:gd name="connsiteX8" fmla="*/ 11907839 w 12192000"/>
              <a:gd name="connsiteY8" fmla="*/ 258041 h 6858000"/>
              <a:gd name="connsiteX9" fmla="*/ 10136965 w 12192000"/>
              <a:gd name="connsiteY9" fmla="*/ 258041 h 6858000"/>
              <a:gd name="connsiteX10" fmla="*/ 0 w 12192000"/>
              <a:gd name="connsiteY10" fmla="*/ 0 h 6858000"/>
              <a:gd name="connsiteX11" fmla="*/ 12192000 w 12192000"/>
              <a:gd name="connsiteY11" fmla="*/ 0 h 6858000"/>
              <a:gd name="connsiteX12" fmla="*/ 12192000 w 12192000"/>
              <a:gd name="connsiteY12" fmla="*/ 6858000 h 6858000"/>
              <a:gd name="connsiteX13" fmla="*/ 0 w 12192000"/>
              <a:gd name="connsiteY13" fmla="*/ 6858000 h 6858000"/>
              <a:gd name="connsiteX14" fmla="*/ 0 w 12192000"/>
              <a:gd name="connsiteY14" fmla="*/ 0 h 6858000"/>
              <a:gd name="connsiteX0" fmla="*/ 489966 w 12192000"/>
              <a:gd name="connsiteY0" fmla="*/ 6280287 h 6858000"/>
              <a:gd name="connsiteX1" fmla="*/ 488061 w 12192000"/>
              <a:gd name="connsiteY1" fmla="*/ 6386217 h 6858000"/>
              <a:gd name="connsiteX2" fmla="*/ 951870 w 12192000"/>
              <a:gd name="connsiteY2" fmla="*/ 6386217 h 6858000"/>
              <a:gd name="connsiteX3" fmla="*/ 951870 w 12192000"/>
              <a:gd name="connsiteY3" fmla="*/ 6280287 h 6858000"/>
              <a:gd name="connsiteX4" fmla="*/ 489966 w 12192000"/>
              <a:gd name="connsiteY4" fmla="*/ 6280287 h 6858000"/>
              <a:gd name="connsiteX5" fmla="*/ 10136965 w 12192000"/>
              <a:gd name="connsiteY5" fmla="*/ 258041 h 6858000"/>
              <a:gd name="connsiteX6" fmla="*/ 10135695 w 12192000"/>
              <a:gd name="connsiteY6" fmla="*/ 1031751 h 6858000"/>
              <a:gd name="connsiteX7" fmla="*/ 11907839 w 12192000"/>
              <a:gd name="connsiteY7" fmla="*/ 1031116 h 6858000"/>
              <a:gd name="connsiteX8" fmla="*/ 11907839 w 12192000"/>
              <a:gd name="connsiteY8" fmla="*/ 258041 h 6858000"/>
              <a:gd name="connsiteX9" fmla="*/ 10136965 w 12192000"/>
              <a:gd name="connsiteY9" fmla="*/ 258041 h 6858000"/>
              <a:gd name="connsiteX10" fmla="*/ 0 w 12192000"/>
              <a:gd name="connsiteY10" fmla="*/ 0 h 6858000"/>
              <a:gd name="connsiteX11" fmla="*/ 12192000 w 12192000"/>
              <a:gd name="connsiteY11" fmla="*/ 0 h 6858000"/>
              <a:gd name="connsiteX12" fmla="*/ 12192000 w 12192000"/>
              <a:gd name="connsiteY12" fmla="*/ 6858000 h 6858000"/>
              <a:gd name="connsiteX13" fmla="*/ 0 w 12192000"/>
              <a:gd name="connsiteY13" fmla="*/ 6858000 h 6858000"/>
              <a:gd name="connsiteX14" fmla="*/ 0 w 12192000"/>
              <a:gd name="connsiteY14" fmla="*/ 0 h 6858000"/>
              <a:gd name="connsiteX0" fmla="*/ 489966 w 12192000"/>
              <a:gd name="connsiteY0" fmla="*/ 6280287 h 6858000"/>
              <a:gd name="connsiteX1" fmla="*/ 488061 w 12192000"/>
              <a:gd name="connsiteY1" fmla="*/ 6386217 h 6858000"/>
              <a:gd name="connsiteX2" fmla="*/ 951870 w 12192000"/>
              <a:gd name="connsiteY2" fmla="*/ 6386217 h 6858000"/>
              <a:gd name="connsiteX3" fmla="*/ 951870 w 12192000"/>
              <a:gd name="connsiteY3" fmla="*/ 6280287 h 6858000"/>
              <a:gd name="connsiteX4" fmla="*/ 489966 w 12192000"/>
              <a:gd name="connsiteY4" fmla="*/ 6280287 h 6858000"/>
              <a:gd name="connsiteX5" fmla="*/ 10136965 w 12192000"/>
              <a:gd name="connsiteY5" fmla="*/ 258041 h 6858000"/>
              <a:gd name="connsiteX6" fmla="*/ 10135695 w 12192000"/>
              <a:gd name="connsiteY6" fmla="*/ 1031751 h 6858000"/>
              <a:gd name="connsiteX7" fmla="*/ 11907839 w 12192000"/>
              <a:gd name="connsiteY7" fmla="*/ 1031116 h 6858000"/>
              <a:gd name="connsiteX8" fmla="*/ 11904029 w 12192000"/>
              <a:gd name="connsiteY8" fmla="*/ 271376 h 6858000"/>
              <a:gd name="connsiteX9" fmla="*/ 10136965 w 12192000"/>
              <a:gd name="connsiteY9" fmla="*/ 258041 h 6858000"/>
              <a:gd name="connsiteX10" fmla="*/ 0 w 12192000"/>
              <a:gd name="connsiteY10" fmla="*/ 0 h 6858000"/>
              <a:gd name="connsiteX11" fmla="*/ 12192000 w 12192000"/>
              <a:gd name="connsiteY11" fmla="*/ 0 h 6858000"/>
              <a:gd name="connsiteX12" fmla="*/ 12192000 w 12192000"/>
              <a:gd name="connsiteY12" fmla="*/ 6858000 h 6858000"/>
              <a:gd name="connsiteX13" fmla="*/ 0 w 12192000"/>
              <a:gd name="connsiteY13" fmla="*/ 6858000 h 6858000"/>
              <a:gd name="connsiteX14" fmla="*/ 0 w 12192000"/>
              <a:gd name="connsiteY14" fmla="*/ 0 h 6858000"/>
              <a:gd name="connsiteX0" fmla="*/ 489966 w 12192000"/>
              <a:gd name="connsiteY0" fmla="*/ 6280287 h 6858000"/>
              <a:gd name="connsiteX1" fmla="*/ 488061 w 12192000"/>
              <a:gd name="connsiteY1" fmla="*/ 6386217 h 6858000"/>
              <a:gd name="connsiteX2" fmla="*/ 951870 w 12192000"/>
              <a:gd name="connsiteY2" fmla="*/ 6386217 h 6858000"/>
              <a:gd name="connsiteX3" fmla="*/ 951870 w 12192000"/>
              <a:gd name="connsiteY3" fmla="*/ 6280287 h 6858000"/>
              <a:gd name="connsiteX4" fmla="*/ 489966 w 12192000"/>
              <a:gd name="connsiteY4" fmla="*/ 6280287 h 6858000"/>
              <a:gd name="connsiteX5" fmla="*/ 10136965 w 12192000"/>
              <a:gd name="connsiteY5" fmla="*/ 258041 h 6858000"/>
              <a:gd name="connsiteX6" fmla="*/ 10135695 w 12192000"/>
              <a:gd name="connsiteY6" fmla="*/ 1031751 h 6858000"/>
              <a:gd name="connsiteX7" fmla="*/ 11907839 w 12192000"/>
              <a:gd name="connsiteY7" fmla="*/ 1031116 h 6858000"/>
              <a:gd name="connsiteX8" fmla="*/ 11751629 w 12192000"/>
              <a:gd name="connsiteY8" fmla="*/ 419966 h 6858000"/>
              <a:gd name="connsiteX9" fmla="*/ 10136965 w 12192000"/>
              <a:gd name="connsiteY9" fmla="*/ 258041 h 6858000"/>
              <a:gd name="connsiteX10" fmla="*/ 0 w 12192000"/>
              <a:gd name="connsiteY10" fmla="*/ 0 h 6858000"/>
              <a:gd name="connsiteX11" fmla="*/ 12192000 w 12192000"/>
              <a:gd name="connsiteY11" fmla="*/ 0 h 6858000"/>
              <a:gd name="connsiteX12" fmla="*/ 12192000 w 12192000"/>
              <a:gd name="connsiteY12" fmla="*/ 6858000 h 6858000"/>
              <a:gd name="connsiteX13" fmla="*/ 0 w 12192000"/>
              <a:gd name="connsiteY13" fmla="*/ 6858000 h 6858000"/>
              <a:gd name="connsiteX14" fmla="*/ 0 w 12192000"/>
              <a:gd name="connsiteY14" fmla="*/ 0 h 6858000"/>
              <a:gd name="connsiteX0" fmla="*/ 489966 w 12192000"/>
              <a:gd name="connsiteY0" fmla="*/ 6280287 h 6858000"/>
              <a:gd name="connsiteX1" fmla="*/ 488061 w 12192000"/>
              <a:gd name="connsiteY1" fmla="*/ 6386217 h 6858000"/>
              <a:gd name="connsiteX2" fmla="*/ 951870 w 12192000"/>
              <a:gd name="connsiteY2" fmla="*/ 6386217 h 6858000"/>
              <a:gd name="connsiteX3" fmla="*/ 951870 w 12192000"/>
              <a:gd name="connsiteY3" fmla="*/ 6280287 h 6858000"/>
              <a:gd name="connsiteX4" fmla="*/ 489966 w 12192000"/>
              <a:gd name="connsiteY4" fmla="*/ 6280287 h 6858000"/>
              <a:gd name="connsiteX5" fmla="*/ 10136965 w 12192000"/>
              <a:gd name="connsiteY5" fmla="*/ 258041 h 6858000"/>
              <a:gd name="connsiteX6" fmla="*/ 10135695 w 12192000"/>
              <a:gd name="connsiteY6" fmla="*/ 1031751 h 6858000"/>
              <a:gd name="connsiteX7" fmla="*/ 11907839 w 12192000"/>
              <a:gd name="connsiteY7" fmla="*/ 1031116 h 6858000"/>
              <a:gd name="connsiteX8" fmla="*/ 11902124 w 12192000"/>
              <a:gd name="connsiteY8" fmla="*/ 267566 h 6858000"/>
              <a:gd name="connsiteX9" fmla="*/ 10136965 w 12192000"/>
              <a:gd name="connsiteY9" fmla="*/ 258041 h 6858000"/>
              <a:gd name="connsiteX10" fmla="*/ 0 w 12192000"/>
              <a:gd name="connsiteY10" fmla="*/ 0 h 6858000"/>
              <a:gd name="connsiteX11" fmla="*/ 12192000 w 12192000"/>
              <a:gd name="connsiteY11" fmla="*/ 0 h 6858000"/>
              <a:gd name="connsiteX12" fmla="*/ 12192000 w 12192000"/>
              <a:gd name="connsiteY12" fmla="*/ 6858000 h 6858000"/>
              <a:gd name="connsiteX13" fmla="*/ 0 w 12192000"/>
              <a:gd name="connsiteY13" fmla="*/ 6858000 h 6858000"/>
              <a:gd name="connsiteX14" fmla="*/ 0 w 12192000"/>
              <a:gd name="connsiteY14" fmla="*/ 0 h 6858000"/>
              <a:gd name="connsiteX0" fmla="*/ 489966 w 12192000"/>
              <a:gd name="connsiteY0" fmla="*/ 6280287 h 6858000"/>
              <a:gd name="connsiteX1" fmla="*/ 488061 w 12192000"/>
              <a:gd name="connsiteY1" fmla="*/ 6386217 h 6858000"/>
              <a:gd name="connsiteX2" fmla="*/ 951870 w 12192000"/>
              <a:gd name="connsiteY2" fmla="*/ 6386217 h 6858000"/>
              <a:gd name="connsiteX3" fmla="*/ 951870 w 12192000"/>
              <a:gd name="connsiteY3" fmla="*/ 6280287 h 6858000"/>
              <a:gd name="connsiteX4" fmla="*/ 489966 w 12192000"/>
              <a:gd name="connsiteY4" fmla="*/ 6280287 h 6858000"/>
              <a:gd name="connsiteX5" fmla="*/ 10209355 w 12192000"/>
              <a:gd name="connsiteY5" fmla="*/ 319001 h 6858000"/>
              <a:gd name="connsiteX6" fmla="*/ 10135695 w 12192000"/>
              <a:gd name="connsiteY6" fmla="*/ 1031751 h 6858000"/>
              <a:gd name="connsiteX7" fmla="*/ 11907839 w 12192000"/>
              <a:gd name="connsiteY7" fmla="*/ 1031116 h 6858000"/>
              <a:gd name="connsiteX8" fmla="*/ 11902124 w 12192000"/>
              <a:gd name="connsiteY8" fmla="*/ 267566 h 6858000"/>
              <a:gd name="connsiteX9" fmla="*/ 10209355 w 12192000"/>
              <a:gd name="connsiteY9" fmla="*/ 319001 h 6858000"/>
              <a:gd name="connsiteX10" fmla="*/ 0 w 12192000"/>
              <a:gd name="connsiteY10" fmla="*/ 0 h 6858000"/>
              <a:gd name="connsiteX11" fmla="*/ 12192000 w 12192000"/>
              <a:gd name="connsiteY11" fmla="*/ 0 h 6858000"/>
              <a:gd name="connsiteX12" fmla="*/ 12192000 w 12192000"/>
              <a:gd name="connsiteY12" fmla="*/ 6858000 h 6858000"/>
              <a:gd name="connsiteX13" fmla="*/ 0 w 12192000"/>
              <a:gd name="connsiteY13" fmla="*/ 6858000 h 6858000"/>
              <a:gd name="connsiteX14" fmla="*/ 0 w 12192000"/>
              <a:gd name="connsiteY14" fmla="*/ 0 h 6858000"/>
              <a:gd name="connsiteX0" fmla="*/ 489966 w 12192000"/>
              <a:gd name="connsiteY0" fmla="*/ 6280287 h 6858000"/>
              <a:gd name="connsiteX1" fmla="*/ 488061 w 12192000"/>
              <a:gd name="connsiteY1" fmla="*/ 6386217 h 6858000"/>
              <a:gd name="connsiteX2" fmla="*/ 951870 w 12192000"/>
              <a:gd name="connsiteY2" fmla="*/ 6386217 h 6858000"/>
              <a:gd name="connsiteX3" fmla="*/ 951870 w 12192000"/>
              <a:gd name="connsiteY3" fmla="*/ 6280287 h 6858000"/>
              <a:gd name="connsiteX4" fmla="*/ 489966 w 12192000"/>
              <a:gd name="connsiteY4" fmla="*/ 6280287 h 6858000"/>
              <a:gd name="connsiteX5" fmla="*/ 10144585 w 12192000"/>
              <a:gd name="connsiteY5" fmla="*/ 269471 h 6858000"/>
              <a:gd name="connsiteX6" fmla="*/ 10135695 w 12192000"/>
              <a:gd name="connsiteY6" fmla="*/ 1031751 h 6858000"/>
              <a:gd name="connsiteX7" fmla="*/ 11907839 w 12192000"/>
              <a:gd name="connsiteY7" fmla="*/ 1031116 h 6858000"/>
              <a:gd name="connsiteX8" fmla="*/ 11902124 w 12192000"/>
              <a:gd name="connsiteY8" fmla="*/ 267566 h 6858000"/>
              <a:gd name="connsiteX9" fmla="*/ 10144585 w 12192000"/>
              <a:gd name="connsiteY9" fmla="*/ 269471 h 6858000"/>
              <a:gd name="connsiteX10" fmla="*/ 0 w 12192000"/>
              <a:gd name="connsiteY10" fmla="*/ 0 h 6858000"/>
              <a:gd name="connsiteX11" fmla="*/ 12192000 w 12192000"/>
              <a:gd name="connsiteY11" fmla="*/ 0 h 6858000"/>
              <a:gd name="connsiteX12" fmla="*/ 12192000 w 12192000"/>
              <a:gd name="connsiteY12" fmla="*/ 6858000 h 6858000"/>
              <a:gd name="connsiteX13" fmla="*/ 0 w 12192000"/>
              <a:gd name="connsiteY13" fmla="*/ 6858000 h 6858000"/>
              <a:gd name="connsiteX14" fmla="*/ 0 w 12192000"/>
              <a:gd name="connsiteY14" fmla="*/ 0 h 6858000"/>
              <a:gd name="connsiteX0" fmla="*/ 489966 w 12192000"/>
              <a:gd name="connsiteY0" fmla="*/ 6280287 h 6858000"/>
              <a:gd name="connsiteX1" fmla="*/ 488061 w 12192000"/>
              <a:gd name="connsiteY1" fmla="*/ 6386217 h 6858000"/>
              <a:gd name="connsiteX2" fmla="*/ 951870 w 12192000"/>
              <a:gd name="connsiteY2" fmla="*/ 6386217 h 6858000"/>
              <a:gd name="connsiteX3" fmla="*/ 951870 w 12192000"/>
              <a:gd name="connsiteY3" fmla="*/ 6280287 h 6858000"/>
              <a:gd name="connsiteX4" fmla="*/ 489966 w 12192000"/>
              <a:gd name="connsiteY4" fmla="*/ 6280287 h 6858000"/>
              <a:gd name="connsiteX5" fmla="*/ 10144585 w 12192000"/>
              <a:gd name="connsiteY5" fmla="*/ 269471 h 6858000"/>
              <a:gd name="connsiteX6" fmla="*/ 10215705 w 12192000"/>
              <a:gd name="connsiteY6" fmla="*/ 982221 h 6858000"/>
              <a:gd name="connsiteX7" fmla="*/ 11907839 w 12192000"/>
              <a:gd name="connsiteY7" fmla="*/ 1031116 h 6858000"/>
              <a:gd name="connsiteX8" fmla="*/ 11902124 w 12192000"/>
              <a:gd name="connsiteY8" fmla="*/ 267566 h 6858000"/>
              <a:gd name="connsiteX9" fmla="*/ 10144585 w 12192000"/>
              <a:gd name="connsiteY9" fmla="*/ 269471 h 6858000"/>
              <a:gd name="connsiteX10" fmla="*/ 0 w 12192000"/>
              <a:gd name="connsiteY10" fmla="*/ 0 h 6858000"/>
              <a:gd name="connsiteX11" fmla="*/ 12192000 w 12192000"/>
              <a:gd name="connsiteY11" fmla="*/ 0 h 6858000"/>
              <a:gd name="connsiteX12" fmla="*/ 12192000 w 12192000"/>
              <a:gd name="connsiteY12" fmla="*/ 6858000 h 6858000"/>
              <a:gd name="connsiteX13" fmla="*/ 0 w 12192000"/>
              <a:gd name="connsiteY13" fmla="*/ 6858000 h 6858000"/>
              <a:gd name="connsiteX14" fmla="*/ 0 w 12192000"/>
              <a:gd name="connsiteY14" fmla="*/ 0 h 6858000"/>
              <a:gd name="connsiteX0" fmla="*/ 489966 w 12192000"/>
              <a:gd name="connsiteY0" fmla="*/ 6280287 h 6858000"/>
              <a:gd name="connsiteX1" fmla="*/ 488061 w 12192000"/>
              <a:gd name="connsiteY1" fmla="*/ 6386217 h 6858000"/>
              <a:gd name="connsiteX2" fmla="*/ 951870 w 12192000"/>
              <a:gd name="connsiteY2" fmla="*/ 6386217 h 6858000"/>
              <a:gd name="connsiteX3" fmla="*/ 951870 w 12192000"/>
              <a:gd name="connsiteY3" fmla="*/ 6280287 h 6858000"/>
              <a:gd name="connsiteX4" fmla="*/ 489966 w 12192000"/>
              <a:gd name="connsiteY4" fmla="*/ 6280287 h 6858000"/>
              <a:gd name="connsiteX5" fmla="*/ 10144585 w 12192000"/>
              <a:gd name="connsiteY5" fmla="*/ 269471 h 6858000"/>
              <a:gd name="connsiteX6" fmla="*/ 10145220 w 12192000"/>
              <a:gd name="connsiteY6" fmla="*/ 1027941 h 6858000"/>
              <a:gd name="connsiteX7" fmla="*/ 11907839 w 12192000"/>
              <a:gd name="connsiteY7" fmla="*/ 1031116 h 6858000"/>
              <a:gd name="connsiteX8" fmla="*/ 11902124 w 12192000"/>
              <a:gd name="connsiteY8" fmla="*/ 267566 h 6858000"/>
              <a:gd name="connsiteX9" fmla="*/ 10144585 w 12192000"/>
              <a:gd name="connsiteY9" fmla="*/ 269471 h 6858000"/>
              <a:gd name="connsiteX10" fmla="*/ 0 w 12192000"/>
              <a:gd name="connsiteY10" fmla="*/ 0 h 6858000"/>
              <a:gd name="connsiteX11" fmla="*/ 12192000 w 12192000"/>
              <a:gd name="connsiteY11" fmla="*/ 0 h 6858000"/>
              <a:gd name="connsiteX12" fmla="*/ 12192000 w 12192000"/>
              <a:gd name="connsiteY12" fmla="*/ 6858000 h 6858000"/>
              <a:gd name="connsiteX13" fmla="*/ 0 w 12192000"/>
              <a:gd name="connsiteY13" fmla="*/ 6858000 h 6858000"/>
              <a:gd name="connsiteX14" fmla="*/ 0 w 12192000"/>
              <a:gd name="connsiteY14" fmla="*/ 0 h 6858000"/>
              <a:gd name="connsiteX0" fmla="*/ 489966 w 12192000"/>
              <a:gd name="connsiteY0" fmla="*/ 6280287 h 6858000"/>
              <a:gd name="connsiteX1" fmla="*/ 488061 w 12192000"/>
              <a:gd name="connsiteY1" fmla="*/ 6386217 h 6858000"/>
              <a:gd name="connsiteX2" fmla="*/ 951870 w 12192000"/>
              <a:gd name="connsiteY2" fmla="*/ 6386217 h 6858000"/>
              <a:gd name="connsiteX3" fmla="*/ 951870 w 12192000"/>
              <a:gd name="connsiteY3" fmla="*/ 6280287 h 6858000"/>
              <a:gd name="connsiteX4" fmla="*/ 489966 w 12192000"/>
              <a:gd name="connsiteY4" fmla="*/ 6280287 h 6858000"/>
              <a:gd name="connsiteX5" fmla="*/ 10144585 w 12192000"/>
              <a:gd name="connsiteY5" fmla="*/ 269471 h 6858000"/>
              <a:gd name="connsiteX6" fmla="*/ 10145220 w 12192000"/>
              <a:gd name="connsiteY6" fmla="*/ 1027941 h 6858000"/>
              <a:gd name="connsiteX7" fmla="*/ 11803064 w 12192000"/>
              <a:gd name="connsiteY7" fmla="*/ 954916 h 6858000"/>
              <a:gd name="connsiteX8" fmla="*/ 11902124 w 12192000"/>
              <a:gd name="connsiteY8" fmla="*/ 267566 h 6858000"/>
              <a:gd name="connsiteX9" fmla="*/ 10144585 w 12192000"/>
              <a:gd name="connsiteY9" fmla="*/ 269471 h 6858000"/>
              <a:gd name="connsiteX10" fmla="*/ 0 w 12192000"/>
              <a:gd name="connsiteY10" fmla="*/ 0 h 6858000"/>
              <a:gd name="connsiteX11" fmla="*/ 12192000 w 12192000"/>
              <a:gd name="connsiteY11" fmla="*/ 0 h 6858000"/>
              <a:gd name="connsiteX12" fmla="*/ 12192000 w 12192000"/>
              <a:gd name="connsiteY12" fmla="*/ 6858000 h 6858000"/>
              <a:gd name="connsiteX13" fmla="*/ 0 w 12192000"/>
              <a:gd name="connsiteY13" fmla="*/ 6858000 h 6858000"/>
              <a:gd name="connsiteX14" fmla="*/ 0 w 12192000"/>
              <a:gd name="connsiteY14" fmla="*/ 0 h 6858000"/>
              <a:gd name="connsiteX0" fmla="*/ 489966 w 12192000"/>
              <a:gd name="connsiteY0" fmla="*/ 6280287 h 6858000"/>
              <a:gd name="connsiteX1" fmla="*/ 488061 w 12192000"/>
              <a:gd name="connsiteY1" fmla="*/ 6386217 h 6858000"/>
              <a:gd name="connsiteX2" fmla="*/ 951870 w 12192000"/>
              <a:gd name="connsiteY2" fmla="*/ 6386217 h 6858000"/>
              <a:gd name="connsiteX3" fmla="*/ 951870 w 12192000"/>
              <a:gd name="connsiteY3" fmla="*/ 6280287 h 6858000"/>
              <a:gd name="connsiteX4" fmla="*/ 489966 w 12192000"/>
              <a:gd name="connsiteY4" fmla="*/ 6280287 h 6858000"/>
              <a:gd name="connsiteX5" fmla="*/ 10144585 w 12192000"/>
              <a:gd name="connsiteY5" fmla="*/ 269471 h 6858000"/>
              <a:gd name="connsiteX6" fmla="*/ 10145220 w 12192000"/>
              <a:gd name="connsiteY6" fmla="*/ 1027941 h 6858000"/>
              <a:gd name="connsiteX7" fmla="*/ 11904029 w 12192000"/>
              <a:gd name="connsiteY7" fmla="*/ 1027306 h 6858000"/>
              <a:gd name="connsiteX8" fmla="*/ 11902124 w 12192000"/>
              <a:gd name="connsiteY8" fmla="*/ 267566 h 6858000"/>
              <a:gd name="connsiteX9" fmla="*/ 10144585 w 12192000"/>
              <a:gd name="connsiteY9" fmla="*/ 269471 h 6858000"/>
              <a:gd name="connsiteX10" fmla="*/ 0 w 12192000"/>
              <a:gd name="connsiteY10" fmla="*/ 0 h 6858000"/>
              <a:gd name="connsiteX11" fmla="*/ 12192000 w 12192000"/>
              <a:gd name="connsiteY11" fmla="*/ 0 h 6858000"/>
              <a:gd name="connsiteX12" fmla="*/ 12192000 w 12192000"/>
              <a:gd name="connsiteY12" fmla="*/ 6858000 h 6858000"/>
              <a:gd name="connsiteX13" fmla="*/ 0 w 12192000"/>
              <a:gd name="connsiteY13" fmla="*/ 6858000 h 6858000"/>
              <a:gd name="connsiteX14" fmla="*/ 0 w 12192000"/>
              <a:gd name="connsiteY14" fmla="*/ 0 h 6858000"/>
              <a:gd name="connsiteX0" fmla="*/ 489966 w 12192000"/>
              <a:gd name="connsiteY0" fmla="*/ 6280287 h 6858000"/>
              <a:gd name="connsiteX1" fmla="*/ 488061 w 12192000"/>
              <a:gd name="connsiteY1" fmla="*/ 6386217 h 6858000"/>
              <a:gd name="connsiteX2" fmla="*/ 951870 w 12192000"/>
              <a:gd name="connsiteY2" fmla="*/ 6386217 h 6858000"/>
              <a:gd name="connsiteX3" fmla="*/ 951870 w 12192000"/>
              <a:gd name="connsiteY3" fmla="*/ 6280287 h 6858000"/>
              <a:gd name="connsiteX4" fmla="*/ 489966 w 12192000"/>
              <a:gd name="connsiteY4" fmla="*/ 6280287 h 6858000"/>
              <a:gd name="connsiteX5" fmla="*/ 10316035 w 12192000"/>
              <a:gd name="connsiteY5" fmla="*/ 364721 h 6858000"/>
              <a:gd name="connsiteX6" fmla="*/ 10145220 w 12192000"/>
              <a:gd name="connsiteY6" fmla="*/ 1027941 h 6858000"/>
              <a:gd name="connsiteX7" fmla="*/ 11904029 w 12192000"/>
              <a:gd name="connsiteY7" fmla="*/ 1027306 h 6858000"/>
              <a:gd name="connsiteX8" fmla="*/ 11902124 w 12192000"/>
              <a:gd name="connsiteY8" fmla="*/ 267566 h 6858000"/>
              <a:gd name="connsiteX9" fmla="*/ 10316035 w 12192000"/>
              <a:gd name="connsiteY9" fmla="*/ 364721 h 6858000"/>
              <a:gd name="connsiteX10" fmla="*/ 0 w 12192000"/>
              <a:gd name="connsiteY10" fmla="*/ 0 h 6858000"/>
              <a:gd name="connsiteX11" fmla="*/ 12192000 w 12192000"/>
              <a:gd name="connsiteY11" fmla="*/ 0 h 6858000"/>
              <a:gd name="connsiteX12" fmla="*/ 12192000 w 12192000"/>
              <a:gd name="connsiteY12" fmla="*/ 6858000 h 6858000"/>
              <a:gd name="connsiteX13" fmla="*/ 0 w 12192000"/>
              <a:gd name="connsiteY13" fmla="*/ 6858000 h 6858000"/>
              <a:gd name="connsiteX14" fmla="*/ 0 w 12192000"/>
              <a:gd name="connsiteY14" fmla="*/ 0 h 6858000"/>
              <a:gd name="connsiteX0" fmla="*/ 489966 w 12192000"/>
              <a:gd name="connsiteY0" fmla="*/ 6280287 h 6858000"/>
              <a:gd name="connsiteX1" fmla="*/ 488061 w 12192000"/>
              <a:gd name="connsiteY1" fmla="*/ 6386217 h 6858000"/>
              <a:gd name="connsiteX2" fmla="*/ 951870 w 12192000"/>
              <a:gd name="connsiteY2" fmla="*/ 6386217 h 6858000"/>
              <a:gd name="connsiteX3" fmla="*/ 951870 w 12192000"/>
              <a:gd name="connsiteY3" fmla="*/ 6280287 h 6858000"/>
              <a:gd name="connsiteX4" fmla="*/ 489966 w 12192000"/>
              <a:gd name="connsiteY4" fmla="*/ 6280287 h 6858000"/>
              <a:gd name="connsiteX5" fmla="*/ 10146490 w 12192000"/>
              <a:gd name="connsiteY5" fmla="*/ 265661 h 6858000"/>
              <a:gd name="connsiteX6" fmla="*/ 10145220 w 12192000"/>
              <a:gd name="connsiteY6" fmla="*/ 1027941 h 6858000"/>
              <a:gd name="connsiteX7" fmla="*/ 11904029 w 12192000"/>
              <a:gd name="connsiteY7" fmla="*/ 1027306 h 6858000"/>
              <a:gd name="connsiteX8" fmla="*/ 11902124 w 12192000"/>
              <a:gd name="connsiteY8" fmla="*/ 267566 h 6858000"/>
              <a:gd name="connsiteX9" fmla="*/ 10146490 w 12192000"/>
              <a:gd name="connsiteY9" fmla="*/ 265661 h 6858000"/>
              <a:gd name="connsiteX10" fmla="*/ 0 w 12192000"/>
              <a:gd name="connsiteY10" fmla="*/ 0 h 6858000"/>
              <a:gd name="connsiteX11" fmla="*/ 12192000 w 12192000"/>
              <a:gd name="connsiteY11" fmla="*/ 0 h 6858000"/>
              <a:gd name="connsiteX12" fmla="*/ 12192000 w 12192000"/>
              <a:gd name="connsiteY12" fmla="*/ 6858000 h 6858000"/>
              <a:gd name="connsiteX13" fmla="*/ 0 w 12192000"/>
              <a:gd name="connsiteY13" fmla="*/ 6858000 h 6858000"/>
              <a:gd name="connsiteX14" fmla="*/ 0 w 12192000"/>
              <a:gd name="connsiteY14" fmla="*/ 0 h 6858000"/>
              <a:gd name="connsiteX0" fmla="*/ 489966 w 12192000"/>
              <a:gd name="connsiteY0" fmla="*/ 6280287 h 6858000"/>
              <a:gd name="connsiteX1" fmla="*/ 488061 w 12192000"/>
              <a:gd name="connsiteY1" fmla="*/ 6386217 h 6858000"/>
              <a:gd name="connsiteX2" fmla="*/ 951870 w 12192000"/>
              <a:gd name="connsiteY2" fmla="*/ 6386217 h 6858000"/>
              <a:gd name="connsiteX3" fmla="*/ 951870 w 12192000"/>
              <a:gd name="connsiteY3" fmla="*/ 6280287 h 6858000"/>
              <a:gd name="connsiteX4" fmla="*/ 489966 w 12192000"/>
              <a:gd name="connsiteY4" fmla="*/ 6280287 h 6858000"/>
              <a:gd name="connsiteX5" fmla="*/ 10146490 w 12192000"/>
              <a:gd name="connsiteY5" fmla="*/ 265661 h 6858000"/>
              <a:gd name="connsiteX6" fmla="*/ 10145220 w 12192000"/>
              <a:gd name="connsiteY6" fmla="*/ 1027941 h 6858000"/>
              <a:gd name="connsiteX7" fmla="*/ 11904029 w 12192000"/>
              <a:gd name="connsiteY7" fmla="*/ 1027306 h 6858000"/>
              <a:gd name="connsiteX8" fmla="*/ 11829734 w 12192000"/>
              <a:gd name="connsiteY8" fmla="*/ 351386 h 6858000"/>
              <a:gd name="connsiteX9" fmla="*/ 10146490 w 12192000"/>
              <a:gd name="connsiteY9" fmla="*/ 265661 h 6858000"/>
              <a:gd name="connsiteX10" fmla="*/ 0 w 12192000"/>
              <a:gd name="connsiteY10" fmla="*/ 0 h 6858000"/>
              <a:gd name="connsiteX11" fmla="*/ 12192000 w 12192000"/>
              <a:gd name="connsiteY11" fmla="*/ 0 h 6858000"/>
              <a:gd name="connsiteX12" fmla="*/ 12192000 w 12192000"/>
              <a:gd name="connsiteY12" fmla="*/ 6858000 h 6858000"/>
              <a:gd name="connsiteX13" fmla="*/ 0 w 12192000"/>
              <a:gd name="connsiteY13" fmla="*/ 6858000 h 6858000"/>
              <a:gd name="connsiteX14" fmla="*/ 0 w 12192000"/>
              <a:gd name="connsiteY14" fmla="*/ 0 h 6858000"/>
              <a:gd name="connsiteX0" fmla="*/ 489966 w 12192000"/>
              <a:gd name="connsiteY0" fmla="*/ 6280287 h 6858000"/>
              <a:gd name="connsiteX1" fmla="*/ 488061 w 12192000"/>
              <a:gd name="connsiteY1" fmla="*/ 6386217 h 6858000"/>
              <a:gd name="connsiteX2" fmla="*/ 951870 w 12192000"/>
              <a:gd name="connsiteY2" fmla="*/ 6386217 h 6858000"/>
              <a:gd name="connsiteX3" fmla="*/ 951870 w 12192000"/>
              <a:gd name="connsiteY3" fmla="*/ 6280287 h 6858000"/>
              <a:gd name="connsiteX4" fmla="*/ 489966 w 12192000"/>
              <a:gd name="connsiteY4" fmla="*/ 6280287 h 6858000"/>
              <a:gd name="connsiteX5" fmla="*/ 10146490 w 12192000"/>
              <a:gd name="connsiteY5" fmla="*/ 265661 h 6858000"/>
              <a:gd name="connsiteX6" fmla="*/ 10145220 w 12192000"/>
              <a:gd name="connsiteY6" fmla="*/ 1027941 h 6858000"/>
              <a:gd name="connsiteX7" fmla="*/ 11904029 w 12192000"/>
              <a:gd name="connsiteY7" fmla="*/ 1027306 h 6858000"/>
              <a:gd name="connsiteX8" fmla="*/ 11904029 w 12192000"/>
              <a:gd name="connsiteY8" fmla="*/ 265661 h 6858000"/>
              <a:gd name="connsiteX9" fmla="*/ 10146490 w 12192000"/>
              <a:gd name="connsiteY9" fmla="*/ 265661 h 6858000"/>
              <a:gd name="connsiteX10" fmla="*/ 0 w 12192000"/>
              <a:gd name="connsiteY10" fmla="*/ 0 h 6858000"/>
              <a:gd name="connsiteX11" fmla="*/ 12192000 w 12192000"/>
              <a:gd name="connsiteY11" fmla="*/ 0 h 6858000"/>
              <a:gd name="connsiteX12" fmla="*/ 12192000 w 12192000"/>
              <a:gd name="connsiteY12" fmla="*/ 6858000 h 6858000"/>
              <a:gd name="connsiteX13" fmla="*/ 0 w 12192000"/>
              <a:gd name="connsiteY13" fmla="*/ 6858000 h 6858000"/>
              <a:gd name="connsiteX14" fmla="*/ 0 w 12192000"/>
              <a:gd name="connsiteY14" fmla="*/ 0 h 6858000"/>
              <a:gd name="connsiteX0" fmla="*/ 489966 w 12192000"/>
              <a:gd name="connsiteY0" fmla="*/ 6280287 h 6858000"/>
              <a:gd name="connsiteX1" fmla="*/ 488061 w 12192000"/>
              <a:gd name="connsiteY1" fmla="*/ 6386217 h 6858000"/>
              <a:gd name="connsiteX2" fmla="*/ 951870 w 12192000"/>
              <a:gd name="connsiteY2" fmla="*/ 6386217 h 6858000"/>
              <a:gd name="connsiteX3" fmla="*/ 951870 w 12192000"/>
              <a:gd name="connsiteY3" fmla="*/ 6280287 h 6858000"/>
              <a:gd name="connsiteX4" fmla="*/ 489966 w 12192000"/>
              <a:gd name="connsiteY4" fmla="*/ 6280287 h 6858000"/>
              <a:gd name="connsiteX5" fmla="*/ 10146490 w 12192000"/>
              <a:gd name="connsiteY5" fmla="*/ 265661 h 6858000"/>
              <a:gd name="connsiteX6" fmla="*/ 10145220 w 12192000"/>
              <a:gd name="connsiteY6" fmla="*/ 1027941 h 6858000"/>
              <a:gd name="connsiteX7" fmla="*/ 11623994 w 12192000"/>
              <a:gd name="connsiteY7" fmla="*/ 924436 h 6858000"/>
              <a:gd name="connsiteX8" fmla="*/ 11904029 w 12192000"/>
              <a:gd name="connsiteY8" fmla="*/ 265661 h 6858000"/>
              <a:gd name="connsiteX9" fmla="*/ 10146490 w 12192000"/>
              <a:gd name="connsiteY9" fmla="*/ 265661 h 6858000"/>
              <a:gd name="connsiteX10" fmla="*/ 0 w 12192000"/>
              <a:gd name="connsiteY10" fmla="*/ 0 h 6858000"/>
              <a:gd name="connsiteX11" fmla="*/ 12192000 w 12192000"/>
              <a:gd name="connsiteY11" fmla="*/ 0 h 6858000"/>
              <a:gd name="connsiteX12" fmla="*/ 12192000 w 12192000"/>
              <a:gd name="connsiteY12" fmla="*/ 6858000 h 6858000"/>
              <a:gd name="connsiteX13" fmla="*/ 0 w 12192000"/>
              <a:gd name="connsiteY13" fmla="*/ 6858000 h 6858000"/>
              <a:gd name="connsiteX14" fmla="*/ 0 w 12192000"/>
              <a:gd name="connsiteY14" fmla="*/ 0 h 6858000"/>
              <a:gd name="connsiteX0" fmla="*/ 489966 w 12192000"/>
              <a:gd name="connsiteY0" fmla="*/ 6280287 h 6858000"/>
              <a:gd name="connsiteX1" fmla="*/ 488061 w 12192000"/>
              <a:gd name="connsiteY1" fmla="*/ 6386217 h 6858000"/>
              <a:gd name="connsiteX2" fmla="*/ 951870 w 12192000"/>
              <a:gd name="connsiteY2" fmla="*/ 6386217 h 6858000"/>
              <a:gd name="connsiteX3" fmla="*/ 951870 w 12192000"/>
              <a:gd name="connsiteY3" fmla="*/ 6280287 h 6858000"/>
              <a:gd name="connsiteX4" fmla="*/ 489966 w 12192000"/>
              <a:gd name="connsiteY4" fmla="*/ 6280287 h 6858000"/>
              <a:gd name="connsiteX5" fmla="*/ 10146490 w 12192000"/>
              <a:gd name="connsiteY5" fmla="*/ 265661 h 6858000"/>
              <a:gd name="connsiteX6" fmla="*/ 10145220 w 12192000"/>
              <a:gd name="connsiteY6" fmla="*/ 1027941 h 6858000"/>
              <a:gd name="connsiteX7" fmla="*/ 11904029 w 12192000"/>
              <a:gd name="connsiteY7" fmla="*/ 1025401 h 6858000"/>
              <a:gd name="connsiteX8" fmla="*/ 11904029 w 12192000"/>
              <a:gd name="connsiteY8" fmla="*/ 265661 h 6858000"/>
              <a:gd name="connsiteX9" fmla="*/ 10146490 w 12192000"/>
              <a:gd name="connsiteY9" fmla="*/ 265661 h 6858000"/>
              <a:gd name="connsiteX10" fmla="*/ 0 w 12192000"/>
              <a:gd name="connsiteY10" fmla="*/ 0 h 6858000"/>
              <a:gd name="connsiteX11" fmla="*/ 12192000 w 12192000"/>
              <a:gd name="connsiteY11" fmla="*/ 0 h 6858000"/>
              <a:gd name="connsiteX12" fmla="*/ 12192000 w 12192000"/>
              <a:gd name="connsiteY12" fmla="*/ 6858000 h 6858000"/>
              <a:gd name="connsiteX13" fmla="*/ 0 w 12192000"/>
              <a:gd name="connsiteY13" fmla="*/ 6858000 h 6858000"/>
              <a:gd name="connsiteX14" fmla="*/ 0 w 12192000"/>
              <a:gd name="connsiteY14" fmla="*/ 0 h 6858000"/>
              <a:gd name="connsiteX0" fmla="*/ 489966 w 12192000"/>
              <a:gd name="connsiteY0" fmla="*/ 6280287 h 6858000"/>
              <a:gd name="connsiteX1" fmla="*/ 488061 w 12192000"/>
              <a:gd name="connsiteY1" fmla="*/ 6386217 h 6858000"/>
              <a:gd name="connsiteX2" fmla="*/ 951870 w 12192000"/>
              <a:gd name="connsiteY2" fmla="*/ 6386217 h 6858000"/>
              <a:gd name="connsiteX3" fmla="*/ 951870 w 12192000"/>
              <a:gd name="connsiteY3" fmla="*/ 6280287 h 6858000"/>
              <a:gd name="connsiteX4" fmla="*/ 489966 w 12192000"/>
              <a:gd name="connsiteY4" fmla="*/ 6280287 h 6858000"/>
              <a:gd name="connsiteX5" fmla="*/ 10146490 w 12192000"/>
              <a:gd name="connsiteY5" fmla="*/ 265661 h 6858000"/>
              <a:gd name="connsiteX6" fmla="*/ 10206180 w 12192000"/>
              <a:gd name="connsiteY6" fmla="*/ 955551 h 6858000"/>
              <a:gd name="connsiteX7" fmla="*/ 11904029 w 12192000"/>
              <a:gd name="connsiteY7" fmla="*/ 1025401 h 6858000"/>
              <a:gd name="connsiteX8" fmla="*/ 11904029 w 12192000"/>
              <a:gd name="connsiteY8" fmla="*/ 265661 h 6858000"/>
              <a:gd name="connsiteX9" fmla="*/ 10146490 w 12192000"/>
              <a:gd name="connsiteY9" fmla="*/ 265661 h 6858000"/>
              <a:gd name="connsiteX10" fmla="*/ 0 w 12192000"/>
              <a:gd name="connsiteY10" fmla="*/ 0 h 6858000"/>
              <a:gd name="connsiteX11" fmla="*/ 12192000 w 12192000"/>
              <a:gd name="connsiteY11" fmla="*/ 0 h 6858000"/>
              <a:gd name="connsiteX12" fmla="*/ 12192000 w 12192000"/>
              <a:gd name="connsiteY12" fmla="*/ 6858000 h 6858000"/>
              <a:gd name="connsiteX13" fmla="*/ 0 w 12192000"/>
              <a:gd name="connsiteY13" fmla="*/ 6858000 h 6858000"/>
              <a:gd name="connsiteX14" fmla="*/ 0 w 12192000"/>
              <a:gd name="connsiteY14" fmla="*/ 0 h 6858000"/>
              <a:gd name="connsiteX0" fmla="*/ 489966 w 12192000"/>
              <a:gd name="connsiteY0" fmla="*/ 6280287 h 6858000"/>
              <a:gd name="connsiteX1" fmla="*/ 488061 w 12192000"/>
              <a:gd name="connsiteY1" fmla="*/ 6386217 h 6858000"/>
              <a:gd name="connsiteX2" fmla="*/ 951870 w 12192000"/>
              <a:gd name="connsiteY2" fmla="*/ 6386217 h 6858000"/>
              <a:gd name="connsiteX3" fmla="*/ 951870 w 12192000"/>
              <a:gd name="connsiteY3" fmla="*/ 6280287 h 6858000"/>
              <a:gd name="connsiteX4" fmla="*/ 489966 w 12192000"/>
              <a:gd name="connsiteY4" fmla="*/ 6280287 h 6858000"/>
              <a:gd name="connsiteX5" fmla="*/ 10146490 w 12192000"/>
              <a:gd name="connsiteY5" fmla="*/ 265661 h 6858000"/>
              <a:gd name="connsiteX6" fmla="*/ 10143315 w 12192000"/>
              <a:gd name="connsiteY6" fmla="*/ 1027941 h 6858000"/>
              <a:gd name="connsiteX7" fmla="*/ 11904029 w 12192000"/>
              <a:gd name="connsiteY7" fmla="*/ 1025401 h 6858000"/>
              <a:gd name="connsiteX8" fmla="*/ 11904029 w 12192000"/>
              <a:gd name="connsiteY8" fmla="*/ 265661 h 6858000"/>
              <a:gd name="connsiteX9" fmla="*/ 10146490 w 12192000"/>
              <a:gd name="connsiteY9" fmla="*/ 265661 h 6858000"/>
              <a:gd name="connsiteX10" fmla="*/ 0 w 12192000"/>
              <a:gd name="connsiteY10" fmla="*/ 0 h 6858000"/>
              <a:gd name="connsiteX11" fmla="*/ 12192000 w 12192000"/>
              <a:gd name="connsiteY11" fmla="*/ 0 h 6858000"/>
              <a:gd name="connsiteX12" fmla="*/ 12192000 w 12192000"/>
              <a:gd name="connsiteY12" fmla="*/ 6858000 h 6858000"/>
              <a:gd name="connsiteX13" fmla="*/ 0 w 12192000"/>
              <a:gd name="connsiteY13" fmla="*/ 6858000 h 6858000"/>
              <a:gd name="connsiteX14" fmla="*/ 0 w 12192000"/>
              <a:gd name="connsiteY14" fmla="*/ 0 h 6858000"/>
              <a:gd name="connsiteX0" fmla="*/ 489966 w 12192000"/>
              <a:gd name="connsiteY0" fmla="*/ 6280287 h 6858000"/>
              <a:gd name="connsiteX1" fmla="*/ 488061 w 12192000"/>
              <a:gd name="connsiteY1" fmla="*/ 6386217 h 6858000"/>
              <a:gd name="connsiteX2" fmla="*/ 951870 w 12192000"/>
              <a:gd name="connsiteY2" fmla="*/ 6386217 h 6858000"/>
              <a:gd name="connsiteX3" fmla="*/ 951870 w 12192000"/>
              <a:gd name="connsiteY3" fmla="*/ 6280287 h 6858000"/>
              <a:gd name="connsiteX4" fmla="*/ 489966 w 12192000"/>
              <a:gd name="connsiteY4" fmla="*/ 6280287 h 6858000"/>
              <a:gd name="connsiteX5" fmla="*/ 10146490 w 12192000"/>
              <a:gd name="connsiteY5" fmla="*/ 265661 h 6858000"/>
              <a:gd name="connsiteX6" fmla="*/ 10141410 w 12192000"/>
              <a:gd name="connsiteY6" fmla="*/ 1026036 h 6858000"/>
              <a:gd name="connsiteX7" fmla="*/ 11904029 w 12192000"/>
              <a:gd name="connsiteY7" fmla="*/ 1025401 h 6858000"/>
              <a:gd name="connsiteX8" fmla="*/ 11904029 w 12192000"/>
              <a:gd name="connsiteY8" fmla="*/ 265661 h 6858000"/>
              <a:gd name="connsiteX9" fmla="*/ 10146490 w 12192000"/>
              <a:gd name="connsiteY9" fmla="*/ 265661 h 6858000"/>
              <a:gd name="connsiteX10" fmla="*/ 0 w 12192000"/>
              <a:gd name="connsiteY10" fmla="*/ 0 h 6858000"/>
              <a:gd name="connsiteX11" fmla="*/ 12192000 w 12192000"/>
              <a:gd name="connsiteY11" fmla="*/ 0 h 6858000"/>
              <a:gd name="connsiteX12" fmla="*/ 12192000 w 12192000"/>
              <a:gd name="connsiteY12" fmla="*/ 6858000 h 6858000"/>
              <a:gd name="connsiteX13" fmla="*/ 0 w 12192000"/>
              <a:gd name="connsiteY13" fmla="*/ 6858000 h 6858000"/>
              <a:gd name="connsiteX14" fmla="*/ 0 w 12192000"/>
              <a:gd name="connsiteY14" fmla="*/ 0 h 6858000"/>
              <a:gd name="connsiteX0" fmla="*/ 489966 w 12192000"/>
              <a:gd name="connsiteY0" fmla="*/ 6280287 h 6858000"/>
              <a:gd name="connsiteX1" fmla="*/ 488061 w 12192000"/>
              <a:gd name="connsiteY1" fmla="*/ 6386217 h 6858000"/>
              <a:gd name="connsiteX2" fmla="*/ 951870 w 12192000"/>
              <a:gd name="connsiteY2" fmla="*/ 6386217 h 6858000"/>
              <a:gd name="connsiteX3" fmla="*/ 951870 w 12192000"/>
              <a:gd name="connsiteY3" fmla="*/ 6280287 h 6858000"/>
              <a:gd name="connsiteX4" fmla="*/ 489966 w 12192000"/>
              <a:gd name="connsiteY4" fmla="*/ 6280287 h 6858000"/>
              <a:gd name="connsiteX5" fmla="*/ 10146490 w 12192000"/>
              <a:gd name="connsiteY5" fmla="*/ 265661 h 6858000"/>
              <a:gd name="connsiteX6" fmla="*/ 10143315 w 12192000"/>
              <a:gd name="connsiteY6" fmla="*/ 1026036 h 6858000"/>
              <a:gd name="connsiteX7" fmla="*/ 11904029 w 12192000"/>
              <a:gd name="connsiteY7" fmla="*/ 1025401 h 6858000"/>
              <a:gd name="connsiteX8" fmla="*/ 11904029 w 12192000"/>
              <a:gd name="connsiteY8" fmla="*/ 265661 h 6858000"/>
              <a:gd name="connsiteX9" fmla="*/ 10146490 w 12192000"/>
              <a:gd name="connsiteY9" fmla="*/ 265661 h 6858000"/>
              <a:gd name="connsiteX10" fmla="*/ 0 w 12192000"/>
              <a:gd name="connsiteY10" fmla="*/ 0 h 6858000"/>
              <a:gd name="connsiteX11" fmla="*/ 12192000 w 12192000"/>
              <a:gd name="connsiteY11" fmla="*/ 0 h 6858000"/>
              <a:gd name="connsiteX12" fmla="*/ 12192000 w 12192000"/>
              <a:gd name="connsiteY12" fmla="*/ 6858000 h 6858000"/>
              <a:gd name="connsiteX13" fmla="*/ 0 w 12192000"/>
              <a:gd name="connsiteY13" fmla="*/ 6858000 h 6858000"/>
              <a:gd name="connsiteX14" fmla="*/ 0 w 12192000"/>
              <a:gd name="connsiteY14" fmla="*/ 0 h 6858000"/>
              <a:gd name="connsiteX0" fmla="*/ 489966 w 12192000"/>
              <a:gd name="connsiteY0" fmla="*/ 6280287 h 6858000"/>
              <a:gd name="connsiteX1" fmla="*/ 488061 w 12192000"/>
              <a:gd name="connsiteY1" fmla="*/ 6386217 h 6858000"/>
              <a:gd name="connsiteX2" fmla="*/ 951870 w 12192000"/>
              <a:gd name="connsiteY2" fmla="*/ 6386217 h 6858000"/>
              <a:gd name="connsiteX3" fmla="*/ 951870 w 12192000"/>
              <a:gd name="connsiteY3" fmla="*/ 6280287 h 6858000"/>
              <a:gd name="connsiteX4" fmla="*/ 489966 w 12192000"/>
              <a:gd name="connsiteY4" fmla="*/ 6280287 h 6858000"/>
              <a:gd name="connsiteX5" fmla="*/ 10260790 w 12192000"/>
              <a:gd name="connsiteY5" fmla="*/ 385676 h 6858000"/>
              <a:gd name="connsiteX6" fmla="*/ 10143315 w 12192000"/>
              <a:gd name="connsiteY6" fmla="*/ 1026036 h 6858000"/>
              <a:gd name="connsiteX7" fmla="*/ 11904029 w 12192000"/>
              <a:gd name="connsiteY7" fmla="*/ 1025401 h 6858000"/>
              <a:gd name="connsiteX8" fmla="*/ 11904029 w 12192000"/>
              <a:gd name="connsiteY8" fmla="*/ 265661 h 6858000"/>
              <a:gd name="connsiteX9" fmla="*/ 10260790 w 12192000"/>
              <a:gd name="connsiteY9" fmla="*/ 385676 h 6858000"/>
              <a:gd name="connsiteX10" fmla="*/ 0 w 12192000"/>
              <a:gd name="connsiteY10" fmla="*/ 0 h 6858000"/>
              <a:gd name="connsiteX11" fmla="*/ 12192000 w 12192000"/>
              <a:gd name="connsiteY11" fmla="*/ 0 h 6858000"/>
              <a:gd name="connsiteX12" fmla="*/ 12192000 w 12192000"/>
              <a:gd name="connsiteY12" fmla="*/ 6858000 h 6858000"/>
              <a:gd name="connsiteX13" fmla="*/ 0 w 12192000"/>
              <a:gd name="connsiteY13" fmla="*/ 6858000 h 6858000"/>
              <a:gd name="connsiteX14" fmla="*/ 0 w 12192000"/>
              <a:gd name="connsiteY14" fmla="*/ 0 h 6858000"/>
              <a:gd name="connsiteX0" fmla="*/ 489966 w 12192000"/>
              <a:gd name="connsiteY0" fmla="*/ 6280287 h 6858000"/>
              <a:gd name="connsiteX1" fmla="*/ 488061 w 12192000"/>
              <a:gd name="connsiteY1" fmla="*/ 6386217 h 6858000"/>
              <a:gd name="connsiteX2" fmla="*/ 951870 w 12192000"/>
              <a:gd name="connsiteY2" fmla="*/ 6386217 h 6858000"/>
              <a:gd name="connsiteX3" fmla="*/ 951870 w 12192000"/>
              <a:gd name="connsiteY3" fmla="*/ 6280287 h 6858000"/>
              <a:gd name="connsiteX4" fmla="*/ 489966 w 12192000"/>
              <a:gd name="connsiteY4" fmla="*/ 6280287 h 6858000"/>
              <a:gd name="connsiteX5" fmla="*/ 10146490 w 12192000"/>
              <a:gd name="connsiteY5" fmla="*/ 271376 h 6858000"/>
              <a:gd name="connsiteX6" fmla="*/ 10143315 w 12192000"/>
              <a:gd name="connsiteY6" fmla="*/ 1026036 h 6858000"/>
              <a:gd name="connsiteX7" fmla="*/ 11904029 w 12192000"/>
              <a:gd name="connsiteY7" fmla="*/ 1025401 h 6858000"/>
              <a:gd name="connsiteX8" fmla="*/ 11904029 w 12192000"/>
              <a:gd name="connsiteY8" fmla="*/ 265661 h 6858000"/>
              <a:gd name="connsiteX9" fmla="*/ 10146490 w 12192000"/>
              <a:gd name="connsiteY9" fmla="*/ 271376 h 6858000"/>
              <a:gd name="connsiteX10" fmla="*/ 0 w 12192000"/>
              <a:gd name="connsiteY10" fmla="*/ 0 h 6858000"/>
              <a:gd name="connsiteX11" fmla="*/ 12192000 w 12192000"/>
              <a:gd name="connsiteY11" fmla="*/ 0 h 6858000"/>
              <a:gd name="connsiteX12" fmla="*/ 12192000 w 12192000"/>
              <a:gd name="connsiteY12" fmla="*/ 6858000 h 6858000"/>
              <a:gd name="connsiteX13" fmla="*/ 0 w 12192000"/>
              <a:gd name="connsiteY13" fmla="*/ 6858000 h 6858000"/>
              <a:gd name="connsiteX14" fmla="*/ 0 w 12192000"/>
              <a:gd name="connsiteY14" fmla="*/ 0 h 6858000"/>
              <a:gd name="connsiteX0" fmla="*/ 489966 w 12192000"/>
              <a:gd name="connsiteY0" fmla="*/ 6280287 h 6858000"/>
              <a:gd name="connsiteX1" fmla="*/ 488061 w 12192000"/>
              <a:gd name="connsiteY1" fmla="*/ 6386217 h 6858000"/>
              <a:gd name="connsiteX2" fmla="*/ 951870 w 12192000"/>
              <a:gd name="connsiteY2" fmla="*/ 6386217 h 6858000"/>
              <a:gd name="connsiteX3" fmla="*/ 951870 w 12192000"/>
              <a:gd name="connsiteY3" fmla="*/ 6280287 h 6858000"/>
              <a:gd name="connsiteX4" fmla="*/ 489966 w 12192000"/>
              <a:gd name="connsiteY4" fmla="*/ 6280287 h 6858000"/>
              <a:gd name="connsiteX5" fmla="*/ 10146490 w 12192000"/>
              <a:gd name="connsiteY5" fmla="*/ 271376 h 6858000"/>
              <a:gd name="connsiteX6" fmla="*/ 10143315 w 12192000"/>
              <a:gd name="connsiteY6" fmla="*/ 1026036 h 6858000"/>
              <a:gd name="connsiteX7" fmla="*/ 11904029 w 12192000"/>
              <a:gd name="connsiteY7" fmla="*/ 1025401 h 6858000"/>
              <a:gd name="connsiteX8" fmla="*/ 11782109 w 12192000"/>
              <a:gd name="connsiteY8" fmla="*/ 360911 h 6858000"/>
              <a:gd name="connsiteX9" fmla="*/ 10146490 w 12192000"/>
              <a:gd name="connsiteY9" fmla="*/ 271376 h 6858000"/>
              <a:gd name="connsiteX10" fmla="*/ 0 w 12192000"/>
              <a:gd name="connsiteY10" fmla="*/ 0 h 6858000"/>
              <a:gd name="connsiteX11" fmla="*/ 12192000 w 12192000"/>
              <a:gd name="connsiteY11" fmla="*/ 0 h 6858000"/>
              <a:gd name="connsiteX12" fmla="*/ 12192000 w 12192000"/>
              <a:gd name="connsiteY12" fmla="*/ 6858000 h 6858000"/>
              <a:gd name="connsiteX13" fmla="*/ 0 w 12192000"/>
              <a:gd name="connsiteY13" fmla="*/ 6858000 h 6858000"/>
              <a:gd name="connsiteX14" fmla="*/ 0 w 12192000"/>
              <a:gd name="connsiteY14" fmla="*/ 0 h 6858000"/>
              <a:gd name="connsiteX0" fmla="*/ 489966 w 12192000"/>
              <a:gd name="connsiteY0" fmla="*/ 6280287 h 6858000"/>
              <a:gd name="connsiteX1" fmla="*/ 488061 w 12192000"/>
              <a:gd name="connsiteY1" fmla="*/ 6386217 h 6858000"/>
              <a:gd name="connsiteX2" fmla="*/ 951870 w 12192000"/>
              <a:gd name="connsiteY2" fmla="*/ 6386217 h 6858000"/>
              <a:gd name="connsiteX3" fmla="*/ 951870 w 12192000"/>
              <a:gd name="connsiteY3" fmla="*/ 6280287 h 6858000"/>
              <a:gd name="connsiteX4" fmla="*/ 489966 w 12192000"/>
              <a:gd name="connsiteY4" fmla="*/ 6280287 h 6858000"/>
              <a:gd name="connsiteX5" fmla="*/ 10146490 w 12192000"/>
              <a:gd name="connsiteY5" fmla="*/ 271376 h 6858000"/>
              <a:gd name="connsiteX6" fmla="*/ 10143315 w 12192000"/>
              <a:gd name="connsiteY6" fmla="*/ 1026036 h 6858000"/>
              <a:gd name="connsiteX7" fmla="*/ 11904029 w 12192000"/>
              <a:gd name="connsiteY7" fmla="*/ 1025401 h 6858000"/>
              <a:gd name="connsiteX8" fmla="*/ 11904029 w 12192000"/>
              <a:gd name="connsiteY8" fmla="*/ 267566 h 6858000"/>
              <a:gd name="connsiteX9" fmla="*/ 10146490 w 12192000"/>
              <a:gd name="connsiteY9" fmla="*/ 271376 h 6858000"/>
              <a:gd name="connsiteX10" fmla="*/ 0 w 12192000"/>
              <a:gd name="connsiteY10" fmla="*/ 0 h 6858000"/>
              <a:gd name="connsiteX11" fmla="*/ 12192000 w 12192000"/>
              <a:gd name="connsiteY11" fmla="*/ 0 h 6858000"/>
              <a:gd name="connsiteX12" fmla="*/ 12192000 w 12192000"/>
              <a:gd name="connsiteY12" fmla="*/ 6858000 h 6858000"/>
              <a:gd name="connsiteX13" fmla="*/ 0 w 12192000"/>
              <a:gd name="connsiteY13" fmla="*/ 6858000 h 6858000"/>
              <a:gd name="connsiteX14" fmla="*/ 0 w 12192000"/>
              <a:gd name="connsiteY14" fmla="*/ 0 h 6858000"/>
              <a:gd name="connsiteX0" fmla="*/ 489966 w 12192000"/>
              <a:gd name="connsiteY0" fmla="*/ 6280287 h 6858000"/>
              <a:gd name="connsiteX1" fmla="*/ 488061 w 12192000"/>
              <a:gd name="connsiteY1" fmla="*/ 6386217 h 6858000"/>
              <a:gd name="connsiteX2" fmla="*/ 951870 w 12192000"/>
              <a:gd name="connsiteY2" fmla="*/ 6386217 h 6858000"/>
              <a:gd name="connsiteX3" fmla="*/ 951870 w 12192000"/>
              <a:gd name="connsiteY3" fmla="*/ 6280287 h 6858000"/>
              <a:gd name="connsiteX4" fmla="*/ 489966 w 12192000"/>
              <a:gd name="connsiteY4" fmla="*/ 6280287 h 6858000"/>
              <a:gd name="connsiteX5" fmla="*/ 10146490 w 12192000"/>
              <a:gd name="connsiteY5" fmla="*/ 271376 h 6858000"/>
              <a:gd name="connsiteX6" fmla="*/ 10143315 w 12192000"/>
              <a:gd name="connsiteY6" fmla="*/ 1026036 h 6858000"/>
              <a:gd name="connsiteX7" fmla="*/ 11669714 w 12192000"/>
              <a:gd name="connsiteY7" fmla="*/ 956821 h 6858000"/>
              <a:gd name="connsiteX8" fmla="*/ 11904029 w 12192000"/>
              <a:gd name="connsiteY8" fmla="*/ 267566 h 6858000"/>
              <a:gd name="connsiteX9" fmla="*/ 10146490 w 12192000"/>
              <a:gd name="connsiteY9" fmla="*/ 271376 h 6858000"/>
              <a:gd name="connsiteX10" fmla="*/ 0 w 12192000"/>
              <a:gd name="connsiteY10" fmla="*/ 0 h 6858000"/>
              <a:gd name="connsiteX11" fmla="*/ 12192000 w 12192000"/>
              <a:gd name="connsiteY11" fmla="*/ 0 h 6858000"/>
              <a:gd name="connsiteX12" fmla="*/ 12192000 w 12192000"/>
              <a:gd name="connsiteY12" fmla="*/ 6858000 h 6858000"/>
              <a:gd name="connsiteX13" fmla="*/ 0 w 12192000"/>
              <a:gd name="connsiteY13" fmla="*/ 6858000 h 6858000"/>
              <a:gd name="connsiteX14" fmla="*/ 0 w 12192000"/>
              <a:gd name="connsiteY14" fmla="*/ 0 h 6858000"/>
              <a:gd name="connsiteX0" fmla="*/ 489966 w 12192000"/>
              <a:gd name="connsiteY0" fmla="*/ 6280287 h 6858000"/>
              <a:gd name="connsiteX1" fmla="*/ 488061 w 12192000"/>
              <a:gd name="connsiteY1" fmla="*/ 6386217 h 6858000"/>
              <a:gd name="connsiteX2" fmla="*/ 951870 w 12192000"/>
              <a:gd name="connsiteY2" fmla="*/ 6386217 h 6858000"/>
              <a:gd name="connsiteX3" fmla="*/ 951870 w 12192000"/>
              <a:gd name="connsiteY3" fmla="*/ 6280287 h 6858000"/>
              <a:gd name="connsiteX4" fmla="*/ 489966 w 12192000"/>
              <a:gd name="connsiteY4" fmla="*/ 6280287 h 6858000"/>
              <a:gd name="connsiteX5" fmla="*/ 10146490 w 12192000"/>
              <a:gd name="connsiteY5" fmla="*/ 271376 h 6858000"/>
              <a:gd name="connsiteX6" fmla="*/ 10143315 w 12192000"/>
              <a:gd name="connsiteY6" fmla="*/ 1026036 h 6858000"/>
              <a:gd name="connsiteX7" fmla="*/ 11902124 w 12192000"/>
              <a:gd name="connsiteY7" fmla="*/ 1029211 h 6858000"/>
              <a:gd name="connsiteX8" fmla="*/ 11904029 w 12192000"/>
              <a:gd name="connsiteY8" fmla="*/ 267566 h 6858000"/>
              <a:gd name="connsiteX9" fmla="*/ 10146490 w 12192000"/>
              <a:gd name="connsiteY9" fmla="*/ 271376 h 6858000"/>
              <a:gd name="connsiteX10" fmla="*/ 0 w 12192000"/>
              <a:gd name="connsiteY10" fmla="*/ 0 h 6858000"/>
              <a:gd name="connsiteX11" fmla="*/ 12192000 w 12192000"/>
              <a:gd name="connsiteY11" fmla="*/ 0 h 6858000"/>
              <a:gd name="connsiteX12" fmla="*/ 12192000 w 12192000"/>
              <a:gd name="connsiteY12" fmla="*/ 6858000 h 6858000"/>
              <a:gd name="connsiteX13" fmla="*/ 0 w 12192000"/>
              <a:gd name="connsiteY13" fmla="*/ 6858000 h 6858000"/>
              <a:gd name="connsiteX14" fmla="*/ 0 w 12192000"/>
              <a:gd name="connsiteY14" fmla="*/ 0 h 6858000"/>
              <a:gd name="connsiteX0" fmla="*/ 489966 w 12192000"/>
              <a:gd name="connsiteY0" fmla="*/ 6280287 h 6858000"/>
              <a:gd name="connsiteX1" fmla="*/ 488061 w 12192000"/>
              <a:gd name="connsiteY1" fmla="*/ 6386217 h 6858000"/>
              <a:gd name="connsiteX2" fmla="*/ 951870 w 12192000"/>
              <a:gd name="connsiteY2" fmla="*/ 6386217 h 6858000"/>
              <a:gd name="connsiteX3" fmla="*/ 951870 w 12192000"/>
              <a:gd name="connsiteY3" fmla="*/ 6280287 h 6858000"/>
              <a:gd name="connsiteX4" fmla="*/ 489966 w 12192000"/>
              <a:gd name="connsiteY4" fmla="*/ 6280287 h 6858000"/>
              <a:gd name="connsiteX5" fmla="*/ 10146490 w 12192000"/>
              <a:gd name="connsiteY5" fmla="*/ 271376 h 6858000"/>
              <a:gd name="connsiteX6" fmla="*/ 10217610 w 12192000"/>
              <a:gd name="connsiteY6" fmla="*/ 963171 h 6858000"/>
              <a:gd name="connsiteX7" fmla="*/ 11902124 w 12192000"/>
              <a:gd name="connsiteY7" fmla="*/ 1029211 h 6858000"/>
              <a:gd name="connsiteX8" fmla="*/ 11904029 w 12192000"/>
              <a:gd name="connsiteY8" fmla="*/ 267566 h 6858000"/>
              <a:gd name="connsiteX9" fmla="*/ 10146490 w 12192000"/>
              <a:gd name="connsiteY9" fmla="*/ 271376 h 6858000"/>
              <a:gd name="connsiteX10" fmla="*/ 0 w 12192000"/>
              <a:gd name="connsiteY10" fmla="*/ 0 h 6858000"/>
              <a:gd name="connsiteX11" fmla="*/ 12192000 w 12192000"/>
              <a:gd name="connsiteY11" fmla="*/ 0 h 6858000"/>
              <a:gd name="connsiteX12" fmla="*/ 12192000 w 12192000"/>
              <a:gd name="connsiteY12" fmla="*/ 6858000 h 6858000"/>
              <a:gd name="connsiteX13" fmla="*/ 0 w 12192000"/>
              <a:gd name="connsiteY13" fmla="*/ 6858000 h 6858000"/>
              <a:gd name="connsiteX14" fmla="*/ 0 w 12192000"/>
              <a:gd name="connsiteY14" fmla="*/ 0 h 6858000"/>
              <a:gd name="connsiteX0" fmla="*/ 489966 w 12192000"/>
              <a:gd name="connsiteY0" fmla="*/ 6280287 h 6858000"/>
              <a:gd name="connsiteX1" fmla="*/ 488061 w 12192000"/>
              <a:gd name="connsiteY1" fmla="*/ 6386217 h 6858000"/>
              <a:gd name="connsiteX2" fmla="*/ 951870 w 12192000"/>
              <a:gd name="connsiteY2" fmla="*/ 6386217 h 6858000"/>
              <a:gd name="connsiteX3" fmla="*/ 951870 w 12192000"/>
              <a:gd name="connsiteY3" fmla="*/ 6280287 h 6858000"/>
              <a:gd name="connsiteX4" fmla="*/ 489966 w 12192000"/>
              <a:gd name="connsiteY4" fmla="*/ 6280287 h 6858000"/>
              <a:gd name="connsiteX5" fmla="*/ 10146490 w 12192000"/>
              <a:gd name="connsiteY5" fmla="*/ 271376 h 6858000"/>
              <a:gd name="connsiteX6" fmla="*/ 10143315 w 12192000"/>
              <a:gd name="connsiteY6" fmla="*/ 1026036 h 6858000"/>
              <a:gd name="connsiteX7" fmla="*/ 11902124 w 12192000"/>
              <a:gd name="connsiteY7" fmla="*/ 1029211 h 6858000"/>
              <a:gd name="connsiteX8" fmla="*/ 11904029 w 12192000"/>
              <a:gd name="connsiteY8" fmla="*/ 267566 h 6858000"/>
              <a:gd name="connsiteX9" fmla="*/ 10146490 w 12192000"/>
              <a:gd name="connsiteY9" fmla="*/ 271376 h 6858000"/>
              <a:gd name="connsiteX10" fmla="*/ 0 w 12192000"/>
              <a:gd name="connsiteY10" fmla="*/ 0 h 6858000"/>
              <a:gd name="connsiteX11" fmla="*/ 12192000 w 12192000"/>
              <a:gd name="connsiteY11" fmla="*/ 0 h 6858000"/>
              <a:gd name="connsiteX12" fmla="*/ 12192000 w 12192000"/>
              <a:gd name="connsiteY12" fmla="*/ 6858000 h 6858000"/>
              <a:gd name="connsiteX13" fmla="*/ 0 w 12192000"/>
              <a:gd name="connsiteY13" fmla="*/ 6858000 h 6858000"/>
              <a:gd name="connsiteX14" fmla="*/ 0 w 12192000"/>
              <a:gd name="connsiteY14" fmla="*/ 0 h 6858000"/>
              <a:gd name="connsiteX0" fmla="*/ 489966 w 12192000"/>
              <a:gd name="connsiteY0" fmla="*/ 6280287 h 6858000"/>
              <a:gd name="connsiteX1" fmla="*/ 488061 w 12192000"/>
              <a:gd name="connsiteY1" fmla="*/ 6386217 h 6858000"/>
              <a:gd name="connsiteX2" fmla="*/ 951870 w 12192000"/>
              <a:gd name="connsiteY2" fmla="*/ 6386217 h 6858000"/>
              <a:gd name="connsiteX3" fmla="*/ 951870 w 12192000"/>
              <a:gd name="connsiteY3" fmla="*/ 6280287 h 6858000"/>
              <a:gd name="connsiteX4" fmla="*/ 489966 w 12192000"/>
              <a:gd name="connsiteY4" fmla="*/ 6280287 h 6858000"/>
              <a:gd name="connsiteX5" fmla="*/ 10146490 w 12192000"/>
              <a:gd name="connsiteY5" fmla="*/ 271376 h 6858000"/>
              <a:gd name="connsiteX6" fmla="*/ 10143315 w 12192000"/>
              <a:gd name="connsiteY6" fmla="*/ 1026036 h 6858000"/>
              <a:gd name="connsiteX7" fmla="*/ 11904029 w 12192000"/>
              <a:gd name="connsiteY7" fmla="*/ 1027306 h 6858000"/>
              <a:gd name="connsiteX8" fmla="*/ 11904029 w 12192000"/>
              <a:gd name="connsiteY8" fmla="*/ 267566 h 6858000"/>
              <a:gd name="connsiteX9" fmla="*/ 10146490 w 12192000"/>
              <a:gd name="connsiteY9" fmla="*/ 271376 h 6858000"/>
              <a:gd name="connsiteX10" fmla="*/ 0 w 12192000"/>
              <a:gd name="connsiteY10" fmla="*/ 0 h 6858000"/>
              <a:gd name="connsiteX11" fmla="*/ 12192000 w 12192000"/>
              <a:gd name="connsiteY11" fmla="*/ 0 h 6858000"/>
              <a:gd name="connsiteX12" fmla="*/ 12192000 w 12192000"/>
              <a:gd name="connsiteY12" fmla="*/ 6858000 h 6858000"/>
              <a:gd name="connsiteX13" fmla="*/ 0 w 12192000"/>
              <a:gd name="connsiteY13" fmla="*/ 6858000 h 6858000"/>
              <a:gd name="connsiteX14" fmla="*/ 0 w 12192000"/>
              <a:gd name="connsiteY14" fmla="*/ 0 h 6858000"/>
              <a:gd name="connsiteX0" fmla="*/ 489966 w 12192000"/>
              <a:gd name="connsiteY0" fmla="*/ 6280287 h 6858000"/>
              <a:gd name="connsiteX1" fmla="*/ 488061 w 12192000"/>
              <a:gd name="connsiteY1" fmla="*/ 6386217 h 6858000"/>
              <a:gd name="connsiteX2" fmla="*/ 951870 w 12192000"/>
              <a:gd name="connsiteY2" fmla="*/ 6386217 h 6858000"/>
              <a:gd name="connsiteX3" fmla="*/ 951870 w 12192000"/>
              <a:gd name="connsiteY3" fmla="*/ 6280287 h 6858000"/>
              <a:gd name="connsiteX4" fmla="*/ 489966 w 12192000"/>
              <a:gd name="connsiteY4" fmla="*/ 6280287 h 6858000"/>
              <a:gd name="connsiteX5" fmla="*/ 10144585 w 12192000"/>
              <a:gd name="connsiteY5" fmla="*/ 269471 h 6858000"/>
              <a:gd name="connsiteX6" fmla="*/ 10143315 w 12192000"/>
              <a:gd name="connsiteY6" fmla="*/ 1026036 h 6858000"/>
              <a:gd name="connsiteX7" fmla="*/ 11904029 w 12192000"/>
              <a:gd name="connsiteY7" fmla="*/ 1027306 h 6858000"/>
              <a:gd name="connsiteX8" fmla="*/ 11904029 w 12192000"/>
              <a:gd name="connsiteY8" fmla="*/ 267566 h 6858000"/>
              <a:gd name="connsiteX9" fmla="*/ 10144585 w 12192000"/>
              <a:gd name="connsiteY9" fmla="*/ 269471 h 6858000"/>
              <a:gd name="connsiteX10" fmla="*/ 0 w 12192000"/>
              <a:gd name="connsiteY10" fmla="*/ 0 h 6858000"/>
              <a:gd name="connsiteX11" fmla="*/ 12192000 w 12192000"/>
              <a:gd name="connsiteY11" fmla="*/ 0 h 6858000"/>
              <a:gd name="connsiteX12" fmla="*/ 12192000 w 12192000"/>
              <a:gd name="connsiteY12" fmla="*/ 6858000 h 6858000"/>
              <a:gd name="connsiteX13" fmla="*/ 0 w 12192000"/>
              <a:gd name="connsiteY13" fmla="*/ 6858000 h 6858000"/>
              <a:gd name="connsiteX14" fmla="*/ 0 w 12192000"/>
              <a:gd name="connsiteY14" fmla="*/ 0 h 6858000"/>
              <a:gd name="connsiteX0" fmla="*/ 489966 w 12192000"/>
              <a:gd name="connsiteY0" fmla="*/ 6280287 h 6858000"/>
              <a:gd name="connsiteX1" fmla="*/ 488061 w 12192000"/>
              <a:gd name="connsiteY1" fmla="*/ 6386217 h 6858000"/>
              <a:gd name="connsiteX2" fmla="*/ 951870 w 12192000"/>
              <a:gd name="connsiteY2" fmla="*/ 6386217 h 6858000"/>
              <a:gd name="connsiteX3" fmla="*/ 951870 w 12192000"/>
              <a:gd name="connsiteY3" fmla="*/ 6280287 h 6858000"/>
              <a:gd name="connsiteX4" fmla="*/ 489966 w 12192000"/>
              <a:gd name="connsiteY4" fmla="*/ 6280287 h 6858000"/>
              <a:gd name="connsiteX5" fmla="*/ 10144585 w 12192000"/>
              <a:gd name="connsiteY5" fmla="*/ 269471 h 6858000"/>
              <a:gd name="connsiteX6" fmla="*/ 10143315 w 12192000"/>
              <a:gd name="connsiteY6" fmla="*/ 1026036 h 6858000"/>
              <a:gd name="connsiteX7" fmla="*/ 11904029 w 12192000"/>
              <a:gd name="connsiteY7" fmla="*/ 1027306 h 6858000"/>
              <a:gd name="connsiteX8" fmla="*/ 11902124 w 12192000"/>
              <a:gd name="connsiteY8" fmla="*/ 269471 h 6858000"/>
              <a:gd name="connsiteX9" fmla="*/ 10144585 w 12192000"/>
              <a:gd name="connsiteY9" fmla="*/ 269471 h 6858000"/>
              <a:gd name="connsiteX10" fmla="*/ 0 w 12192000"/>
              <a:gd name="connsiteY10" fmla="*/ 0 h 6858000"/>
              <a:gd name="connsiteX11" fmla="*/ 12192000 w 12192000"/>
              <a:gd name="connsiteY11" fmla="*/ 0 h 6858000"/>
              <a:gd name="connsiteX12" fmla="*/ 12192000 w 12192000"/>
              <a:gd name="connsiteY12" fmla="*/ 6858000 h 6858000"/>
              <a:gd name="connsiteX13" fmla="*/ 0 w 12192000"/>
              <a:gd name="connsiteY13" fmla="*/ 6858000 h 6858000"/>
              <a:gd name="connsiteX14" fmla="*/ 0 w 12192000"/>
              <a:gd name="connsiteY14" fmla="*/ 0 h 6858000"/>
              <a:gd name="connsiteX0" fmla="*/ 489966 w 12192000"/>
              <a:gd name="connsiteY0" fmla="*/ 6280287 h 6858000"/>
              <a:gd name="connsiteX1" fmla="*/ 488061 w 12192000"/>
              <a:gd name="connsiteY1" fmla="*/ 6386217 h 6858000"/>
              <a:gd name="connsiteX2" fmla="*/ 951870 w 12192000"/>
              <a:gd name="connsiteY2" fmla="*/ 6386217 h 6858000"/>
              <a:gd name="connsiteX3" fmla="*/ 951870 w 12192000"/>
              <a:gd name="connsiteY3" fmla="*/ 6280287 h 6858000"/>
              <a:gd name="connsiteX4" fmla="*/ 489966 w 12192000"/>
              <a:gd name="connsiteY4" fmla="*/ 6280287 h 6858000"/>
              <a:gd name="connsiteX5" fmla="*/ 10144585 w 12192000"/>
              <a:gd name="connsiteY5" fmla="*/ 269471 h 6858000"/>
              <a:gd name="connsiteX6" fmla="*/ 10143315 w 12192000"/>
              <a:gd name="connsiteY6" fmla="*/ 1026036 h 6858000"/>
              <a:gd name="connsiteX7" fmla="*/ 11902124 w 12192000"/>
              <a:gd name="connsiteY7" fmla="*/ 1025401 h 6858000"/>
              <a:gd name="connsiteX8" fmla="*/ 11902124 w 12192000"/>
              <a:gd name="connsiteY8" fmla="*/ 269471 h 6858000"/>
              <a:gd name="connsiteX9" fmla="*/ 10144585 w 12192000"/>
              <a:gd name="connsiteY9" fmla="*/ 269471 h 6858000"/>
              <a:gd name="connsiteX10" fmla="*/ 0 w 12192000"/>
              <a:gd name="connsiteY10" fmla="*/ 0 h 6858000"/>
              <a:gd name="connsiteX11" fmla="*/ 12192000 w 12192000"/>
              <a:gd name="connsiteY11" fmla="*/ 0 h 6858000"/>
              <a:gd name="connsiteX12" fmla="*/ 12192000 w 12192000"/>
              <a:gd name="connsiteY12" fmla="*/ 6858000 h 6858000"/>
              <a:gd name="connsiteX13" fmla="*/ 0 w 12192000"/>
              <a:gd name="connsiteY13" fmla="*/ 6858000 h 6858000"/>
              <a:gd name="connsiteX14" fmla="*/ 0 w 12192000"/>
              <a:gd name="connsiteY14" fmla="*/ 0 h 6858000"/>
              <a:gd name="connsiteX0" fmla="*/ 489966 w 12192000"/>
              <a:gd name="connsiteY0" fmla="*/ 6280287 h 6858000"/>
              <a:gd name="connsiteX1" fmla="*/ 488061 w 12192000"/>
              <a:gd name="connsiteY1" fmla="*/ 6386217 h 6858000"/>
              <a:gd name="connsiteX2" fmla="*/ 951870 w 12192000"/>
              <a:gd name="connsiteY2" fmla="*/ 6386217 h 6858000"/>
              <a:gd name="connsiteX3" fmla="*/ 951870 w 12192000"/>
              <a:gd name="connsiteY3" fmla="*/ 6280287 h 6858000"/>
              <a:gd name="connsiteX4" fmla="*/ 489966 w 12192000"/>
              <a:gd name="connsiteY4" fmla="*/ 6280287 h 6858000"/>
              <a:gd name="connsiteX5" fmla="*/ 10144585 w 12192000"/>
              <a:gd name="connsiteY5" fmla="*/ 269471 h 6858000"/>
              <a:gd name="connsiteX6" fmla="*/ 10147125 w 12192000"/>
              <a:gd name="connsiteY6" fmla="*/ 1026036 h 6858000"/>
              <a:gd name="connsiteX7" fmla="*/ 11902124 w 12192000"/>
              <a:gd name="connsiteY7" fmla="*/ 1025401 h 6858000"/>
              <a:gd name="connsiteX8" fmla="*/ 11902124 w 12192000"/>
              <a:gd name="connsiteY8" fmla="*/ 269471 h 6858000"/>
              <a:gd name="connsiteX9" fmla="*/ 10144585 w 12192000"/>
              <a:gd name="connsiteY9" fmla="*/ 269471 h 6858000"/>
              <a:gd name="connsiteX10" fmla="*/ 0 w 12192000"/>
              <a:gd name="connsiteY10" fmla="*/ 0 h 6858000"/>
              <a:gd name="connsiteX11" fmla="*/ 12192000 w 12192000"/>
              <a:gd name="connsiteY11" fmla="*/ 0 h 6858000"/>
              <a:gd name="connsiteX12" fmla="*/ 12192000 w 12192000"/>
              <a:gd name="connsiteY12" fmla="*/ 6858000 h 6858000"/>
              <a:gd name="connsiteX13" fmla="*/ 0 w 12192000"/>
              <a:gd name="connsiteY13" fmla="*/ 6858000 h 6858000"/>
              <a:gd name="connsiteX14" fmla="*/ 0 w 12192000"/>
              <a:gd name="connsiteY14" fmla="*/ 0 h 6858000"/>
              <a:gd name="connsiteX0" fmla="*/ 489966 w 12192000"/>
              <a:gd name="connsiteY0" fmla="*/ 6280287 h 6858000"/>
              <a:gd name="connsiteX1" fmla="*/ 488061 w 12192000"/>
              <a:gd name="connsiteY1" fmla="*/ 6386217 h 6858000"/>
              <a:gd name="connsiteX2" fmla="*/ 951870 w 12192000"/>
              <a:gd name="connsiteY2" fmla="*/ 6386217 h 6858000"/>
              <a:gd name="connsiteX3" fmla="*/ 951870 w 12192000"/>
              <a:gd name="connsiteY3" fmla="*/ 6280287 h 6858000"/>
              <a:gd name="connsiteX4" fmla="*/ 489966 w 12192000"/>
              <a:gd name="connsiteY4" fmla="*/ 6280287 h 6858000"/>
              <a:gd name="connsiteX5" fmla="*/ 10144585 w 12192000"/>
              <a:gd name="connsiteY5" fmla="*/ 269471 h 6858000"/>
              <a:gd name="connsiteX6" fmla="*/ 10297620 w 12192000"/>
              <a:gd name="connsiteY6" fmla="*/ 885066 h 6858000"/>
              <a:gd name="connsiteX7" fmla="*/ 11902124 w 12192000"/>
              <a:gd name="connsiteY7" fmla="*/ 1025401 h 6858000"/>
              <a:gd name="connsiteX8" fmla="*/ 11902124 w 12192000"/>
              <a:gd name="connsiteY8" fmla="*/ 269471 h 6858000"/>
              <a:gd name="connsiteX9" fmla="*/ 10144585 w 12192000"/>
              <a:gd name="connsiteY9" fmla="*/ 269471 h 6858000"/>
              <a:gd name="connsiteX10" fmla="*/ 0 w 12192000"/>
              <a:gd name="connsiteY10" fmla="*/ 0 h 6858000"/>
              <a:gd name="connsiteX11" fmla="*/ 12192000 w 12192000"/>
              <a:gd name="connsiteY11" fmla="*/ 0 h 6858000"/>
              <a:gd name="connsiteX12" fmla="*/ 12192000 w 12192000"/>
              <a:gd name="connsiteY12" fmla="*/ 6858000 h 6858000"/>
              <a:gd name="connsiteX13" fmla="*/ 0 w 12192000"/>
              <a:gd name="connsiteY13" fmla="*/ 6858000 h 6858000"/>
              <a:gd name="connsiteX14" fmla="*/ 0 w 12192000"/>
              <a:gd name="connsiteY14" fmla="*/ 0 h 6858000"/>
              <a:gd name="connsiteX0" fmla="*/ 489966 w 12192000"/>
              <a:gd name="connsiteY0" fmla="*/ 6280287 h 6858000"/>
              <a:gd name="connsiteX1" fmla="*/ 488061 w 12192000"/>
              <a:gd name="connsiteY1" fmla="*/ 6386217 h 6858000"/>
              <a:gd name="connsiteX2" fmla="*/ 951870 w 12192000"/>
              <a:gd name="connsiteY2" fmla="*/ 6386217 h 6858000"/>
              <a:gd name="connsiteX3" fmla="*/ 951870 w 12192000"/>
              <a:gd name="connsiteY3" fmla="*/ 6280287 h 6858000"/>
              <a:gd name="connsiteX4" fmla="*/ 489966 w 12192000"/>
              <a:gd name="connsiteY4" fmla="*/ 6280287 h 6858000"/>
              <a:gd name="connsiteX5" fmla="*/ 10144585 w 12192000"/>
              <a:gd name="connsiteY5" fmla="*/ 269471 h 6858000"/>
              <a:gd name="connsiteX6" fmla="*/ 10147125 w 12192000"/>
              <a:gd name="connsiteY6" fmla="*/ 1029846 h 6858000"/>
              <a:gd name="connsiteX7" fmla="*/ 11902124 w 12192000"/>
              <a:gd name="connsiteY7" fmla="*/ 1025401 h 6858000"/>
              <a:gd name="connsiteX8" fmla="*/ 11902124 w 12192000"/>
              <a:gd name="connsiteY8" fmla="*/ 269471 h 6858000"/>
              <a:gd name="connsiteX9" fmla="*/ 10144585 w 12192000"/>
              <a:gd name="connsiteY9" fmla="*/ 269471 h 6858000"/>
              <a:gd name="connsiteX10" fmla="*/ 0 w 12192000"/>
              <a:gd name="connsiteY10" fmla="*/ 0 h 6858000"/>
              <a:gd name="connsiteX11" fmla="*/ 12192000 w 12192000"/>
              <a:gd name="connsiteY11" fmla="*/ 0 h 6858000"/>
              <a:gd name="connsiteX12" fmla="*/ 12192000 w 12192000"/>
              <a:gd name="connsiteY12" fmla="*/ 6858000 h 6858000"/>
              <a:gd name="connsiteX13" fmla="*/ 0 w 12192000"/>
              <a:gd name="connsiteY13" fmla="*/ 6858000 h 6858000"/>
              <a:gd name="connsiteX14" fmla="*/ 0 w 12192000"/>
              <a:gd name="connsiteY14" fmla="*/ 0 h 6858000"/>
              <a:gd name="connsiteX0" fmla="*/ 489966 w 12192000"/>
              <a:gd name="connsiteY0" fmla="*/ 6280287 h 6858000"/>
              <a:gd name="connsiteX1" fmla="*/ 488061 w 12192000"/>
              <a:gd name="connsiteY1" fmla="*/ 6386217 h 6858000"/>
              <a:gd name="connsiteX2" fmla="*/ 951870 w 12192000"/>
              <a:gd name="connsiteY2" fmla="*/ 6386217 h 6858000"/>
              <a:gd name="connsiteX3" fmla="*/ 951870 w 12192000"/>
              <a:gd name="connsiteY3" fmla="*/ 6280287 h 6858000"/>
              <a:gd name="connsiteX4" fmla="*/ 489966 w 12192000"/>
              <a:gd name="connsiteY4" fmla="*/ 6280287 h 6858000"/>
              <a:gd name="connsiteX5" fmla="*/ 10144585 w 12192000"/>
              <a:gd name="connsiteY5" fmla="*/ 269471 h 6858000"/>
              <a:gd name="connsiteX6" fmla="*/ 10349055 w 12192000"/>
              <a:gd name="connsiteY6" fmla="*/ 875541 h 6858000"/>
              <a:gd name="connsiteX7" fmla="*/ 11902124 w 12192000"/>
              <a:gd name="connsiteY7" fmla="*/ 1025401 h 6858000"/>
              <a:gd name="connsiteX8" fmla="*/ 11902124 w 12192000"/>
              <a:gd name="connsiteY8" fmla="*/ 269471 h 6858000"/>
              <a:gd name="connsiteX9" fmla="*/ 10144585 w 12192000"/>
              <a:gd name="connsiteY9" fmla="*/ 269471 h 6858000"/>
              <a:gd name="connsiteX10" fmla="*/ 0 w 12192000"/>
              <a:gd name="connsiteY10" fmla="*/ 0 h 6858000"/>
              <a:gd name="connsiteX11" fmla="*/ 12192000 w 12192000"/>
              <a:gd name="connsiteY11" fmla="*/ 0 h 6858000"/>
              <a:gd name="connsiteX12" fmla="*/ 12192000 w 12192000"/>
              <a:gd name="connsiteY12" fmla="*/ 6858000 h 6858000"/>
              <a:gd name="connsiteX13" fmla="*/ 0 w 12192000"/>
              <a:gd name="connsiteY13" fmla="*/ 6858000 h 6858000"/>
              <a:gd name="connsiteX14" fmla="*/ 0 w 12192000"/>
              <a:gd name="connsiteY14" fmla="*/ 0 h 6858000"/>
              <a:gd name="connsiteX0" fmla="*/ 489966 w 12192000"/>
              <a:gd name="connsiteY0" fmla="*/ 6280287 h 6858000"/>
              <a:gd name="connsiteX1" fmla="*/ 488061 w 12192000"/>
              <a:gd name="connsiteY1" fmla="*/ 6386217 h 6858000"/>
              <a:gd name="connsiteX2" fmla="*/ 951870 w 12192000"/>
              <a:gd name="connsiteY2" fmla="*/ 6386217 h 6858000"/>
              <a:gd name="connsiteX3" fmla="*/ 951870 w 12192000"/>
              <a:gd name="connsiteY3" fmla="*/ 6280287 h 6858000"/>
              <a:gd name="connsiteX4" fmla="*/ 489966 w 12192000"/>
              <a:gd name="connsiteY4" fmla="*/ 6280287 h 6858000"/>
              <a:gd name="connsiteX5" fmla="*/ 10144585 w 12192000"/>
              <a:gd name="connsiteY5" fmla="*/ 269471 h 6858000"/>
              <a:gd name="connsiteX6" fmla="*/ 10143315 w 12192000"/>
              <a:gd name="connsiteY6" fmla="*/ 1027941 h 6858000"/>
              <a:gd name="connsiteX7" fmla="*/ 11902124 w 12192000"/>
              <a:gd name="connsiteY7" fmla="*/ 1025401 h 6858000"/>
              <a:gd name="connsiteX8" fmla="*/ 11902124 w 12192000"/>
              <a:gd name="connsiteY8" fmla="*/ 269471 h 6858000"/>
              <a:gd name="connsiteX9" fmla="*/ 10144585 w 12192000"/>
              <a:gd name="connsiteY9" fmla="*/ 269471 h 6858000"/>
              <a:gd name="connsiteX10" fmla="*/ 0 w 12192000"/>
              <a:gd name="connsiteY10" fmla="*/ 0 h 6858000"/>
              <a:gd name="connsiteX11" fmla="*/ 12192000 w 12192000"/>
              <a:gd name="connsiteY11" fmla="*/ 0 h 6858000"/>
              <a:gd name="connsiteX12" fmla="*/ 12192000 w 12192000"/>
              <a:gd name="connsiteY12" fmla="*/ 6858000 h 6858000"/>
              <a:gd name="connsiteX13" fmla="*/ 0 w 12192000"/>
              <a:gd name="connsiteY13" fmla="*/ 6858000 h 6858000"/>
              <a:gd name="connsiteX14" fmla="*/ 0 w 12192000"/>
              <a:gd name="connsiteY14" fmla="*/ 0 h 6858000"/>
              <a:gd name="connsiteX0" fmla="*/ 489966 w 12192000"/>
              <a:gd name="connsiteY0" fmla="*/ 6280287 h 6858000"/>
              <a:gd name="connsiteX1" fmla="*/ 488061 w 12192000"/>
              <a:gd name="connsiteY1" fmla="*/ 6386217 h 6858000"/>
              <a:gd name="connsiteX2" fmla="*/ 951870 w 12192000"/>
              <a:gd name="connsiteY2" fmla="*/ 6386217 h 6858000"/>
              <a:gd name="connsiteX3" fmla="*/ 951870 w 12192000"/>
              <a:gd name="connsiteY3" fmla="*/ 6280287 h 6858000"/>
              <a:gd name="connsiteX4" fmla="*/ 489966 w 12192000"/>
              <a:gd name="connsiteY4" fmla="*/ 6280287 h 6858000"/>
              <a:gd name="connsiteX5" fmla="*/ 10144585 w 12192000"/>
              <a:gd name="connsiteY5" fmla="*/ 269471 h 6858000"/>
              <a:gd name="connsiteX6" fmla="*/ 10143315 w 12192000"/>
              <a:gd name="connsiteY6" fmla="*/ 1027941 h 6858000"/>
              <a:gd name="connsiteX7" fmla="*/ 11902124 w 12192000"/>
              <a:gd name="connsiteY7" fmla="*/ 1025401 h 6858000"/>
              <a:gd name="connsiteX8" fmla="*/ 11625899 w 12192000"/>
              <a:gd name="connsiteY8" fmla="*/ 412346 h 6858000"/>
              <a:gd name="connsiteX9" fmla="*/ 10144585 w 12192000"/>
              <a:gd name="connsiteY9" fmla="*/ 269471 h 6858000"/>
              <a:gd name="connsiteX10" fmla="*/ 0 w 12192000"/>
              <a:gd name="connsiteY10" fmla="*/ 0 h 6858000"/>
              <a:gd name="connsiteX11" fmla="*/ 12192000 w 12192000"/>
              <a:gd name="connsiteY11" fmla="*/ 0 h 6858000"/>
              <a:gd name="connsiteX12" fmla="*/ 12192000 w 12192000"/>
              <a:gd name="connsiteY12" fmla="*/ 6858000 h 6858000"/>
              <a:gd name="connsiteX13" fmla="*/ 0 w 12192000"/>
              <a:gd name="connsiteY13" fmla="*/ 6858000 h 6858000"/>
              <a:gd name="connsiteX14" fmla="*/ 0 w 12192000"/>
              <a:gd name="connsiteY14" fmla="*/ 0 h 6858000"/>
              <a:gd name="connsiteX0" fmla="*/ 489966 w 12192000"/>
              <a:gd name="connsiteY0" fmla="*/ 6280287 h 6858000"/>
              <a:gd name="connsiteX1" fmla="*/ 488061 w 12192000"/>
              <a:gd name="connsiteY1" fmla="*/ 6386217 h 6858000"/>
              <a:gd name="connsiteX2" fmla="*/ 951870 w 12192000"/>
              <a:gd name="connsiteY2" fmla="*/ 6386217 h 6858000"/>
              <a:gd name="connsiteX3" fmla="*/ 951870 w 12192000"/>
              <a:gd name="connsiteY3" fmla="*/ 6280287 h 6858000"/>
              <a:gd name="connsiteX4" fmla="*/ 489966 w 12192000"/>
              <a:gd name="connsiteY4" fmla="*/ 6280287 h 6858000"/>
              <a:gd name="connsiteX5" fmla="*/ 10144585 w 12192000"/>
              <a:gd name="connsiteY5" fmla="*/ 269471 h 6858000"/>
              <a:gd name="connsiteX6" fmla="*/ 10143315 w 12192000"/>
              <a:gd name="connsiteY6" fmla="*/ 1027941 h 6858000"/>
              <a:gd name="connsiteX7" fmla="*/ 11902124 w 12192000"/>
              <a:gd name="connsiteY7" fmla="*/ 1025401 h 6858000"/>
              <a:gd name="connsiteX8" fmla="*/ 11902124 w 12192000"/>
              <a:gd name="connsiteY8" fmla="*/ 269471 h 6858000"/>
              <a:gd name="connsiteX9" fmla="*/ 10144585 w 12192000"/>
              <a:gd name="connsiteY9" fmla="*/ 269471 h 6858000"/>
              <a:gd name="connsiteX10" fmla="*/ 0 w 12192000"/>
              <a:gd name="connsiteY10" fmla="*/ 0 h 6858000"/>
              <a:gd name="connsiteX11" fmla="*/ 12192000 w 12192000"/>
              <a:gd name="connsiteY11" fmla="*/ 0 h 6858000"/>
              <a:gd name="connsiteX12" fmla="*/ 12192000 w 12192000"/>
              <a:gd name="connsiteY12" fmla="*/ 6858000 h 6858000"/>
              <a:gd name="connsiteX13" fmla="*/ 0 w 12192000"/>
              <a:gd name="connsiteY13" fmla="*/ 6858000 h 6858000"/>
              <a:gd name="connsiteX14" fmla="*/ 0 w 12192000"/>
              <a:gd name="connsiteY14" fmla="*/ 0 h 6858000"/>
              <a:gd name="connsiteX0" fmla="*/ 489966 w 12192000"/>
              <a:gd name="connsiteY0" fmla="*/ 6280287 h 6858000"/>
              <a:gd name="connsiteX1" fmla="*/ 488061 w 12192000"/>
              <a:gd name="connsiteY1" fmla="*/ 6386217 h 6858000"/>
              <a:gd name="connsiteX2" fmla="*/ 951870 w 12192000"/>
              <a:gd name="connsiteY2" fmla="*/ 6386217 h 6858000"/>
              <a:gd name="connsiteX3" fmla="*/ 951870 w 12192000"/>
              <a:gd name="connsiteY3" fmla="*/ 6280287 h 6858000"/>
              <a:gd name="connsiteX4" fmla="*/ 489966 w 12192000"/>
              <a:gd name="connsiteY4" fmla="*/ 6280287 h 6858000"/>
              <a:gd name="connsiteX5" fmla="*/ 10376995 w 12192000"/>
              <a:gd name="connsiteY5" fmla="*/ 440921 h 6858000"/>
              <a:gd name="connsiteX6" fmla="*/ 10143315 w 12192000"/>
              <a:gd name="connsiteY6" fmla="*/ 1027941 h 6858000"/>
              <a:gd name="connsiteX7" fmla="*/ 11902124 w 12192000"/>
              <a:gd name="connsiteY7" fmla="*/ 1025401 h 6858000"/>
              <a:gd name="connsiteX8" fmla="*/ 11902124 w 12192000"/>
              <a:gd name="connsiteY8" fmla="*/ 269471 h 6858000"/>
              <a:gd name="connsiteX9" fmla="*/ 10376995 w 12192000"/>
              <a:gd name="connsiteY9" fmla="*/ 440921 h 6858000"/>
              <a:gd name="connsiteX10" fmla="*/ 0 w 12192000"/>
              <a:gd name="connsiteY10" fmla="*/ 0 h 6858000"/>
              <a:gd name="connsiteX11" fmla="*/ 12192000 w 12192000"/>
              <a:gd name="connsiteY11" fmla="*/ 0 h 6858000"/>
              <a:gd name="connsiteX12" fmla="*/ 12192000 w 12192000"/>
              <a:gd name="connsiteY12" fmla="*/ 6858000 h 6858000"/>
              <a:gd name="connsiteX13" fmla="*/ 0 w 12192000"/>
              <a:gd name="connsiteY13" fmla="*/ 6858000 h 6858000"/>
              <a:gd name="connsiteX14" fmla="*/ 0 w 12192000"/>
              <a:gd name="connsiteY14" fmla="*/ 0 h 6858000"/>
              <a:gd name="connsiteX0" fmla="*/ 489966 w 12192000"/>
              <a:gd name="connsiteY0" fmla="*/ 6280287 h 6858000"/>
              <a:gd name="connsiteX1" fmla="*/ 488061 w 12192000"/>
              <a:gd name="connsiteY1" fmla="*/ 6386217 h 6858000"/>
              <a:gd name="connsiteX2" fmla="*/ 951870 w 12192000"/>
              <a:gd name="connsiteY2" fmla="*/ 6386217 h 6858000"/>
              <a:gd name="connsiteX3" fmla="*/ 951870 w 12192000"/>
              <a:gd name="connsiteY3" fmla="*/ 6280287 h 6858000"/>
              <a:gd name="connsiteX4" fmla="*/ 489966 w 12192000"/>
              <a:gd name="connsiteY4" fmla="*/ 6280287 h 6858000"/>
              <a:gd name="connsiteX5" fmla="*/ 10146490 w 12192000"/>
              <a:gd name="connsiteY5" fmla="*/ 267566 h 6858000"/>
              <a:gd name="connsiteX6" fmla="*/ 10143315 w 12192000"/>
              <a:gd name="connsiteY6" fmla="*/ 1027941 h 6858000"/>
              <a:gd name="connsiteX7" fmla="*/ 11902124 w 12192000"/>
              <a:gd name="connsiteY7" fmla="*/ 1025401 h 6858000"/>
              <a:gd name="connsiteX8" fmla="*/ 11902124 w 12192000"/>
              <a:gd name="connsiteY8" fmla="*/ 269471 h 6858000"/>
              <a:gd name="connsiteX9" fmla="*/ 10146490 w 12192000"/>
              <a:gd name="connsiteY9" fmla="*/ 267566 h 6858000"/>
              <a:gd name="connsiteX10" fmla="*/ 0 w 12192000"/>
              <a:gd name="connsiteY10" fmla="*/ 0 h 6858000"/>
              <a:gd name="connsiteX11" fmla="*/ 12192000 w 12192000"/>
              <a:gd name="connsiteY11" fmla="*/ 0 h 6858000"/>
              <a:gd name="connsiteX12" fmla="*/ 12192000 w 12192000"/>
              <a:gd name="connsiteY12" fmla="*/ 6858000 h 6858000"/>
              <a:gd name="connsiteX13" fmla="*/ 0 w 12192000"/>
              <a:gd name="connsiteY13" fmla="*/ 6858000 h 6858000"/>
              <a:gd name="connsiteX14" fmla="*/ 0 w 12192000"/>
              <a:gd name="connsiteY14" fmla="*/ 0 h 6858000"/>
              <a:gd name="connsiteX0" fmla="*/ 489966 w 12192000"/>
              <a:gd name="connsiteY0" fmla="*/ 6280287 h 6858000"/>
              <a:gd name="connsiteX1" fmla="*/ 488061 w 12192000"/>
              <a:gd name="connsiteY1" fmla="*/ 6386217 h 6858000"/>
              <a:gd name="connsiteX2" fmla="*/ 951870 w 12192000"/>
              <a:gd name="connsiteY2" fmla="*/ 6386217 h 6858000"/>
              <a:gd name="connsiteX3" fmla="*/ 951870 w 12192000"/>
              <a:gd name="connsiteY3" fmla="*/ 6280287 h 6858000"/>
              <a:gd name="connsiteX4" fmla="*/ 489966 w 12192000"/>
              <a:gd name="connsiteY4" fmla="*/ 6280287 h 6858000"/>
              <a:gd name="connsiteX5" fmla="*/ 10146490 w 12192000"/>
              <a:gd name="connsiteY5" fmla="*/ 267566 h 6858000"/>
              <a:gd name="connsiteX6" fmla="*/ 10143315 w 12192000"/>
              <a:gd name="connsiteY6" fmla="*/ 1027941 h 6858000"/>
              <a:gd name="connsiteX7" fmla="*/ 11902124 w 12192000"/>
              <a:gd name="connsiteY7" fmla="*/ 1025401 h 6858000"/>
              <a:gd name="connsiteX8" fmla="*/ 11900219 w 12192000"/>
              <a:gd name="connsiteY8" fmla="*/ 267566 h 6858000"/>
              <a:gd name="connsiteX9" fmla="*/ 10146490 w 12192000"/>
              <a:gd name="connsiteY9" fmla="*/ 267566 h 6858000"/>
              <a:gd name="connsiteX10" fmla="*/ 0 w 12192000"/>
              <a:gd name="connsiteY10" fmla="*/ 0 h 6858000"/>
              <a:gd name="connsiteX11" fmla="*/ 12192000 w 12192000"/>
              <a:gd name="connsiteY11" fmla="*/ 0 h 6858000"/>
              <a:gd name="connsiteX12" fmla="*/ 12192000 w 12192000"/>
              <a:gd name="connsiteY12" fmla="*/ 6858000 h 6858000"/>
              <a:gd name="connsiteX13" fmla="*/ 0 w 12192000"/>
              <a:gd name="connsiteY13" fmla="*/ 6858000 h 6858000"/>
              <a:gd name="connsiteX14" fmla="*/ 0 w 12192000"/>
              <a:gd name="connsiteY14" fmla="*/ 0 h 6858000"/>
              <a:gd name="connsiteX0" fmla="*/ 489966 w 12192000"/>
              <a:gd name="connsiteY0" fmla="*/ 6280287 h 6858000"/>
              <a:gd name="connsiteX1" fmla="*/ 488061 w 12192000"/>
              <a:gd name="connsiteY1" fmla="*/ 6386217 h 6858000"/>
              <a:gd name="connsiteX2" fmla="*/ 951870 w 12192000"/>
              <a:gd name="connsiteY2" fmla="*/ 6386217 h 6858000"/>
              <a:gd name="connsiteX3" fmla="*/ 951870 w 12192000"/>
              <a:gd name="connsiteY3" fmla="*/ 6280287 h 6858000"/>
              <a:gd name="connsiteX4" fmla="*/ 489966 w 12192000"/>
              <a:gd name="connsiteY4" fmla="*/ 6280287 h 6858000"/>
              <a:gd name="connsiteX5" fmla="*/ 10146490 w 12192000"/>
              <a:gd name="connsiteY5" fmla="*/ 267566 h 6858000"/>
              <a:gd name="connsiteX6" fmla="*/ 10143315 w 12192000"/>
              <a:gd name="connsiteY6" fmla="*/ 1027941 h 6858000"/>
              <a:gd name="connsiteX7" fmla="*/ 11902124 w 12192000"/>
              <a:gd name="connsiteY7" fmla="*/ 1025401 h 6858000"/>
              <a:gd name="connsiteX8" fmla="*/ 11904029 w 12192000"/>
              <a:gd name="connsiteY8" fmla="*/ 267566 h 6858000"/>
              <a:gd name="connsiteX9" fmla="*/ 10146490 w 12192000"/>
              <a:gd name="connsiteY9" fmla="*/ 267566 h 6858000"/>
              <a:gd name="connsiteX10" fmla="*/ 0 w 12192000"/>
              <a:gd name="connsiteY10" fmla="*/ 0 h 6858000"/>
              <a:gd name="connsiteX11" fmla="*/ 12192000 w 12192000"/>
              <a:gd name="connsiteY11" fmla="*/ 0 h 6858000"/>
              <a:gd name="connsiteX12" fmla="*/ 12192000 w 12192000"/>
              <a:gd name="connsiteY12" fmla="*/ 6858000 h 6858000"/>
              <a:gd name="connsiteX13" fmla="*/ 0 w 12192000"/>
              <a:gd name="connsiteY13" fmla="*/ 6858000 h 6858000"/>
              <a:gd name="connsiteX14" fmla="*/ 0 w 12192000"/>
              <a:gd name="connsiteY14" fmla="*/ 0 h 6858000"/>
              <a:gd name="connsiteX0" fmla="*/ 489966 w 12192000"/>
              <a:gd name="connsiteY0" fmla="*/ 6280287 h 6858000"/>
              <a:gd name="connsiteX1" fmla="*/ 488061 w 12192000"/>
              <a:gd name="connsiteY1" fmla="*/ 6386217 h 6858000"/>
              <a:gd name="connsiteX2" fmla="*/ 951870 w 12192000"/>
              <a:gd name="connsiteY2" fmla="*/ 6386217 h 6858000"/>
              <a:gd name="connsiteX3" fmla="*/ 951870 w 12192000"/>
              <a:gd name="connsiteY3" fmla="*/ 6280287 h 6858000"/>
              <a:gd name="connsiteX4" fmla="*/ 489966 w 12192000"/>
              <a:gd name="connsiteY4" fmla="*/ 6280287 h 6858000"/>
              <a:gd name="connsiteX5" fmla="*/ 10146490 w 12192000"/>
              <a:gd name="connsiteY5" fmla="*/ 267566 h 6858000"/>
              <a:gd name="connsiteX6" fmla="*/ 10149030 w 12192000"/>
              <a:gd name="connsiteY6" fmla="*/ 1026036 h 6858000"/>
              <a:gd name="connsiteX7" fmla="*/ 11902124 w 12192000"/>
              <a:gd name="connsiteY7" fmla="*/ 1025401 h 6858000"/>
              <a:gd name="connsiteX8" fmla="*/ 11904029 w 12192000"/>
              <a:gd name="connsiteY8" fmla="*/ 267566 h 6858000"/>
              <a:gd name="connsiteX9" fmla="*/ 10146490 w 12192000"/>
              <a:gd name="connsiteY9" fmla="*/ 267566 h 6858000"/>
              <a:gd name="connsiteX10" fmla="*/ 0 w 12192000"/>
              <a:gd name="connsiteY10" fmla="*/ 0 h 6858000"/>
              <a:gd name="connsiteX11" fmla="*/ 12192000 w 12192000"/>
              <a:gd name="connsiteY11" fmla="*/ 0 h 6858000"/>
              <a:gd name="connsiteX12" fmla="*/ 12192000 w 12192000"/>
              <a:gd name="connsiteY12" fmla="*/ 6858000 h 6858000"/>
              <a:gd name="connsiteX13" fmla="*/ 0 w 12192000"/>
              <a:gd name="connsiteY13" fmla="*/ 6858000 h 6858000"/>
              <a:gd name="connsiteX14" fmla="*/ 0 w 12192000"/>
              <a:gd name="connsiteY14" fmla="*/ 0 h 6858000"/>
              <a:gd name="connsiteX0" fmla="*/ 489966 w 12192000"/>
              <a:gd name="connsiteY0" fmla="*/ 6280287 h 6858000"/>
              <a:gd name="connsiteX1" fmla="*/ 488061 w 12192000"/>
              <a:gd name="connsiteY1" fmla="*/ 6386217 h 6858000"/>
              <a:gd name="connsiteX2" fmla="*/ 951870 w 12192000"/>
              <a:gd name="connsiteY2" fmla="*/ 6386217 h 6858000"/>
              <a:gd name="connsiteX3" fmla="*/ 951870 w 12192000"/>
              <a:gd name="connsiteY3" fmla="*/ 6280287 h 6858000"/>
              <a:gd name="connsiteX4" fmla="*/ 489966 w 12192000"/>
              <a:gd name="connsiteY4" fmla="*/ 6280287 h 6858000"/>
              <a:gd name="connsiteX5" fmla="*/ 10146490 w 12192000"/>
              <a:gd name="connsiteY5" fmla="*/ 267566 h 6858000"/>
              <a:gd name="connsiteX6" fmla="*/ 10145220 w 12192000"/>
              <a:gd name="connsiteY6" fmla="*/ 1026036 h 6858000"/>
              <a:gd name="connsiteX7" fmla="*/ 11902124 w 12192000"/>
              <a:gd name="connsiteY7" fmla="*/ 1025401 h 6858000"/>
              <a:gd name="connsiteX8" fmla="*/ 11904029 w 12192000"/>
              <a:gd name="connsiteY8" fmla="*/ 267566 h 6858000"/>
              <a:gd name="connsiteX9" fmla="*/ 10146490 w 12192000"/>
              <a:gd name="connsiteY9" fmla="*/ 267566 h 6858000"/>
              <a:gd name="connsiteX10" fmla="*/ 0 w 12192000"/>
              <a:gd name="connsiteY10" fmla="*/ 0 h 6858000"/>
              <a:gd name="connsiteX11" fmla="*/ 12192000 w 12192000"/>
              <a:gd name="connsiteY11" fmla="*/ 0 h 6858000"/>
              <a:gd name="connsiteX12" fmla="*/ 12192000 w 12192000"/>
              <a:gd name="connsiteY12" fmla="*/ 6858000 h 6858000"/>
              <a:gd name="connsiteX13" fmla="*/ 0 w 12192000"/>
              <a:gd name="connsiteY13" fmla="*/ 6858000 h 6858000"/>
              <a:gd name="connsiteX14" fmla="*/ 0 w 12192000"/>
              <a:gd name="connsiteY14" fmla="*/ 0 h 6858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</a:cxnLst>
            <a:rect l="l" t="t" r="r" b="b"/>
            <a:pathLst>
              <a:path w="12192000" h="6858000">
                <a:moveTo>
                  <a:pt x="489966" y="6280287"/>
                </a:moveTo>
                <a:lnTo>
                  <a:pt x="488061" y="6386217"/>
                </a:lnTo>
                <a:lnTo>
                  <a:pt x="951870" y="6386217"/>
                </a:lnTo>
                <a:lnTo>
                  <a:pt x="951870" y="6280287"/>
                </a:lnTo>
                <a:lnTo>
                  <a:pt x="489966" y="6280287"/>
                </a:lnTo>
                <a:close/>
                <a:moveTo>
                  <a:pt x="10146490" y="267566"/>
                </a:moveTo>
                <a:cubicBezTo>
                  <a:pt x="10144797" y="526104"/>
                  <a:pt x="10146913" y="767498"/>
                  <a:pt x="10145220" y="1026036"/>
                </a:cubicBezTo>
                <a:lnTo>
                  <a:pt x="11902124" y="1025401"/>
                </a:lnTo>
                <a:lnTo>
                  <a:pt x="11904029" y="267566"/>
                </a:lnTo>
                <a:lnTo>
                  <a:pt x="10146490" y="267566"/>
                </a:lnTo>
                <a:close/>
                <a:moveTo>
                  <a:pt x="0" y="0"/>
                </a:moveTo>
                <a:lnTo>
                  <a:pt x="12192000" y="0"/>
                </a:lnTo>
                <a:lnTo>
                  <a:pt x="12192000" y="6858000"/>
                </a:lnTo>
                <a:lnTo>
                  <a:pt x="0" y="6858000"/>
                </a:lnTo>
                <a:lnTo>
                  <a:pt x="0" y="0"/>
                </a:lnTo>
                <a:close/>
              </a:path>
            </a:pathLst>
          </a:custGeom>
        </p:spPr>
        <p:txBody>
          <a:bodyPr wrap="square">
            <a:noAutofit/>
          </a:bodyPr>
          <a:lstStyle>
            <a:lvl1pPr marL="0" indent="0">
              <a:buNone/>
              <a:defRPr/>
            </a:lvl1pPr>
          </a:lstStyle>
          <a:p>
            <a:r>
              <a:rPr lang="en-US"/>
              <a:t>Add image by clicking on icon</a:t>
            </a:r>
          </a:p>
        </p:txBody>
      </p:sp>
      <p:sp>
        <p:nvSpPr>
          <p:cNvPr id="24" name="Textplatzhalter 2">
            <a:extLst>
              <a:ext uri="{FF2B5EF4-FFF2-40B4-BE49-F238E27FC236}">
                <a16:creationId xmlns:a16="http://schemas.microsoft.com/office/drawing/2014/main" id="{B2BCC63D-764D-453B-B95D-B53E771DF123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479425" y="4834859"/>
            <a:ext cx="7812088" cy="1336071"/>
          </a:xfrm>
          <a:prstGeom prst="rect">
            <a:avLst/>
          </a:prstGeom>
          <a:noFill/>
        </p:spPr>
        <p:txBody>
          <a:bodyPr wrap="square" rtlCol="0" anchor="b">
            <a:spAutoFit/>
          </a:bodyPr>
          <a:lstStyle>
            <a:lvl1pPr marL="0" indent="0">
              <a:buNone/>
              <a:tabLst>
                <a:tab pos="1074738" algn="l"/>
              </a:tabLst>
              <a:defRPr lang="de-DE" sz="4800" b="1" cap="all" baseline="0" smtClean="0">
                <a:solidFill>
                  <a:schemeClr val="bg1"/>
                </a:solidFill>
                <a:latin typeface="STIHL Contraface Display Title" panose="02000600040000020004" pitchFamily="50" charset="0"/>
              </a:defRPr>
            </a:lvl1pPr>
            <a:lvl2pPr marL="277812" indent="0">
              <a:buNone/>
              <a:defRPr lang="de-DE" smtClean="0"/>
            </a:lvl2pPr>
            <a:lvl3pPr marL="739775" indent="0">
              <a:buNone/>
              <a:defRPr lang="de-DE" sz="1800" smtClean="0"/>
            </a:lvl3pPr>
            <a:lvl4pPr marL="1190625" indent="0">
              <a:buNone/>
              <a:defRPr lang="de-DE" sz="1800" smtClean="0"/>
            </a:lvl4pPr>
            <a:lvl5pPr marL="1647825" indent="0">
              <a:buNone/>
              <a:defRPr lang="de-DE" sz="1800"/>
            </a:lvl5pPr>
          </a:lstStyle>
          <a:p>
            <a:pPr marL="0" lvl="0"/>
            <a:r>
              <a:rPr lang="en-GB"/>
              <a:t>Final words </a:t>
            </a:r>
            <a:br>
              <a:rPr lang="en-GB"/>
            </a:br>
            <a:r>
              <a:rPr lang="en-GB"/>
              <a:t>(many thanks)</a:t>
            </a:r>
          </a:p>
        </p:txBody>
      </p:sp>
      <p:sp>
        <p:nvSpPr>
          <p:cNvPr id="29" name="Rechteck 28">
            <a:extLst>
              <a:ext uri="{FF2B5EF4-FFF2-40B4-BE49-F238E27FC236}">
                <a16:creationId xmlns:a16="http://schemas.microsoft.com/office/drawing/2014/main" id="{2C6085ED-8EF3-4C74-9B9D-7804FC5FAEA1}"/>
              </a:ext>
            </a:extLst>
          </p:cNvPr>
          <p:cNvSpPr/>
          <p:nvPr/>
        </p:nvSpPr>
        <p:spPr>
          <a:xfrm>
            <a:off x="495191" y="6283982"/>
            <a:ext cx="450741" cy="94593"/>
          </a:xfrm>
          <a:prstGeom prst="rect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eaLnBrk="1"/>
            <a:endParaRPr lang="en-GB"/>
          </a:p>
        </p:txBody>
      </p:sp>
      <p:sp>
        <p:nvSpPr>
          <p:cNvPr id="9" name="Rechteck 8">
            <a:extLst>
              <a:ext uri="{FF2B5EF4-FFF2-40B4-BE49-F238E27FC236}">
                <a16:creationId xmlns:a16="http://schemas.microsoft.com/office/drawing/2014/main" id="{5CF86407-DA27-4CA6-A346-F8477F884E96}"/>
              </a:ext>
            </a:extLst>
          </p:cNvPr>
          <p:cNvSpPr>
            <a:spLocks/>
          </p:cNvSpPr>
          <p:nvPr/>
        </p:nvSpPr>
        <p:spPr>
          <a:xfrm>
            <a:off x="-1943099" y="2913099"/>
            <a:ext cx="1772284" cy="1031803"/>
          </a:xfrm>
          <a:prstGeom prst="rect">
            <a:avLst/>
          </a:prstGeom>
          <a:solidFill>
            <a:schemeClr val="bg1"/>
          </a:solidFill>
          <a:ln w="635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lIns="72000" tIns="72000" rIns="72000" bIns="72000" rtlCol="0" anchor="ctr">
            <a:spAutoFit/>
          </a:bodyPr>
          <a:lstStyle>
            <a:defPPr>
              <a:defRPr lang="de-DE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>
              <a:lnSpc>
                <a:spcPct val="90000"/>
              </a:lnSpc>
            </a:pPr>
            <a:r>
              <a:rPr lang="en-GB" sz="1600" b="0">
                <a:solidFill>
                  <a:schemeClr val="tx1"/>
                </a:solidFill>
              </a:rPr>
              <a:t>Please do not print slides with full colour or motifs </a:t>
            </a:r>
          </a:p>
        </p:txBody>
      </p:sp>
    </p:spTree>
    <p:extLst>
      <p:ext uri="{BB962C8B-B14F-4D97-AF65-F5344CB8AC3E}">
        <p14:creationId xmlns:p14="http://schemas.microsoft.com/office/powerpoint/2010/main" val="912376188"/>
      </p:ext>
    </p:extLst>
  </p:cSld>
  <p:clrMapOvr>
    <a:masterClrMapping/>
  </p:clrMapOvr>
</p:sldLayout>
</file>

<file path=ppt/slideLayouts/slideLayout2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Inhal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2" name="Objekt 1" hidden="1"/>
          <p:cNvGraphicFramePr>
            <a:graphicFrameLocks noChangeAspect="1"/>
          </p:cNvGraphicFramePr>
          <p:nvPr>
            <p:custDataLst>
              <p:tags r:id="rId1"/>
            </p:custDataLst>
            <p:extLst>
              <p:ext uri="{D42A27DB-BD31-4B8C-83A1-F6EECF244321}">
                <p14:modId xmlns:p14="http://schemas.microsoft.com/office/powerpoint/2010/main" val="762212719"/>
              </p:ext>
            </p:extLst>
          </p:nvPr>
        </p:nvGraphicFramePr>
        <p:xfrm>
          <a:off x="1588" y="1588"/>
          <a:ext cx="1588" cy="15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think-cell Slide" r:id="rId3" imgW="370" imgH="371" progId="TCLayout.ActiveDocument.1">
                  <p:embed/>
                </p:oleObj>
              </mc:Choice>
              <mc:Fallback>
                <p:oleObj name="think-cell Slide" r:id="rId3" imgW="370" imgH="371" progId="TCLayout.ActiveDocument.1">
                  <p:embed/>
                  <p:pic>
                    <p:nvPicPr>
                      <p:cNvPr id="2" name="Objekt 1" hidden="1"/>
                      <p:cNvPicPr/>
                      <p:nvPr/>
                    </p:nvPicPr>
                    <p:blipFill>
                      <a:blip r:embed="rId4"/>
                      <a:stretch>
                        <a:fillRect/>
                      </a:stretch>
                    </p:blipFill>
                    <p:spPr>
                      <a:xfrm>
                        <a:off x="1588" y="1588"/>
                        <a:ext cx="1588" cy="1588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27" name="Titel 10">
            <a:extLst>
              <a:ext uri="{FF2B5EF4-FFF2-40B4-BE49-F238E27FC236}">
                <a16:creationId xmlns:a16="http://schemas.microsoft.com/office/drawing/2014/main" id="{1D6E84FA-FD4E-4697-91A3-11CC718B6B1E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479426" y="503546"/>
            <a:ext cx="9579925" cy="304699"/>
          </a:xfrm>
        </p:spPr>
        <p:txBody>
          <a:bodyPr vert="horz" lIns="0" tIns="0" rIns="0" bIns="0" rtlCol="0" anchor="t" anchorCtr="0">
            <a:noAutofit/>
          </a:bodyPr>
          <a:lstStyle>
            <a:lvl1pPr>
              <a:lnSpc>
                <a:spcPct val="90000"/>
              </a:lnSpc>
              <a:defRPr lang="de-DE" sz="2200" dirty="0"/>
            </a:lvl1pPr>
          </a:lstStyle>
          <a:p>
            <a:pPr lvl="0"/>
            <a:r>
              <a:rPr lang="en-GB"/>
              <a:t>Agenda</a:t>
            </a:r>
          </a:p>
        </p:txBody>
      </p:sp>
      <p:sp>
        <p:nvSpPr>
          <p:cNvPr id="4" name="Rechteck 3">
            <a:extLst>
              <a:ext uri="{FF2B5EF4-FFF2-40B4-BE49-F238E27FC236}">
                <a16:creationId xmlns:a16="http://schemas.microsoft.com/office/drawing/2014/main" id="{5CF86407-DA27-4CA6-A346-F8477F884E96}"/>
              </a:ext>
            </a:extLst>
          </p:cNvPr>
          <p:cNvSpPr>
            <a:spLocks/>
          </p:cNvSpPr>
          <p:nvPr/>
        </p:nvSpPr>
        <p:spPr>
          <a:xfrm>
            <a:off x="-1943099" y="2137502"/>
            <a:ext cx="1772284" cy="2582997"/>
          </a:xfrm>
          <a:prstGeom prst="rect">
            <a:avLst/>
          </a:prstGeom>
          <a:solidFill>
            <a:schemeClr val="bg1"/>
          </a:solidFill>
          <a:ln w="635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lIns="72000" tIns="72000" rIns="72000" bIns="72000" rtlCol="0" anchor="ctr">
            <a:spAutoFit/>
          </a:bodyPr>
          <a:lstStyle>
            <a:defPPr>
              <a:defRPr lang="de-DE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>
              <a:lnSpc>
                <a:spcPct val="90000"/>
              </a:lnSpc>
            </a:pPr>
            <a:r>
              <a:rPr lang="en-US" sz="1600">
                <a:solidFill>
                  <a:schemeClr val="tx1"/>
                </a:solidFill>
              </a:rPr>
              <a:t>The suggested font sizes are not binding and can be adjusted individually depending on the content density and type of presentation. Please ensure good readability.</a:t>
            </a:r>
          </a:p>
        </p:txBody>
      </p:sp>
    </p:spTree>
    <p:extLst>
      <p:ext uri="{BB962C8B-B14F-4D97-AF65-F5344CB8AC3E}">
        <p14:creationId xmlns:p14="http://schemas.microsoft.com/office/powerpoint/2010/main" val="2966577355"/>
      </p:ext>
    </p:extLst>
  </p:cSld>
  <p:clrMapOvr>
    <a:masterClrMapping/>
  </p:clrMapOvr>
</p:sldLayout>
</file>

<file path=ppt/slideLayouts/slideLayout24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userDrawn="1">
  <p:cSld name="Titelfolie Hintergrundbild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4" name="Objekt 3" hidden="1"/>
          <p:cNvGraphicFramePr>
            <a:graphicFrameLocks noChangeAspect="1"/>
          </p:cNvGraphicFramePr>
          <p:nvPr>
            <p:custDataLst>
              <p:tags r:id="rId1"/>
            </p:custDataLst>
            <p:extLst>
              <p:ext uri="{D42A27DB-BD31-4B8C-83A1-F6EECF244321}">
                <p14:modId xmlns:p14="http://schemas.microsoft.com/office/powerpoint/2010/main" val="3578136399"/>
              </p:ext>
            </p:extLst>
          </p:nvPr>
        </p:nvGraphicFramePr>
        <p:xfrm>
          <a:off x="1588" y="1588"/>
          <a:ext cx="1588" cy="15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think-cell Slide" r:id="rId4" imgW="370" imgH="371" progId="TCLayout.ActiveDocument.1">
                  <p:embed/>
                </p:oleObj>
              </mc:Choice>
              <mc:Fallback>
                <p:oleObj name="think-cell Slide" r:id="rId4" imgW="370" imgH="371" progId="TCLayout.ActiveDocument.1">
                  <p:embed/>
                  <p:pic>
                    <p:nvPicPr>
                      <p:cNvPr id="4" name="Objekt 3" hidden="1"/>
                      <p:cNvPicPr/>
                      <p:nvPr/>
                    </p:nvPicPr>
                    <p:blipFill>
                      <a:blip r:embed="rId5"/>
                      <a:stretch>
                        <a:fillRect/>
                      </a:stretch>
                    </p:blipFill>
                    <p:spPr>
                      <a:xfrm>
                        <a:off x="1588" y="1588"/>
                        <a:ext cx="1588" cy="1588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3" name="Rechteck 2" hidden="1"/>
          <p:cNvSpPr/>
          <p:nvPr>
            <p:custDataLst>
              <p:tags r:id="rId2"/>
            </p:custDataLst>
          </p:nvPr>
        </p:nvSpPr>
        <p:spPr>
          <a:xfrm>
            <a:off x="0" y="0"/>
            <a:ext cx="158750" cy="158750"/>
          </a:xfrm>
          <a:prstGeom prst="rect">
            <a:avLst/>
          </a:prstGeom>
          <a:solidFill>
            <a:schemeClr val="bg1"/>
          </a:solidFill>
          <a:ln w="635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="horz" wrap="none" lIns="0" tIns="0" rIns="0" bIns="0" numCol="1" spcCol="0" rtlCol="0" anchor="ctr" anchorCtr="0">
            <a:noAutofit/>
          </a:bodyPr>
          <a:lstStyle/>
          <a:p>
            <a:pPr marL="0" lvl="0" indent="0" algn="ctr" eaLnBrk="1">
              <a:lnSpc>
                <a:spcPct val="90000"/>
              </a:lnSpc>
              <a:spcBef>
                <a:spcPct val="0"/>
              </a:spcBef>
              <a:spcAft>
                <a:spcPct val="0"/>
              </a:spcAft>
            </a:pPr>
            <a:endParaRPr lang="de-DE" sz="3200" b="1" i="0" baseline="0">
              <a:solidFill>
                <a:schemeClr val="tx1"/>
              </a:solidFill>
              <a:latin typeface="STIHL Contraface Display Title"/>
              <a:ea typeface="+mn-ea"/>
              <a:cs typeface="+mn-cs"/>
              <a:sym typeface="STIHL Contraface Display Title"/>
            </a:endParaRPr>
          </a:p>
        </p:txBody>
      </p:sp>
      <p:pic>
        <p:nvPicPr>
          <p:cNvPr id="12" name="Grafik 11"/>
          <p:cNvPicPr>
            <a:picLocks noChangeAspect="1"/>
          </p:cNvPicPr>
          <p:nvPr/>
        </p:nvPicPr>
        <p:blipFill>
          <a:blip r:embed="rId6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136061" y="258750"/>
            <a:ext cx="1774212" cy="775631"/>
          </a:xfrm>
          <a:prstGeom prst="rect">
            <a:avLst/>
          </a:prstGeom>
        </p:spPr>
      </p:pic>
      <p:sp>
        <p:nvSpPr>
          <p:cNvPr id="15" name="Bildplatzhalter 14">
            <a:extLst>
              <a:ext uri="{FF2B5EF4-FFF2-40B4-BE49-F238E27FC236}">
                <a16:creationId xmlns:a16="http://schemas.microsoft.com/office/drawing/2014/main" id="{F81A1AFD-D231-4C55-9AAB-DA10BA8E7D13}"/>
              </a:ext>
            </a:extLst>
          </p:cNvPr>
          <p:cNvSpPr>
            <a:spLocks noGrp="1"/>
          </p:cNvSpPr>
          <p:nvPr>
            <p:ph type="pic" sz="quarter" idx="15"/>
          </p:nvPr>
        </p:nvSpPr>
        <p:spPr>
          <a:xfrm>
            <a:off x="0" y="0"/>
            <a:ext cx="12192000" cy="6858000"/>
          </a:xfrm>
          <a:custGeom>
            <a:avLst/>
            <a:gdLst>
              <a:gd name="connsiteX0" fmla="*/ 361950 w 12192000"/>
              <a:gd name="connsiteY0" fmla="*/ 2751084 h 6858000"/>
              <a:gd name="connsiteX1" fmla="*/ 361950 w 12192000"/>
              <a:gd name="connsiteY1" fmla="*/ 6534807 h 6858000"/>
              <a:gd name="connsiteX2" fmla="*/ 5401950 w 12192000"/>
              <a:gd name="connsiteY2" fmla="*/ 6534807 h 6858000"/>
              <a:gd name="connsiteX3" fmla="*/ 5401950 w 12192000"/>
              <a:gd name="connsiteY3" fmla="*/ 2751084 h 6858000"/>
              <a:gd name="connsiteX4" fmla="*/ 10129345 w 12192000"/>
              <a:gd name="connsiteY4" fmla="*/ 344401 h 6858000"/>
              <a:gd name="connsiteX5" fmla="*/ 10129345 w 12192000"/>
              <a:gd name="connsiteY5" fmla="*/ 1099696 h 6858000"/>
              <a:gd name="connsiteX6" fmla="*/ 11857039 w 12192000"/>
              <a:gd name="connsiteY6" fmla="*/ 1099696 h 6858000"/>
              <a:gd name="connsiteX7" fmla="*/ 11857039 w 12192000"/>
              <a:gd name="connsiteY7" fmla="*/ 344401 h 6858000"/>
              <a:gd name="connsiteX8" fmla="*/ 0 w 12192000"/>
              <a:gd name="connsiteY8" fmla="*/ 0 h 6858000"/>
              <a:gd name="connsiteX9" fmla="*/ 12192000 w 12192000"/>
              <a:gd name="connsiteY9" fmla="*/ 0 h 6858000"/>
              <a:gd name="connsiteX10" fmla="*/ 12192000 w 12192000"/>
              <a:gd name="connsiteY10" fmla="*/ 6858000 h 6858000"/>
              <a:gd name="connsiteX11" fmla="*/ 0 w 12192000"/>
              <a:gd name="connsiteY11" fmla="*/ 6858000 h 6858000"/>
              <a:gd name="connsiteX0" fmla="*/ 361950 w 12192000"/>
              <a:gd name="connsiteY0" fmla="*/ 2751084 h 6858000"/>
              <a:gd name="connsiteX1" fmla="*/ 361950 w 12192000"/>
              <a:gd name="connsiteY1" fmla="*/ 6534807 h 6858000"/>
              <a:gd name="connsiteX2" fmla="*/ 5401950 w 12192000"/>
              <a:gd name="connsiteY2" fmla="*/ 6534807 h 6858000"/>
              <a:gd name="connsiteX3" fmla="*/ 5401950 w 12192000"/>
              <a:gd name="connsiteY3" fmla="*/ 2751084 h 6858000"/>
              <a:gd name="connsiteX4" fmla="*/ 361950 w 12192000"/>
              <a:gd name="connsiteY4" fmla="*/ 2751084 h 6858000"/>
              <a:gd name="connsiteX5" fmla="*/ 10136965 w 12192000"/>
              <a:gd name="connsiteY5" fmla="*/ 258041 h 6858000"/>
              <a:gd name="connsiteX6" fmla="*/ 10129345 w 12192000"/>
              <a:gd name="connsiteY6" fmla="*/ 1099696 h 6858000"/>
              <a:gd name="connsiteX7" fmla="*/ 11857039 w 12192000"/>
              <a:gd name="connsiteY7" fmla="*/ 1099696 h 6858000"/>
              <a:gd name="connsiteX8" fmla="*/ 11857039 w 12192000"/>
              <a:gd name="connsiteY8" fmla="*/ 344401 h 6858000"/>
              <a:gd name="connsiteX9" fmla="*/ 10136965 w 12192000"/>
              <a:gd name="connsiteY9" fmla="*/ 258041 h 6858000"/>
              <a:gd name="connsiteX10" fmla="*/ 0 w 12192000"/>
              <a:gd name="connsiteY10" fmla="*/ 0 h 6858000"/>
              <a:gd name="connsiteX11" fmla="*/ 12192000 w 12192000"/>
              <a:gd name="connsiteY11" fmla="*/ 0 h 6858000"/>
              <a:gd name="connsiteX12" fmla="*/ 12192000 w 12192000"/>
              <a:gd name="connsiteY12" fmla="*/ 6858000 h 6858000"/>
              <a:gd name="connsiteX13" fmla="*/ 0 w 12192000"/>
              <a:gd name="connsiteY13" fmla="*/ 6858000 h 6858000"/>
              <a:gd name="connsiteX14" fmla="*/ 0 w 12192000"/>
              <a:gd name="connsiteY14" fmla="*/ 0 h 6858000"/>
              <a:gd name="connsiteX0" fmla="*/ 361950 w 12192000"/>
              <a:gd name="connsiteY0" fmla="*/ 2751084 h 6858000"/>
              <a:gd name="connsiteX1" fmla="*/ 361950 w 12192000"/>
              <a:gd name="connsiteY1" fmla="*/ 6534807 h 6858000"/>
              <a:gd name="connsiteX2" fmla="*/ 5401950 w 12192000"/>
              <a:gd name="connsiteY2" fmla="*/ 6534807 h 6858000"/>
              <a:gd name="connsiteX3" fmla="*/ 5401950 w 12192000"/>
              <a:gd name="connsiteY3" fmla="*/ 2751084 h 6858000"/>
              <a:gd name="connsiteX4" fmla="*/ 361950 w 12192000"/>
              <a:gd name="connsiteY4" fmla="*/ 2751084 h 6858000"/>
              <a:gd name="connsiteX5" fmla="*/ 10136965 w 12192000"/>
              <a:gd name="connsiteY5" fmla="*/ 258041 h 6858000"/>
              <a:gd name="connsiteX6" fmla="*/ 10129345 w 12192000"/>
              <a:gd name="connsiteY6" fmla="*/ 1099696 h 6858000"/>
              <a:gd name="connsiteX7" fmla="*/ 11857039 w 12192000"/>
              <a:gd name="connsiteY7" fmla="*/ 1099696 h 6858000"/>
              <a:gd name="connsiteX8" fmla="*/ 11907839 w 12192000"/>
              <a:gd name="connsiteY8" fmla="*/ 258041 h 6858000"/>
              <a:gd name="connsiteX9" fmla="*/ 10136965 w 12192000"/>
              <a:gd name="connsiteY9" fmla="*/ 258041 h 6858000"/>
              <a:gd name="connsiteX10" fmla="*/ 0 w 12192000"/>
              <a:gd name="connsiteY10" fmla="*/ 0 h 6858000"/>
              <a:gd name="connsiteX11" fmla="*/ 12192000 w 12192000"/>
              <a:gd name="connsiteY11" fmla="*/ 0 h 6858000"/>
              <a:gd name="connsiteX12" fmla="*/ 12192000 w 12192000"/>
              <a:gd name="connsiteY12" fmla="*/ 6858000 h 6858000"/>
              <a:gd name="connsiteX13" fmla="*/ 0 w 12192000"/>
              <a:gd name="connsiteY13" fmla="*/ 6858000 h 6858000"/>
              <a:gd name="connsiteX14" fmla="*/ 0 w 12192000"/>
              <a:gd name="connsiteY14" fmla="*/ 0 h 6858000"/>
              <a:gd name="connsiteX0" fmla="*/ 361950 w 12192000"/>
              <a:gd name="connsiteY0" fmla="*/ 2751084 h 6858000"/>
              <a:gd name="connsiteX1" fmla="*/ 361950 w 12192000"/>
              <a:gd name="connsiteY1" fmla="*/ 6534807 h 6858000"/>
              <a:gd name="connsiteX2" fmla="*/ 5401950 w 12192000"/>
              <a:gd name="connsiteY2" fmla="*/ 6534807 h 6858000"/>
              <a:gd name="connsiteX3" fmla="*/ 5401950 w 12192000"/>
              <a:gd name="connsiteY3" fmla="*/ 2751084 h 6858000"/>
              <a:gd name="connsiteX4" fmla="*/ 361950 w 12192000"/>
              <a:gd name="connsiteY4" fmla="*/ 2751084 h 6858000"/>
              <a:gd name="connsiteX5" fmla="*/ 10136965 w 12192000"/>
              <a:gd name="connsiteY5" fmla="*/ 258041 h 6858000"/>
              <a:gd name="connsiteX6" fmla="*/ 10129345 w 12192000"/>
              <a:gd name="connsiteY6" fmla="*/ 1099696 h 6858000"/>
              <a:gd name="connsiteX7" fmla="*/ 11907839 w 12192000"/>
              <a:gd name="connsiteY7" fmla="*/ 1031116 h 6858000"/>
              <a:gd name="connsiteX8" fmla="*/ 11907839 w 12192000"/>
              <a:gd name="connsiteY8" fmla="*/ 258041 h 6858000"/>
              <a:gd name="connsiteX9" fmla="*/ 10136965 w 12192000"/>
              <a:gd name="connsiteY9" fmla="*/ 258041 h 6858000"/>
              <a:gd name="connsiteX10" fmla="*/ 0 w 12192000"/>
              <a:gd name="connsiteY10" fmla="*/ 0 h 6858000"/>
              <a:gd name="connsiteX11" fmla="*/ 12192000 w 12192000"/>
              <a:gd name="connsiteY11" fmla="*/ 0 h 6858000"/>
              <a:gd name="connsiteX12" fmla="*/ 12192000 w 12192000"/>
              <a:gd name="connsiteY12" fmla="*/ 6858000 h 6858000"/>
              <a:gd name="connsiteX13" fmla="*/ 0 w 12192000"/>
              <a:gd name="connsiteY13" fmla="*/ 6858000 h 6858000"/>
              <a:gd name="connsiteX14" fmla="*/ 0 w 12192000"/>
              <a:gd name="connsiteY14" fmla="*/ 0 h 6858000"/>
              <a:gd name="connsiteX0" fmla="*/ 361950 w 12192000"/>
              <a:gd name="connsiteY0" fmla="*/ 2751084 h 6858000"/>
              <a:gd name="connsiteX1" fmla="*/ 361950 w 12192000"/>
              <a:gd name="connsiteY1" fmla="*/ 6534807 h 6858000"/>
              <a:gd name="connsiteX2" fmla="*/ 5401950 w 12192000"/>
              <a:gd name="connsiteY2" fmla="*/ 6534807 h 6858000"/>
              <a:gd name="connsiteX3" fmla="*/ 5401950 w 12192000"/>
              <a:gd name="connsiteY3" fmla="*/ 2751084 h 6858000"/>
              <a:gd name="connsiteX4" fmla="*/ 361950 w 12192000"/>
              <a:gd name="connsiteY4" fmla="*/ 2751084 h 6858000"/>
              <a:gd name="connsiteX5" fmla="*/ 10136965 w 12192000"/>
              <a:gd name="connsiteY5" fmla="*/ 258041 h 6858000"/>
              <a:gd name="connsiteX6" fmla="*/ 10131885 w 12192000"/>
              <a:gd name="connsiteY6" fmla="*/ 1033656 h 6858000"/>
              <a:gd name="connsiteX7" fmla="*/ 11907839 w 12192000"/>
              <a:gd name="connsiteY7" fmla="*/ 1031116 h 6858000"/>
              <a:gd name="connsiteX8" fmla="*/ 11907839 w 12192000"/>
              <a:gd name="connsiteY8" fmla="*/ 258041 h 6858000"/>
              <a:gd name="connsiteX9" fmla="*/ 10136965 w 12192000"/>
              <a:gd name="connsiteY9" fmla="*/ 258041 h 6858000"/>
              <a:gd name="connsiteX10" fmla="*/ 0 w 12192000"/>
              <a:gd name="connsiteY10" fmla="*/ 0 h 6858000"/>
              <a:gd name="connsiteX11" fmla="*/ 12192000 w 12192000"/>
              <a:gd name="connsiteY11" fmla="*/ 0 h 6858000"/>
              <a:gd name="connsiteX12" fmla="*/ 12192000 w 12192000"/>
              <a:gd name="connsiteY12" fmla="*/ 6858000 h 6858000"/>
              <a:gd name="connsiteX13" fmla="*/ 0 w 12192000"/>
              <a:gd name="connsiteY13" fmla="*/ 6858000 h 6858000"/>
              <a:gd name="connsiteX14" fmla="*/ 0 w 12192000"/>
              <a:gd name="connsiteY14" fmla="*/ 0 h 6858000"/>
              <a:gd name="connsiteX0" fmla="*/ 361950 w 12192000"/>
              <a:gd name="connsiteY0" fmla="*/ 2751084 h 6858000"/>
              <a:gd name="connsiteX1" fmla="*/ 361950 w 12192000"/>
              <a:gd name="connsiteY1" fmla="*/ 6534807 h 6858000"/>
              <a:gd name="connsiteX2" fmla="*/ 5401950 w 12192000"/>
              <a:gd name="connsiteY2" fmla="*/ 6534807 h 6858000"/>
              <a:gd name="connsiteX3" fmla="*/ 5401950 w 12192000"/>
              <a:gd name="connsiteY3" fmla="*/ 2751084 h 6858000"/>
              <a:gd name="connsiteX4" fmla="*/ 361950 w 12192000"/>
              <a:gd name="connsiteY4" fmla="*/ 2751084 h 6858000"/>
              <a:gd name="connsiteX5" fmla="*/ 10136965 w 12192000"/>
              <a:gd name="connsiteY5" fmla="*/ 258041 h 6858000"/>
              <a:gd name="connsiteX6" fmla="*/ 10135695 w 12192000"/>
              <a:gd name="connsiteY6" fmla="*/ 1031751 h 6858000"/>
              <a:gd name="connsiteX7" fmla="*/ 11907839 w 12192000"/>
              <a:gd name="connsiteY7" fmla="*/ 1031116 h 6858000"/>
              <a:gd name="connsiteX8" fmla="*/ 11907839 w 12192000"/>
              <a:gd name="connsiteY8" fmla="*/ 258041 h 6858000"/>
              <a:gd name="connsiteX9" fmla="*/ 10136965 w 12192000"/>
              <a:gd name="connsiteY9" fmla="*/ 258041 h 6858000"/>
              <a:gd name="connsiteX10" fmla="*/ 0 w 12192000"/>
              <a:gd name="connsiteY10" fmla="*/ 0 h 6858000"/>
              <a:gd name="connsiteX11" fmla="*/ 12192000 w 12192000"/>
              <a:gd name="connsiteY11" fmla="*/ 0 h 6858000"/>
              <a:gd name="connsiteX12" fmla="*/ 12192000 w 12192000"/>
              <a:gd name="connsiteY12" fmla="*/ 6858000 h 6858000"/>
              <a:gd name="connsiteX13" fmla="*/ 0 w 12192000"/>
              <a:gd name="connsiteY13" fmla="*/ 6858000 h 6858000"/>
              <a:gd name="connsiteX14" fmla="*/ 0 w 12192000"/>
              <a:gd name="connsiteY14" fmla="*/ 0 h 6858000"/>
              <a:gd name="connsiteX0" fmla="*/ 361950 w 12192000"/>
              <a:gd name="connsiteY0" fmla="*/ 2751084 h 6858000"/>
              <a:gd name="connsiteX1" fmla="*/ 361950 w 12192000"/>
              <a:gd name="connsiteY1" fmla="*/ 6534807 h 6858000"/>
              <a:gd name="connsiteX2" fmla="*/ 5401950 w 12192000"/>
              <a:gd name="connsiteY2" fmla="*/ 6534807 h 6858000"/>
              <a:gd name="connsiteX3" fmla="*/ 5401950 w 12192000"/>
              <a:gd name="connsiteY3" fmla="*/ 2751084 h 6858000"/>
              <a:gd name="connsiteX4" fmla="*/ 361950 w 12192000"/>
              <a:gd name="connsiteY4" fmla="*/ 2751084 h 6858000"/>
              <a:gd name="connsiteX5" fmla="*/ 10142680 w 12192000"/>
              <a:gd name="connsiteY5" fmla="*/ 258041 h 6858000"/>
              <a:gd name="connsiteX6" fmla="*/ 10135695 w 12192000"/>
              <a:gd name="connsiteY6" fmla="*/ 1031751 h 6858000"/>
              <a:gd name="connsiteX7" fmla="*/ 11907839 w 12192000"/>
              <a:gd name="connsiteY7" fmla="*/ 1031116 h 6858000"/>
              <a:gd name="connsiteX8" fmla="*/ 11907839 w 12192000"/>
              <a:gd name="connsiteY8" fmla="*/ 258041 h 6858000"/>
              <a:gd name="connsiteX9" fmla="*/ 10142680 w 12192000"/>
              <a:gd name="connsiteY9" fmla="*/ 258041 h 6858000"/>
              <a:gd name="connsiteX10" fmla="*/ 0 w 12192000"/>
              <a:gd name="connsiteY10" fmla="*/ 0 h 6858000"/>
              <a:gd name="connsiteX11" fmla="*/ 12192000 w 12192000"/>
              <a:gd name="connsiteY11" fmla="*/ 0 h 6858000"/>
              <a:gd name="connsiteX12" fmla="*/ 12192000 w 12192000"/>
              <a:gd name="connsiteY12" fmla="*/ 6858000 h 6858000"/>
              <a:gd name="connsiteX13" fmla="*/ 0 w 12192000"/>
              <a:gd name="connsiteY13" fmla="*/ 6858000 h 6858000"/>
              <a:gd name="connsiteX14" fmla="*/ 0 w 12192000"/>
              <a:gd name="connsiteY14" fmla="*/ 0 h 6858000"/>
              <a:gd name="connsiteX0" fmla="*/ 361950 w 12192000"/>
              <a:gd name="connsiteY0" fmla="*/ 2751084 h 6858000"/>
              <a:gd name="connsiteX1" fmla="*/ 361950 w 12192000"/>
              <a:gd name="connsiteY1" fmla="*/ 6534807 h 6858000"/>
              <a:gd name="connsiteX2" fmla="*/ 5401950 w 12192000"/>
              <a:gd name="connsiteY2" fmla="*/ 6534807 h 6858000"/>
              <a:gd name="connsiteX3" fmla="*/ 5401950 w 12192000"/>
              <a:gd name="connsiteY3" fmla="*/ 2751084 h 6858000"/>
              <a:gd name="connsiteX4" fmla="*/ 361950 w 12192000"/>
              <a:gd name="connsiteY4" fmla="*/ 2751084 h 6858000"/>
              <a:gd name="connsiteX5" fmla="*/ 10142680 w 12192000"/>
              <a:gd name="connsiteY5" fmla="*/ 258041 h 6858000"/>
              <a:gd name="connsiteX6" fmla="*/ 10139505 w 12192000"/>
              <a:gd name="connsiteY6" fmla="*/ 1031751 h 6858000"/>
              <a:gd name="connsiteX7" fmla="*/ 11907839 w 12192000"/>
              <a:gd name="connsiteY7" fmla="*/ 1031116 h 6858000"/>
              <a:gd name="connsiteX8" fmla="*/ 11907839 w 12192000"/>
              <a:gd name="connsiteY8" fmla="*/ 258041 h 6858000"/>
              <a:gd name="connsiteX9" fmla="*/ 10142680 w 12192000"/>
              <a:gd name="connsiteY9" fmla="*/ 258041 h 6858000"/>
              <a:gd name="connsiteX10" fmla="*/ 0 w 12192000"/>
              <a:gd name="connsiteY10" fmla="*/ 0 h 6858000"/>
              <a:gd name="connsiteX11" fmla="*/ 12192000 w 12192000"/>
              <a:gd name="connsiteY11" fmla="*/ 0 h 6858000"/>
              <a:gd name="connsiteX12" fmla="*/ 12192000 w 12192000"/>
              <a:gd name="connsiteY12" fmla="*/ 6858000 h 6858000"/>
              <a:gd name="connsiteX13" fmla="*/ 0 w 12192000"/>
              <a:gd name="connsiteY13" fmla="*/ 6858000 h 6858000"/>
              <a:gd name="connsiteX14" fmla="*/ 0 w 12192000"/>
              <a:gd name="connsiteY14" fmla="*/ 0 h 6858000"/>
              <a:gd name="connsiteX0" fmla="*/ 361950 w 12192000"/>
              <a:gd name="connsiteY0" fmla="*/ 2751084 h 6858000"/>
              <a:gd name="connsiteX1" fmla="*/ 361950 w 12192000"/>
              <a:gd name="connsiteY1" fmla="*/ 6534807 h 6858000"/>
              <a:gd name="connsiteX2" fmla="*/ 5401950 w 12192000"/>
              <a:gd name="connsiteY2" fmla="*/ 6534807 h 6858000"/>
              <a:gd name="connsiteX3" fmla="*/ 5401950 w 12192000"/>
              <a:gd name="connsiteY3" fmla="*/ 2751084 h 6858000"/>
              <a:gd name="connsiteX4" fmla="*/ 361950 w 12192000"/>
              <a:gd name="connsiteY4" fmla="*/ 2751084 h 6858000"/>
              <a:gd name="connsiteX5" fmla="*/ 10142680 w 12192000"/>
              <a:gd name="connsiteY5" fmla="*/ 258041 h 6858000"/>
              <a:gd name="connsiteX6" fmla="*/ 10143315 w 12192000"/>
              <a:gd name="connsiteY6" fmla="*/ 1031751 h 6858000"/>
              <a:gd name="connsiteX7" fmla="*/ 11907839 w 12192000"/>
              <a:gd name="connsiteY7" fmla="*/ 1031116 h 6858000"/>
              <a:gd name="connsiteX8" fmla="*/ 11907839 w 12192000"/>
              <a:gd name="connsiteY8" fmla="*/ 258041 h 6858000"/>
              <a:gd name="connsiteX9" fmla="*/ 10142680 w 12192000"/>
              <a:gd name="connsiteY9" fmla="*/ 258041 h 6858000"/>
              <a:gd name="connsiteX10" fmla="*/ 0 w 12192000"/>
              <a:gd name="connsiteY10" fmla="*/ 0 h 6858000"/>
              <a:gd name="connsiteX11" fmla="*/ 12192000 w 12192000"/>
              <a:gd name="connsiteY11" fmla="*/ 0 h 6858000"/>
              <a:gd name="connsiteX12" fmla="*/ 12192000 w 12192000"/>
              <a:gd name="connsiteY12" fmla="*/ 6858000 h 6858000"/>
              <a:gd name="connsiteX13" fmla="*/ 0 w 12192000"/>
              <a:gd name="connsiteY13" fmla="*/ 6858000 h 6858000"/>
              <a:gd name="connsiteX14" fmla="*/ 0 w 12192000"/>
              <a:gd name="connsiteY14" fmla="*/ 0 h 6858000"/>
              <a:gd name="connsiteX0" fmla="*/ 361950 w 12192000"/>
              <a:gd name="connsiteY0" fmla="*/ 2751084 h 6858000"/>
              <a:gd name="connsiteX1" fmla="*/ 361950 w 12192000"/>
              <a:gd name="connsiteY1" fmla="*/ 6534807 h 6858000"/>
              <a:gd name="connsiteX2" fmla="*/ 5401950 w 12192000"/>
              <a:gd name="connsiteY2" fmla="*/ 6534807 h 6858000"/>
              <a:gd name="connsiteX3" fmla="*/ 5401950 w 12192000"/>
              <a:gd name="connsiteY3" fmla="*/ 2751084 h 6858000"/>
              <a:gd name="connsiteX4" fmla="*/ 361950 w 12192000"/>
              <a:gd name="connsiteY4" fmla="*/ 2751084 h 6858000"/>
              <a:gd name="connsiteX5" fmla="*/ 10142680 w 12192000"/>
              <a:gd name="connsiteY5" fmla="*/ 258041 h 6858000"/>
              <a:gd name="connsiteX6" fmla="*/ 10143315 w 12192000"/>
              <a:gd name="connsiteY6" fmla="*/ 1031751 h 6858000"/>
              <a:gd name="connsiteX7" fmla="*/ 11907839 w 12192000"/>
              <a:gd name="connsiteY7" fmla="*/ 1031116 h 6858000"/>
              <a:gd name="connsiteX8" fmla="*/ 11904029 w 12192000"/>
              <a:gd name="connsiteY8" fmla="*/ 258041 h 6858000"/>
              <a:gd name="connsiteX9" fmla="*/ 10142680 w 12192000"/>
              <a:gd name="connsiteY9" fmla="*/ 258041 h 6858000"/>
              <a:gd name="connsiteX10" fmla="*/ 0 w 12192000"/>
              <a:gd name="connsiteY10" fmla="*/ 0 h 6858000"/>
              <a:gd name="connsiteX11" fmla="*/ 12192000 w 12192000"/>
              <a:gd name="connsiteY11" fmla="*/ 0 h 6858000"/>
              <a:gd name="connsiteX12" fmla="*/ 12192000 w 12192000"/>
              <a:gd name="connsiteY12" fmla="*/ 6858000 h 6858000"/>
              <a:gd name="connsiteX13" fmla="*/ 0 w 12192000"/>
              <a:gd name="connsiteY13" fmla="*/ 6858000 h 6858000"/>
              <a:gd name="connsiteX14" fmla="*/ 0 w 12192000"/>
              <a:gd name="connsiteY14" fmla="*/ 0 h 6858000"/>
              <a:gd name="connsiteX0" fmla="*/ 361950 w 12192000"/>
              <a:gd name="connsiteY0" fmla="*/ 2751084 h 6858000"/>
              <a:gd name="connsiteX1" fmla="*/ 361950 w 12192000"/>
              <a:gd name="connsiteY1" fmla="*/ 6534807 h 6858000"/>
              <a:gd name="connsiteX2" fmla="*/ 5401950 w 12192000"/>
              <a:gd name="connsiteY2" fmla="*/ 6534807 h 6858000"/>
              <a:gd name="connsiteX3" fmla="*/ 5401950 w 12192000"/>
              <a:gd name="connsiteY3" fmla="*/ 2751084 h 6858000"/>
              <a:gd name="connsiteX4" fmla="*/ 361950 w 12192000"/>
              <a:gd name="connsiteY4" fmla="*/ 2751084 h 6858000"/>
              <a:gd name="connsiteX5" fmla="*/ 10142680 w 12192000"/>
              <a:gd name="connsiteY5" fmla="*/ 258041 h 6858000"/>
              <a:gd name="connsiteX6" fmla="*/ 10143315 w 12192000"/>
              <a:gd name="connsiteY6" fmla="*/ 1031751 h 6858000"/>
              <a:gd name="connsiteX7" fmla="*/ 11902124 w 12192000"/>
              <a:gd name="connsiteY7" fmla="*/ 1031116 h 6858000"/>
              <a:gd name="connsiteX8" fmla="*/ 11904029 w 12192000"/>
              <a:gd name="connsiteY8" fmla="*/ 258041 h 6858000"/>
              <a:gd name="connsiteX9" fmla="*/ 10142680 w 12192000"/>
              <a:gd name="connsiteY9" fmla="*/ 258041 h 6858000"/>
              <a:gd name="connsiteX10" fmla="*/ 0 w 12192000"/>
              <a:gd name="connsiteY10" fmla="*/ 0 h 6858000"/>
              <a:gd name="connsiteX11" fmla="*/ 12192000 w 12192000"/>
              <a:gd name="connsiteY11" fmla="*/ 0 h 6858000"/>
              <a:gd name="connsiteX12" fmla="*/ 12192000 w 12192000"/>
              <a:gd name="connsiteY12" fmla="*/ 6858000 h 6858000"/>
              <a:gd name="connsiteX13" fmla="*/ 0 w 12192000"/>
              <a:gd name="connsiteY13" fmla="*/ 6858000 h 6858000"/>
              <a:gd name="connsiteX14" fmla="*/ 0 w 12192000"/>
              <a:gd name="connsiteY14" fmla="*/ 0 h 6858000"/>
              <a:gd name="connsiteX0" fmla="*/ 361950 w 12192000"/>
              <a:gd name="connsiteY0" fmla="*/ 2751084 h 6858000"/>
              <a:gd name="connsiteX1" fmla="*/ 361950 w 12192000"/>
              <a:gd name="connsiteY1" fmla="*/ 6534807 h 6858000"/>
              <a:gd name="connsiteX2" fmla="*/ 5401950 w 12192000"/>
              <a:gd name="connsiteY2" fmla="*/ 6534807 h 6858000"/>
              <a:gd name="connsiteX3" fmla="*/ 5401950 w 12192000"/>
              <a:gd name="connsiteY3" fmla="*/ 2751084 h 6858000"/>
              <a:gd name="connsiteX4" fmla="*/ 361950 w 12192000"/>
              <a:gd name="connsiteY4" fmla="*/ 2751084 h 6858000"/>
              <a:gd name="connsiteX5" fmla="*/ 10140775 w 12192000"/>
              <a:gd name="connsiteY5" fmla="*/ 259946 h 6858000"/>
              <a:gd name="connsiteX6" fmla="*/ 10143315 w 12192000"/>
              <a:gd name="connsiteY6" fmla="*/ 1031751 h 6858000"/>
              <a:gd name="connsiteX7" fmla="*/ 11902124 w 12192000"/>
              <a:gd name="connsiteY7" fmla="*/ 1031116 h 6858000"/>
              <a:gd name="connsiteX8" fmla="*/ 11904029 w 12192000"/>
              <a:gd name="connsiteY8" fmla="*/ 258041 h 6858000"/>
              <a:gd name="connsiteX9" fmla="*/ 10140775 w 12192000"/>
              <a:gd name="connsiteY9" fmla="*/ 259946 h 6858000"/>
              <a:gd name="connsiteX10" fmla="*/ 0 w 12192000"/>
              <a:gd name="connsiteY10" fmla="*/ 0 h 6858000"/>
              <a:gd name="connsiteX11" fmla="*/ 12192000 w 12192000"/>
              <a:gd name="connsiteY11" fmla="*/ 0 h 6858000"/>
              <a:gd name="connsiteX12" fmla="*/ 12192000 w 12192000"/>
              <a:gd name="connsiteY12" fmla="*/ 6858000 h 6858000"/>
              <a:gd name="connsiteX13" fmla="*/ 0 w 12192000"/>
              <a:gd name="connsiteY13" fmla="*/ 6858000 h 6858000"/>
              <a:gd name="connsiteX14" fmla="*/ 0 w 12192000"/>
              <a:gd name="connsiteY14" fmla="*/ 0 h 6858000"/>
              <a:gd name="connsiteX0" fmla="*/ 361950 w 12192000"/>
              <a:gd name="connsiteY0" fmla="*/ 2751084 h 6858000"/>
              <a:gd name="connsiteX1" fmla="*/ 361950 w 12192000"/>
              <a:gd name="connsiteY1" fmla="*/ 6534807 h 6858000"/>
              <a:gd name="connsiteX2" fmla="*/ 5401950 w 12192000"/>
              <a:gd name="connsiteY2" fmla="*/ 6534807 h 6858000"/>
              <a:gd name="connsiteX3" fmla="*/ 5401950 w 12192000"/>
              <a:gd name="connsiteY3" fmla="*/ 2751084 h 6858000"/>
              <a:gd name="connsiteX4" fmla="*/ 361950 w 12192000"/>
              <a:gd name="connsiteY4" fmla="*/ 2751084 h 6858000"/>
              <a:gd name="connsiteX5" fmla="*/ 10146490 w 12192000"/>
              <a:gd name="connsiteY5" fmla="*/ 259946 h 6858000"/>
              <a:gd name="connsiteX6" fmla="*/ 10143315 w 12192000"/>
              <a:gd name="connsiteY6" fmla="*/ 1031751 h 6858000"/>
              <a:gd name="connsiteX7" fmla="*/ 11902124 w 12192000"/>
              <a:gd name="connsiteY7" fmla="*/ 1031116 h 6858000"/>
              <a:gd name="connsiteX8" fmla="*/ 11904029 w 12192000"/>
              <a:gd name="connsiteY8" fmla="*/ 258041 h 6858000"/>
              <a:gd name="connsiteX9" fmla="*/ 10146490 w 12192000"/>
              <a:gd name="connsiteY9" fmla="*/ 259946 h 6858000"/>
              <a:gd name="connsiteX10" fmla="*/ 0 w 12192000"/>
              <a:gd name="connsiteY10" fmla="*/ 0 h 6858000"/>
              <a:gd name="connsiteX11" fmla="*/ 12192000 w 12192000"/>
              <a:gd name="connsiteY11" fmla="*/ 0 h 6858000"/>
              <a:gd name="connsiteX12" fmla="*/ 12192000 w 12192000"/>
              <a:gd name="connsiteY12" fmla="*/ 6858000 h 6858000"/>
              <a:gd name="connsiteX13" fmla="*/ 0 w 12192000"/>
              <a:gd name="connsiteY13" fmla="*/ 6858000 h 6858000"/>
              <a:gd name="connsiteX14" fmla="*/ 0 w 12192000"/>
              <a:gd name="connsiteY14" fmla="*/ 0 h 6858000"/>
              <a:gd name="connsiteX0" fmla="*/ 361950 w 12192000"/>
              <a:gd name="connsiteY0" fmla="*/ 2751084 h 6858000"/>
              <a:gd name="connsiteX1" fmla="*/ 361950 w 12192000"/>
              <a:gd name="connsiteY1" fmla="*/ 6534807 h 6858000"/>
              <a:gd name="connsiteX2" fmla="*/ 5401950 w 12192000"/>
              <a:gd name="connsiteY2" fmla="*/ 6534807 h 6858000"/>
              <a:gd name="connsiteX3" fmla="*/ 5401950 w 12192000"/>
              <a:gd name="connsiteY3" fmla="*/ 2751084 h 6858000"/>
              <a:gd name="connsiteX4" fmla="*/ 361950 w 12192000"/>
              <a:gd name="connsiteY4" fmla="*/ 2751084 h 6858000"/>
              <a:gd name="connsiteX5" fmla="*/ 10140775 w 12192000"/>
              <a:gd name="connsiteY5" fmla="*/ 263756 h 6858000"/>
              <a:gd name="connsiteX6" fmla="*/ 10143315 w 12192000"/>
              <a:gd name="connsiteY6" fmla="*/ 1031751 h 6858000"/>
              <a:gd name="connsiteX7" fmla="*/ 11902124 w 12192000"/>
              <a:gd name="connsiteY7" fmla="*/ 1031116 h 6858000"/>
              <a:gd name="connsiteX8" fmla="*/ 11904029 w 12192000"/>
              <a:gd name="connsiteY8" fmla="*/ 258041 h 6858000"/>
              <a:gd name="connsiteX9" fmla="*/ 10140775 w 12192000"/>
              <a:gd name="connsiteY9" fmla="*/ 263756 h 6858000"/>
              <a:gd name="connsiteX10" fmla="*/ 0 w 12192000"/>
              <a:gd name="connsiteY10" fmla="*/ 0 h 6858000"/>
              <a:gd name="connsiteX11" fmla="*/ 12192000 w 12192000"/>
              <a:gd name="connsiteY11" fmla="*/ 0 h 6858000"/>
              <a:gd name="connsiteX12" fmla="*/ 12192000 w 12192000"/>
              <a:gd name="connsiteY12" fmla="*/ 6858000 h 6858000"/>
              <a:gd name="connsiteX13" fmla="*/ 0 w 12192000"/>
              <a:gd name="connsiteY13" fmla="*/ 6858000 h 6858000"/>
              <a:gd name="connsiteX14" fmla="*/ 0 w 12192000"/>
              <a:gd name="connsiteY14" fmla="*/ 0 h 6858000"/>
              <a:gd name="connsiteX0" fmla="*/ 361950 w 12192000"/>
              <a:gd name="connsiteY0" fmla="*/ 2751084 h 6858000"/>
              <a:gd name="connsiteX1" fmla="*/ 361950 w 12192000"/>
              <a:gd name="connsiteY1" fmla="*/ 6534807 h 6858000"/>
              <a:gd name="connsiteX2" fmla="*/ 5401950 w 12192000"/>
              <a:gd name="connsiteY2" fmla="*/ 6534807 h 6858000"/>
              <a:gd name="connsiteX3" fmla="*/ 5401950 w 12192000"/>
              <a:gd name="connsiteY3" fmla="*/ 2751084 h 6858000"/>
              <a:gd name="connsiteX4" fmla="*/ 361950 w 12192000"/>
              <a:gd name="connsiteY4" fmla="*/ 2751084 h 6858000"/>
              <a:gd name="connsiteX5" fmla="*/ 10140775 w 12192000"/>
              <a:gd name="connsiteY5" fmla="*/ 263756 h 6858000"/>
              <a:gd name="connsiteX6" fmla="*/ 10143315 w 12192000"/>
              <a:gd name="connsiteY6" fmla="*/ 1031751 h 6858000"/>
              <a:gd name="connsiteX7" fmla="*/ 11902124 w 12192000"/>
              <a:gd name="connsiteY7" fmla="*/ 1031116 h 6858000"/>
              <a:gd name="connsiteX8" fmla="*/ 11904029 w 12192000"/>
              <a:gd name="connsiteY8" fmla="*/ 263756 h 6858000"/>
              <a:gd name="connsiteX9" fmla="*/ 10140775 w 12192000"/>
              <a:gd name="connsiteY9" fmla="*/ 263756 h 6858000"/>
              <a:gd name="connsiteX10" fmla="*/ 0 w 12192000"/>
              <a:gd name="connsiteY10" fmla="*/ 0 h 6858000"/>
              <a:gd name="connsiteX11" fmla="*/ 12192000 w 12192000"/>
              <a:gd name="connsiteY11" fmla="*/ 0 h 6858000"/>
              <a:gd name="connsiteX12" fmla="*/ 12192000 w 12192000"/>
              <a:gd name="connsiteY12" fmla="*/ 6858000 h 6858000"/>
              <a:gd name="connsiteX13" fmla="*/ 0 w 12192000"/>
              <a:gd name="connsiteY13" fmla="*/ 6858000 h 6858000"/>
              <a:gd name="connsiteX14" fmla="*/ 0 w 12192000"/>
              <a:gd name="connsiteY14" fmla="*/ 0 h 6858000"/>
              <a:gd name="connsiteX0" fmla="*/ 361950 w 12192000"/>
              <a:gd name="connsiteY0" fmla="*/ 2751084 h 6858000"/>
              <a:gd name="connsiteX1" fmla="*/ 361950 w 12192000"/>
              <a:gd name="connsiteY1" fmla="*/ 6534807 h 6858000"/>
              <a:gd name="connsiteX2" fmla="*/ 5401950 w 12192000"/>
              <a:gd name="connsiteY2" fmla="*/ 6534807 h 6858000"/>
              <a:gd name="connsiteX3" fmla="*/ 5401950 w 12192000"/>
              <a:gd name="connsiteY3" fmla="*/ 2751084 h 6858000"/>
              <a:gd name="connsiteX4" fmla="*/ 361950 w 12192000"/>
              <a:gd name="connsiteY4" fmla="*/ 2751084 h 6858000"/>
              <a:gd name="connsiteX5" fmla="*/ 10146490 w 12192000"/>
              <a:gd name="connsiteY5" fmla="*/ 263756 h 6858000"/>
              <a:gd name="connsiteX6" fmla="*/ 10143315 w 12192000"/>
              <a:gd name="connsiteY6" fmla="*/ 1031751 h 6858000"/>
              <a:gd name="connsiteX7" fmla="*/ 11902124 w 12192000"/>
              <a:gd name="connsiteY7" fmla="*/ 1031116 h 6858000"/>
              <a:gd name="connsiteX8" fmla="*/ 11904029 w 12192000"/>
              <a:gd name="connsiteY8" fmla="*/ 263756 h 6858000"/>
              <a:gd name="connsiteX9" fmla="*/ 10146490 w 12192000"/>
              <a:gd name="connsiteY9" fmla="*/ 263756 h 6858000"/>
              <a:gd name="connsiteX10" fmla="*/ 0 w 12192000"/>
              <a:gd name="connsiteY10" fmla="*/ 0 h 6858000"/>
              <a:gd name="connsiteX11" fmla="*/ 12192000 w 12192000"/>
              <a:gd name="connsiteY11" fmla="*/ 0 h 6858000"/>
              <a:gd name="connsiteX12" fmla="*/ 12192000 w 12192000"/>
              <a:gd name="connsiteY12" fmla="*/ 6858000 h 6858000"/>
              <a:gd name="connsiteX13" fmla="*/ 0 w 12192000"/>
              <a:gd name="connsiteY13" fmla="*/ 6858000 h 6858000"/>
              <a:gd name="connsiteX14" fmla="*/ 0 w 12192000"/>
              <a:gd name="connsiteY14" fmla="*/ 0 h 6858000"/>
              <a:gd name="connsiteX0" fmla="*/ 361950 w 12192000"/>
              <a:gd name="connsiteY0" fmla="*/ 2751084 h 6858000"/>
              <a:gd name="connsiteX1" fmla="*/ 361950 w 12192000"/>
              <a:gd name="connsiteY1" fmla="*/ 6534807 h 6858000"/>
              <a:gd name="connsiteX2" fmla="*/ 5401950 w 12192000"/>
              <a:gd name="connsiteY2" fmla="*/ 6534807 h 6858000"/>
              <a:gd name="connsiteX3" fmla="*/ 5401950 w 12192000"/>
              <a:gd name="connsiteY3" fmla="*/ 2751084 h 6858000"/>
              <a:gd name="connsiteX4" fmla="*/ 361950 w 12192000"/>
              <a:gd name="connsiteY4" fmla="*/ 2751084 h 6858000"/>
              <a:gd name="connsiteX5" fmla="*/ 10047430 w 12192000"/>
              <a:gd name="connsiteY5" fmla="*/ 197081 h 6858000"/>
              <a:gd name="connsiteX6" fmla="*/ 10143315 w 12192000"/>
              <a:gd name="connsiteY6" fmla="*/ 1031751 h 6858000"/>
              <a:gd name="connsiteX7" fmla="*/ 11902124 w 12192000"/>
              <a:gd name="connsiteY7" fmla="*/ 1031116 h 6858000"/>
              <a:gd name="connsiteX8" fmla="*/ 11904029 w 12192000"/>
              <a:gd name="connsiteY8" fmla="*/ 263756 h 6858000"/>
              <a:gd name="connsiteX9" fmla="*/ 10047430 w 12192000"/>
              <a:gd name="connsiteY9" fmla="*/ 197081 h 6858000"/>
              <a:gd name="connsiteX10" fmla="*/ 0 w 12192000"/>
              <a:gd name="connsiteY10" fmla="*/ 0 h 6858000"/>
              <a:gd name="connsiteX11" fmla="*/ 12192000 w 12192000"/>
              <a:gd name="connsiteY11" fmla="*/ 0 h 6858000"/>
              <a:gd name="connsiteX12" fmla="*/ 12192000 w 12192000"/>
              <a:gd name="connsiteY12" fmla="*/ 6858000 h 6858000"/>
              <a:gd name="connsiteX13" fmla="*/ 0 w 12192000"/>
              <a:gd name="connsiteY13" fmla="*/ 6858000 h 6858000"/>
              <a:gd name="connsiteX14" fmla="*/ 0 w 12192000"/>
              <a:gd name="connsiteY14" fmla="*/ 0 h 6858000"/>
              <a:gd name="connsiteX0" fmla="*/ 361950 w 12192000"/>
              <a:gd name="connsiteY0" fmla="*/ 2751084 h 6858000"/>
              <a:gd name="connsiteX1" fmla="*/ 361950 w 12192000"/>
              <a:gd name="connsiteY1" fmla="*/ 6534807 h 6858000"/>
              <a:gd name="connsiteX2" fmla="*/ 5401950 w 12192000"/>
              <a:gd name="connsiteY2" fmla="*/ 6534807 h 6858000"/>
              <a:gd name="connsiteX3" fmla="*/ 5401950 w 12192000"/>
              <a:gd name="connsiteY3" fmla="*/ 2751084 h 6858000"/>
              <a:gd name="connsiteX4" fmla="*/ 361950 w 12192000"/>
              <a:gd name="connsiteY4" fmla="*/ 2751084 h 6858000"/>
              <a:gd name="connsiteX5" fmla="*/ 10207450 w 12192000"/>
              <a:gd name="connsiteY5" fmla="*/ 338051 h 6858000"/>
              <a:gd name="connsiteX6" fmla="*/ 10143315 w 12192000"/>
              <a:gd name="connsiteY6" fmla="*/ 1031751 h 6858000"/>
              <a:gd name="connsiteX7" fmla="*/ 11902124 w 12192000"/>
              <a:gd name="connsiteY7" fmla="*/ 1031116 h 6858000"/>
              <a:gd name="connsiteX8" fmla="*/ 11904029 w 12192000"/>
              <a:gd name="connsiteY8" fmla="*/ 263756 h 6858000"/>
              <a:gd name="connsiteX9" fmla="*/ 10207450 w 12192000"/>
              <a:gd name="connsiteY9" fmla="*/ 338051 h 6858000"/>
              <a:gd name="connsiteX10" fmla="*/ 0 w 12192000"/>
              <a:gd name="connsiteY10" fmla="*/ 0 h 6858000"/>
              <a:gd name="connsiteX11" fmla="*/ 12192000 w 12192000"/>
              <a:gd name="connsiteY11" fmla="*/ 0 h 6858000"/>
              <a:gd name="connsiteX12" fmla="*/ 12192000 w 12192000"/>
              <a:gd name="connsiteY12" fmla="*/ 6858000 h 6858000"/>
              <a:gd name="connsiteX13" fmla="*/ 0 w 12192000"/>
              <a:gd name="connsiteY13" fmla="*/ 6858000 h 6858000"/>
              <a:gd name="connsiteX14" fmla="*/ 0 w 12192000"/>
              <a:gd name="connsiteY14" fmla="*/ 0 h 6858000"/>
              <a:gd name="connsiteX0" fmla="*/ 361950 w 12192000"/>
              <a:gd name="connsiteY0" fmla="*/ 2751084 h 6858000"/>
              <a:gd name="connsiteX1" fmla="*/ 361950 w 12192000"/>
              <a:gd name="connsiteY1" fmla="*/ 6534807 h 6858000"/>
              <a:gd name="connsiteX2" fmla="*/ 5401950 w 12192000"/>
              <a:gd name="connsiteY2" fmla="*/ 6534807 h 6858000"/>
              <a:gd name="connsiteX3" fmla="*/ 5401950 w 12192000"/>
              <a:gd name="connsiteY3" fmla="*/ 2751084 h 6858000"/>
              <a:gd name="connsiteX4" fmla="*/ 361950 w 12192000"/>
              <a:gd name="connsiteY4" fmla="*/ 2751084 h 6858000"/>
              <a:gd name="connsiteX5" fmla="*/ 10144585 w 12192000"/>
              <a:gd name="connsiteY5" fmla="*/ 263756 h 6858000"/>
              <a:gd name="connsiteX6" fmla="*/ 10143315 w 12192000"/>
              <a:gd name="connsiteY6" fmla="*/ 1031751 h 6858000"/>
              <a:gd name="connsiteX7" fmla="*/ 11902124 w 12192000"/>
              <a:gd name="connsiteY7" fmla="*/ 1031116 h 6858000"/>
              <a:gd name="connsiteX8" fmla="*/ 11904029 w 12192000"/>
              <a:gd name="connsiteY8" fmla="*/ 263756 h 6858000"/>
              <a:gd name="connsiteX9" fmla="*/ 10144585 w 12192000"/>
              <a:gd name="connsiteY9" fmla="*/ 263756 h 6858000"/>
              <a:gd name="connsiteX10" fmla="*/ 0 w 12192000"/>
              <a:gd name="connsiteY10" fmla="*/ 0 h 6858000"/>
              <a:gd name="connsiteX11" fmla="*/ 12192000 w 12192000"/>
              <a:gd name="connsiteY11" fmla="*/ 0 h 6858000"/>
              <a:gd name="connsiteX12" fmla="*/ 12192000 w 12192000"/>
              <a:gd name="connsiteY12" fmla="*/ 6858000 h 6858000"/>
              <a:gd name="connsiteX13" fmla="*/ 0 w 12192000"/>
              <a:gd name="connsiteY13" fmla="*/ 6858000 h 6858000"/>
              <a:gd name="connsiteX14" fmla="*/ 0 w 12192000"/>
              <a:gd name="connsiteY14" fmla="*/ 0 h 6858000"/>
              <a:gd name="connsiteX0" fmla="*/ 361950 w 12192000"/>
              <a:gd name="connsiteY0" fmla="*/ 2751084 h 6858000"/>
              <a:gd name="connsiteX1" fmla="*/ 361950 w 12192000"/>
              <a:gd name="connsiteY1" fmla="*/ 6534807 h 6858000"/>
              <a:gd name="connsiteX2" fmla="*/ 5401950 w 12192000"/>
              <a:gd name="connsiteY2" fmla="*/ 6534807 h 6858000"/>
              <a:gd name="connsiteX3" fmla="*/ 5401950 w 12192000"/>
              <a:gd name="connsiteY3" fmla="*/ 2751084 h 6858000"/>
              <a:gd name="connsiteX4" fmla="*/ 361950 w 12192000"/>
              <a:gd name="connsiteY4" fmla="*/ 2751084 h 6858000"/>
              <a:gd name="connsiteX5" fmla="*/ 10144585 w 12192000"/>
              <a:gd name="connsiteY5" fmla="*/ 263756 h 6858000"/>
              <a:gd name="connsiteX6" fmla="*/ 10143315 w 12192000"/>
              <a:gd name="connsiteY6" fmla="*/ 1031751 h 6858000"/>
              <a:gd name="connsiteX7" fmla="*/ 11902124 w 12192000"/>
              <a:gd name="connsiteY7" fmla="*/ 1031116 h 6858000"/>
              <a:gd name="connsiteX8" fmla="*/ 11900219 w 12192000"/>
              <a:gd name="connsiteY8" fmla="*/ 267566 h 6858000"/>
              <a:gd name="connsiteX9" fmla="*/ 10144585 w 12192000"/>
              <a:gd name="connsiteY9" fmla="*/ 263756 h 6858000"/>
              <a:gd name="connsiteX10" fmla="*/ 0 w 12192000"/>
              <a:gd name="connsiteY10" fmla="*/ 0 h 6858000"/>
              <a:gd name="connsiteX11" fmla="*/ 12192000 w 12192000"/>
              <a:gd name="connsiteY11" fmla="*/ 0 h 6858000"/>
              <a:gd name="connsiteX12" fmla="*/ 12192000 w 12192000"/>
              <a:gd name="connsiteY12" fmla="*/ 6858000 h 6858000"/>
              <a:gd name="connsiteX13" fmla="*/ 0 w 12192000"/>
              <a:gd name="connsiteY13" fmla="*/ 6858000 h 6858000"/>
              <a:gd name="connsiteX14" fmla="*/ 0 w 12192000"/>
              <a:gd name="connsiteY14" fmla="*/ 0 h 6858000"/>
              <a:gd name="connsiteX0" fmla="*/ 361950 w 12192000"/>
              <a:gd name="connsiteY0" fmla="*/ 2751084 h 6858000"/>
              <a:gd name="connsiteX1" fmla="*/ 361950 w 12192000"/>
              <a:gd name="connsiteY1" fmla="*/ 6534807 h 6858000"/>
              <a:gd name="connsiteX2" fmla="*/ 5401950 w 12192000"/>
              <a:gd name="connsiteY2" fmla="*/ 6534807 h 6858000"/>
              <a:gd name="connsiteX3" fmla="*/ 5401950 w 12192000"/>
              <a:gd name="connsiteY3" fmla="*/ 2751084 h 6858000"/>
              <a:gd name="connsiteX4" fmla="*/ 361950 w 12192000"/>
              <a:gd name="connsiteY4" fmla="*/ 2751084 h 6858000"/>
              <a:gd name="connsiteX5" fmla="*/ 10144585 w 12192000"/>
              <a:gd name="connsiteY5" fmla="*/ 263756 h 6858000"/>
              <a:gd name="connsiteX6" fmla="*/ 10143315 w 12192000"/>
              <a:gd name="connsiteY6" fmla="*/ 1031751 h 6858000"/>
              <a:gd name="connsiteX7" fmla="*/ 11858309 w 12192000"/>
              <a:gd name="connsiteY7" fmla="*/ 994921 h 6858000"/>
              <a:gd name="connsiteX8" fmla="*/ 11900219 w 12192000"/>
              <a:gd name="connsiteY8" fmla="*/ 267566 h 6858000"/>
              <a:gd name="connsiteX9" fmla="*/ 10144585 w 12192000"/>
              <a:gd name="connsiteY9" fmla="*/ 263756 h 6858000"/>
              <a:gd name="connsiteX10" fmla="*/ 0 w 12192000"/>
              <a:gd name="connsiteY10" fmla="*/ 0 h 6858000"/>
              <a:gd name="connsiteX11" fmla="*/ 12192000 w 12192000"/>
              <a:gd name="connsiteY11" fmla="*/ 0 h 6858000"/>
              <a:gd name="connsiteX12" fmla="*/ 12192000 w 12192000"/>
              <a:gd name="connsiteY12" fmla="*/ 6858000 h 6858000"/>
              <a:gd name="connsiteX13" fmla="*/ 0 w 12192000"/>
              <a:gd name="connsiteY13" fmla="*/ 6858000 h 6858000"/>
              <a:gd name="connsiteX14" fmla="*/ 0 w 12192000"/>
              <a:gd name="connsiteY14" fmla="*/ 0 h 6858000"/>
              <a:gd name="connsiteX0" fmla="*/ 361950 w 12192000"/>
              <a:gd name="connsiteY0" fmla="*/ 2751084 h 6858000"/>
              <a:gd name="connsiteX1" fmla="*/ 361950 w 12192000"/>
              <a:gd name="connsiteY1" fmla="*/ 6534807 h 6858000"/>
              <a:gd name="connsiteX2" fmla="*/ 5401950 w 12192000"/>
              <a:gd name="connsiteY2" fmla="*/ 6534807 h 6858000"/>
              <a:gd name="connsiteX3" fmla="*/ 5401950 w 12192000"/>
              <a:gd name="connsiteY3" fmla="*/ 2751084 h 6858000"/>
              <a:gd name="connsiteX4" fmla="*/ 361950 w 12192000"/>
              <a:gd name="connsiteY4" fmla="*/ 2751084 h 6858000"/>
              <a:gd name="connsiteX5" fmla="*/ 10146490 w 12192000"/>
              <a:gd name="connsiteY5" fmla="*/ 265661 h 6858000"/>
              <a:gd name="connsiteX6" fmla="*/ 10143315 w 12192000"/>
              <a:gd name="connsiteY6" fmla="*/ 1031751 h 6858000"/>
              <a:gd name="connsiteX7" fmla="*/ 11858309 w 12192000"/>
              <a:gd name="connsiteY7" fmla="*/ 994921 h 6858000"/>
              <a:gd name="connsiteX8" fmla="*/ 11900219 w 12192000"/>
              <a:gd name="connsiteY8" fmla="*/ 267566 h 6858000"/>
              <a:gd name="connsiteX9" fmla="*/ 10146490 w 12192000"/>
              <a:gd name="connsiteY9" fmla="*/ 265661 h 6858000"/>
              <a:gd name="connsiteX10" fmla="*/ 0 w 12192000"/>
              <a:gd name="connsiteY10" fmla="*/ 0 h 6858000"/>
              <a:gd name="connsiteX11" fmla="*/ 12192000 w 12192000"/>
              <a:gd name="connsiteY11" fmla="*/ 0 h 6858000"/>
              <a:gd name="connsiteX12" fmla="*/ 12192000 w 12192000"/>
              <a:gd name="connsiteY12" fmla="*/ 6858000 h 6858000"/>
              <a:gd name="connsiteX13" fmla="*/ 0 w 12192000"/>
              <a:gd name="connsiteY13" fmla="*/ 6858000 h 6858000"/>
              <a:gd name="connsiteX14" fmla="*/ 0 w 12192000"/>
              <a:gd name="connsiteY14" fmla="*/ 0 h 6858000"/>
              <a:gd name="connsiteX0" fmla="*/ 361950 w 12192000"/>
              <a:gd name="connsiteY0" fmla="*/ 2751084 h 6858000"/>
              <a:gd name="connsiteX1" fmla="*/ 361950 w 12192000"/>
              <a:gd name="connsiteY1" fmla="*/ 6534807 h 6858000"/>
              <a:gd name="connsiteX2" fmla="*/ 5401950 w 12192000"/>
              <a:gd name="connsiteY2" fmla="*/ 6534807 h 6858000"/>
              <a:gd name="connsiteX3" fmla="*/ 5401950 w 12192000"/>
              <a:gd name="connsiteY3" fmla="*/ 2751084 h 6858000"/>
              <a:gd name="connsiteX4" fmla="*/ 361950 w 12192000"/>
              <a:gd name="connsiteY4" fmla="*/ 2751084 h 6858000"/>
              <a:gd name="connsiteX5" fmla="*/ 10146490 w 12192000"/>
              <a:gd name="connsiteY5" fmla="*/ 265661 h 6858000"/>
              <a:gd name="connsiteX6" fmla="*/ 10143315 w 12192000"/>
              <a:gd name="connsiteY6" fmla="*/ 1031751 h 6858000"/>
              <a:gd name="connsiteX7" fmla="*/ 11904029 w 12192000"/>
              <a:gd name="connsiteY7" fmla="*/ 1025401 h 6858000"/>
              <a:gd name="connsiteX8" fmla="*/ 11900219 w 12192000"/>
              <a:gd name="connsiteY8" fmla="*/ 267566 h 6858000"/>
              <a:gd name="connsiteX9" fmla="*/ 10146490 w 12192000"/>
              <a:gd name="connsiteY9" fmla="*/ 265661 h 6858000"/>
              <a:gd name="connsiteX10" fmla="*/ 0 w 12192000"/>
              <a:gd name="connsiteY10" fmla="*/ 0 h 6858000"/>
              <a:gd name="connsiteX11" fmla="*/ 12192000 w 12192000"/>
              <a:gd name="connsiteY11" fmla="*/ 0 h 6858000"/>
              <a:gd name="connsiteX12" fmla="*/ 12192000 w 12192000"/>
              <a:gd name="connsiteY12" fmla="*/ 6858000 h 6858000"/>
              <a:gd name="connsiteX13" fmla="*/ 0 w 12192000"/>
              <a:gd name="connsiteY13" fmla="*/ 6858000 h 6858000"/>
              <a:gd name="connsiteX14" fmla="*/ 0 w 12192000"/>
              <a:gd name="connsiteY14" fmla="*/ 0 h 6858000"/>
              <a:gd name="connsiteX0" fmla="*/ 361950 w 12192000"/>
              <a:gd name="connsiteY0" fmla="*/ 2751084 h 6858000"/>
              <a:gd name="connsiteX1" fmla="*/ 361950 w 12192000"/>
              <a:gd name="connsiteY1" fmla="*/ 6534807 h 6858000"/>
              <a:gd name="connsiteX2" fmla="*/ 5401950 w 12192000"/>
              <a:gd name="connsiteY2" fmla="*/ 6534807 h 6858000"/>
              <a:gd name="connsiteX3" fmla="*/ 5401950 w 12192000"/>
              <a:gd name="connsiteY3" fmla="*/ 2751084 h 6858000"/>
              <a:gd name="connsiteX4" fmla="*/ 361950 w 12192000"/>
              <a:gd name="connsiteY4" fmla="*/ 2751084 h 6858000"/>
              <a:gd name="connsiteX5" fmla="*/ 10146490 w 12192000"/>
              <a:gd name="connsiteY5" fmla="*/ 265661 h 6858000"/>
              <a:gd name="connsiteX6" fmla="*/ 10145220 w 12192000"/>
              <a:gd name="connsiteY6" fmla="*/ 1026036 h 6858000"/>
              <a:gd name="connsiteX7" fmla="*/ 11904029 w 12192000"/>
              <a:gd name="connsiteY7" fmla="*/ 1025401 h 6858000"/>
              <a:gd name="connsiteX8" fmla="*/ 11900219 w 12192000"/>
              <a:gd name="connsiteY8" fmla="*/ 267566 h 6858000"/>
              <a:gd name="connsiteX9" fmla="*/ 10146490 w 12192000"/>
              <a:gd name="connsiteY9" fmla="*/ 265661 h 6858000"/>
              <a:gd name="connsiteX10" fmla="*/ 0 w 12192000"/>
              <a:gd name="connsiteY10" fmla="*/ 0 h 6858000"/>
              <a:gd name="connsiteX11" fmla="*/ 12192000 w 12192000"/>
              <a:gd name="connsiteY11" fmla="*/ 0 h 6858000"/>
              <a:gd name="connsiteX12" fmla="*/ 12192000 w 12192000"/>
              <a:gd name="connsiteY12" fmla="*/ 6858000 h 6858000"/>
              <a:gd name="connsiteX13" fmla="*/ 0 w 12192000"/>
              <a:gd name="connsiteY13" fmla="*/ 6858000 h 6858000"/>
              <a:gd name="connsiteX14" fmla="*/ 0 w 12192000"/>
              <a:gd name="connsiteY14" fmla="*/ 0 h 6858000"/>
              <a:gd name="connsiteX0" fmla="*/ 361950 w 12192000"/>
              <a:gd name="connsiteY0" fmla="*/ 2751084 h 6858000"/>
              <a:gd name="connsiteX1" fmla="*/ 361950 w 12192000"/>
              <a:gd name="connsiteY1" fmla="*/ 6534807 h 6858000"/>
              <a:gd name="connsiteX2" fmla="*/ 5401950 w 12192000"/>
              <a:gd name="connsiteY2" fmla="*/ 6534807 h 6858000"/>
              <a:gd name="connsiteX3" fmla="*/ 5401950 w 12192000"/>
              <a:gd name="connsiteY3" fmla="*/ 2751084 h 6858000"/>
              <a:gd name="connsiteX4" fmla="*/ 361950 w 12192000"/>
              <a:gd name="connsiteY4" fmla="*/ 2751084 h 6858000"/>
              <a:gd name="connsiteX5" fmla="*/ 10146490 w 12192000"/>
              <a:gd name="connsiteY5" fmla="*/ 265661 h 6858000"/>
              <a:gd name="connsiteX6" fmla="*/ 10145220 w 12192000"/>
              <a:gd name="connsiteY6" fmla="*/ 1029846 h 6858000"/>
              <a:gd name="connsiteX7" fmla="*/ 11904029 w 12192000"/>
              <a:gd name="connsiteY7" fmla="*/ 1025401 h 6858000"/>
              <a:gd name="connsiteX8" fmla="*/ 11900219 w 12192000"/>
              <a:gd name="connsiteY8" fmla="*/ 267566 h 6858000"/>
              <a:gd name="connsiteX9" fmla="*/ 10146490 w 12192000"/>
              <a:gd name="connsiteY9" fmla="*/ 265661 h 6858000"/>
              <a:gd name="connsiteX10" fmla="*/ 0 w 12192000"/>
              <a:gd name="connsiteY10" fmla="*/ 0 h 6858000"/>
              <a:gd name="connsiteX11" fmla="*/ 12192000 w 12192000"/>
              <a:gd name="connsiteY11" fmla="*/ 0 h 6858000"/>
              <a:gd name="connsiteX12" fmla="*/ 12192000 w 12192000"/>
              <a:gd name="connsiteY12" fmla="*/ 6858000 h 6858000"/>
              <a:gd name="connsiteX13" fmla="*/ 0 w 12192000"/>
              <a:gd name="connsiteY13" fmla="*/ 6858000 h 6858000"/>
              <a:gd name="connsiteX14" fmla="*/ 0 w 12192000"/>
              <a:gd name="connsiteY14" fmla="*/ 0 h 6858000"/>
              <a:gd name="connsiteX0" fmla="*/ 361950 w 12192000"/>
              <a:gd name="connsiteY0" fmla="*/ 2751084 h 6858000"/>
              <a:gd name="connsiteX1" fmla="*/ 361950 w 12192000"/>
              <a:gd name="connsiteY1" fmla="*/ 6534807 h 6858000"/>
              <a:gd name="connsiteX2" fmla="*/ 5401950 w 12192000"/>
              <a:gd name="connsiteY2" fmla="*/ 6534807 h 6858000"/>
              <a:gd name="connsiteX3" fmla="*/ 5401950 w 12192000"/>
              <a:gd name="connsiteY3" fmla="*/ 2751084 h 6858000"/>
              <a:gd name="connsiteX4" fmla="*/ 361950 w 12192000"/>
              <a:gd name="connsiteY4" fmla="*/ 2751084 h 6858000"/>
              <a:gd name="connsiteX5" fmla="*/ 10146490 w 12192000"/>
              <a:gd name="connsiteY5" fmla="*/ 265661 h 6858000"/>
              <a:gd name="connsiteX6" fmla="*/ 10149030 w 12192000"/>
              <a:gd name="connsiteY6" fmla="*/ 1029846 h 6858000"/>
              <a:gd name="connsiteX7" fmla="*/ 11904029 w 12192000"/>
              <a:gd name="connsiteY7" fmla="*/ 1025401 h 6858000"/>
              <a:gd name="connsiteX8" fmla="*/ 11900219 w 12192000"/>
              <a:gd name="connsiteY8" fmla="*/ 267566 h 6858000"/>
              <a:gd name="connsiteX9" fmla="*/ 10146490 w 12192000"/>
              <a:gd name="connsiteY9" fmla="*/ 265661 h 6858000"/>
              <a:gd name="connsiteX10" fmla="*/ 0 w 12192000"/>
              <a:gd name="connsiteY10" fmla="*/ 0 h 6858000"/>
              <a:gd name="connsiteX11" fmla="*/ 12192000 w 12192000"/>
              <a:gd name="connsiteY11" fmla="*/ 0 h 6858000"/>
              <a:gd name="connsiteX12" fmla="*/ 12192000 w 12192000"/>
              <a:gd name="connsiteY12" fmla="*/ 6858000 h 6858000"/>
              <a:gd name="connsiteX13" fmla="*/ 0 w 12192000"/>
              <a:gd name="connsiteY13" fmla="*/ 6858000 h 6858000"/>
              <a:gd name="connsiteX14" fmla="*/ 0 w 12192000"/>
              <a:gd name="connsiteY14" fmla="*/ 0 h 6858000"/>
              <a:gd name="connsiteX0" fmla="*/ 361950 w 12192000"/>
              <a:gd name="connsiteY0" fmla="*/ 2751084 h 6858000"/>
              <a:gd name="connsiteX1" fmla="*/ 361950 w 12192000"/>
              <a:gd name="connsiteY1" fmla="*/ 6534807 h 6858000"/>
              <a:gd name="connsiteX2" fmla="*/ 5401950 w 12192000"/>
              <a:gd name="connsiteY2" fmla="*/ 6534807 h 6858000"/>
              <a:gd name="connsiteX3" fmla="*/ 5401950 w 12192000"/>
              <a:gd name="connsiteY3" fmla="*/ 2751084 h 6858000"/>
              <a:gd name="connsiteX4" fmla="*/ 361950 w 12192000"/>
              <a:gd name="connsiteY4" fmla="*/ 2751084 h 6858000"/>
              <a:gd name="connsiteX5" fmla="*/ 10146490 w 12192000"/>
              <a:gd name="connsiteY5" fmla="*/ 265661 h 6858000"/>
              <a:gd name="connsiteX6" fmla="*/ 10147125 w 12192000"/>
              <a:gd name="connsiteY6" fmla="*/ 1029846 h 6858000"/>
              <a:gd name="connsiteX7" fmla="*/ 11904029 w 12192000"/>
              <a:gd name="connsiteY7" fmla="*/ 1025401 h 6858000"/>
              <a:gd name="connsiteX8" fmla="*/ 11900219 w 12192000"/>
              <a:gd name="connsiteY8" fmla="*/ 267566 h 6858000"/>
              <a:gd name="connsiteX9" fmla="*/ 10146490 w 12192000"/>
              <a:gd name="connsiteY9" fmla="*/ 265661 h 6858000"/>
              <a:gd name="connsiteX10" fmla="*/ 0 w 12192000"/>
              <a:gd name="connsiteY10" fmla="*/ 0 h 6858000"/>
              <a:gd name="connsiteX11" fmla="*/ 12192000 w 12192000"/>
              <a:gd name="connsiteY11" fmla="*/ 0 h 6858000"/>
              <a:gd name="connsiteX12" fmla="*/ 12192000 w 12192000"/>
              <a:gd name="connsiteY12" fmla="*/ 6858000 h 6858000"/>
              <a:gd name="connsiteX13" fmla="*/ 0 w 12192000"/>
              <a:gd name="connsiteY13" fmla="*/ 6858000 h 6858000"/>
              <a:gd name="connsiteX14" fmla="*/ 0 w 12192000"/>
              <a:gd name="connsiteY14" fmla="*/ 0 h 6858000"/>
              <a:gd name="connsiteX0" fmla="*/ 361950 w 12192000"/>
              <a:gd name="connsiteY0" fmla="*/ 2751084 h 6858000"/>
              <a:gd name="connsiteX1" fmla="*/ 361950 w 12192000"/>
              <a:gd name="connsiteY1" fmla="*/ 6534807 h 6858000"/>
              <a:gd name="connsiteX2" fmla="*/ 5401950 w 12192000"/>
              <a:gd name="connsiteY2" fmla="*/ 6534807 h 6858000"/>
              <a:gd name="connsiteX3" fmla="*/ 5401950 w 12192000"/>
              <a:gd name="connsiteY3" fmla="*/ 2751084 h 6858000"/>
              <a:gd name="connsiteX4" fmla="*/ 361950 w 12192000"/>
              <a:gd name="connsiteY4" fmla="*/ 2751084 h 6858000"/>
              <a:gd name="connsiteX5" fmla="*/ 10146490 w 12192000"/>
              <a:gd name="connsiteY5" fmla="*/ 265661 h 6858000"/>
              <a:gd name="connsiteX6" fmla="*/ 10147125 w 12192000"/>
              <a:gd name="connsiteY6" fmla="*/ 1029846 h 6858000"/>
              <a:gd name="connsiteX7" fmla="*/ 11904029 w 12192000"/>
              <a:gd name="connsiteY7" fmla="*/ 1025401 h 6858000"/>
              <a:gd name="connsiteX8" fmla="*/ 11905934 w 12192000"/>
              <a:gd name="connsiteY8" fmla="*/ 267566 h 6858000"/>
              <a:gd name="connsiteX9" fmla="*/ 10146490 w 12192000"/>
              <a:gd name="connsiteY9" fmla="*/ 265661 h 6858000"/>
              <a:gd name="connsiteX10" fmla="*/ 0 w 12192000"/>
              <a:gd name="connsiteY10" fmla="*/ 0 h 6858000"/>
              <a:gd name="connsiteX11" fmla="*/ 12192000 w 12192000"/>
              <a:gd name="connsiteY11" fmla="*/ 0 h 6858000"/>
              <a:gd name="connsiteX12" fmla="*/ 12192000 w 12192000"/>
              <a:gd name="connsiteY12" fmla="*/ 6858000 h 6858000"/>
              <a:gd name="connsiteX13" fmla="*/ 0 w 12192000"/>
              <a:gd name="connsiteY13" fmla="*/ 6858000 h 6858000"/>
              <a:gd name="connsiteX14" fmla="*/ 0 w 12192000"/>
              <a:gd name="connsiteY14" fmla="*/ 0 h 6858000"/>
              <a:gd name="connsiteX0" fmla="*/ 361950 w 12192000"/>
              <a:gd name="connsiteY0" fmla="*/ 2751084 h 6858000"/>
              <a:gd name="connsiteX1" fmla="*/ 361950 w 12192000"/>
              <a:gd name="connsiteY1" fmla="*/ 6534807 h 6858000"/>
              <a:gd name="connsiteX2" fmla="*/ 5401950 w 12192000"/>
              <a:gd name="connsiteY2" fmla="*/ 6534807 h 6858000"/>
              <a:gd name="connsiteX3" fmla="*/ 5401950 w 12192000"/>
              <a:gd name="connsiteY3" fmla="*/ 2751084 h 6858000"/>
              <a:gd name="connsiteX4" fmla="*/ 361950 w 12192000"/>
              <a:gd name="connsiteY4" fmla="*/ 2751084 h 6858000"/>
              <a:gd name="connsiteX5" fmla="*/ 10146490 w 12192000"/>
              <a:gd name="connsiteY5" fmla="*/ 265661 h 6858000"/>
              <a:gd name="connsiteX6" fmla="*/ 10147125 w 12192000"/>
              <a:gd name="connsiteY6" fmla="*/ 1029846 h 6858000"/>
              <a:gd name="connsiteX7" fmla="*/ 11904029 w 12192000"/>
              <a:gd name="connsiteY7" fmla="*/ 1025401 h 6858000"/>
              <a:gd name="connsiteX8" fmla="*/ 11709719 w 12192000"/>
              <a:gd name="connsiteY8" fmla="*/ 452351 h 6858000"/>
              <a:gd name="connsiteX9" fmla="*/ 10146490 w 12192000"/>
              <a:gd name="connsiteY9" fmla="*/ 265661 h 6858000"/>
              <a:gd name="connsiteX10" fmla="*/ 0 w 12192000"/>
              <a:gd name="connsiteY10" fmla="*/ 0 h 6858000"/>
              <a:gd name="connsiteX11" fmla="*/ 12192000 w 12192000"/>
              <a:gd name="connsiteY11" fmla="*/ 0 h 6858000"/>
              <a:gd name="connsiteX12" fmla="*/ 12192000 w 12192000"/>
              <a:gd name="connsiteY12" fmla="*/ 6858000 h 6858000"/>
              <a:gd name="connsiteX13" fmla="*/ 0 w 12192000"/>
              <a:gd name="connsiteY13" fmla="*/ 6858000 h 6858000"/>
              <a:gd name="connsiteX14" fmla="*/ 0 w 12192000"/>
              <a:gd name="connsiteY14" fmla="*/ 0 h 6858000"/>
              <a:gd name="connsiteX0" fmla="*/ 361950 w 12192000"/>
              <a:gd name="connsiteY0" fmla="*/ 2751084 h 6858000"/>
              <a:gd name="connsiteX1" fmla="*/ 361950 w 12192000"/>
              <a:gd name="connsiteY1" fmla="*/ 6534807 h 6858000"/>
              <a:gd name="connsiteX2" fmla="*/ 5401950 w 12192000"/>
              <a:gd name="connsiteY2" fmla="*/ 6534807 h 6858000"/>
              <a:gd name="connsiteX3" fmla="*/ 5401950 w 12192000"/>
              <a:gd name="connsiteY3" fmla="*/ 2751084 h 6858000"/>
              <a:gd name="connsiteX4" fmla="*/ 361950 w 12192000"/>
              <a:gd name="connsiteY4" fmla="*/ 2751084 h 6858000"/>
              <a:gd name="connsiteX5" fmla="*/ 10146490 w 12192000"/>
              <a:gd name="connsiteY5" fmla="*/ 265661 h 6858000"/>
              <a:gd name="connsiteX6" fmla="*/ 10147125 w 12192000"/>
              <a:gd name="connsiteY6" fmla="*/ 1029846 h 6858000"/>
              <a:gd name="connsiteX7" fmla="*/ 11904029 w 12192000"/>
              <a:gd name="connsiteY7" fmla="*/ 1025401 h 6858000"/>
              <a:gd name="connsiteX8" fmla="*/ 11902124 w 12192000"/>
              <a:gd name="connsiteY8" fmla="*/ 267566 h 6858000"/>
              <a:gd name="connsiteX9" fmla="*/ 10146490 w 12192000"/>
              <a:gd name="connsiteY9" fmla="*/ 265661 h 6858000"/>
              <a:gd name="connsiteX10" fmla="*/ 0 w 12192000"/>
              <a:gd name="connsiteY10" fmla="*/ 0 h 6858000"/>
              <a:gd name="connsiteX11" fmla="*/ 12192000 w 12192000"/>
              <a:gd name="connsiteY11" fmla="*/ 0 h 6858000"/>
              <a:gd name="connsiteX12" fmla="*/ 12192000 w 12192000"/>
              <a:gd name="connsiteY12" fmla="*/ 6858000 h 6858000"/>
              <a:gd name="connsiteX13" fmla="*/ 0 w 12192000"/>
              <a:gd name="connsiteY13" fmla="*/ 6858000 h 6858000"/>
              <a:gd name="connsiteX14" fmla="*/ 0 w 12192000"/>
              <a:gd name="connsiteY14" fmla="*/ 0 h 6858000"/>
              <a:gd name="connsiteX0" fmla="*/ 361950 w 12192000"/>
              <a:gd name="connsiteY0" fmla="*/ 2751084 h 6858000"/>
              <a:gd name="connsiteX1" fmla="*/ 361950 w 12192000"/>
              <a:gd name="connsiteY1" fmla="*/ 6534807 h 6858000"/>
              <a:gd name="connsiteX2" fmla="*/ 5401950 w 12192000"/>
              <a:gd name="connsiteY2" fmla="*/ 6534807 h 6858000"/>
              <a:gd name="connsiteX3" fmla="*/ 5401950 w 12192000"/>
              <a:gd name="connsiteY3" fmla="*/ 2751084 h 6858000"/>
              <a:gd name="connsiteX4" fmla="*/ 361950 w 12192000"/>
              <a:gd name="connsiteY4" fmla="*/ 2751084 h 6858000"/>
              <a:gd name="connsiteX5" fmla="*/ 10146490 w 12192000"/>
              <a:gd name="connsiteY5" fmla="*/ 265661 h 6858000"/>
              <a:gd name="connsiteX6" fmla="*/ 10398585 w 12192000"/>
              <a:gd name="connsiteY6" fmla="*/ 778386 h 6858000"/>
              <a:gd name="connsiteX7" fmla="*/ 11904029 w 12192000"/>
              <a:gd name="connsiteY7" fmla="*/ 1025401 h 6858000"/>
              <a:gd name="connsiteX8" fmla="*/ 11902124 w 12192000"/>
              <a:gd name="connsiteY8" fmla="*/ 267566 h 6858000"/>
              <a:gd name="connsiteX9" fmla="*/ 10146490 w 12192000"/>
              <a:gd name="connsiteY9" fmla="*/ 265661 h 6858000"/>
              <a:gd name="connsiteX10" fmla="*/ 0 w 12192000"/>
              <a:gd name="connsiteY10" fmla="*/ 0 h 6858000"/>
              <a:gd name="connsiteX11" fmla="*/ 12192000 w 12192000"/>
              <a:gd name="connsiteY11" fmla="*/ 0 h 6858000"/>
              <a:gd name="connsiteX12" fmla="*/ 12192000 w 12192000"/>
              <a:gd name="connsiteY12" fmla="*/ 6858000 h 6858000"/>
              <a:gd name="connsiteX13" fmla="*/ 0 w 12192000"/>
              <a:gd name="connsiteY13" fmla="*/ 6858000 h 6858000"/>
              <a:gd name="connsiteX14" fmla="*/ 0 w 12192000"/>
              <a:gd name="connsiteY14" fmla="*/ 0 h 6858000"/>
              <a:gd name="connsiteX0" fmla="*/ 361950 w 12192000"/>
              <a:gd name="connsiteY0" fmla="*/ 2751084 h 6858000"/>
              <a:gd name="connsiteX1" fmla="*/ 361950 w 12192000"/>
              <a:gd name="connsiteY1" fmla="*/ 6534807 h 6858000"/>
              <a:gd name="connsiteX2" fmla="*/ 5401950 w 12192000"/>
              <a:gd name="connsiteY2" fmla="*/ 6534807 h 6858000"/>
              <a:gd name="connsiteX3" fmla="*/ 5401950 w 12192000"/>
              <a:gd name="connsiteY3" fmla="*/ 2751084 h 6858000"/>
              <a:gd name="connsiteX4" fmla="*/ 361950 w 12192000"/>
              <a:gd name="connsiteY4" fmla="*/ 2751084 h 6858000"/>
              <a:gd name="connsiteX5" fmla="*/ 10146490 w 12192000"/>
              <a:gd name="connsiteY5" fmla="*/ 265661 h 6858000"/>
              <a:gd name="connsiteX6" fmla="*/ 10145220 w 12192000"/>
              <a:gd name="connsiteY6" fmla="*/ 1027941 h 6858000"/>
              <a:gd name="connsiteX7" fmla="*/ 11904029 w 12192000"/>
              <a:gd name="connsiteY7" fmla="*/ 1025401 h 6858000"/>
              <a:gd name="connsiteX8" fmla="*/ 11902124 w 12192000"/>
              <a:gd name="connsiteY8" fmla="*/ 267566 h 6858000"/>
              <a:gd name="connsiteX9" fmla="*/ 10146490 w 12192000"/>
              <a:gd name="connsiteY9" fmla="*/ 265661 h 6858000"/>
              <a:gd name="connsiteX10" fmla="*/ 0 w 12192000"/>
              <a:gd name="connsiteY10" fmla="*/ 0 h 6858000"/>
              <a:gd name="connsiteX11" fmla="*/ 12192000 w 12192000"/>
              <a:gd name="connsiteY11" fmla="*/ 0 h 6858000"/>
              <a:gd name="connsiteX12" fmla="*/ 12192000 w 12192000"/>
              <a:gd name="connsiteY12" fmla="*/ 6858000 h 6858000"/>
              <a:gd name="connsiteX13" fmla="*/ 0 w 12192000"/>
              <a:gd name="connsiteY13" fmla="*/ 6858000 h 6858000"/>
              <a:gd name="connsiteX14" fmla="*/ 0 w 12192000"/>
              <a:gd name="connsiteY14" fmla="*/ 0 h 6858000"/>
              <a:gd name="connsiteX0" fmla="*/ 361950 w 12192000"/>
              <a:gd name="connsiteY0" fmla="*/ 2751084 h 6858000"/>
              <a:gd name="connsiteX1" fmla="*/ 285750 w 12192000"/>
              <a:gd name="connsiteY1" fmla="*/ 6595767 h 6858000"/>
              <a:gd name="connsiteX2" fmla="*/ 5401950 w 12192000"/>
              <a:gd name="connsiteY2" fmla="*/ 6534807 h 6858000"/>
              <a:gd name="connsiteX3" fmla="*/ 5401950 w 12192000"/>
              <a:gd name="connsiteY3" fmla="*/ 2751084 h 6858000"/>
              <a:gd name="connsiteX4" fmla="*/ 361950 w 12192000"/>
              <a:gd name="connsiteY4" fmla="*/ 2751084 h 6858000"/>
              <a:gd name="connsiteX5" fmla="*/ 10146490 w 12192000"/>
              <a:gd name="connsiteY5" fmla="*/ 265661 h 6858000"/>
              <a:gd name="connsiteX6" fmla="*/ 10145220 w 12192000"/>
              <a:gd name="connsiteY6" fmla="*/ 1027941 h 6858000"/>
              <a:gd name="connsiteX7" fmla="*/ 11904029 w 12192000"/>
              <a:gd name="connsiteY7" fmla="*/ 1025401 h 6858000"/>
              <a:gd name="connsiteX8" fmla="*/ 11902124 w 12192000"/>
              <a:gd name="connsiteY8" fmla="*/ 267566 h 6858000"/>
              <a:gd name="connsiteX9" fmla="*/ 10146490 w 12192000"/>
              <a:gd name="connsiteY9" fmla="*/ 265661 h 6858000"/>
              <a:gd name="connsiteX10" fmla="*/ 0 w 12192000"/>
              <a:gd name="connsiteY10" fmla="*/ 0 h 6858000"/>
              <a:gd name="connsiteX11" fmla="*/ 12192000 w 12192000"/>
              <a:gd name="connsiteY11" fmla="*/ 0 h 6858000"/>
              <a:gd name="connsiteX12" fmla="*/ 12192000 w 12192000"/>
              <a:gd name="connsiteY12" fmla="*/ 6858000 h 6858000"/>
              <a:gd name="connsiteX13" fmla="*/ 0 w 12192000"/>
              <a:gd name="connsiteY13" fmla="*/ 6858000 h 6858000"/>
              <a:gd name="connsiteX14" fmla="*/ 0 w 12192000"/>
              <a:gd name="connsiteY14" fmla="*/ 0 h 6858000"/>
              <a:gd name="connsiteX0" fmla="*/ 285750 w 12192000"/>
              <a:gd name="connsiteY0" fmla="*/ 2822204 h 6858000"/>
              <a:gd name="connsiteX1" fmla="*/ 285750 w 12192000"/>
              <a:gd name="connsiteY1" fmla="*/ 6595767 h 6858000"/>
              <a:gd name="connsiteX2" fmla="*/ 5401950 w 12192000"/>
              <a:gd name="connsiteY2" fmla="*/ 6534807 h 6858000"/>
              <a:gd name="connsiteX3" fmla="*/ 5401950 w 12192000"/>
              <a:gd name="connsiteY3" fmla="*/ 2751084 h 6858000"/>
              <a:gd name="connsiteX4" fmla="*/ 285750 w 12192000"/>
              <a:gd name="connsiteY4" fmla="*/ 2822204 h 6858000"/>
              <a:gd name="connsiteX5" fmla="*/ 10146490 w 12192000"/>
              <a:gd name="connsiteY5" fmla="*/ 265661 h 6858000"/>
              <a:gd name="connsiteX6" fmla="*/ 10145220 w 12192000"/>
              <a:gd name="connsiteY6" fmla="*/ 1027941 h 6858000"/>
              <a:gd name="connsiteX7" fmla="*/ 11904029 w 12192000"/>
              <a:gd name="connsiteY7" fmla="*/ 1025401 h 6858000"/>
              <a:gd name="connsiteX8" fmla="*/ 11902124 w 12192000"/>
              <a:gd name="connsiteY8" fmla="*/ 267566 h 6858000"/>
              <a:gd name="connsiteX9" fmla="*/ 10146490 w 12192000"/>
              <a:gd name="connsiteY9" fmla="*/ 265661 h 6858000"/>
              <a:gd name="connsiteX10" fmla="*/ 0 w 12192000"/>
              <a:gd name="connsiteY10" fmla="*/ 0 h 6858000"/>
              <a:gd name="connsiteX11" fmla="*/ 12192000 w 12192000"/>
              <a:gd name="connsiteY11" fmla="*/ 0 h 6858000"/>
              <a:gd name="connsiteX12" fmla="*/ 12192000 w 12192000"/>
              <a:gd name="connsiteY12" fmla="*/ 6858000 h 6858000"/>
              <a:gd name="connsiteX13" fmla="*/ 0 w 12192000"/>
              <a:gd name="connsiteY13" fmla="*/ 6858000 h 6858000"/>
              <a:gd name="connsiteX14" fmla="*/ 0 w 12192000"/>
              <a:gd name="connsiteY14" fmla="*/ 0 h 6858000"/>
              <a:gd name="connsiteX0" fmla="*/ 285750 w 12192000"/>
              <a:gd name="connsiteY0" fmla="*/ 2822204 h 6858000"/>
              <a:gd name="connsiteX1" fmla="*/ 285750 w 12192000"/>
              <a:gd name="connsiteY1" fmla="*/ 6595767 h 6858000"/>
              <a:gd name="connsiteX2" fmla="*/ 5401950 w 12192000"/>
              <a:gd name="connsiteY2" fmla="*/ 6534807 h 6858000"/>
              <a:gd name="connsiteX3" fmla="*/ 5330830 w 12192000"/>
              <a:gd name="connsiteY3" fmla="*/ 2822204 h 6858000"/>
              <a:gd name="connsiteX4" fmla="*/ 285750 w 12192000"/>
              <a:gd name="connsiteY4" fmla="*/ 2822204 h 6858000"/>
              <a:gd name="connsiteX5" fmla="*/ 10146490 w 12192000"/>
              <a:gd name="connsiteY5" fmla="*/ 265661 h 6858000"/>
              <a:gd name="connsiteX6" fmla="*/ 10145220 w 12192000"/>
              <a:gd name="connsiteY6" fmla="*/ 1027941 h 6858000"/>
              <a:gd name="connsiteX7" fmla="*/ 11904029 w 12192000"/>
              <a:gd name="connsiteY7" fmla="*/ 1025401 h 6858000"/>
              <a:gd name="connsiteX8" fmla="*/ 11902124 w 12192000"/>
              <a:gd name="connsiteY8" fmla="*/ 267566 h 6858000"/>
              <a:gd name="connsiteX9" fmla="*/ 10146490 w 12192000"/>
              <a:gd name="connsiteY9" fmla="*/ 265661 h 6858000"/>
              <a:gd name="connsiteX10" fmla="*/ 0 w 12192000"/>
              <a:gd name="connsiteY10" fmla="*/ 0 h 6858000"/>
              <a:gd name="connsiteX11" fmla="*/ 12192000 w 12192000"/>
              <a:gd name="connsiteY11" fmla="*/ 0 h 6858000"/>
              <a:gd name="connsiteX12" fmla="*/ 12192000 w 12192000"/>
              <a:gd name="connsiteY12" fmla="*/ 6858000 h 6858000"/>
              <a:gd name="connsiteX13" fmla="*/ 0 w 12192000"/>
              <a:gd name="connsiteY13" fmla="*/ 6858000 h 6858000"/>
              <a:gd name="connsiteX14" fmla="*/ 0 w 12192000"/>
              <a:gd name="connsiteY14" fmla="*/ 0 h 6858000"/>
              <a:gd name="connsiteX0" fmla="*/ 285750 w 12192000"/>
              <a:gd name="connsiteY0" fmla="*/ 2822204 h 6858000"/>
              <a:gd name="connsiteX1" fmla="*/ 285750 w 12192000"/>
              <a:gd name="connsiteY1" fmla="*/ 6595767 h 6858000"/>
              <a:gd name="connsiteX2" fmla="*/ 5325750 w 12192000"/>
              <a:gd name="connsiteY2" fmla="*/ 6595767 h 6858000"/>
              <a:gd name="connsiteX3" fmla="*/ 5330830 w 12192000"/>
              <a:gd name="connsiteY3" fmla="*/ 2822204 h 6858000"/>
              <a:gd name="connsiteX4" fmla="*/ 285750 w 12192000"/>
              <a:gd name="connsiteY4" fmla="*/ 2822204 h 6858000"/>
              <a:gd name="connsiteX5" fmla="*/ 10146490 w 12192000"/>
              <a:gd name="connsiteY5" fmla="*/ 265661 h 6858000"/>
              <a:gd name="connsiteX6" fmla="*/ 10145220 w 12192000"/>
              <a:gd name="connsiteY6" fmla="*/ 1027941 h 6858000"/>
              <a:gd name="connsiteX7" fmla="*/ 11904029 w 12192000"/>
              <a:gd name="connsiteY7" fmla="*/ 1025401 h 6858000"/>
              <a:gd name="connsiteX8" fmla="*/ 11902124 w 12192000"/>
              <a:gd name="connsiteY8" fmla="*/ 267566 h 6858000"/>
              <a:gd name="connsiteX9" fmla="*/ 10146490 w 12192000"/>
              <a:gd name="connsiteY9" fmla="*/ 265661 h 6858000"/>
              <a:gd name="connsiteX10" fmla="*/ 0 w 12192000"/>
              <a:gd name="connsiteY10" fmla="*/ 0 h 6858000"/>
              <a:gd name="connsiteX11" fmla="*/ 12192000 w 12192000"/>
              <a:gd name="connsiteY11" fmla="*/ 0 h 6858000"/>
              <a:gd name="connsiteX12" fmla="*/ 12192000 w 12192000"/>
              <a:gd name="connsiteY12" fmla="*/ 6858000 h 6858000"/>
              <a:gd name="connsiteX13" fmla="*/ 0 w 12192000"/>
              <a:gd name="connsiteY13" fmla="*/ 6858000 h 6858000"/>
              <a:gd name="connsiteX14" fmla="*/ 0 w 12192000"/>
              <a:gd name="connsiteY14" fmla="*/ 0 h 6858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</a:cxnLst>
            <a:rect l="l" t="t" r="r" b="b"/>
            <a:pathLst>
              <a:path w="12192000" h="6858000">
                <a:moveTo>
                  <a:pt x="285750" y="2822204"/>
                </a:moveTo>
                <a:lnTo>
                  <a:pt x="285750" y="6595767"/>
                </a:lnTo>
                <a:lnTo>
                  <a:pt x="5325750" y="6595767"/>
                </a:lnTo>
                <a:cubicBezTo>
                  <a:pt x="5327443" y="5337913"/>
                  <a:pt x="5329137" y="4080058"/>
                  <a:pt x="5330830" y="2822204"/>
                </a:cubicBezTo>
                <a:lnTo>
                  <a:pt x="285750" y="2822204"/>
                </a:lnTo>
                <a:close/>
                <a:moveTo>
                  <a:pt x="10146490" y="265661"/>
                </a:moveTo>
                <a:cubicBezTo>
                  <a:pt x="10144797" y="524199"/>
                  <a:pt x="10146913" y="769403"/>
                  <a:pt x="10145220" y="1027941"/>
                </a:cubicBezTo>
                <a:lnTo>
                  <a:pt x="11904029" y="1025401"/>
                </a:lnTo>
                <a:lnTo>
                  <a:pt x="11902124" y="267566"/>
                </a:lnTo>
                <a:lnTo>
                  <a:pt x="10146490" y="265661"/>
                </a:lnTo>
                <a:close/>
                <a:moveTo>
                  <a:pt x="0" y="0"/>
                </a:moveTo>
                <a:lnTo>
                  <a:pt x="12192000" y="0"/>
                </a:lnTo>
                <a:lnTo>
                  <a:pt x="12192000" y="6858000"/>
                </a:lnTo>
                <a:lnTo>
                  <a:pt x="0" y="6858000"/>
                </a:lnTo>
                <a:lnTo>
                  <a:pt x="0" y="0"/>
                </a:lnTo>
                <a:close/>
              </a:path>
            </a:pathLst>
          </a:custGeom>
        </p:spPr>
        <p:txBody>
          <a:bodyPr wrap="square">
            <a:noAutofit/>
          </a:bodyPr>
          <a:lstStyle>
            <a:lvl1pPr marL="0" indent="0">
              <a:buNone/>
              <a:defRPr/>
            </a:lvl1pPr>
          </a:lstStyle>
          <a:p>
            <a:r>
              <a:rPr lang="de-DE"/>
              <a:t>Bild durch Klicken auf Symbol hinzufügen</a:t>
            </a:r>
          </a:p>
        </p:txBody>
      </p:sp>
      <p:sp>
        <p:nvSpPr>
          <p:cNvPr id="8" name="Subline">
            <a:extLst>
              <a:ext uri="{FF2B5EF4-FFF2-40B4-BE49-F238E27FC236}">
                <a16:creationId xmlns:a16="http://schemas.microsoft.com/office/drawing/2014/main" id="{F64F20BE-9490-4534-8D22-D527DF582B17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284904" y="5510860"/>
            <a:ext cx="5040313" cy="360000"/>
          </a:xfrm>
          <a:prstGeom prst="rect">
            <a:avLst/>
          </a:prstGeom>
        </p:spPr>
        <p:txBody>
          <a:bodyPr lIns="288000" rIns="288000" anchor="b" anchorCtr="0">
            <a:noAutofit/>
          </a:bodyPr>
          <a:lstStyle>
            <a:lvl1pPr marL="0" indent="0">
              <a:buNone/>
              <a:defRPr sz="1600" b="1" cap="none" baseline="0">
                <a:latin typeface="+mj-lt"/>
              </a:defRPr>
            </a:lvl1pPr>
          </a:lstStyle>
          <a:p>
            <a:pPr lvl="0"/>
            <a:r>
              <a:rPr lang="de-DE" err="1"/>
              <a:t>Subline</a:t>
            </a:r>
            <a:endParaRPr lang="de-DE"/>
          </a:p>
        </p:txBody>
      </p:sp>
      <p:sp>
        <p:nvSpPr>
          <p:cNvPr id="9" name="Textplatzhalter 4">
            <a:extLst>
              <a:ext uri="{FF2B5EF4-FFF2-40B4-BE49-F238E27FC236}">
                <a16:creationId xmlns:a16="http://schemas.microsoft.com/office/drawing/2014/main" id="{DCF84473-59A5-4A28-B312-2557D7CFAFBE}"/>
              </a:ext>
            </a:extLst>
          </p:cNvPr>
          <p:cNvSpPr>
            <a:spLocks noGrp="1"/>
          </p:cNvSpPr>
          <p:nvPr>
            <p:ph type="body" sz="quarter" idx="16" hasCustomPrompt="1"/>
          </p:nvPr>
        </p:nvSpPr>
        <p:spPr>
          <a:xfrm>
            <a:off x="284904" y="5886100"/>
            <a:ext cx="5040313" cy="189474"/>
          </a:xfrm>
          <a:prstGeom prst="rect">
            <a:avLst/>
          </a:prstGeom>
        </p:spPr>
        <p:txBody>
          <a:bodyPr lIns="288000" tIns="36000">
            <a:noAutofit/>
          </a:bodyPr>
          <a:lstStyle>
            <a:lvl1pPr marL="0" indent="0">
              <a:buNone/>
              <a:defRPr sz="1600" cap="none" baseline="0"/>
            </a:lvl1pPr>
          </a:lstStyle>
          <a:p>
            <a:pPr lvl="0"/>
            <a:r>
              <a:rPr lang="de-DE"/>
              <a:t>Vorname Nachname</a:t>
            </a:r>
          </a:p>
        </p:txBody>
      </p:sp>
      <p:sp>
        <p:nvSpPr>
          <p:cNvPr id="10" name="Textplatzhalter 4">
            <a:extLst>
              <a:ext uri="{FF2B5EF4-FFF2-40B4-BE49-F238E27FC236}">
                <a16:creationId xmlns:a16="http://schemas.microsoft.com/office/drawing/2014/main" id="{57D522EB-93F7-49B3-9164-076263457E70}"/>
              </a:ext>
            </a:extLst>
          </p:cNvPr>
          <p:cNvSpPr>
            <a:spLocks noGrp="1"/>
          </p:cNvSpPr>
          <p:nvPr>
            <p:ph type="body" sz="quarter" idx="17" hasCustomPrompt="1"/>
          </p:nvPr>
        </p:nvSpPr>
        <p:spPr>
          <a:xfrm>
            <a:off x="284904" y="6091840"/>
            <a:ext cx="5040313" cy="189474"/>
          </a:xfrm>
          <a:prstGeom prst="rect">
            <a:avLst/>
          </a:prstGeom>
        </p:spPr>
        <p:txBody>
          <a:bodyPr lIns="288000" tIns="36000">
            <a:noAutofit/>
          </a:bodyPr>
          <a:lstStyle>
            <a:lvl1pPr marL="0" indent="0">
              <a:buNone/>
              <a:defRPr sz="1600" cap="none" baseline="0"/>
            </a:lvl1pPr>
          </a:lstStyle>
          <a:p>
            <a:pPr lvl="0"/>
            <a:r>
              <a:rPr lang="de-DE"/>
              <a:t>Datum</a:t>
            </a:r>
          </a:p>
        </p:txBody>
      </p:sp>
      <p:sp>
        <p:nvSpPr>
          <p:cNvPr id="2" name="Titel 1"/>
          <p:cNvSpPr>
            <a:spLocks noGrp="1"/>
          </p:cNvSpPr>
          <p:nvPr>
            <p:ph type="title" hasCustomPrompt="1"/>
          </p:nvPr>
        </p:nvSpPr>
        <p:spPr>
          <a:xfrm>
            <a:off x="284400" y="2822400"/>
            <a:ext cx="5040000" cy="2664000"/>
          </a:xfrm>
        </p:spPr>
        <p:txBody>
          <a:bodyPr vert="horz" lIns="288000" tIns="288000" rIns="288000" bIns="288000" rtlCol="0">
            <a:noAutofit/>
          </a:bodyPr>
          <a:lstStyle>
            <a:lvl1pPr>
              <a:defRPr lang="de-DE" sz="3200" dirty="0">
                <a:latin typeface="STIHL Contraface Display Title" pitchFamily="50" charset="0"/>
                <a:ea typeface="+mn-ea"/>
                <a:cs typeface="+mn-cs"/>
              </a:defRPr>
            </a:lvl1pPr>
          </a:lstStyle>
          <a:p>
            <a:pPr lvl="0"/>
            <a:r>
              <a:rPr lang="de-DE"/>
              <a:t>Mastertitel-format bearbeiten</a:t>
            </a:r>
            <a:br>
              <a:rPr lang="de-DE"/>
            </a:br>
            <a:r>
              <a:rPr lang="de-DE"/>
              <a:t>ƒ</a:t>
            </a:r>
          </a:p>
        </p:txBody>
      </p:sp>
      <p:sp>
        <p:nvSpPr>
          <p:cNvPr id="7" name="Rechteck 6">
            <a:extLst>
              <a:ext uri="{FF2B5EF4-FFF2-40B4-BE49-F238E27FC236}">
                <a16:creationId xmlns:a16="http://schemas.microsoft.com/office/drawing/2014/main" id="{5D0F5813-BF0E-7EA3-7885-1C045487E8CF}"/>
              </a:ext>
            </a:extLst>
          </p:cNvPr>
          <p:cNvSpPr>
            <a:spLocks/>
          </p:cNvSpPr>
          <p:nvPr userDrawn="1"/>
        </p:nvSpPr>
        <p:spPr>
          <a:xfrm>
            <a:off x="-3139178" y="1034423"/>
            <a:ext cx="2845436" cy="4577389"/>
          </a:xfrm>
          <a:prstGeom prst="rect">
            <a:avLst/>
          </a:prstGeom>
          <a:solidFill>
            <a:schemeClr val="bg1"/>
          </a:solidFill>
          <a:ln w="635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lIns="72000" tIns="72000" rIns="72000" bIns="72000" rtlCol="0" anchor="b" anchorCtr="0">
            <a:spAutoFit/>
          </a:bodyPr>
          <a:lstStyle>
            <a:defPPr>
              <a:defRPr lang="de-DE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285750" marR="0" lvl="0" indent="-285750" algn="l" defTabSz="914400" rtl="0" eaLnBrk="1" fontAlgn="auto" latinLnBrk="0" hangingPunct="1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r>
              <a:rPr lang="de-DE" sz="1600">
                <a:solidFill>
                  <a:schemeClr val="tx1"/>
                </a:solidFill>
              </a:rPr>
              <a:t>Weitere Vorlagen finden Sie in der Template Library. Diese ist in den Template Ordnern gespeichert</a:t>
            </a:r>
            <a:br>
              <a:rPr lang="de-DE" sz="1600">
                <a:solidFill>
                  <a:schemeClr val="tx1"/>
                </a:solidFill>
              </a:rPr>
            </a:br>
            <a:endParaRPr lang="de-DE" sz="1600">
              <a:solidFill>
                <a:schemeClr val="tx1"/>
              </a:solidFill>
            </a:endParaRPr>
          </a:p>
          <a:p>
            <a:pPr marL="285750" marR="0" lvl="0" indent="-285750" algn="l" defTabSz="914400" rtl="0" eaLnBrk="1" fontAlgn="auto" latinLnBrk="0" hangingPunct="1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r>
              <a:rPr lang="de-DE" sz="1600">
                <a:solidFill>
                  <a:schemeClr val="tx1"/>
                </a:solidFill>
              </a:rPr>
              <a:t>Bildmaterial finden Sie auf Ihrem lokalen Laufwerk unter </a:t>
            </a:r>
            <a:r>
              <a:rPr lang="de-DE" sz="1600" b="1">
                <a:solidFill>
                  <a:schemeClr val="tx1"/>
                </a:solidFill>
              </a:rPr>
              <a:t>C:\Program Files (x86)\STIHL\PPT Images </a:t>
            </a:r>
            <a:br>
              <a:rPr lang="de-DE" sz="1600">
                <a:solidFill>
                  <a:schemeClr val="tx1"/>
                </a:solidFill>
              </a:rPr>
            </a:br>
            <a:r>
              <a:rPr lang="de-DE" sz="1600">
                <a:solidFill>
                  <a:schemeClr val="tx1"/>
                </a:solidFill>
              </a:rPr>
              <a:t>oder im STIHL DAM </a:t>
            </a:r>
            <a:r>
              <a:rPr lang="de-DE" sz="1600">
                <a:hlinkClick r:id="rId7"/>
              </a:rPr>
              <a:t>https://dam.stihl.com/</a:t>
            </a:r>
            <a:endParaRPr lang="de-DE" sz="1600"/>
          </a:p>
          <a:p>
            <a:pPr marL="285750" marR="0" lvl="0" indent="-285750" algn="l" defTabSz="914400" rtl="0" eaLnBrk="1" fontAlgn="auto" latinLnBrk="0" hangingPunct="1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endParaRPr lang="de-DE" sz="1600"/>
          </a:p>
          <a:p>
            <a:pPr marL="285750" marR="0" lvl="0" indent="-285750" algn="l" defTabSz="914400" rtl="0" eaLnBrk="1" fontAlgn="auto" latinLnBrk="0" hangingPunct="1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r>
              <a:rPr lang="de-DE" sz="1600" b="0">
                <a:solidFill>
                  <a:schemeClr val="tx1"/>
                </a:solidFill>
              </a:rPr>
              <a:t>Bitte keine Folien mit vollflächigen Farben oder Motiven drucken </a:t>
            </a:r>
          </a:p>
          <a:p>
            <a:pPr marL="285750" marR="0" lvl="0" indent="-285750" algn="l" defTabSz="914400" rtl="0" eaLnBrk="1" fontAlgn="auto" latinLnBrk="0" hangingPunct="1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endParaRPr lang="de-DE" sz="1600" b="0">
              <a:solidFill>
                <a:schemeClr val="tx1"/>
              </a:solidFill>
            </a:endParaRPr>
          </a:p>
          <a:p>
            <a:pPr marL="285750" marR="0" lvl="0" indent="-285750" algn="l" defTabSz="914400" rtl="0" eaLnBrk="1" fontAlgn="auto" latinLnBrk="0" hangingPunct="1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r>
              <a:rPr lang="de-DE" sz="1600" b="0">
                <a:solidFill>
                  <a:schemeClr val="tx1"/>
                </a:solidFill>
              </a:rPr>
              <a:t>Die Standlinie kann über den Reiter "Einfügen" durch das Feld "Symbol" eingefügt werden</a:t>
            </a:r>
          </a:p>
        </p:txBody>
      </p:sp>
      <p:pic>
        <p:nvPicPr>
          <p:cNvPr id="17" name="Grafik 16" descr="Ein Bild, das Entwurf, Kreis, Schwarzweiß, Grafiken enthält.&#10;&#10;Automatisch generierte Beschreibung">
            <a:extLst>
              <a:ext uri="{FF2B5EF4-FFF2-40B4-BE49-F238E27FC236}">
                <a16:creationId xmlns:a16="http://schemas.microsoft.com/office/drawing/2014/main" id="{8D249AA5-8627-DE9F-73EE-593603AC0787}"/>
              </a:ext>
            </a:extLst>
          </p:cNvPr>
          <p:cNvPicPr>
            <a:picLocks noChangeAspect="1"/>
          </p:cNvPicPr>
          <p:nvPr userDrawn="1"/>
        </p:nvPicPr>
        <p:blipFill>
          <a:blip r:embed="rId8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558680" y="378086"/>
            <a:ext cx="1303300" cy="53696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437506439"/>
      </p:ext>
    </p:extLst>
  </p:cSld>
  <p:clrMapOvr>
    <a:masterClrMapping/>
  </p:clrMapOvr>
</p:sldLayout>
</file>

<file path=ppt/slideLayouts/slideLayout25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userDrawn="1">
  <p:cSld name="Titelfolie le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4" name="Objekt 3" hidden="1"/>
          <p:cNvGraphicFramePr>
            <a:graphicFrameLocks noChangeAspect="1"/>
          </p:cNvGraphicFramePr>
          <p:nvPr>
            <p:custDataLst>
              <p:tags r:id="rId1"/>
            </p:custDataLst>
            <p:extLst>
              <p:ext uri="{D42A27DB-BD31-4B8C-83A1-F6EECF244321}">
                <p14:modId xmlns:p14="http://schemas.microsoft.com/office/powerpoint/2010/main" val="1063291913"/>
              </p:ext>
            </p:extLst>
          </p:nvPr>
        </p:nvGraphicFramePr>
        <p:xfrm>
          <a:off x="1588" y="1588"/>
          <a:ext cx="1588" cy="15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think-cell Slide" r:id="rId4" imgW="370" imgH="371" progId="TCLayout.ActiveDocument.1">
                  <p:embed/>
                </p:oleObj>
              </mc:Choice>
              <mc:Fallback>
                <p:oleObj name="think-cell Slide" r:id="rId4" imgW="370" imgH="371" progId="TCLayout.ActiveDocument.1">
                  <p:embed/>
                  <p:pic>
                    <p:nvPicPr>
                      <p:cNvPr id="4" name="Objekt 3" hidden="1"/>
                      <p:cNvPicPr/>
                      <p:nvPr/>
                    </p:nvPicPr>
                    <p:blipFill>
                      <a:blip r:embed="rId5"/>
                      <a:stretch>
                        <a:fillRect/>
                      </a:stretch>
                    </p:blipFill>
                    <p:spPr>
                      <a:xfrm>
                        <a:off x="1588" y="1588"/>
                        <a:ext cx="1588" cy="1588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3" name="Rechteck 2" hidden="1"/>
          <p:cNvSpPr/>
          <p:nvPr>
            <p:custDataLst>
              <p:tags r:id="rId2"/>
            </p:custDataLst>
          </p:nvPr>
        </p:nvSpPr>
        <p:spPr>
          <a:xfrm>
            <a:off x="0" y="0"/>
            <a:ext cx="158750" cy="158750"/>
          </a:xfrm>
          <a:prstGeom prst="rect">
            <a:avLst/>
          </a:prstGeom>
          <a:solidFill>
            <a:schemeClr val="bg1"/>
          </a:solidFill>
          <a:ln w="635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="horz" wrap="none" lIns="0" tIns="0" rIns="0" bIns="0" numCol="1" spcCol="0" rtlCol="0" anchor="ctr" anchorCtr="0">
            <a:noAutofit/>
          </a:bodyPr>
          <a:lstStyle/>
          <a:p>
            <a:pPr marL="0" lvl="0" indent="0" algn="ctr" eaLnBrk="1">
              <a:lnSpc>
                <a:spcPct val="90000"/>
              </a:lnSpc>
              <a:spcBef>
                <a:spcPct val="0"/>
              </a:spcBef>
              <a:spcAft>
                <a:spcPct val="0"/>
              </a:spcAft>
            </a:pPr>
            <a:endParaRPr lang="de-DE" sz="4800" b="1" i="0" baseline="0">
              <a:solidFill>
                <a:schemeClr val="tx1"/>
              </a:solidFill>
              <a:latin typeface="STIHL Contraface Display Title"/>
              <a:ea typeface="+mn-ea"/>
              <a:cs typeface="+mn-cs"/>
              <a:sym typeface="STIHL Contraface Display Title"/>
            </a:endParaRPr>
          </a:p>
        </p:txBody>
      </p:sp>
      <p:sp>
        <p:nvSpPr>
          <p:cNvPr id="11" name="Subline">
            <a:extLst>
              <a:ext uri="{FF2B5EF4-FFF2-40B4-BE49-F238E27FC236}">
                <a16:creationId xmlns:a16="http://schemas.microsoft.com/office/drawing/2014/main" id="{93378434-A597-4F7F-B029-ECD35EA41BCB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571500" y="5706830"/>
            <a:ext cx="8640000" cy="216000"/>
          </a:xfrm>
          <a:prstGeom prst="rect">
            <a:avLst/>
          </a:prstGeom>
        </p:spPr>
        <p:txBody>
          <a:bodyPr lIns="0" rIns="0" anchor="b" anchorCtr="0">
            <a:noAutofit/>
          </a:bodyPr>
          <a:lstStyle>
            <a:lvl1pPr marL="0" indent="0">
              <a:buNone/>
              <a:defRPr sz="1800" b="1" cap="none" baseline="0">
                <a:latin typeface="+mj-lt"/>
              </a:defRPr>
            </a:lvl1pPr>
          </a:lstStyle>
          <a:p>
            <a:pPr lvl="0"/>
            <a:r>
              <a:rPr lang="de-DE" err="1"/>
              <a:t>Subline</a:t>
            </a:r>
            <a:endParaRPr lang="de-DE"/>
          </a:p>
        </p:txBody>
      </p:sp>
      <p:sp>
        <p:nvSpPr>
          <p:cNvPr id="12" name="Name">
            <a:extLst>
              <a:ext uri="{FF2B5EF4-FFF2-40B4-BE49-F238E27FC236}">
                <a16:creationId xmlns:a16="http://schemas.microsoft.com/office/drawing/2014/main" id="{78096696-CF0D-4E90-AD93-F265006F5553}"/>
              </a:ext>
            </a:extLst>
          </p:cNvPr>
          <p:cNvSpPr>
            <a:spLocks noGrp="1"/>
          </p:cNvSpPr>
          <p:nvPr>
            <p:ph type="body" sz="quarter" idx="14" hasCustomPrompt="1"/>
          </p:nvPr>
        </p:nvSpPr>
        <p:spPr>
          <a:xfrm>
            <a:off x="571500" y="6049289"/>
            <a:ext cx="8640000" cy="216000"/>
          </a:xfrm>
          <a:prstGeom prst="rect">
            <a:avLst/>
          </a:prstGeom>
        </p:spPr>
        <p:txBody>
          <a:bodyPr lIns="0" rIns="0" anchor="t" anchorCtr="0">
            <a:noAutofit/>
          </a:bodyPr>
          <a:lstStyle>
            <a:lvl1pPr marL="0" indent="0">
              <a:buNone/>
              <a:defRPr sz="1800" cap="none" baseline="0">
                <a:latin typeface="+mn-lt"/>
              </a:defRPr>
            </a:lvl1pPr>
          </a:lstStyle>
          <a:p>
            <a:pPr lvl="0"/>
            <a:r>
              <a:rPr lang="de-DE"/>
              <a:t>Vorname Nachname</a:t>
            </a:r>
          </a:p>
        </p:txBody>
      </p:sp>
      <p:sp>
        <p:nvSpPr>
          <p:cNvPr id="9" name="Datum">
            <a:extLst>
              <a:ext uri="{FF2B5EF4-FFF2-40B4-BE49-F238E27FC236}">
                <a16:creationId xmlns:a16="http://schemas.microsoft.com/office/drawing/2014/main" id="{93CE0D43-2D94-4A12-94F6-C940A9EBB106}"/>
              </a:ext>
            </a:extLst>
          </p:cNvPr>
          <p:cNvSpPr>
            <a:spLocks noGrp="1"/>
          </p:cNvSpPr>
          <p:nvPr>
            <p:ph type="body" sz="quarter" idx="15" hasCustomPrompt="1"/>
          </p:nvPr>
        </p:nvSpPr>
        <p:spPr>
          <a:xfrm>
            <a:off x="571500" y="6283748"/>
            <a:ext cx="8640000" cy="216000"/>
          </a:xfrm>
          <a:prstGeom prst="rect">
            <a:avLst/>
          </a:prstGeom>
        </p:spPr>
        <p:txBody>
          <a:bodyPr lIns="0" rIns="0" anchor="t" anchorCtr="0">
            <a:noAutofit/>
          </a:bodyPr>
          <a:lstStyle>
            <a:lvl1pPr marL="0" indent="0">
              <a:buNone/>
              <a:defRPr sz="1800" cap="none" baseline="0">
                <a:latin typeface="+mn-lt"/>
              </a:defRPr>
            </a:lvl1pPr>
          </a:lstStyle>
          <a:p>
            <a:pPr lvl="0"/>
            <a:r>
              <a:rPr lang="de-DE"/>
              <a:t>Datum</a:t>
            </a:r>
          </a:p>
        </p:txBody>
      </p:sp>
      <p:pic>
        <p:nvPicPr>
          <p:cNvPr id="10" name="Grafik 9"/>
          <p:cNvPicPr>
            <a:picLocks noChangeAspect="1"/>
          </p:cNvPicPr>
          <p:nvPr/>
        </p:nvPicPr>
        <p:blipFill>
          <a:blip r:embed="rId6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330262" y="502821"/>
            <a:ext cx="1385810" cy="287488"/>
          </a:xfrm>
          <a:prstGeom prst="rect">
            <a:avLst/>
          </a:prstGeom>
        </p:spPr>
      </p:pic>
      <p:sp>
        <p:nvSpPr>
          <p:cNvPr id="2" name="Titel 1"/>
          <p:cNvSpPr>
            <a:spLocks noGrp="1"/>
          </p:cNvSpPr>
          <p:nvPr>
            <p:ph type="title" hasCustomPrompt="1"/>
          </p:nvPr>
        </p:nvSpPr>
        <p:spPr>
          <a:xfrm>
            <a:off x="572400" y="2113200"/>
            <a:ext cx="8640000" cy="3240000"/>
          </a:xfrm>
        </p:spPr>
        <p:txBody>
          <a:bodyPr vert="horz" lIns="288000" tIns="288000" rIns="288000" bIns="288000" rtlCol="0">
            <a:noAutofit/>
          </a:bodyPr>
          <a:lstStyle>
            <a:lvl1pPr>
              <a:defRPr lang="de-DE" sz="4800" dirty="0">
                <a:latin typeface="STIHL Contraface Display Title" pitchFamily="50" charset="0"/>
                <a:ea typeface="+mn-ea"/>
                <a:cs typeface="+mn-cs"/>
              </a:defRPr>
            </a:lvl1pPr>
          </a:lstStyle>
          <a:p>
            <a:pPr lvl="0"/>
            <a:r>
              <a:rPr lang="de-DE"/>
              <a:t>Mastertitelformat bearbeiten</a:t>
            </a:r>
            <a:br>
              <a:rPr lang="de-DE"/>
            </a:br>
            <a:r>
              <a:rPr lang="de-DE"/>
              <a:t>ƒ</a:t>
            </a:r>
          </a:p>
        </p:txBody>
      </p:sp>
      <p:sp>
        <p:nvSpPr>
          <p:cNvPr id="6" name="Rechteck 5">
            <a:extLst>
              <a:ext uri="{FF2B5EF4-FFF2-40B4-BE49-F238E27FC236}">
                <a16:creationId xmlns:a16="http://schemas.microsoft.com/office/drawing/2014/main" id="{FDB70F68-AAEF-6EC4-A4BD-F3AAFC20BE10}"/>
              </a:ext>
            </a:extLst>
          </p:cNvPr>
          <p:cNvSpPr>
            <a:spLocks/>
          </p:cNvSpPr>
          <p:nvPr userDrawn="1"/>
        </p:nvSpPr>
        <p:spPr>
          <a:xfrm>
            <a:off x="-3139178" y="1034423"/>
            <a:ext cx="2845436" cy="4577389"/>
          </a:xfrm>
          <a:prstGeom prst="rect">
            <a:avLst/>
          </a:prstGeom>
          <a:solidFill>
            <a:schemeClr val="bg1"/>
          </a:solidFill>
          <a:ln w="635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lIns="72000" tIns="72000" rIns="72000" bIns="72000" rtlCol="0" anchor="b" anchorCtr="0">
            <a:spAutoFit/>
          </a:bodyPr>
          <a:lstStyle>
            <a:defPPr>
              <a:defRPr lang="de-DE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285750" marR="0" lvl="0" indent="-285750" algn="l" defTabSz="914400" rtl="0" eaLnBrk="1" fontAlgn="auto" latinLnBrk="0" hangingPunct="1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r>
              <a:rPr lang="de-DE" sz="1600">
                <a:solidFill>
                  <a:schemeClr val="tx1"/>
                </a:solidFill>
              </a:rPr>
              <a:t>Weitere Vorlagen finden Sie in der Template Library. Diese ist in den Template Ordnern gespeichert</a:t>
            </a:r>
            <a:br>
              <a:rPr lang="de-DE" sz="1600">
                <a:solidFill>
                  <a:schemeClr val="tx1"/>
                </a:solidFill>
              </a:rPr>
            </a:br>
            <a:endParaRPr lang="de-DE" sz="1600">
              <a:solidFill>
                <a:schemeClr val="tx1"/>
              </a:solidFill>
            </a:endParaRPr>
          </a:p>
          <a:p>
            <a:pPr marL="285750" marR="0" lvl="0" indent="-285750" algn="l" defTabSz="914400" rtl="0" eaLnBrk="1" fontAlgn="auto" latinLnBrk="0" hangingPunct="1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r>
              <a:rPr lang="de-DE" sz="1600">
                <a:solidFill>
                  <a:schemeClr val="tx1"/>
                </a:solidFill>
              </a:rPr>
              <a:t>Bildmaterial finden Sie auf Ihrem lokalen Laufwerk unter </a:t>
            </a:r>
            <a:r>
              <a:rPr lang="de-DE" sz="1600" b="1">
                <a:solidFill>
                  <a:schemeClr val="tx1"/>
                </a:solidFill>
              </a:rPr>
              <a:t>C:\Program Files (x86)\STIHL\PPT Images </a:t>
            </a:r>
            <a:br>
              <a:rPr lang="de-DE" sz="1600">
                <a:solidFill>
                  <a:schemeClr val="tx1"/>
                </a:solidFill>
              </a:rPr>
            </a:br>
            <a:r>
              <a:rPr lang="de-DE" sz="1600">
                <a:solidFill>
                  <a:schemeClr val="tx1"/>
                </a:solidFill>
              </a:rPr>
              <a:t>oder im STIHL DAM </a:t>
            </a:r>
            <a:r>
              <a:rPr lang="de-DE" sz="1600">
                <a:hlinkClick r:id="rId7"/>
              </a:rPr>
              <a:t>https://dam.stihl.com/</a:t>
            </a:r>
            <a:endParaRPr lang="de-DE" sz="1600"/>
          </a:p>
          <a:p>
            <a:pPr marL="285750" marR="0" lvl="0" indent="-285750" algn="l" defTabSz="914400" rtl="0" eaLnBrk="1" fontAlgn="auto" latinLnBrk="0" hangingPunct="1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endParaRPr lang="de-DE" sz="1600"/>
          </a:p>
          <a:p>
            <a:pPr marL="285750" marR="0" lvl="0" indent="-285750" algn="l" defTabSz="914400" rtl="0" eaLnBrk="1" fontAlgn="auto" latinLnBrk="0" hangingPunct="1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r>
              <a:rPr lang="de-DE" sz="1600" b="0">
                <a:solidFill>
                  <a:schemeClr val="tx1"/>
                </a:solidFill>
              </a:rPr>
              <a:t>Bitte keine Folien mit vollflächigen Farben oder Motiven drucken </a:t>
            </a:r>
          </a:p>
          <a:p>
            <a:pPr marL="285750" marR="0" lvl="0" indent="-285750" algn="l" defTabSz="914400" rtl="0" eaLnBrk="1" fontAlgn="auto" latinLnBrk="0" hangingPunct="1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endParaRPr lang="de-DE" sz="1600" b="0">
              <a:solidFill>
                <a:schemeClr val="tx1"/>
              </a:solidFill>
            </a:endParaRPr>
          </a:p>
          <a:p>
            <a:pPr marL="285750" marR="0" lvl="0" indent="-285750" algn="l" defTabSz="914400" rtl="0" eaLnBrk="1" fontAlgn="auto" latinLnBrk="0" hangingPunct="1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r>
              <a:rPr lang="de-DE" sz="1600" b="0">
                <a:solidFill>
                  <a:schemeClr val="tx1"/>
                </a:solidFill>
              </a:rPr>
              <a:t>Die Standlinie kann über den Reiter "Einfügen" durch das Feld "Symbol" eingefügt werden</a:t>
            </a:r>
          </a:p>
        </p:txBody>
      </p:sp>
      <p:pic>
        <p:nvPicPr>
          <p:cNvPr id="5" name="Grafik 4" descr="Ein Bild, das Kunst, Kreis, Grafiken, Bernstein enthält.&#10;&#10;Automatisch generierte Beschreibung">
            <a:extLst>
              <a:ext uri="{FF2B5EF4-FFF2-40B4-BE49-F238E27FC236}">
                <a16:creationId xmlns:a16="http://schemas.microsoft.com/office/drawing/2014/main" id="{F6843835-CB15-66DE-11FE-87078B37653C}"/>
              </a:ext>
            </a:extLst>
          </p:cNvPr>
          <p:cNvPicPr>
            <a:picLocks noChangeAspect="1"/>
          </p:cNvPicPr>
          <p:nvPr userDrawn="1"/>
        </p:nvPicPr>
        <p:blipFill>
          <a:blip r:embed="rId8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404332" y="503545"/>
            <a:ext cx="715973" cy="29498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184661435"/>
      </p:ext>
    </p:extLst>
  </p:cSld>
  <p:clrMapOvr>
    <a:masterClrMapping/>
  </p:clrMapOvr>
</p:sldLayout>
</file>

<file path=ppt/slideLayouts/slideLayout26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>
  <p:cSld name="Schlussfolie Hintergrundbild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2" name="Objekt 1" hidden="1"/>
          <p:cNvGraphicFramePr>
            <a:graphicFrameLocks noChangeAspect="1"/>
          </p:cNvGraphicFramePr>
          <p:nvPr>
            <p:custDataLst>
              <p:tags r:id="rId1"/>
            </p:custDataLst>
          </p:nvPr>
        </p:nvGraphicFramePr>
        <p:xfrm>
          <a:off x="1588" y="1588"/>
          <a:ext cx="1588" cy="15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think-cell Slide" r:id="rId3" imgW="370" imgH="371" progId="TCLayout.ActiveDocument.1">
                  <p:embed/>
                </p:oleObj>
              </mc:Choice>
              <mc:Fallback>
                <p:oleObj name="think-cell Slide" r:id="rId3" imgW="370" imgH="371" progId="TCLayout.ActiveDocument.1">
                  <p:embed/>
                  <p:pic>
                    <p:nvPicPr>
                      <p:cNvPr id="2" name="Objekt 1" hidden="1"/>
                      <p:cNvPicPr/>
                      <p:nvPr/>
                    </p:nvPicPr>
                    <p:blipFill>
                      <a:blip r:embed="rId4"/>
                      <a:stretch>
                        <a:fillRect/>
                      </a:stretch>
                    </p:blipFill>
                    <p:spPr>
                      <a:xfrm>
                        <a:off x="1588" y="1588"/>
                        <a:ext cx="1588" cy="1588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27" name="Bildplatzhalter 14">
            <a:extLst>
              <a:ext uri="{FF2B5EF4-FFF2-40B4-BE49-F238E27FC236}">
                <a16:creationId xmlns:a16="http://schemas.microsoft.com/office/drawing/2014/main" id="{12A2E7EC-D35A-4A4A-BBD2-6097A2AF7814}"/>
              </a:ext>
            </a:extLst>
          </p:cNvPr>
          <p:cNvSpPr>
            <a:spLocks noGrp="1"/>
          </p:cNvSpPr>
          <p:nvPr>
            <p:ph type="pic" sz="quarter" idx="15"/>
          </p:nvPr>
        </p:nvSpPr>
        <p:spPr>
          <a:xfrm>
            <a:off x="0" y="0"/>
            <a:ext cx="12192000" cy="6858000"/>
          </a:xfrm>
          <a:custGeom>
            <a:avLst/>
            <a:gdLst>
              <a:gd name="connsiteX0" fmla="*/ 361950 w 12192000"/>
              <a:gd name="connsiteY0" fmla="*/ 2751084 h 6858000"/>
              <a:gd name="connsiteX1" fmla="*/ 361950 w 12192000"/>
              <a:gd name="connsiteY1" fmla="*/ 6534807 h 6858000"/>
              <a:gd name="connsiteX2" fmla="*/ 5401950 w 12192000"/>
              <a:gd name="connsiteY2" fmla="*/ 6534807 h 6858000"/>
              <a:gd name="connsiteX3" fmla="*/ 5401950 w 12192000"/>
              <a:gd name="connsiteY3" fmla="*/ 2751084 h 6858000"/>
              <a:gd name="connsiteX4" fmla="*/ 10129345 w 12192000"/>
              <a:gd name="connsiteY4" fmla="*/ 344401 h 6858000"/>
              <a:gd name="connsiteX5" fmla="*/ 10129345 w 12192000"/>
              <a:gd name="connsiteY5" fmla="*/ 1099696 h 6858000"/>
              <a:gd name="connsiteX6" fmla="*/ 11857039 w 12192000"/>
              <a:gd name="connsiteY6" fmla="*/ 1099696 h 6858000"/>
              <a:gd name="connsiteX7" fmla="*/ 11857039 w 12192000"/>
              <a:gd name="connsiteY7" fmla="*/ 344401 h 6858000"/>
              <a:gd name="connsiteX8" fmla="*/ 0 w 12192000"/>
              <a:gd name="connsiteY8" fmla="*/ 0 h 6858000"/>
              <a:gd name="connsiteX9" fmla="*/ 12192000 w 12192000"/>
              <a:gd name="connsiteY9" fmla="*/ 0 h 6858000"/>
              <a:gd name="connsiteX10" fmla="*/ 12192000 w 12192000"/>
              <a:gd name="connsiteY10" fmla="*/ 6858000 h 6858000"/>
              <a:gd name="connsiteX11" fmla="*/ 0 w 12192000"/>
              <a:gd name="connsiteY11" fmla="*/ 6858000 h 6858000"/>
              <a:gd name="connsiteX0" fmla="*/ 361950 w 12192000"/>
              <a:gd name="connsiteY0" fmla="*/ 2751084 h 6858000"/>
              <a:gd name="connsiteX1" fmla="*/ 361950 w 12192000"/>
              <a:gd name="connsiteY1" fmla="*/ 6534807 h 6858000"/>
              <a:gd name="connsiteX2" fmla="*/ 5401950 w 12192000"/>
              <a:gd name="connsiteY2" fmla="*/ 6534807 h 6858000"/>
              <a:gd name="connsiteX3" fmla="*/ 5401950 w 12192000"/>
              <a:gd name="connsiteY3" fmla="*/ 2751084 h 6858000"/>
              <a:gd name="connsiteX4" fmla="*/ 361950 w 12192000"/>
              <a:gd name="connsiteY4" fmla="*/ 2751084 h 6858000"/>
              <a:gd name="connsiteX5" fmla="*/ 10136965 w 12192000"/>
              <a:gd name="connsiteY5" fmla="*/ 258041 h 6858000"/>
              <a:gd name="connsiteX6" fmla="*/ 10129345 w 12192000"/>
              <a:gd name="connsiteY6" fmla="*/ 1099696 h 6858000"/>
              <a:gd name="connsiteX7" fmla="*/ 11857039 w 12192000"/>
              <a:gd name="connsiteY7" fmla="*/ 1099696 h 6858000"/>
              <a:gd name="connsiteX8" fmla="*/ 11857039 w 12192000"/>
              <a:gd name="connsiteY8" fmla="*/ 344401 h 6858000"/>
              <a:gd name="connsiteX9" fmla="*/ 10136965 w 12192000"/>
              <a:gd name="connsiteY9" fmla="*/ 258041 h 6858000"/>
              <a:gd name="connsiteX10" fmla="*/ 0 w 12192000"/>
              <a:gd name="connsiteY10" fmla="*/ 0 h 6858000"/>
              <a:gd name="connsiteX11" fmla="*/ 12192000 w 12192000"/>
              <a:gd name="connsiteY11" fmla="*/ 0 h 6858000"/>
              <a:gd name="connsiteX12" fmla="*/ 12192000 w 12192000"/>
              <a:gd name="connsiteY12" fmla="*/ 6858000 h 6858000"/>
              <a:gd name="connsiteX13" fmla="*/ 0 w 12192000"/>
              <a:gd name="connsiteY13" fmla="*/ 6858000 h 6858000"/>
              <a:gd name="connsiteX14" fmla="*/ 0 w 12192000"/>
              <a:gd name="connsiteY14" fmla="*/ 0 h 6858000"/>
              <a:gd name="connsiteX0" fmla="*/ 361950 w 12192000"/>
              <a:gd name="connsiteY0" fmla="*/ 2751084 h 6858000"/>
              <a:gd name="connsiteX1" fmla="*/ 361950 w 12192000"/>
              <a:gd name="connsiteY1" fmla="*/ 6534807 h 6858000"/>
              <a:gd name="connsiteX2" fmla="*/ 5401950 w 12192000"/>
              <a:gd name="connsiteY2" fmla="*/ 6534807 h 6858000"/>
              <a:gd name="connsiteX3" fmla="*/ 5401950 w 12192000"/>
              <a:gd name="connsiteY3" fmla="*/ 2751084 h 6858000"/>
              <a:gd name="connsiteX4" fmla="*/ 361950 w 12192000"/>
              <a:gd name="connsiteY4" fmla="*/ 2751084 h 6858000"/>
              <a:gd name="connsiteX5" fmla="*/ 10136965 w 12192000"/>
              <a:gd name="connsiteY5" fmla="*/ 258041 h 6858000"/>
              <a:gd name="connsiteX6" fmla="*/ 10129345 w 12192000"/>
              <a:gd name="connsiteY6" fmla="*/ 1099696 h 6858000"/>
              <a:gd name="connsiteX7" fmla="*/ 11857039 w 12192000"/>
              <a:gd name="connsiteY7" fmla="*/ 1099696 h 6858000"/>
              <a:gd name="connsiteX8" fmla="*/ 11907839 w 12192000"/>
              <a:gd name="connsiteY8" fmla="*/ 258041 h 6858000"/>
              <a:gd name="connsiteX9" fmla="*/ 10136965 w 12192000"/>
              <a:gd name="connsiteY9" fmla="*/ 258041 h 6858000"/>
              <a:gd name="connsiteX10" fmla="*/ 0 w 12192000"/>
              <a:gd name="connsiteY10" fmla="*/ 0 h 6858000"/>
              <a:gd name="connsiteX11" fmla="*/ 12192000 w 12192000"/>
              <a:gd name="connsiteY11" fmla="*/ 0 h 6858000"/>
              <a:gd name="connsiteX12" fmla="*/ 12192000 w 12192000"/>
              <a:gd name="connsiteY12" fmla="*/ 6858000 h 6858000"/>
              <a:gd name="connsiteX13" fmla="*/ 0 w 12192000"/>
              <a:gd name="connsiteY13" fmla="*/ 6858000 h 6858000"/>
              <a:gd name="connsiteX14" fmla="*/ 0 w 12192000"/>
              <a:gd name="connsiteY14" fmla="*/ 0 h 6858000"/>
              <a:gd name="connsiteX0" fmla="*/ 361950 w 12192000"/>
              <a:gd name="connsiteY0" fmla="*/ 2751084 h 6858000"/>
              <a:gd name="connsiteX1" fmla="*/ 361950 w 12192000"/>
              <a:gd name="connsiteY1" fmla="*/ 6534807 h 6858000"/>
              <a:gd name="connsiteX2" fmla="*/ 5401950 w 12192000"/>
              <a:gd name="connsiteY2" fmla="*/ 6534807 h 6858000"/>
              <a:gd name="connsiteX3" fmla="*/ 5401950 w 12192000"/>
              <a:gd name="connsiteY3" fmla="*/ 2751084 h 6858000"/>
              <a:gd name="connsiteX4" fmla="*/ 361950 w 12192000"/>
              <a:gd name="connsiteY4" fmla="*/ 2751084 h 6858000"/>
              <a:gd name="connsiteX5" fmla="*/ 10136965 w 12192000"/>
              <a:gd name="connsiteY5" fmla="*/ 258041 h 6858000"/>
              <a:gd name="connsiteX6" fmla="*/ 10129345 w 12192000"/>
              <a:gd name="connsiteY6" fmla="*/ 1099696 h 6858000"/>
              <a:gd name="connsiteX7" fmla="*/ 11907839 w 12192000"/>
              <a:gd name="connsiteY7" fmla="*/ 1031116 h 6858000"/>
              <a:gd name="connsiteX8" fmla="*/ 11907839 w 12192000"/>
              <a:gd name="connsiteY8" fmla="*/ 258041 h 6858000"/>
              <a:gd name="connsiteX9" fmla="*/ 10136965 w 12192000"/>
              <a:gd name="connsiteY9" fmla="*/ 258041 h 6858000"/>
              <a:gd name="connsiteX10" fmla="*/ 0 w 12192000"/>
              <a:gd name="connsiteY10" fmla="*/ 0 h 6858000"/>
              <a:gd name="connsiteX11" fmla="*/ 12192000 w 12192000"/>
              <a:gd name="connsiteY11" fmla="*/ 0 h 6858000"/>
              <a:gd name="connsiteX12" fmla="*/ 12192000 w 12192000"/>
              <a:gd name="connsiteY12" fmla="*/ 6858000 h 6858000"/>
              <a:gd name="connsiteX13" fmla="*/ 0 w 12192000"/>
              <a:gd name="connsiteY13" fmla="*/ 6858000 h 6858000"/>
              <a:gd name="connsiteX14" fmla="*/ 0 w 12192000"/>
              <a:gd name="connsiteY14" fmla="*/ 0 h 6858000"/>
              <a:gd name="connsiteX0" fmla="*/ 361950 w 12192000"/>
              <a:gd name="connsiteY0" fmla="*/ 2751084 h 6858000"/>
              <a:gd name="connsiteX1" fmla="*/ 361950 w 12192000"/>
              <a:gd name="connsiteY1" fmla="*/ 6534807 h 6858000"/>
              <a:gd name="connsiteX2" fmla="*/ 5401950 w 12192000"/>
              <a:gd name="connsiteY2" fmla="*/ 6534807 h 6858000"/>
              <a:gd name="connsiteX3" fmla="*/ 5401950 w 12192000"/>
              <a:gd name="connsiteY3" fmla="*/ 2751084 h 6858000"/>
              <a:gd name="connsiteX4" fmla="*/ 361950 w 12192000"/>
              <a:gd name="connsiteY4" fmla="*/ 2751084 h 6858000"/>
              <a:gd name="connsiteX5" fmla="*/ 10136965 w 12192000"/>
              <a:gd name="connsiteY5" fmla="*/ 258041 h 6858000"/>
              <a:gd name="connsiteX6" fmla="*/ 10131885 w 12192000"/>
              <a:gd name="connsiteY6" fmla="*/ 1033656 h 6858000"/>
              <a:gd name="connsiteX7" fmla="*/ 11907839 w 12192000"/>
              <a:gd name="connsiteY7" fmla="*/ 1031116 h 6858000"/>
              <a:gd name="connsiteX8" fmla="*/ 11907839 w 12192000"/>
              <a:gd name="connsiteY8" fmla="*/ 258041 h 6858000"/>
              <a:gd name="connsiteX9" fmla="*/ 10136965 w 12192000"/>
              <a:gd name="connsiteY9" fmla="*/ 258041 h 6858000"/>
              <a:gd name="connsiteX10" fmla="*/ 0 w 12192000"/>
              <a:gd name="connsiteY10" fmla="*/ 0 h 6858000"/>
              <a:gd name="connsiteX11" fmla="*/ 12192000 w 12192000"/>
              <a:gd name="connsiteY11" fmla="*/ 0 h 6858000"/>
              <a:gd name="connsiteX12" fmla="*/ 12192000 w 12192000"/>
              <a:gd name="connsiteY12" fmla="*/ 6858000 h 6858000"/>
              <a:gd name="connsiteX13" fmla="*/ 0 w 12192000"/>
              <a:gd name="connsiteY13" fmla="*/ 6858000 h 6858000"/>
              <a:gd name="connsiteX14" fmla="*/ 0 w 12192000"/>
              <a:gd name="connsiteY14" fmla="*/ 0 h 6858000"/>
              <a:gd name="connsiteX0" fmla="*/ 361950 w 12192000"/>
              <a:gd name="connsiteY0" fmla="*/ 2751084 h 6858000"/>
              <a:gd name="connsiteX1" fmla="*/ 361950 w 12192000"/>
              <a:gd name="connsiteY1" fmla="*/ 6534807 h 6858000"/>
              <a:gd name="connsiteX2" fmla="*/ 5401950 w 12192000"/>
              <a:gd name="connsiteY2" fmla="*/ 6534807 h 6858000"/>
              <a:gd name="connsiteX3" fmla="*/ 5401950 w 12192000"/>
              <a:gd name="connsiteY3" fmla="*/ 2751084 h 6858000"/>
              <a:gd name="connsiteX4" fmla="*/ 361950 w 12192000"/>
              <a:gd name="connsiteY4" fmla="*/ 2751084 h 6858000"/>
              <a:gd name="connsiteX5" fmla="*/ 10136965 w 12192000"/>
              <a:gd name="connsiteY5" fmla="*/ 258041 h 6858000"/>
              <a:gd name="connsiteX6" fmla="*/ 10135695 w 12192000"/>
              <a:gd name="connsiteY6" fmla="*/ 1031751 h 6858000"/>
              <a:gd name="connsiteX7" fmla="*/ 11907839 w 12192000"/>
              <a:gd name="connsiteY7" fmla="*/ 1031116 h 6858000"/>
              <a:gd name="connsiteX8" fmla="*/ 11907839 w 12192000"/>
              <a:gd name="connsiteY8" fmla="*/ 258041 h 6858000"/>
              <a:gd name="connsiteX9" fmla="*/ 10136965 w 12192000"/>
              <a:gd name="connsiteY9" fmla="*/ 258041 h 6858000"/>
              <a:gd name="connsiteX10" fmla="*/ 0 w 12192000"/>
              <a:gd name="connsiteY10" fmla="*/ 0 h 6858000"/>
              <a:gd name="connsiteX11" fmla="*/ 12192000 w 12192000"/>
              <a:gd name="connsiteY11" fmla="*/ 0 h 6858000"/>
              <a:gd name="connsiteX12" fmla="*/ 12192000 w 12192000"/>
              <a:gd name="connsiteY12" fmla="*/ 6858000 h 6858000"/>
              <a:gd name="connsiteX13" fmla="*/ 0 w 12192000"/>
              <a:gd name="connsiteY13" fmla="*/ 6858000 h 6858000"/>
              <a:gd name="connsiteX14" fmla="*/ 0 w 12192000"/>
              <a:gd name="connsiteY14" fmla="*/ 0 h 6858000"/>
              <a:gd name="connsiteX0" fmla="*/ 361950 w 12192000"/>
              <a:gd name="connsiteY0" fmla="*/ 2751084 h 6858000"/>
              <a:gd name="connsiteX1" fmla="*/ 642366 w 12192000"/>
              <a:gd name="connsiteY1" fmla="*/ 6534807 h 6858000"/>
              <a:gd name="connsiteX2" fmla="*/ 5401950 w 12192000"/>
              <a:gd name="connsiteY2" fmla="*/ 6534807 h 6858000"/>
              <a:gd name="connsiteX3" fmla="*/ 5401950 w 12192000"/>
              <a:gd name="connsiteY3" fmla="*/ 2751084 h 6858000"/>
              <a:gd name="connsiteX4" fmla="*/ 361950 w 12192000"/>
              <a:gd name="connsiteY4" fmla="*/ 2751084 h 6858000"/>
              <a:gd name="connsiteX5" fmla="*/ 10136965 w 12192000"/>
              <a:gd name="connsiteY5" fmla="*/ 258041 h 6858000"/>
              <a:gd name="connsiteX6" fmla="*/ 10135695 w 12192000"/>
              <a:gd name="connsiteY6" fmla="*/ 1031751 h 6858000"/>
              <a:gd name="connsiteX7" fmla="*/ 11907839 w 12192000"/>
              <a:gd name="connsiteY7" fmla="*/ 1031116 h 6858000"/>
              <a:gd name="connsiteX8" fmla="*/ 11907839 w 12192000"/>
              <a:gd name="connsiteY8" fmla="*/ 258041 h 6858000"/>
              <a:gd name="connsiteX9" fmla="*/ 10136965 w 12192000"/>
              <a:gd name="connsiteY9" fmla="*/ 258041 h 6858000"/>
              <a:gd name="connsiteX10" fmla="*/ 0 w 12192000"/>
              <a:gd name="connsiteY10" fmla="*/ 0 h 6858000"/>
              <a:gd name="connsiteX11" fmla="*/ 12192000 w 12192000"/>
              <a:gd name="connsiteY11" fmla="*/ 0 h 6858000"/>
              <a:gd name="connsiteX12" fmla="*/ 12192000 w 12192000"/>
              <a:gd name="connsiteY12" fmla="*/ 6858000 h 6858000"/>
              <a:gd name="connsiteX13" fmla="*/ 0 w 12192000"/>
              <a:gd name="connsiteY13" fmla="*/ 6858000 h 6858000"/>
              <a:gd name="connsiteX14" fmla="*/ 0 w 12192000"/>
              <a:gd name="connsiteY14" fmla="*/ 0 h 6858000"/>
              <a:gd name="connsiteX0" fmla="*/ 642366 w 12192000"/>
              <a:gd name="connsiteY0" fmla="*/ 6426972 h 6858000"/>
              <a:gd name="connsiteX1" fmla="*/ 642366 w 12192000"/>
              <a:gd name="connsiteY1" fmla="*/ 6534807 h 6858000"/>
              <a:gd name="connsiteX2" fmla="*/ 5401950 w 12192000"/>
              <a:gd name="connsiteY2" fmla="*/ 6534807 h 6858000"/>
              <a:gd name="connsiteX3" fmla="*/ 5401950 w 12192000"/>
              <a:gd name="connsiteY3" fmla="*/ 2751084 h 6858000"/>
              <a:gd name="connsiteX4" fmla="*/ 642366 w 12192000"/>
              <a:gd name="connsiteY4" fmla="*/ 6426972 h 6858000"/>
              <a:gd name="connsiteX5" fmla="*/ 10136965 w 12192000"/>
              <a:gd name="connsiteY5" fmla="*/ 258041 h 6858000"/>
              <a:gd name="connsiteX6" fmla="*/ 10135695 w 12192000"/>
              <a:gd name="connsiteY6" fmla="*/ 1031751 h 6858000"/>
              <a:gd name="connsiteX7" fmla="*/ 11907839 w 12192000"/>
              <a:gd name="connsiteY7" fmla="*/ 1031116 h 6858000"/>
              <a:gd name="connsiteX8" fmla="*/ 11907839 w 12192000"/>
              <a:gd name="connsiteY8" fmla="*/ 258041 h 6858000"/>
              <a:gd name="connsiteX9" fmla="*/ 10136965 w 12192000"/>
              <a:gd name="connsiteY9" fmla="*/ 258041 h 6858000"/>
              <a:gd name="connsiteX10" fmla="*/ 0 w 12192000"/>
              <a:gd name="connsiteY10" fmla="*/ 0 h 6858000"/>
              <a:gd name="connsiteX11" fmla="*/ 12192000 w 12192000"/>
              <a:gd name="connsiteY11" fmla="*/ 0 h 6858000"/>
              <a:gd name="connsiteX12" fmla="*/ 12192000 w 12192000"/>
              <a:gd name="connsiteY12" fmla="*/ 6858000 h 6858000"/>
              <a:gd name="connsiteX13" fmla="*/ 0 w 12192000"/>
              <a:gd name="connsiteY13" fmla="*/ 6858000 h 6858000"/>
              <a:gd name="connsiteX14" fmla="*/ 0 w 12192000"/>
              <a:gd name="connsiteY14" fmla="*/ 0 h 6858000"/>
              <a:gd name="connsiteX0" fmla="*/ 642366 w 12192000"/>
              <a:gd name="connsiteY0" fmla="*/ 6426972 h 6858000"/>
              <a:gd name="connsiteX1" fmla="*/ 642366 w 12192000"/>
              <a:gd name="connsiteY1" fmla="*/ 6534807 h 6858000"/>
              <a:gd name="connsiteX2" fmla="*/ 5401950 w 12192000"/>
              <a:gd name="connsiteY2" fmla="*/ 6534807 h 6858000"/>
              <a:gd name="connsiteX3" fmla="*/ 1378590 w 12192000"/>
              <a:gd name="connsiteY3" fmla="*/ 6122172 h 6858000"/>
              <a:gd name="connsiteX4" fmla="*/ 642366 w 12192000"/>
              <a:gd name="connsiteY4" fmla="*/ 6426972 h 6858000"/>
              <a:gd name="connsiteX5" fmla="*/ 10136965 w 12192000"/>
              <a:gd name="connsiteY5" fmla="*/ 258041 h 6858000"/>
              <a:gd name="connsiteX6" fmla="*/ 10135695 w 12192000"/>
              <a:gd name="connsiteY6" fmla="*/ 1031751 h 6858000"/>
              <a:gd name="connsiteX7" fmla="*/ 11907839 w 12192000"/>
              <a:gd name="connsiteY7" fmla="*/ 1031116 h 6858000"/>
              <a:gd name="connsiteX8" fmla="*/ 11907839 w 12192000"/>
              <a:gd name="connsiteY8" fmla="*/ 258041 h 6858000"/>
              <a:gd name="connsiteX9" fmla="*/ 10136965 w 12192000"/>
              <a:gd name="connsiteY9" fmla="*/ 258041 h 6858000"/>
              <a:gd name="connsiteX10" fmla="*/ 0 w 12192000"/>
              <a:gd name="connsiteY10" fmla="*/ 0 h 6858000"/>
              <a:gd name="connsiteX11" fmla="*/ 12192000 w 12192000"/>
              <a:gd name="connsiteY11" fmla="*/ 0 h 6858000"/>
              <a:gd name="connsiteX12" fmla="*/ 12192000 w 12192000"/>
              <a:gd name="connsiteY12" fmla="*/ 6858000 h 6858000"/>
              <a:gd name="connsiteX13" fmla="*/ 0 w 12192000"/>
              <a:gd name="connsiteY13" fmla="*/ 6858000 h 6858000"/>
              <a:gd name="connsiteX14" fmla="*/ 0 w 12192000"/>
              <a:gd name="connsiteY14" fmla="*/ 0 h 6858000"/>
              <a:gd name="connsiteX0" fmla="*/ 642366 w 12192000"/>
              <a:gd name="connsiteY0" fmla="*/ 6426972 h 6858000"/>
              <a:gd name="connsiteX1" fmla="*/ 642366 w 12192000"/>
              <a:gd name="connsiteY1" fmla="*/ 6534807 h 6858000"/>
              <a:gd name="connsiteX2" fmla="*/ 1195710 w 12192000"/>
              <a:gd name="connsiteY2" fmla="*/ 6565287 h 6858000"/>
              <a:gd name="connsiteX3" fmla="*/ 1378590 w 12192000"/>
              <a:gd name="connsiteY3" fmla="*/ 6122172 h 6858000"/>
              <a:gd name="connsiteX4" fmla="*/ 642366 w 12192000"/>
              <a:gd name="connsiteY4" fmla="*/ 6426972 h 6858000"/>
              <a:gd name="connsiteX5" fmla="*/ 10136965 w 12192000"/>
              <a:gd name="connsiteY5" fmla="*/ 258041 h 6858000"/>
              <a:gd name="connsiteX6" fmla="*/ 10135695 w 12192000"/>
              <a:gd name="connsiteY6" fmla="*/ 1031751 h 6858000"/>
              <a:gd name="connsiteX7" fmla="*/ 11907839 w 12192000"/>
              <a:gd name="connsiteY7" fmla="*/ 1031116 h 6858000"/>
              <a:gd name="connsiteX8" fmla="*/ 11907839 w 12192000"/>
              <a:gd name="connsiteY8" fmla="*/ 258041 h 6858000"/>
              <a:gd name="connsiteX9" fmla="*/ 10136965 w 12192000"/>
              <a:gd name="connsiteY9" fmla="*/ 258041 h 6858000"/>
              <a:gd name="connsiteX10" fmla="*/ 0 w 12192000"/>
              <a:gd name="connsiteY10" fmla="*/ 0 h 6858000"/>
              <a:gd name="connsiteX11" fmla="*/ 12192000 w 12192000"/>
              <a:gd name="connsiteY11" fmla="*/ 0 h 6858000"/>
              <a:gd name="connsiteX12" fmla="*/ 12192000 w 12192000"/>
              <a:gd name="connsiteY12" fmla="*/ 6858000 h 6858000"/>
              <a:gd name="connsiteX13" fmla="*/ 0 w 12192000"/>
              <a:gd name="connsiteY13" fmla="*/ 6858000 h 6858000"/>
              <a:gd name="connsiteX14" fmla="*/ 0 w 12192000"/>
              <a:gd name="connsiteY14" fmla="*/ 0 h 6858000"/>
              <a:gd name="connsiteX0" fmla="*/ 642366 w 12192000"/>
              <a:gd name="connsiteY0" fmla="*/ 6426972 h 6858000"/>
              <a:gd name="connsiteX1" fmla="*/ 642366 w 12192000"/>
              <a:gd name="connsiteY1" fmla="*/ 6534807 h 6858000"/>
              <a:gd name="connsiteX2" fmla="*/ 1195710 w 12192000"/>
              <a:gd name="connsiteY2" fmla="*/ 6565287 h 6858000"/>
              <a:gd name="connsiteX3" fmla="*/ 1378590 w 12192000"/>
              <a:gd name="connsiteY3" fmla="*/ 6122172 h 6858000"/>
              <a:gd name="connsiteX4" fmla="*/ 642366 w 12192000"/>
              <a:gd name="connsiteY4" fmla="*/ 6426972 h 6858000"/>
              <a:gd name="connsiteX5" fmla="*/ 10136965 w 12192000"/>
              <a:gd name="connsiteY5" fmla="*/ 258041 h 6858000"/>
              <a:gd name="connsiteX6" fmla="*/ 10135695 w 12192000"/>
              <a:gd name="connsiteY6" fmla="*/ 1031751 h 6858000"/>
              <a:gd name="connsiteX7" fmla="*/ 11907839 w 12192000"/>
              <a:gd name="connsiteY7" fmla="*/ 1031116 h 6858000"/>
              <a:gd name="connsiteX8" fmla="*/ 11907839 w 12192000"/>
              <a:gd name="connsiteY8" fmla="*/ 258041 h 6858000"/>
              <a:gd name="connsiteX9" fmla="*/ 10136965 w 12192000"/>
              <a:gd name="connsiteY9" fmla="*/ 258041 h 6858000"/>
              <a:gd name="connsiteX10" fmla="*/ 0 w 12192000"/>
              <a:gd name="connsiteY10" fmla="*/ 0 h 6858000"/>
              <a:gd name="connsiteX11" fmla="*/ 12192000 w 12192000"/>
              <a:gd name="connsiteY11" fmla="*/ 0 h 6858000"/>
              <a:gd name="connsiteX12" fmla="*/ 12192000 w 12192000"/>
              <a:gd name="connsiteY12" fmla="*/ 6858000 h 6858000"/>
              <a:gd name="connsiteX13" fmla="*/ 0 w 12192000"/>
              <a:gd name="connsiteY13" fmla="*/ 6858000 h 6858000"/>
              <a:gd name="connsiteX14" fmla="*/ 0 w 12192000"/>
              <a:gd name="connsiteY14" fmla="*/ 0 h 6858000"/>
              <a:gd name="connsiteX0" fmla="*/ 642366 w 12192000"/>
              <a:gd name="connsiteY0" fmla="*/ 6426972 h 6858000"/>
              <a:gd name="connsiteX1" fmla="*/ 642366 w 12192000"/>
              <a:gd name="connsiteY1" fmla="*/ 6534807 h 6858000"/>
              <a:gd name="connsiteX2" fmla="*/ 1102365 w 12192000"/>
              <a:gd name="connsiteY2" fmla="*/ 6536712 h 6858000"/>
              <a:gd name="connsiteX3" fmla="*/ 1378590 w 12192000"/>
              <a:gd name="connsiteY3" fmla="*/ 6122172 h 6858000"/>
              <a:gd name="connsiteX4" fmla="*/ 642366 w 12192000"/>
              <a:gd name="connsiteY4" fmla="*/ 6426972 h 6858000"/>
              <a:gd name="connsiteX5" fmla="*/ 10136965 w 12192000"/>
              <a:gd name="connsiteY5" fmla="*/ 258041 h 6858000"/>
              <a:gd name="connsiteX6" fmla="*/ 10135695 w 12192000"/>
              <a:gd name="connsiteY6" fmla="*/ 1031751 h 6858000"/>
              <a:gd name="connsiteX7" fmla="*/ 11907839 w 12192000"/>
              <a:gd name="connsiteY7" fmla="*/ 1031116 h 6858000"/>
              <a:gd name="connsiteX8" fmla="*/ 11907839 w 12192000"/>
              <a:gd name="connsiteY8" fmla="*/ 258041 h 6858000"/>
              <a:gd name="connsiteX9" fmla="*/ 10136965 w 12192000"/>
              <a:gd name="connsiteY9" fmla="*/ 258041 h 6858000"/>
              <a:gd name="connsiteX10" fmla="*/ 0 w 12192000"/>
              <a:gd name="connsiteY10" fmla="*/ 0 h 6858000"/>
              <a:gd name="connsiteX11" fmla="*/ 12192000 w 12192000"/>
              <a:gd name="connsiteY11" fmla="*/ 0 h 6858000"/>
              <a:gd name="connsiteX12" fmla="*/ 12192000 w 12192000"/>
              <a:gd name="connsiteY12" fmla="*/ 6858000 h 6858000"/>
              <a:gd name="connsiteX13" fmla="*/ 0 w 12192000"/>
              <a:gd name="connsiteY13" fmla="*/ 6858000 h 6858000"/>
              <a:gd name="connsiteX14" fmla="*/ 0 w 12192000"/>
              <a:gd name="connsiteY14" fmla="*/ 0 h 6858000"/>
              <a:gd name="connsiteX0" fmla="*/ 642366 w 12192000"/>
              <a:gd name="connsiteY0" fmla="*/ 6426972 h 6858000"/>
              <a:gd name="connsiteX1" fmla="*/ 642366 w 12192000"/>
              <a:gd name="connsiteY1" fmla="*/ 6534807 h 6858000"/>
              <a:gd name="connsiteX2" fmla="*/ 1102365 w 12192000"/>
              <a:gd name="connsiteY2" fmla="*/ 6536712 h 6858000"/>
              <a:gd name="connsiteX3" fmla="*/ 1106175 w 12192000"/>
              <a:gd name="connsiteY3" fmla="*/ 6434592 h 6858000"/>
              <a:gd name="connsiteX4" fmla="*/ 642366 w 12192000"/>
              <a:gd name="connsiteY4" fmla="*/ 6426972 h 6858000"/>
              <a:gd name="connsiteX5" fmla="*/ 10136965 w 12192000"/>
              <a:gd name="connsiteY5" fmla="*/ 258041 h 6858000"/>
              <a:gd name="connsiteX6" fmla="*/ 10135695 w 12192000"/>
              <a:gd name="connsiteY6" fmla="*/ 1031751 h 6858000"/>
              <a:gd name="connsiteX7" fmla="*/ 11907839 w 12192000"/>
              <a:gd name="connsiteY7" fmla="*/ 1031116 h 6858000"/>
              <a:gd name="connsiteX8" fmla="*/ 11907839 w 12192000"/>
              <a:gd name="connsiteY8" fmla="*/ 258041 h 6858000"/>
              <a:gd name="connsiteX9" fmla="*/ 10136965 w 12192000"/>
              <a:gd name="connsiteY9" fmla="*/ 258041 h 6858000"/>
              <a:gd name="connsiteX10" fmla="*/ 0 w 12192000"/>
              <a:gd name="connsiteY10" fmla="*/ 0 h 6858000"/>
              <a:gd name="connsiteX11" fmla="*/ 12192000 w 12192000"/>
              <a:gd name="connsiteY11" fmla="*/ 0 h 6858000"/>
              <a:gd name="connsiteX12" fmla="*/ 12192000 w 12192000"/>
              <a:gd name="connsiteY12" fmla="*/ 6858000 h 6858000"/>
              <a:gd name="connsiteX13" fmla="*/ 0 w 12192000"/>
              <a:gd name="connsiteY13" fmla="*/ 6858000 h 6858000"/>
              <a:gd name="connsiteX14" fmla="*/ 0 w 12192000"/>
              <a:gd name="connsiteY14" fmla="*/ 0 h 6858000"/>
              <a:gd name="connsiteX0" fmla="*/ 642366 w 12192000"/>
              <a:gd name="connsiteY0" fmla="*/ 6426972 h 6858000"/>
              <a:gd name="connsiteX1" fmla="*/ 642366 w 12192000"/>
              <a:gd name="connsiteY1" fmla="*/ 6534807 h 6858000"/>
              <a:gd name="connsiteX2" fmla="*/ 1106175 w 12192000"/>
              <a:gd name="connsiteY2" fmla="*/ 6538617 h 6858000"/>
              <a:gd name="connsiteX3" fmla="*/ 1106175 w 12192000"/>
              <a:gd name="connsiteY3" fmla="*/ 6434592 h 6858000"/>
              <a:gd name="connsiteX4" fmla="*/ 642366 w 12192000"/>
              <a:gd name="connsiteY4" fmla="*/ 6426972 h 6858000"/>
              <a:gd name="connsiteX5" fmla="*/ 10136965 w 12192000"/>
              <a:gd name="connsiteY5" fmla="*/ 258041 h 6858000"/>
              <a:gd name="connsiteX6" fmla="*/ 10135695 w 12192000"/>
              <a:gd name="connsiteY6" fmla="*/ 1031751 h 6858000"/>
              <a:gd name="connsiteX7" fmla="*/ 11907839 w 12192000"/>
              <a:gd name="connsiteY7" fmla="*/ 1031116 h 6858000"/>
              <a:gd name="connsiteX8" fmla="*/ 11907839 w 12192000"/>
              <a:gd name="connsiteY8" fmla="*/ 258041 h 6858000"/>
              <a:gd name="connsiteX9" fmla="*/ 10136965 w 12192000"/>
              <a:gd name="connsiteY9" fmla="*/ 258041 h 6858000"/>
              <a:gd name="connsiteX10" fmla="*/ 0 w 12192000"/>
              <a:gd name="connsiteY10" fmla="*/ 0 h 6858000"/>
              <a:gd name="connsiteX11" fmla="*/ 12192000 w 12192000"/>
              <a:gd name="connsiteY11" fmla="*/ 0 h 6858000"/>
              <a:gd name="connsiteX12" fmla="*/ 12192000 w 12192000"/>
              <a:gd name="connsiteY12" fmla="*/ 6858000 h 6858000"/>
              <a:gd name="connsiteX13" fmla="*/ 0 w 12192000"/>
              <a:gd name="connsiteY13" fmla="*/ 6858000 h 6858000"/>
              <a:gd name="connsiteX14" fmla="*/ 0 w 12192000"/>
              <a:gd name="connsiteY14" fmla="*/ 0 h 6858000"/>
              <a:gd name="connsiteX0" fmla="*/ 646176 w 12192000"/>
              <a:gd name="connsiteY0" fmla="*/ 6430782 h 6858000"/>
              <a:gd name="connsiteX1" fmla="*/ 642366 w 12192000"/>
              <a:gd name="connsiteY1" fmla="*/ 6534807 h 6858000"/>
              <a:gd name="connsiteX2" fmla="*/ 1106175 w 12192000"/>
              <a:gd name="connsiteY2" fmla="*/ 6538617 h 6858000"/>
              <a:gd name="connsiteX3" fmla="*/ 1106175 w 12192000"/>
              <a:gd name="connsiteY3" fmla="*/ 6434592 h 6858000"/>
              <a:gd name="connsiteX4" fmla="*/ 646176 w 12192000"/>
              <a:gd name="connsiteY4" fmla="*/ 6430782 h 6858000"/>
              <a:gd name="connsiteX5" fmla="*/ 10136965 w 12192000"/>
              <a:gd name="connsiteY5" fmla="*/ 258041 h 6858000"/>
              <a:gd name="connsiteX6" fmla="*/ 10135695 w 12192000"/>
              <a:gd name="connsiteY6" fmla="*/ 1031751 h 6858000"/>
              <a:gd name="connsiteX7" fmla="*/ 11907839 w 12192000"/>
              <a:gd name="connsiteY7" fmla="*/ 1031116 h 6858000"/>
              <a:gd name="connsiteX8" fmla="*/ 11907839 w 12192000"/>
              <a:gd name="connsiteY8" fmla="*/ 258041 h 6858000"/>
              <a:gd name="connsiteX9" fmla="*/ 10136965 w 12192000"/>
              <a:gd name="connsiteY9" fmla="*/ 258041 h 6858000"/>
              <a:gd name="connsiteX10" fmla="*/ 0 w 12192000"/>
              <a:gd name="connsiteY10" fmla="*/ 0 h 6858000"/>
              <a:gd name="connsiteX11" fmla="*/ 12192000 w 12192000"/>
              <a:gd name="connsiteY11" fmla="*/ 0 h 6858000"/>
              <a:gd name="connsiteX12" fmla="*/ 12192000 w 12192000"/>
              <a:gd name="connsiteY12" fmla="*/ 6858000 h 6858000"/>
              <a:gd name="connsiteX13" fmla="*/ 0 w 12192000"/>
              <a:gd name="connsiteY13" fmla="*/ 6858000 h 6858000"/>
              <a:gd name="connsiteX14" fmla="*/ 0 w 12192000"/>
              <a:gd name="connsiteY14" fmla="*/ 0 h 6858000"/>
              <a:gd name="connsiteX0" fmla="*/ 646176 w 12192000"/>
              <a:gd name="connsiteY0" fmla="*/ 6430782 h 6858000"/>
              <a:gd name="connsiteX1" fmla="*/ 642366 w 12192000"/>
              <a:gd name="connsiteY1" fmla="*/ 6534807 h 6858000"/>
              <a:gd name="connsiteX2" fmla="*/ 1106175 w 12192000"/>
              <a:gd name="connsiteY2" fmla="*/ 6538617 h 6858000"/>
              <a:gd name="connsiteX3" fmla="*/ 1106175 w 12192000"/>
              <a:gd name="connsiteY3" fmla="*/ 6432687 h 6858000"/>
              <a:gd name="connsiteX4" fmla="*/ 646176 w 12192000"/>
              <a:gd name="connsiteY4" fmla="*/ 6430782 h 6858000"/>
              <a:gd name="connsiteX5" fmla="*/ 10136965 w 12192000"/>
              <a:gd name="connsiteY5" fmla="*/ 258041 h 6858000"/>
              <a:gd name="connsiteX6" fmla="*/ 10135695 w 12192000"/>
              <a:gd name="connsiteY6" fmla="*/ 1031751 h 6858000"/>
              <a:gd name="connsiteX7" fmla="*/ 11907839 w 12192000"/>
              <a:gd name="connsiteY7" fmla="*/ 1031116 h 6858000"/>
              <a:gd name="connsiteX8" fmla="*/ 11907839 w 12192000"/>
              <a:gd name="connsiteY8" fmla="*/ 258041 h 6858000"/>
              <a:gd name="connsiteX9" fmla="*/ 10136965 w 12192000"/>
              <a:gd name="connsiteY9" fmla="*/ 258041 h 6858000"/>
              <a:gd name="connsiteX10" fmla="*/ 0 w 12192000"/>
              <a:gd name="connsiteY10" fmla="*/ 0 h 6858000"/>
              <a:gd name="connsiteX11" fmla="*/ 12192000 w 12192000"/>
              <a:gd name="connsiteY11" fmla="*/ 0 h 6858000"/>
              <a:gd name="connsiteX12" fmla="*/ 12192000 w 12192000"/>
              <a:gd name="connsiteY12" fmla="*/ 6858000 h 6858000"/>
              <a:gd name="connsiteX13" fmla="*/ 0 w 12192000"/>
              <a:gd name="connsiteY13" fmla="*/ 6858000 h 6858000"/>
              <a:gd name="connsiteX14" fmla="*/ 0 w 12192000"/>
              <a:gd name="connsiteY14" fmla="*/ 0 h 6858000"/>
              <a:gd name="connsiteX0" fmla="*/ 646176 w 12192000"/>
              <a:gd name="connsiteY0" fmla="*/ 6430782 h 6858000"/>
              <a:gd name="connsiteX1" fmla="*/ 642366 w 12192000"/>
              <a:gd name="connsiteY1" fmla="*/ 6534807 h 6858000"/>
              <a:gd name="connsiteX2" fmla="*/ 1106175 w 12192000"/>
              <a:gd name="connsiteY2" fmla="*/ 6538617 h 6858000"/>
              <a:gd name="connsiteX3" fmla="*/ 1106175 w 12192000"/>
              <a:gd name="connsiteY3" fmla="*/ 6428877 h 6858000"/>
              <a:gd name="connsiteX4" fmla="*/ 646176 w 12192000"/>
              <a:gd name="connsiteY4" fmla="*/ 6430782 h 6858000"/>
              <a:gd name="connsiteX5" fmla="*/ 10136965 w 12192000"/>
              <a:gd name="connsiteY5" fmla="*/ 258041 h 6858000"/>
              <a:gd name="connsiteX6" fmla="*/ 10135695 w 12192000"/>
              <a:gd name="connsiteY6" fmla="*/ 1031751 h 6858000"/>
              <a:gd name="connsiteX7" fmla="*/ 11907839 w 12192000"/>
              <a:gd name="connsiteY7" fmla="*/ 1031116 h 6858000"/>
              <a:gd name="connsiteX8" fmla="*/ 11907839 w 12192000"/>
              <a:gd name="connsiteY8" fmla="*/ 258041 h 6858000"/>
              <a:gd name="connsiteX9" fmla="*/ 10136965 w 12192000"/>
              <a:gd name="connsiteY9" fmla="*/ 258041 h 6858000"/>
              <a:gd name="connsiteX10" fmla="*/ 0 w 12192000"/>
              <a:gd name="connsiteY10" fmla="*/ 0 h 6858000"/>
              <a:gd name="connsiteX11" fmla="*/ 12192000 w 12192000"/>
              <a:gd name="connsiteY11" fmla="*/ 0 h 6858000"/>
              <a:gd name="connsiteX12" fmla="*/ 12192000 w 12192000"/>
              <a:gd name="connsiteY12" fmla="*/ 6858000 h 6858000"/>
              <a:gd name="connsiteX13" fmla="*/ 0 w 12192000"/>
              <a:gd name="connsiteY13" fmla="*/ 6858000 h 6858000"/>
              <a:gd name="connsiteX14" fmla="*/ 0 w 12192000"/>
              <a:gd name="connsiteY14" fmla="*/ 0 h 6858000"/>
              <a:gd name="connsiteX0" fmla="*/ 646176 w 12192000"/>
              <a:gd name="connsiteY0" fmla="*/ 6430782 h 6858000"/>
              <a:gd name="connsiteX1" fmla="*/ 642366 w 12192000"/>
              <a:gd name="connsiteY1" fmla="*/ 6534807 h 6858000"/>
              <a:gd name="connsiteX2" fmla="*/ 1106175 w 12192000"/>
              <a:gd name="connsiteY2" fmla="*/ 6538617 h 6858000"/>
              <a:gd name="connsiteX3" fmla="*/ 1106175 w 12192000"/>
              <a:gd name="connsiteY3" fmla="*/ 6430782 h 6858000"/>
              <a:gd name="connsiteX4" fmla="*/ 646176 w 12192000"/>
              <a:gd name="connsiteY4" fmla="*/ 6430782 h 6858000"/>
              <a:gd name="connsiteX5" fmla="*/ 10136965 w 12192000"/>
              <a:gd name="connsiteY5" fmla="*/ 258041 h 6858000"/>
              <a:gd name="connsiteX6" fmla="*/ 10135695 w 12192000"/>
              <a:gd name="connsiteY6" fmla="*/ 1031751 h 6858000"/>
              <a:gd name="connsiteX7" fmla="*/ 11907839 w 12192000"/>
              <a:gd name="connsiteY7" fmla="*/ 1031116 h 6858000"/>
              <a:gd name="connsiteX8" fmla="*/ 11907839 w 12192000"/>
              <a:gd name="connsiteY8" fmla="*/ 258041 h 6858000"/>
              <a:gd name="connsiteX9" fmla="*/ 10136965 w 12192000"/>
              <a:gd name="connsiteY9" fmla="*/ 258041 h 6858000"/>
              <a:gd name="connsiteX10" fmla="*/ 0 w 12192000"/>
              <a:gd name="connsiteY10" fmla="*/ 0 h 6858000"/>
              <a:gd name="connsiteX11" fmla="*/ 12192000 w 12192000"/>
              <a:gd name="connsiteY11" fmla="*/ 0 h 6858000"/>
              <a:gd name="connsiteX12" fmla="*/ 12192000 w 12192000"/>
              <a:gd name="connsiteY12" fmla="*/ 6858000 h 6858000"/>
              <a:gd name="connsiteX13" fmla="*/ 0 w 12192000"/>
              <a:gd name="connsiteY13" fmla="*/ 6858000 h 6858000"/>
              <a:gd name="connsiteX14" fmla="*/ 0 w 12192000"/>
              <a:gd name="connsiteY14" fmla="*/ 0 h 6858000"/>
              <a:gd name="connsiteX0" fmla="*/ 646176 w 12192000"/>
              <a:gd name="connsiteY0" fmla="*/ 6430782 h 6858000"/>
              <a:gd name="connsiteX1" fmla="*/ 642366 w 12192000"/>
              <a:gd name="connsiteY1" fmla="*/ 6534807 h 6858000"/>
              <a:gd name="connsiteX2" fmla="*/ 1106175 w 12192000"/>
              <a:gd name="connsiteY2" fmla="*/ 6536712 h 6858000"/>
              <a:gd name="connsiteX3" fmla="*/ 1106175 w 12192000"/>
              <a:gd name="connsiteY3" fmla="*/ 6430782 h 6858000"/>
              <a:gd name="connsiteX4" fmla="*/ 646176 w 12192000"/>
              <a:gd name="connsiteY4" fmla="*/ 6430782 h 6858000"/>
              <a:gd name="connsiteX5" fmla="*/ 10136965 w 12192000"/>
              <a:gd name="connsiteY5" fmla="*/ 258041 h 6858000"/>
              <a:gd name="connsiteX6" fmla="*/ 10135695 w 12192000"/>
              <a:gd name="connsiteY6" fmla="*/ 1031751 h 6858000"/>
              <a:gd name="connsiteX7" fmla="*/ 11907839 w 12192000"/>
              <a:gd name="connsiteY7" fmla="*/ 1031116 h 6858000"/>
              <a:gd name="connsiteX8" fmla="*/ 11907839 w 12192000"/>
              <a:gd name="connsiteY8" fmla="*/ 258041 h 6858000"/>
              <a:gd name="connsiteX9" fmla="*/ 10136965 w 12192000"/>
              <a:gd name="connsiteY9" fmla="*/ 258041 h 6858000"/>
              <a:gd name="connsiteX10" fmla="*/ 0 w 12192000"/>
              <a:gd name="connsiteY10" fmla="*/ 0 h 6858000"/>
              <a:gd name="connsiteX11" fmla="*/ 12192000 w 12192000"/>
              <a:gd name="connsiteY11" fmla="*/ 0 h 6858000"/>
              <a:gd name="connsiteX12" fmla="*/ 12192000 w 12192000"/>
              <a:gd name="connsiteY12" fmla="*/ 6858000 h 6858000"/>
              <a:gd name="connsiteX13" fmla="*/ 0 w 12192000"/>
              <a:gd name="connsiteY13" fmla="*/ 6858000 h 6858000"/>
              <a:gd name="connsiteX14" fmla="*/ 0 w 12192000"/>
              <a:gd name="connsiteY14" fmla="*/ 0 h 6858000"/>
              <a:gd name="connsiteX0" fmla="*/ 646176 w 12192000"/>
              <a:gd name="connsiteY0" fmla="*/ 6430782 h 6858000"/>
              <a:gd name="connsiteX1" fmla="*/ 644271 w 12192000"/>
              <a:gd name="connsiteY1" fmla="*/ 6534807 h 6858000"/>
              <a:gd name="connsiteX2" fmla="*/ 1106175 w 12192000"/>
              <a:gd name="connsiteY2" fmla="*/ 6536712 h 6858000"/>
              <a:gd name="connsiteX3" fmla="*/ 1106175 w 12192000"/>
              <a:gd name="connsiteY3" fmla="*/ 6430782 h 6858000"/>
              <a:gd name="connsiteX4" fmla="*/ 646176 w 12192000"/>
              <a:gd name="connsiteY4" fmla="*/ 6430782 h 6858000"/>
              <a:gd name="connsiteX5" fmla="*/ 10136965 w 12192000"/>
              <a:gd name="connsiteY5" fmla="*/ 258041 h 6858000"/>
              <a:gd name="connsiteX6" fmla="*/ 10135695 w 12192000"/>
              <a:gd name="connsiteY6" fmla="*/ 1031751 h 6858000"/>
              <a:gd name="connsiteX7" fmla="*/ 11907839 w 12192000"/>
              <a:gd name="connsiteY7" fmla="*/ 1031116 h 6858000"/>
              <a:gd name="connsiteX8" fmla="*/ 11907839 w 12192000"/>
              <a:gd name="connsiteY8" fmla="*/ 258041 h 6858000"/>
              <a:gd name="connsiteX9" fmla="*/ 10136965 w 12192000"/>
              <a:gd name="connsiteY9" fmla="*/ 258041 h 6858000"/>
              <a:gd name="connsiteX10" fmla="*/ 0 w 12192000"/>
              <a:gd name="connsiteY10" fmla="*/ 0 h 6858000"/>
              <a:gd name="connsiteX11" fmla="*/ 12192000 w 12192000"/>
              <a:gd name="connsiteY11" fmla="*/ 0 h 6858000"/>
              <a:gd name="connsiteX12" fmla="*/ 12192000 w 12192000"/>
              <a:gd name="connsiteY12" fmla="*/ 6858000 h 6858000"/>
              <a:gd name="connsiteX13" fmla="*/ 0 w 12192000"/>
              <a:gd name="connsiteY13" fmla="*/ 6858000 h 6858000"/>
              <a:gd name="connsiteX14" fmla="*/ 0 w 12192000"/>
              <a:gd name="connsiteY14" fmla="*/ 0 h 6858000"/>
              <a:gd name="connsiteX0" fmla="*/ 644271 w 12192000"/>
              <a:gd name="connsiteY0" fmla="*/ 6430782 h 6858000"/>
              <a:gd name="connsiteX1" fmla="*/ 644271 w 12192000"/>
              <a:gd name="connsiteY1" fmla="*/ 6534807 h 6858000"/>
              <a:gd name="connsiteX2" fmla="*/ 1106175 w 12192000"/>
              <a:gd name="connsiteY2" fmla="*/ 6536712 h 6858000"/>
              <a:gd name="connsiteX3" fmla="*/ 1106175 w 12192000"/>
              <a:gd name="connsiteY3" fmla="*/ 6430782 h 6858000"/>
              <a:gd name="connsiteX4" fmla="*/ 644271 w 12192000"/>
              <a:gd name="connsiteY4" fmla="*/ 6430782 h 6858000"/>
              <a:gd name="connsiteX5" fmla="*/ 10136965 w 12192000"/>
              <a:gd name="connsiteY5" fmla="*/ 258041 h 6858000"/>
              <a:gd name="connsiteX6" fmla="*/ 10135695 w 12192000"/>
              <a:gd name="connsiteY6" fmla="*/ 1031751 h 6858000"/>
              <a:gd name="connsiteX7" fmla="*/ 11907839 w 12192000"/>
              <a:gd name="connsiteY7" fmla="*/ 1031116 h 6858000"/>
              <a:gd name="connsiteX8" fmla="*/ 11907839 w 12192000"/>
              <a:gd name="connsiteY8" fmla="*/ 258041 h 6858000"/>
              <a:gd name="connsiteX9" fmla="*/ 10136965 w 12192000"/>
              <a:gd name="connsiteY9" fmla="*/ 258041 h 6858000"/>
              <a:gd name="connsiteX10" fmla="*/ 0 w 12192000"/>
              <a:gd name="connsiteY10" fmla="*/ 0 h 6858000"/>
              <a:gd name="connsiteX11" fmla="*/ 12192000 w 12192000"/>
              <a:gd name="connsiteY11" fmla="*/ 0 h 6858000"/>
              <a:gd name="connsiteX12" fmla="*/ 12192000 w 12192000"/>
              <a:gd name="connsiteY12" fmla="*/ 6858000 h 6858000"/>
              <a:gd name="connsiteX13" fmla="*/ 0 w 12192000"/>
              <a:gd name="connsiteY13" fmla="*/ 6858000 h 6858000"/>
              <a:gd name="connsiteX14" fmla="*/ 0 w 12192000"/>
              <a:gd name="connsiteY14" fmla="*/ 0 h 6858000"/>
              <a:gd name="connsiteX0" fmla="*/ 644271 w 12192000"/>
              <a:gd name="connsiteY0" fmla="*/ 6430782 h 6858000"/>
              <a:gd name="connsiteX1" fmla="*/ 644271 w 12192000"/>
              <a:gd name="connsiteY1" fmla="*/ 6534807 h 6858000"/>
              <a:gd name="connsiteX2" fmla="*/ 1106175 w 12192000"/>
              <a:gd name="connsiteY2" fmla="*/ 6536712 h 6858000"/>
              <a:gd name="connsiteX3" fmla="*/ 1106175 w 12192000"/>
              <a:gd name="connsiteY3" fmla="*/ 6430782 h 6858000"/>
              <a:gd name="connsiteX4" fmla="*/ 644271 w 12192000"/>
              <a:gd name="connsiteY4" fmla="*/ 6430782 h 6858000"/>
              <a:gd name="connsiteX5" fmla="*/ 10136965 w 12192000"/>
              <a:gd name="connsiteY5" fmla="*/ 258041 h 6858000"/>
              <a:gd name="connsiteX6" fmla="*/ 10135695 w 12192000"/>
              <a:gd name="connsiteY6" fmla="*/ 1031751 h 6858000"/>
              <a:gd name="connsiteX7" fmla="*/ 11907839 w 12192000"/>
              <a:gd name="connsiteY7" fmla="*/ 1031116 h 6858000"/>
              <a:gd name="connsiteX8" fmla="*/ 11907839 w 12192000"/>
              <a:gd name="connsiteY8" fmla="*/ 258041 h 6858000"/>
              <a:gd name="connsiteX9" fmla="*/ 10136965 w 12192000"/>
              <a:gd name="connsiteY9" fmla="*/ 258041 h 6858000"/>
              <a:gd name="connsiteX10" fmla="*/ 0 w 12192000"/>
              <a:gd name="connsiteY10" fmla="*/ 0 h 6858000"/>
              <a:gd name="connsiteX11" fmla="*/ 12192000 w 12192000"/>
              <a:gd name="connsiteY11" fmla="*/ 0 h 6858000"/>
              <a:gd name="connsiteX12" fmla="*/ 12192000 w 12192000"/>
              <a:gd name="connsiteY12" fmla="*/ 6858000 h 6858000"/>
              <a:gd name="connsiteX13" fmla="*/ 0 w 12192000"/>
              <a:gd name="connsiteY13" fmla="*/ 6858000 h 6858000"/>
              <a:gd name="connsiteX14" fmla="*/ 0 w 12192000"/>
              <a:gd name="connsiteY14" fmla="*/ 0 h 6858000"/>
              <a:gd name="connsiteX0" fmla="*/ 489966 w 12192000"/>
              <a:gd name="connsiteY0" fmla="*/ 6280287 h 6858000"/>
              <a:gd name="connsiteX1" fmla="*/ 644271 w 12192000"/>
              <a:gd name="connsiteY1" fmla="*/ 6534807 h 6858000"/>
              <a:gd name="connsiteX2" fmla="*/ 1106175 w 12192000"/>
              <a:gd name="connsiteY2" fmla="*/ 6536712 h 6858000"/>
              <a:gd name="connsiteX3" fmla="*/ 1106175 w 12192000"/>
              <a:gd name="connsiteY3" fmla="*/ 6430782 h 6858000"/>
              <a:gd name="connsiteX4" fmla="*/ 489966 w 12192000"/>
              <a:gd name="connsiteY4" fmla="*/ 6280287 h 6858000"/>
              <a:gd name="connsiteX5" fmla="*/ 10136965 w 12192000"/>
              <a:gd name="connsiteY5" fmla="*/ 258041 h 6858000"/>
              <a:gd name="connsiteX6" fmla="*/ 10135695 w 12192000"/>
              <a:gd name="connsiteY6" fmla="*/ 1031751 h 6858000"/>
              <a:gd name="connsiteX7" fmla="*/ 11907839 w 12192000"/>
              <a:gd name="connsiteY7" fmla="*/ 1031116 h 6858000"/>
              <a:gd name="connsiteX8" fmla="*/ 11907839 w 12192000"/>
              <a:gd name="connsiteY8" fmla="*/ 258041 h 6858000"/>
              <a:gd name="connsiteX9" fmla="*/ 10136965 w 12192000"/>
              <a:gd name="connsiteY9" fmla="*/ 258041 h 6858000"/>
              <a:gd name="connsiteX10" fmla="*/ 0 w 12192000"/>
              <a:gd name="connsiteY10" fmla="*/ 0 h 6858000"/>
              <a:gd name="connsiteX11" fmla="*/ 12192000 w 12192000"/>
              <a:gd name="connsiteY11" fmla="*/ 0 h 6858000"/>
              <a:gd name="connsiteX12" fmla="*/ 12192000 w 12192000"/>
              <a:gd name="connsiteY12" fmla="*/ 6858000 h 6858000"/>
              <a:gd name="connsiteX13" fmla="*/ 0 w 12192000"/>
              <a:gd name="connsiteY13" fmla="*/ 6858000 h 6858000"/>
              <a:gd name="connsiteX14" fmla="*/ 0 w 12192000"/>
              <a:gd name="connsiteY14" fmla="*/ 0 h 6858000"/>
              <a:gd name="connsiteX0" fmla="*/ 489966 w 12192000"/>
              <a:gd name="connsiteY0" fmla="*/ 6280287 h 6858000"/>
              <a:gd name="connsiteX1" fmla="*/ 644271 w 12192000"/>
              <a:gd name="connsiteY1" fmla="*/ 6534807 h 6858000"/>
              <a:gd name="connsiteX2" fmla="*/ 1106175 w 12192000"/>
              <a:gd name="connsiteY2" fmla="*/ 6536712 h 6858000"/>
              <a:gd name="connsiteX3" fmla="*/ 951870 w 12192000"/>
              <a:gd name="connsiteY3" fmla="*/ 6278382 h 6858000"/>
              <a:gd name="connsiteX4" fmla="*/ 489966 w 12192000"/>
              <a:gd name="connsiteY4" fmla="*/ 6280287 h 6858000"/>
              <a:gd name="connsiteX5" fmla="*/ 10136965 w 12192000"/>
              <a:gd name="connsiteY5" fmla="*/ 258041 h 6858000"/>
              <a:gd name="connsiteX6" fmla="*/ 10135695 w 12192000"/>
              <a:gd name="connsiteY6" fmla="*/ 1031751 h 6858000"/>
              <a:gd name="connsiteX7" fmla="*/ 11907839 w 12192000"/>
              <a:gd name="connsiteY7" fmla="*/ 1031116 h 6858000"/>
              <a:gd name="connsiteX8" fmla="*/ 11907839 w 12192000"/>
              <a:gd name="connsiteY8" fmla="*/ 258041 h 6858000"/>
              <a:gd name="connsiteX9" fmla="*/ 10136965 w 12192000"/>
              <a:gd name="connsiteY9" fmla="*/ 258041 h 6858000"/>
              <a:gd name="connsiteX10" fmla="*/ 0 w 12192000"/>
              <a:gd name="connsiteY10" fmla="*/ 0 h 6858000"/>
              <a:gd name="connsiteX11" fmla="*/ 12192000 w 12192000"/>
              <a:gd name="connsiteY11" fmla="*/ 0 h 6858000"/>
              <a:gd name="connsiteX12" fmla="*/ 12192000 w 12192000"/>
              <a:gd name="connsiteY12" fmla="*/ 6858000 h 6858000"/>
              <a:gd name="connsiteX13" fmla="*/ 0 w 12192000"/>
              <a:gd name="connsiteY13" fmla="*/ 6858000 h 6858000"/>
              <a:gd name="connsiteX14" fmla="*/ 0 w 12192000"/>
              <a:gd name="connsiteY14" fmla="*/ 0 h 6858000"/>
              <a:gd name="connsiteX0" fmla="*/ 489966 w 12192000"/>
              <a:gd name="connsiteY0" fmla="*/ 6280287 h 6858000"/>
              <a:gd name="connsiteX1" fmla="*/ 644271 w 12192000"/>
              <a:gd name="connsiteY1" fmla="*/ 6534807 h 6858000"/>
              <a:gd name="connsiteX2" fmla="*/ 1106175 w 12192000"/>
              <a:gd name="connsiteY2" fmla="*/ 6536712 h 6858000"/>
              <a:gd name="connsiteX3" fmla="*/ 951870 w 12192000"/>
              <a:gd name="connsiteY3" fmla="*/ 6278382 h 6858000"/>
              <a:gd name="connsiteX4" fmla="*/ 489966 w 12192000"/>
              <a:gd name="connsiteY4" fmla="*/ 6280287 h 6858000"/>
              <a:gd name="connsiteX5" fmla="*/ 10136965 w 12192000"/>
              <a:gd name="connsiteY5" fmla="*/ 258041 h 6858000"/>
              <a:gd name="connsiteX6" fmla="*/ 10135695 w 12192000"/>
              <a:gd name="connsiteY6" fmla="*/ 1031751 h 6858000"/>
              <a:gd name="connsiteX7" fmla="*/ 11907839 w 12192000"/>
              <a:gd name="connsiteY7" fmla="*/ 1031116 h 6858000"/>
              <a:gd name="connsiteX8" fmla="*/ 11907839 w 12192000"/>
              <a:gd name="connsiteY8" fmla="*/ 258041 h 6858000"/>
              <a:gd name="connsiteX9" fmla="*/ 10136965 w 12192000"/>
              <a:gd name="connsiteY9" fmla="*/ 258041 h 6858000"/>
              <a:gd name="connsiteX10" fmla="*/ 0 w 12192000"/>
              <a:gd name="connsiteY10" fmla="*/ 0 h 6858000"/>
              <a:gd name="connsiteX11" fmla="*/ 12192000 w 12192000"/>
              <a:gd name="connsiteY11" fmla="*/ 0 h 6858000"/>
              <a:gd name="connsiteX12" fmla="*/ 12192000 w 12192000"/>
              <a:gd name="connsiteY12" fmla="*/ 6858000 h 6858000"/>
              <a:gd name="connsiteX13" fmla="*/ 0 w 12192000"/>
              <a:gd name="connsiteY13" fmla="*/ 6858000 h 6858000"/>
              <a:gd name="connsiteX14" fmla="*/ 0 w 12192000"/>
              <a:gd name="connsiteY14" fmla="*/ 0 h 6858000"/>
              <a:gd name="connsiteX0" fmla="*/ 489966 w 12192000"/>
              <a:gd name="connsiteY0" fmla="*/ 6280287 h 6858000"/>
              <a:gd name="connsiteX1" fmla="*/ 644271 w 12192000"/>
              <a:gd name="connsiteY1" fmla="*/ 6534807 h 6858000"/>
              <a:gd name="connsiteX2" fmla="*/ 1106175 w 12192000"/>
              <a:gd name="connsiteY2" fmla="*/ 6536712 h 6858000"/>
              <a:gd name="connsiteX3" fmla="*/ 951870 w 12192000"/>
              <a:gd name="connsiteY3" fmla="*/ 6280287 h 6858000"/>
              <a:gd name="connsiteX4" fmla="*/ 489966 w 12192000"/>
              <a:gd name="connsiteY4" fmla="*/ 6280287 h 6858000"/>
              <a:gd name="connsiteX5" fmla="*/ 10136965 w 12192000"/>
              <a:gd name="connsiteY5" fmla="*/ 258041 h 6858000"/>
              <a:gd name="connsiteX6" fmla="*/ 10135695 w 12192000"/>
              <a:gd name="connsiteY6" fmla="*/ 1031751 h 6858000"/>
              <a:gd name="connsiteX7" fmla="*/ 11907839 w 12192000"/>
              <a:gd name="connsiteY7" fmla="*/ 1031116 h 6858000"/>
              <a:gd name="connsiteX8" fmla="*/ 11907839 w 12192000"/>
              <a:gd name="connsiteY8" fmla="*/ 258041 h 6858000"/>
              <a:gd name="connsiteX9" fmla="*/ 10136965 w 12192000"/>
              <a:gd name="connsiteY9" fmla="*/ 258041 h 6858000"/>
              <a:gd name="connsiteX10" fmla="*/ 0 w 12192000"/>
              <a:gd name="connsiteY10" fmla="*/ 0 h 6858000"/>
              <a:gd name="connsiteX11" fmla="*/ 12192000 w 12192000"/>
              <a:gd name="connsiteY11" fmla="*/ 0 h 6858000"/>
              <a:gd name="connsiteX12" fmla="*/ 12192000 w 12192000"/>
              <a:gd name="connsiteY12" fmla="*/ 6858000 h 6858000"/>
              <a:gd name="connsiteX13" fmla="*/ 0 w 12192000"/>
              <a:gd name="connsiteY13" fmla="*/ 6858000 h 6858000"/>
              <a:gd name="connsiteX14" fmla="*/ 0 w 12192000"/>
              <a:gd name="connsiteY14" fmla="*/ 0 h 6858000"/>
              <a:gd name="connsiteX0" fmla="*/ 489966 w 12192000"/>
              <a:gd name="connsiteY0" fmla="*/ 6280287 h 6858000"/>
              <a:gd name="connsiteX1" fmla="*/ 644271 w 12192000"/>
              <a:gd name="connsiteY1" fmla="*/ 6534807 h 6858000"/>
              <a:gd name="connsiteX2" fmla="*/ 953775 w 12192000"/>
              <a:gd name="connsiteY2" fmla="*/ 6384312 h 6858000"/>
              <a:gd name="connsiteX3" fmla="*/ 951870 w 12192000"/>
              <a:gd name="connsiteY3" fmla="*/ 6280287 h 6858000"/>
              <a:gd name="connsiteX4" fmla="*/ 489966 w 12192000"/>
              <a:gd name="connsiteY4" fmla="*/ 6280287 h 6858000"/>
              <a:gd name="connsiteX5" fmla="*/ 10136965 w 12192000"/>
              <a:gd name="connsiteY5" fmla="*/ 258041 h 6858000"/>
              <a:gd name="connsiteX6" fmla="*/ 10135695 w 12192000"/>
              <a:gd name="connsiteY6" fmla="*/ 1031751 h 6858000"/>
              <a:gd name="connsiteX7" fmla="*/ 11907839 w 12192000"/>
              <a:gd name="connsiteY7" fmla="*/ 1031116 h 6858000"/>
              <a:gd name="connsiteX8" fmla="*/ 11907839 w 12192000"/>
              <a:gd name="connsiteY8" fmla="*/ 258041 h 6858000"/>
              <a:gd name="connsiteX9" fmla="*/ 10136965 w 12192000"/>
              <a:gd name="connsiteY9" fmla="*/ 258041 h 6858000"/>
              <a:gd name="connsiteX10" fmla="*/ 0 w 12192000"/>
              <a:gd name="connsiteY10" fmla="*/ 0 h 6858000"/>
              <a:gd name="connsiteX11" fmla="*/ 12192000 w 12192000"/>
              <a:gd name="connsiteY11" fmla="*/ 0 h 6858000"/>
              <a:gd name="connsiteX12" fmla="*/ 12192000 w 12192000"/>
              <a:gd name="connsiteY12" fmla="*/ 6858000 h 6858000"/>
              <a:gd name="connsiteX13" fmla="*/ 0 w 12192000"/>
              <a:gd name="connsiteY13" fmla="*/ 6858000 h 6858000"/>
              <a:gd name="connsiteX14" fmla="*/ 0 w 12192000"/>
              <a:gd name="connsiteY14" fmla="*/ 0 h 6858000"/>
              <a:gd name="connsiteX0" fmla="*/ 489966 w 12192000"/>
              <a:gd name="connsiteY0" fmla="*/ 6280287 h 6858000"/>
              <a:gd name="connsiteX1" fmla="*/ 488061 w 12192000"/>
              <a:gd name="connsiteY1" fmla="*/ 6386217 h 6858000"/>
              <a:gd name="connsiteX2" fmla="*/ 953775 w 12192000"/>
              <a:gd name="connsiteY2" fmla="*/ 6384312 h 6858000"/>
              <a:gd name="connsiteX3" fmla="*/ 951870 w 12192000"/>
              <a:gd name="connsiteY3" fmla="*/ 6280287 h 6858000"/>
              <a:gd name="connsiteX4" fmla="*/ 489966 w 12192000"/>
              <a:gd name="connsiteY4" fmla="*/ 6280287 h 6858000"/>
              <a:gd name="connsiteX5" fmla="*/ 10136965 w 12192000"/>
              <a:gd name="connsiteY5" fmla="*/ 258041 h 6858000"/>
              <a:gd name="connsiteX6" fmla="*/ 10135695 w 12192000"/>
              <a:gd name="connsiteY6" fmla="*/ 1031751 h 6858000"/>
              <a:gd name="connsiteX7" fmla="*/ 11907839 w 12192000"/>
              <a:gd name="connsiteY7" fmla="*/ 1031116 h 6858000"/>
              <a:gd name="connsiteX8" fmla="*/ 11907839 w 12192000"/>
              <a:gd name="connsiteY8" fmla="*/ 258041 h 6858000"/>
              <a:gd name="connsiteX9" fmla="*/ 10136965 w 12192000"/>
              <a:gd name="connsiteY9" fmla="*/ 258041 h 6858000"/>
              <a:gd name="connsiteX10" fmla="*/ 0 w 12192000"/>
              <a:gd name="connsiteY10" fmla="*/ 0 h 6858000"/>
              <a:gd name="connsiteX11" fmla="*/ 12192000 w 12192000"/>
              <a:gd name="connsiteY11" fmla="*/ 0 h 6858000"/>
              <a:gd name="connsiteX12" fmla="*/ 12192000 w 12192000"/>
              <a:gd name="connsiteY12" fmla="*/ 6858000 h 6858000"/>
              <a:gd name="connsiteX13" fmla="*/ 0 w 12192000"/>
              <a:gd name="connsiteY13" fmla="*/ 6858000 h 6858000"/>
              <a:gd name="connsiteX14" fmla="*/ 0 w 12192000"/>
              <a:gd name="connsiteY14" fmla="*/ 0 h 6858000"/>
              <a:gd name="connsiteX0" fmla="*/ 489966 w 12192000"/>
              <a:gd name="connsiteY0" fmla="*/ 6280287 h 6858000"/>
              <a:gd name="connsiteX1" fmla="*/ 488061 w 12192000"/>
              <a:gd name="connsiteY1" fmla="*/ 6386217 h 6858000"/>
              <a:gd name="connsiteX2" fmla="*/ 953775 w 12192000"/>
              <a:gd name="connsiteY2" fmla="*/ 6386217 h 6858000"/>
              <a:gd name="connsiteX3" fmla="*/ 951870 w 12192000"/>
              <a:gd name="connsiteY3" fmla="*/ 6280287 h 6858000"/>
              <a:gd name="connsiteX4" fmla="*/ 489966 w 12192000"/>
              <a:gd name="connsiteY4" fmla="*/ 6280287 h 6858000"/>
              <a:gd name="connsiteX5" fmla="*/ 10136965 w 12192000"/>
              <a:gd name="connsiteY5" fmla="*/ 258041 h 6858000"/>
              <a:gd name="connsiteX6" fmla="*/ 10135695 w 12192000"/>
              <a:gd name="connsiteY6" fmla="*/ 1031751 h 6858000"/>
              <a:gd name="connsiteX7" fmla="*/ 11907839 w 12192000"/>
              <a:gd name="connsiteY7" fmla="*/ 1031116 h 6858000"/>
              <a:gd name="connsiteX8" fmla="*/ 11907839 w 12192000"/>
              <a:gd name="connsiteY8" fmla="*/ 258041 h 6858000"/>
              <a:gd name="connsiteX9" fmla="*/ 10136965 w 12192000"/>
              <a:gd name="connsiteY9" fmla="*/ 258041 h 6858000"/>
              <a:gd name="connsiteX10" fmla="*/ 0 w 12192000"/>
              <a:gd name="connsiteY10" fmla="*/ 0 h 6858000"/>
              <a:gd name="connsiteX11" fmla="*/ 12192000 w 12192000"/>
              <a:gd name="connsiteY11" fmla="*/ 0 h 6858000"/>
              <a:gd name="connsiteX12" fmla="*/ 12192000 w 12192000"/>
              <a:gd name="connsiteY12" fmla="*/ 6858000 h 6858000"/>
              <a:gd name="connsiteX13" fmla="*/ 0 w 12192000"/>
              <a:gd name="connsiteY13" fmla="*/ 6858000 h 6858000"/>
              <a:gd name="connsiteX14" fmla="*/ 0 w 12192000"/>
              <a:gd name="connsiteY14" fmla="*/ 0 h 6858000"/>
              <a:gd name="connsiteX0" fmla="*/ 489966 w 12192000"/>
              <a:gd name="connsiteY0" fmla="*/ 6280287 h 6858000"/>
              <a:gd name="connsiteX1" fmla="*/ 488061 w 12192000"/>
              <a:gd name="connsiteY1" fmla="*/ 6386217 h 6858000"/>
              <a:gd name="connsiteX2" fmla="*/ 951870 w 12192000"/>
              <a:gd name="connsiteY2" fmla="*/ 6386217 h 6858000"/>
              <a:gd name="connsiteX3" fmla="*/ 951870 w 12192000"/>
              <a:gd name="connsiteY3" fmla="*/ 6280287 h 6858000"/>
              <a:gd name="connsiteX4" fmla="*/ 489966 w 12192000"/>
              <a:gd name="connsiteY4" fmla="*/ 6280287 h 6858000"/>
              <a:gd name="connsiteX5" fmla="*/ 10136965 w 12192000"/>
              <a:gd name="connsiteY5" fmla="*/ 258041 h 6858000"/>
              <a:gd name="connsiteX6" fmla="*/ 10135695 w 12192000"/>
              <a:gd name="connsiteY6" fmla="*/ 1031751 h 6858000"/>
              <a:gd name="connsiteX7" fmla="*/ 11907839 w 12192000"/>
              <a:gd name="connsiteY7" fmla="*/ 1031116 h 6858000"/>
              <a:gd name="connsiteX8" fmla="*/ 11907839 w 12192000"/>
              <a:gd name="connsiteY8" fmla="*/ 258041 h 6858000"/>
              <a:gd name="connsiteX9" fmla="*/ 10136965 w 12192000"/>
              <a:gd name="connsiteY9" fmla="*/ 258041 h 6858000"/>
              <a:gd name="connsiteX10" fmla="*/ 0 w 12192000"/>
              <a:gd name="connsiteY10" fmla="*/ 0 h 6858000"/>
              <a:gd name="connsiteX11" fmla="*/ 12192000 w 12192000"/>
              <a:gd name="connsiteY11" fmla="*/ 0 h 6858000"/>
              <a:gd name="connsiteX12" fmla="*/ 12192000 w 12192000"/>
              <a:gd name="connsiteY12" fmla="*/ 6858000 h 6858000"/>
              <a:gd name="connsiteX13" fmla="*/ 0 w 12192000"/>
              <a:gd name="connsiteY13" fmla="*/ 6858000 h 6858000"/>
              <a:gd name="connsiteX14" fmla="*/ 0 w 12192000"/>
              <a:gd name="connsiteY14" fmla="*/ 0 h 6858000"/>
              <a:gd name="connsiteX0" fmla="*/ 489966 w 12192000"/>
              <a:gd name="connsiteY0" fmla="*/ 6280287 h 6858000"/>
              <a:gd name="connsiteX1" fmla="*/ 488061 w 12192000"/>
              <a:gd name="connsiteY1" fmla="*/ 6386217 h 6858000"/>
              <a:gd name="connsiteX2" fmla="*/ 951870 w 12192000"/>
              <a:gd name="connsiteY2" fmla="*/ 6386217 h 6858000"/>
              <a:gd name="connsiteX3" fmla="*/ 951870 w 12192000"/>
              <a:gd name="connsiteY3" fmla="*/ 6280287 h 6858000"/>
              <a:gd name="connsiteX4" fmla="*/ 489966 w 12192000"/>
              <a:gd name="connsiteY4" fmla="*/ 6280287 h 6858000"/>
              <a:gd name="connsiteX5" fmla="*/ 10136965 w 12192000"/>
              <a:gd name="connsiteY5" fmla="*/ 258041 h 6858000"/>
              <a:gd name="connsiteX6" fmla="*/ 10135695 w 12192000"/>
              <a:gd name="connsiteY6" fmla="*/ 1031751 h 6858000"/>
              <a:gd name="connsiteX7" fmla="*/ 11907839 w 12192000"/>
              <a:gd name="connsiteY7" fmla="*/ 1031116 h 6858000"/>
              <a:gd name="connsiteX8" fmla="*/ 11904029 w 12192000"/>
              <a:gd name="connsiteY8" fmla="*/ 271376 h 6858000"/>
              <a:gd name="connsiteX9" fmla="*/ 10136965 w 12192000"/>
              <a:gd name="connsiteY9" fmla="*/ 258041 h 6858000"/>
              <a:gd name="connsiteX10" fmla="*/ 0 w 12192000"/>
              <a:gd name="connsiteY10" fmla="*/ 0 h 6858000"/>
              <a:gd name="connsiteX11" fmla="*/ 12192000 w 12192000"/>
              <a:gd name="connsiteY11" fmla="*/ 0 h 6858000"/>
              <a:gd name="connsiteX12" fmla="*/ 12192000 w 12192000"/>
              <a:gd name="connsiteY12" fmla="*/ 6858000 h 6858000"/>
              <a:gd name="connsiteX13" fmla="*/ 0 w 12192000"/>
              <a:gd name="connsiteY13" fmla="*/ 6858000 h 6858000"/>
              <a:gd name="connsiteX14" fmla="*/ 0 w 12192000"/>
              <a:gd name="connsiteY14" fmla="*/ 0 h 6858000"/>
              <a:gd name="connsiteX0" fmla="*/ 489966 w 12192000"/>
              <a:gd name="connsiteY0" fmla="*/ 6280287 h 6858000"/>
              <a:gd name="connsiteX1" fmla="*/ 488061 w 12192000"/>
              <a:gd name="connsiteY1" fmla="*/ 6386217 h 6858000"/>
              <a:gd name="connsiteX2" fmla="*/ 951870 w 12192000"/>
              <a:gd name="connsiteY2" fmla="*/ 6386217 h 6858000"/>
              <a:gd name="connsiteX3" fmla="*/ 951870 w 12192000"/>
              <a:gd name="connsiteY3" fmla="*/ 6280287 h 6858000"/>
              <a:gd name="connsiteX4" fmla="*/ 489966 w 12192000"/>
              <a:gd name="connsiteY4" fmla="*/ 6280287 h 6858000"/>
              <a:gd name="connsiteX5" fmla="*/ 10136965 w 12192000"/>
              <a:gd name="connsiteY5" fmla="*/ 258041 h 6858000"/>
              <a:gd name="connsiteX6" fmla="*/ 10135695 w 12192000"/>
              <a:gd name="connsiteY6" fmla="*/ 1031751 h 6858000"/>
              <a:gd name="connsiteX7" fmla="*/ 11907839 w 12192000"/>
              <a:gd name="connsiteY7" fmla="*/ 1031116 h 6858000"/>
              <a:gd name="connsiteX8" fmla="*/ 11751629 w 12192000"/>
              <a:gd name="connsiteY8" fmla="*/ 419966 h 6858000"/>
              <a:gd name="connsiteX9" fmla="*/ 10136965 w 12192000"/>
              <a:gd name="connsiteY9" fmla="*/ 258041 h 6858000"/>
              <a:gd name="connsiteX10" fmla="*/ 0 w 12192000"/>
              <a:gd name="connsiteY10" fmla="*/ 0 h 6858000"/>
              <a:gd name="connsiteX11" fmla="*/ 12192000 w 12192000"/>
              <a:gd name="connsiteY11" fmla="*/ 0 h 6858000"/>
              <a:gd name="connsiteX12" fmla="*/ 12192000 w 12192000"/>
              <a:gd name="connsiteY12" fmla="*/ 6858000 h 6858000"/>
              <a:gd name="connsiteX13" fmla="*/ 0 w 12192000"/>
              <a:gd name="connsiteY13" fmla="*/ 6858000 h 6858000"/>
              <a:gd name="connsiteX14" fmla="*/ 0 w 12192000"/>
              <a:gd name="connsiteY14" fmla="*/ 0 h 6858000"/>
              <a:gd name="connsiteX0" fmla="*/ 489966 w 12192000"/>
              <a:gd name="connsiteY0" fmla="*/ 6280287 h 6858000"/>
              <a:gd name="connsiteX1" fmla="*/ 488061 w 12192000"/>
              <a:gd name="connsiteY1" fmla="*/ 6386217 h 6858000"/>
              <a:gd name="connsiteX2" fmla="*/ 951870 w 12192000"/>
              <a:gd name="connsiteY2" fmla="*/ 6386217 h 6858000"/>
              <a:gd name="connsiteX3" fmla="*/ 951870 w 12192000"/>
              <a:gd name="connsiteY3" fmla="*/ 6280287 h 6858000"/>
              <a:gd name="connsiteX4" fmla="*/ 489966 w 12192000"/>
              <a:gd name="connsiteY4" fmla="*/ 6280287 h 6858000"/>
              <a:gd name="connsiteX5" fmla="*/ 10136965 w 12192000"/>
              <a:gd name="connsiteY5" fmla="*/ 258041 h 6858000"/>
              <a:gd name="connsiteX6" fmla="*/ 10135695 w 12192000"/>
              <a:gd name="connsiteY6" fmla="*/ 1031751 h 6858000"/>
              <a:gd name="connsiteX7" fmla="*/ 11907839 w 12192000"/>
              <a:gd name="connsiteY7" fmla="*/ 1031116 h 6858000"/>
              <a:gd name="connsiteX8" fmla="*/ 11902124 w 12192000"/>
              <a:gd name="connsiteY8" fmla="*/ 267566 h 6858000"/>
              <a:gd name="connsiteX9" fmla="*/ 10136965 w 12192000"/>
              <a:gd name="connsiteY9" fmla="*/ 258041 h 6858000"/>
              <a:gd name="connsiteX10" fmla="*/ 0 w 12192000"/>
              <a:gd name="connsiteY10" fmla="*/ 0 h 6858000"/>
              <a:gd name="connsiteX11" fmla="*/ 12192000 w 12192000"/>
              <a:gd name="connsiteY11" fmla="*/ 0 h 6858000"/>
              <a:gd name="connsiteX12" fmla="*/ 12192000 w 12192000"/>
              <a:gd name="connsiteY12" fmla="*/ 6858000 h 6858000"/>
              <a:gd name="connsiteX13" fmla="*/ 0 w 12192000"/>
              <a:gd name="connsiteY13" fmla="*/ 6858000 h 6858000"/>
              <a:gd name="connsiteX14" fmla="*/ 0 w 12192000"/>
              <a:gd name="connsiteY14" fmla="*/ 0 h 6858000"/>
              <a:gd name="connsiteX0" fmla="*/ 489966 w 12192000"/>
              <a:gd name="connsiteY0" fmla="*/ 6280287 h 6858000"/>
              <a:gd name="connsiteX1" fmla="*/ 488061 w 12192000"/>
              <a:gd name="connsiteY1" fmla="*/ 6386217 h 6858000"/>
              <a:gd name="connsiteX2" fmla="*/ 951870 w 12192000"/>
              <a:gd name="connsiteY2" fmla="*/ 6386217 h 6858000"/>
              <a:gd name="connsiteX3" fmla="*/ 951870 w 12192000"/>
              <a:gd name="connsiteY3" fmla="*/ 6280287 h 6858000"/>
              <a:gd name="connsiteX4" fmla="*/ 489966 w 12192000"/>
              <a:gd name="connsiteY4" fmla="*/ 6280287 h 6858000"/>
              <a:gd name="connsiteX5" fmla="*/ 10209355 w 12192000"/>
              <a:gd name="connsiteY5" fmla="*/ 319001 h 6858000"/>
              <a:gd name="connsiteX6" fmla="*/ 10135695 w 12192000"/>
              <a:gd name="connsiteY6" fmla="*/ 1031751 h 6858000"/>
              <a:gd name="connsiteX7" fmla="*/ 11907839 w 12192000"/>
              <a:gd name="connsiteY7" fmla="*/ 1031116 h 6858000"/>
              <a:gd name="connsiteX8" fmla="*/ 11902124 w 12192000"/>
              <a:gd name="connsiteY8" fmla="*/ 267566 h 6858000"/>
              <a:gd name="connsiteX9" fmla="*/ 10209355 w 12192000"/>
              <a:gd name="connsiteY9" fmla="*/ 319001 h 6858000"/>
              <a:gd name="connsiteX10" fmla="*/ 0 w 12192000"/>
              <a:gd name="connsiteY10" fmla="*/ 0 h 6858000"/>
              <a:gd name="connsiteX11" fmla="*/ 12192000 w 12192000"/>
              <a:gd name="connsiteY11" fmla="*/ 0 h 6858000"/>
              <a:gd name="connsiteX12" fmla="*/ 12192000 w 12192000"/>
              <a:gd name="connsiteY12" fmla="*/ 6858000 h 6858000"/>
              <a:gd name="connsiteX13" fmla="*/ 0 w 12192000"/>
              <a:gd name="connsiteY13" fmla="*/ 6858000 h 6858000"/>
              <a:gd name="connsiteX14" fmla="*/ 0 w 12192000"/>
              <a:gd name="connsiteY14" fmla="*/ 0 h 6858000"/>
              <a:gd name="connsiteX0" fmla="*/ 489966 w 12192000"/>
              <a:gd name="connsiteY0" fmla="*/ 6280287 h 6858000"/>
              <a:gd name="connsiteX1" fmla="*/ 488061 w 12192000"/>
              <a:gd name="connsiteY1" fmla="*/ 6386217 h 6858000"/>
              <a:gd name="connsiteX2" fmla="*/ 951870 w 12192000"/>
              <a:gd name="connsiteY2" fmla="*/ 6386217 h 6858000"/>
              <a:gd name="connsiteX3" fmla="*/ 951870 w 12192000"/>
              <a:gd name="connsiteY3" fmla="*/ 6280287 h 6858000"/>
              <a:gd name="connsiteX4" fmla="*/ 489966 w 12192000"/>
              <a:gd name="connsiteY4" fmla="*/ 6280287 h 6858000"/>
              <a:gd name="connsiteX5" fmla="*/ 10144585 w 12192000"/>
              <a:gd name="connsiteY5" fmla="*/ 269471 h 6858000"/>
              <a:gd name="connsiteX6" fmla="*/ 10135695 w 12192000"/>
              <a:gd name="connsiteY6" fmla="*/ 1031751 h 6858000"/>
              <a:gd name="connsiteX7" fmla="*/ 11907839 w 12192000"/>
              <a:gd name="connsiteY7" fmla="*/ 1031116 h 6858000"/>
              <a:gd name="connsiteX8" fmla="*/ 11902124 w 12192000"/>
              <a:gd name="connsiteY8" fmla="*/ 267566 h 6858000"/>
              <a:gd name="connsiteX9" fmla="*/ 10144585 w 12192000"/>
              <a:gd name="connsiteY9" fmla="*/ 269471 h 6858000"/>
              <a:gd name="connsiteX10" fmla="*/ 0 w 12192000"/>
              <a:gd name="connsiteY10" fmla="*/ 0 h 6858000"/>
              <a:gd name="connsiteX11" fmla="*/ 12192000 w 12192000"/>
              <a:gd name="connsiteY11" fmla="*/ 0 h 6858000"/>
              <a:gd name="connsiteX12" fmla="*/ 12192000 w 12192000"/>
              <a:gd name="connsiteY12" fmla="*/ 6858000 h 6858000"/>
              <a:gd name="connsiteX13" fmla="*/ 0 w 12192000"/>
              <a:gd name="connsiteY13" fmla="*/ 6858000 h 6858000"/>
              <a:gd name="connsiteX14" fmla="*/ 0 w 12192000"/>
              <a:gd name="connsiteY14" fmla="*/ 0 h 6858000"/>
              <a:gd name="connsiteX0" fmla="*/ 489966 w 12192000"/>
              <a:gd name="connsiteY0" fmla="*/ 6280287 h 6858000"/>
              <a:gd name="connsiteX1" fmla="*/ 488061 w 12192000"/>
              <a:gd name="connsiteY1" fmla="*/ 6386217 h 6858000"/>
              <a:gd name="connsiteX2" fmla="*/ 951870 w 12192000"/>
              <a:gd name="connsiteY2" fmla="*/ 6386217 h 6858000"/>
              <a:gd name="connsiteX3" fmla="*/ 951870 w 12192000"/>
              <a:gd name="connsiteY3" fmla="*/ 6280287 h 6858000"/>
              <a:gd name="connsiteX4" fmla="*/ 489966 w 12192000"/>
              <a:gd name="connsiteY4" fmla="*/ 6280287 h 6858000"/>
              <a:gd name="connsiteX5" fmla="*/ 10144585 w 12192000"/>
              <a:gd name="connsiteY5" fmla="*/ 269471 h 6858000"/>
              <a:gd name="connsiteX6" fmla="*/ 10215705 w 12192000"/>
              <a:gd name="connsiteY6" fmla="*/ 982221 h 6858000"/>
              <a:gd name="connsiteX7" fmla="*/ 11907839 w 12192000"/>
              <a:gd name="connsiteY7" fmla="*/ 1031116 h 6858000"/>
              <a:gd name="connsiteX8" fmla="*/ 11902124 w 12192000"/>
              <a:gd name="connsiteY8" fmla="*/ 267566 h 6858000"/>
              <a:gd name="connsiteX9" fmla="*/ 10144585 w 12192000"/>
              <a:gd name="connsiteY9" fmla="*/ 269471 h 6858000"/>
              <a:gd name="connsiteX10" fmla="*/ 0 w 12192000"/>
              <a:gd name="connsiteY10" fmla="*/ 0 h 6858000"/>
              <a:gd name="connsiteX11" fmla="*/ 12192000 w 12192000"/>
              <a:gd name="connsiteY11" fmla="*/ 0 h 6858000"/>
              <a:gd name="connsiteX12" fmla="*/ 12192000 w 12192000"/>
              <a:gd name="connsiteY12" fmla="*/ 6858000 h 6858000"/>
              <a:gd name="connsiteX13" fmla="*/ 0 w 12192000"/>
              <a:gd name="connsiteY13" fmla="*/ 6858000 h 6858000"/>
              <a:gd name="connsiteX14" fmla="*/ 0 w 12192000"/>
              <a:gd name="connsiteY14" fmla="*/ 0 h 6858000"/>
              <a:gd name="connsiteX0" fmla="*/ 489966 w 12192000"/>
              <a:gd name="connsiteY0" fmla="*/ 6280287 h 6858000"/>
              <a:gd name="connsiteX1" fmla="*/ 488061 w 12192000"/>
              <a:gd name="connsiteY1" fmla="*/ 6386217 h 6858000"/>
              <a:gd name="connsiteX2" fmla="*/ 951870 w 12192000"/>
              <a:gd name="connsiteY2" fmla="*/ 6386217 h 6858000"/>
              <a:gd name="connsiteX3" fmla="*/ 951870 w 12192000"/>
              <a:gd name="connsiteY3" fmla="*/ 6280287 h 6858000"/>
              <a:gd name="connsiteX4" fmla="*/ 489966 w 12192000"/>
              <a:gd name="connsiteY4" fmla="*/ 6280287 h 6858000"/>
              <a:gd name="connsiteX5" fmla="*/ 10144585 w 12192000"/>
              <a:gd name="connsiteY5" fmla="*/ 269471 h 6858000"/>
              <a:gd name="connsiteX6" fmla="*/ 10145220 w 12192000"/>
              <a:gd name="connsiteY6" fmla="*/ 1027941 h 6858000"/>
              <a:gd name="connsiteX7" fmla="*/ 11907839 w 12192000"/>
              <a:gd name="connsiteY7" fmla="*/ 1031116 h 6858000"/>
              <a:gd name="connsiteX8" fmla="*/ 11902124 w 12192000"/>
              <a:gd name="connsiteY8" fmla="*/ 267566 h 6858000"/>
              <a:gd name="connsiteX9" fmla="*/ 10144585 w 12192000"/>
              <a:gd name="connsiteY9" fmla="*/ 269471 h 6858000"/>
              <a:gd name="connsiteX10" fmla="*/ 0 w 12192000"/>
              <a:gd name="connsiteY10" fmla="*/ 0 h 6858000"/>
              <a:gd name="connsiteX11" fmla="*/ 12192000 w 12192000"/>
              <a:gd name="connsiteY11" fmla="*/ 0 h 6858000"/>
              <a:gd name="connsiteX12" fmla="*/ 12192000 w 12192000"/>
              <a:gd name="connsiteY12" fmla="*/ 6858000 h 6858000"/>
              <a:gd name="connsiteX13" fmla="*/ 0 w 12192000"/>
              <a:gd name="connsiteY13" fmla="*/ 6858000 h 6858000"/>
              <a:gd name="connsiteX14" fmla="*/ 0 w 12192000"/>
              <a:gd name="connsiteY14" fmla="*/ 0 h 6858000"/>
              <a:gd name="connsiteX0" fmla="*/ 489966 w 12192000"/>
              <a:gd name="connsiteY0" fmla="*/ 6280287 h 6858000"/>
              <a:gd name="connsiteX1" fmla="*/ 488061 w 12192000"/>
              <a:gd name="connsiteY1" fmla="*/ 6386217 h 6858000"/>
              <a:gd name="connsiteX2" fmla="*/ 951870 w 12192000"/>
              <a:gd name="connsiteY2" fmla="*/ 6386217 h 6858000"/>
              <a:gd name="connsiteX3" fmla="*/ 951870 w 12192000"/>
              <a:gd name="connsiteY3" fmla="*/ 6280287 h 6858000"/>
              <a:gd name="connsiteX4" fmla="*/ 489966 w 12192000"/>
              <a:gd name="connsiteY4" fmla="*/ 6280287 h 6858000"/>
              <a:gd name="connsiteX5" fmla="*/ 10144585 w 12192000"/>
              <a:gd name="connsiteY5" fmla="*/ 269471 h 6858000"/>
              <a:gd name="connsiteX6" fmla="*/ 10145220 w 12192000"/>
              <a:gd name="connsiteY6" fmla="*/ 1027941 h 6858000"/>
              <a:gd name="connsiteX7" fmla="*/ 11803064 w 12192000"/>
              <a:gd name="connsiteY7" fmla="*/ 954916 h 6858000"/>
              <a:gd name="connsiteX8" fmla="*/ 11902124 w 12192000"/>
              <a:gd name="connsiteY8" fmla="*/ 267566 h 6858000"/>
              <a:gd name="connsiteX9" fmla="*/ 10144585 w 12192000"/>
              <a:gd name="connsiteY9" fmla="*/ 269471 h 6858000"/>
              <a:gd name="connsiteX10" fmla="*/ 0 w 12192000"/>
              <a:gd name="connsiteY10" fmla="*/ 0 h 6858000"/>
              <a:gd name="connsiteX11" fmla="*/ 12192000 w 12192000"/>
              <a:gd name="connsiteY11" fmla="*/ 0 h 6858000"/>
              <a:gd name="connsiteX12" fmla="*/ 12192000 w 12192000"/>
              <a:gd name="connsiteY12" fmla="*/ 6858000 h 6858000"/>
              <a:gd name="connsiteX13" fmla="*/ 0 w 12192000"/>
              <a:gd name="connsiteY13" fmla="*/ 6858000 h 6858000"/>
              <a:gd name="connsiteX14" fmla="*/ 0 w 12192000"/>
              <a:gd name="connsiteY14" fmla="*/ 0 h 6858000"/>
              <a:gd name="connsiteX0" fmla="*/ 489966 w 12192000"/>
              <a:gd name="connsiteY0" fmla="*/ 6280287 h 6858000"/>
              <a:gd name="connsiteX1" fmla="*/ 488061 w 12192000"/>
              <a:gd name="connsiteY1" fmla="*/ 6386217 h 6858000"/>
              <a:gd name="connsiteX2" fmla="*/ 951870 w 12192000"/>
              <a:gd name="connsiteY2" fmla="*/ 6386217 h 6858000"/>
              <a:gd name="connsiteX3" fmla="*/ 951870 w 12192000"/>
              <a:gd name="connsiteY3" fmla="*/ 6280287 h 6858000"/>
              <a:gd name="connsiteX4" fmla="*/ 489966 w 12192000"/>
              <a:gd name="connsiteY4" fmla="*/ 6280287 h 6858000"/>
              <a:gd name="connsiteX5" fmla="*/ 10144585 w 12192000"/>
              <a:gd name="connsiteY5" fmla="*/ 269471 h 6858000"/>
              <a:gd name="connsiteX6" fmla="*/ 10145220 w 12192000"/>
              <a:gd name="connsiteY6" fmla="*/ 1027941 h 6858000"/>
              <a:gd name="connsiteX7" fmla="*/ 11904029 w 12192000"/>
              <a:gd name="connsiteY7" fmla="*/ 1027306 h 6858000"/>
              <a:gd name="connsiteX8" fmla="*/ 11902124 w 12192000"/>
              <a:gd name="connsiteY8" fmla="*/ 267566 h 6858000"/>
              <a:gd name="connsiteX9" fmla="*/ 10144585 w 12192000"/>
              <a:gd name="connsiteY9" fmla="*/ 269471 h 6858000"/>
              <a:gd name="connsiteX10" fmla="*/ 0 w 12192000"/>
              <a:gd name="connsiteY10" fmla="*/ 0 h 6858000"/>
              <a:gd name="connsiteX11" fmla="*/ 12192000 w 12192000"/>
              <a:gd name="connsiteY11" fmla="*/ 0 h 6858000"/>
              <a:gd name="connsiteX12" fmla="*/ 12192000 w 12192000"/>
              <a:gd name="connsiteY12" fmla="*/ 6858000 h 6858000"/>
              <a:gd name="connsiteX13" fmla="*/ 0 w 12192000"/>
              <a:gd name="connsiteY13" fmla="*/ 6858000 h 6858000"/>
              <a:gd name="connsiteX14" fmla="*/ 0 w 12192000"/>
              <a:gd name="connsiteY14" fmla="*/ 0 h 6858000"/>
              <a:gd name="connsiteX0" fmla="*/ 489966 w 12192000"/>
              <a:gd name="connsiteY0" fmla="*/ 6280287 h 6858000"/>
              <a:gd name="connsiteX1" fmla="*/ 488061 w 12192000"/>
              <a:gd name="connsiteY1" fmla="*/ 6386217 h 6858000"/>
              <a:gd name="connsiteX2" fmla="*/ 951870 w 12192000"/>
              <a:gd name="connsiteY2" fmla="*/ 6386217 h 6858000"/>
              <a:gd name="connsiteX3" fmla="*/ 951870 w 12192000"/>
              <a:gd name="connsiteY3" fmla="*/ 6280287 h 6858000"/>
              <a:gd name="connsiteX4" fmla="*/ 489966 w 12192000"/>
              <a:gd name="connsiteY4" fmla="*/ 6280287 h 6858000"/>
              <a:gd name="connsiteX5" fmla="*/ 10316035 w 12192000"/>
              <a:gd name="connsiteY5" fmla="*/ 364721 h 6858000"/>
              <a:gd name="connsiteX6" fmla="*/ 10145220 w 12192000"/>
              <a:gd name="connsiteY6" fmla="*/ 1027941 h 6858000"/>
              <a:gd name="connsiteX7" fmla="*/ 11904029 w 12192000"/>
              <a:gd name="connsiteY7" fmla="*/ 1027306 h 6858000"/>
              <a:gd name="connsiteX8" fmla="*/ 11902124 w 12192000"/>
              <a:gd name="connsiteY8" fmla="*/ 267566 h 6858000"/>
              <a:gd name="connsiteX9" fmla="*/ 10316035 w 12192000"/>
              <a:gd name="connsiteY9" fmla="*/ 364721 h 6858000"/>
              <a:gd name="connsiteX10" fmla="*/ 0 w 12192000"/>
              <a:gd name="connsiteY10" fmla="*/ 0 h 6858000"/>
              <a:gd name="connsiteX11" fmla="*/ 12192000 w 12192000"/>
              <a:gd name="connsiteY11" fmla="*/ 0 h 6858000"/>
              <a:gd name="connsiteX12" fmla="*/ 12192000 w 12192000"/>
              <a:gd name="connsiteY12" fmla="*/ 6858000 h 6858000"/>
              <a:gd name="connsiteX13" fmla="*/ 0 w 12192000"/>
              <a:gd name="connsiteY13" fmla="*/ 6858000 h 6858000"/>
              <a:gd name="connsiteX14" fmla="*/ 0 w 12192000"/>
              <a:gd name="connsiteY14" fmla="*/ 0 h 6858000"/>
              <a:gd name="connsiteX0" fmla="*/ 489966 w 12192000"/>
              <a:gd name="connsiteY0" fmla="*/ 6280287 h 6858000"/>
              <a:gd name="connsiteX1" fmla="*/ 488061 w 12192000"/>
              <a:gd name="connsiteY1" fmla="*/ 6386217 h 6858000"/>
              <a:gd name="connsiteX2" fmla="*/ 951870 w 12192000"/>
              <a:gd name="connsiteY2" fmla="*/ 6386217 h 6858000"/>
              <a:gd name="connsiteX3" fmla="*/ 951870 w 12192000"/>
              <a:gd name="connsiteY3" fmla="*/ 6280287 h 6858000"/>
              <a:gd name="connsiteX4" fmla="*/ 489966 w 12192000"/>
              <a:gd name="connsiteY4" fmla="*/ 6280287 h 6858000"/>
              <a:gd name="connsiteX5" fmla="*/ 10146490 w 12192000"/>
              <a:gd name="connsiteY5" fmla="*/ 265661 h 6858000"/>
              <a:gd name="connsiteX6" fmla="*/ 10145220 w 12192000"/>
              <a:gd name="connsiteY6" fmla="*/ 1027941 h 6858000"/>
              <a:gd name="connsiteX7" fmla="*/ 11904029 w 12192000"/>
              <a:gd name="connsiteY7" fmla="*/ 1027306 h 6858000"/>
              <a:gd name="connsiteX8" fmla="*/ 11902124 w 12192000"/>
              <a:gd name="connsiteY8" fmla="*/ 267566 h 6858000"/>
              <a:gd name="connsiteX9" fmla="*/ 10146490 w 12192000"/>
              <a:gd name="connsiteY9" fmla="*/ 265661 h 6858000"/>
              <a:gd name="connsiteX10" fmla="*/ 0 w 12192000"/>
              <a:gd name="connsiteY10" fmla="*/ 0 h 6858000"/>
              <a:gd name="connsiteX11" fmla="*/ 12192000 w 12192000"/>
              <a:gd name="connsiteY11" fmla="*/ 0 h 6858000"/>
              <a:gd name="connsiteX12" fmla="*/ 12192000 w 12192000"/>
              <a:gd name="connsiteY12" fmla="*/ 6858000 h 6858000"/>
              <a:gd name="connsiteX13" fmla="*/ 0 w 12192000"/>
              <a:gd name="connsiteY13" fmla="*/ 6858000 h 6858000"/>
              <a:gd name="connsiteX14" fmla="*/ 0 w 12192000"/>
              <a:gd name="connsiteY14" fmla="*/ 0 h 6858000"/>
              <a:gd name="connsiteX0" fmla="*/ 489966 w 12192000"/>
              <a:gd name="connsiteY0" fmla="*/ 6280287 h 6858000"/>
              <a:gd name="connsiteX1" fmla="*/ 488061 w 12192000"/>
              <a:gd name="connsiteY1" fmla="*/ 6386217 h 6858000"/>
              <a:gd name="connsiteX2" fmla="*/ 951870 w 12192000"/>
              <a:gd name="connsiteY2" fmla="*/ 6386217 h 6858000"/>
              <a:gd name="connsiteX3" fmla="*/ 951870 w 12192000"/>
              <a:gd name="connsiteY3" fmla="*/ 6280287 h 6858000"/>
              <a:gd name="connsiteX4" fmla="*/ 489966 w 12192000"/>
              <a:gd name="connsiteY4" fmla="*/ 6280287 h 6858000"/>
              <a:gd name="connsiteX5" fmla="*/ 10146490 w 12192000"/>
              <a:gd name="connsiteY5" fmla="*/ 265661 h 6858000"/>
              <a:gd name="connsiteX6" fmla="*/ 10145220 w 12192000"/>
              <a:gd name="connsiteY6" fmla="*/ 1027941 h 6858000"/>
              <a:gd name="connsiteX7" fmla="*/ 11904029 w 12192000"/>
              <a:gd name="connsiteY7" fmla="*/ 1027306 h 6858000"/>
              <a:gd name="connsiteX8" fmla="*/ 11829734 w 12192000"/>
              <a:gd name="connsiteY8" fmla="*/ 351386 h 6858000"/>
              <a:gd name="connsiteX9" fmla="*/ 10146490 w 12192000"/>
              <a:gd name="connsiteY9" fmla="*/ 265661 h 6858000"/>
              <a:gd name="connsiteX10" fmla="*/ 0 w 12192000"/>
              <a:gd name="connsiteY10" fmla="*/ 0 h 6858000"/>
              <a:gd name="connsiteX11" fmla="*/ 12192000 w 12192000"/>
              <a:gd name="connsiteY11" fmla="*/ 0 h 6858000"/>
              <a:gd name="connsiteX12" fmla="*/ 12192000 w 12192000"/>
              <a:gd name="connsiteY12" fmla="*/ 6858000 h 6858000"/>
              <a:gd name="connsiteX13" fmla="*/ 0 w 12192000"/>
              <a:gd name="connsiteY13" fmla="*/ 6858000 h 6858000"/>
              <a:gd name="connsiteX14" fmla="*/ 0 w 12192000"/>
              <a:gd name="connsiteY14" fmla="*/ 0 h 6858000"/>
              <a:gd name="connsiteX0" fmla="*/ 489966 w 12192000"/>
              <a:gd name="connsiteY0" fmla="*/ 6280287 h 6858000"/>
              <a:gd name="connsiteX1" fmla="*/ 488061 w 12192000"/>
              <a:gd name="connsiteY1" fmla="*/ 6386217 h 6858000"/>
              <a:gd name="connsiteX2" fmla="*/ 951870 w 12192000"/>
              <a:gd name="connsiteY2" fmla="*/ 6386217 h 6858000"/>
              <a:gd name="connsiteX3" fmla="*/ 951870 w 12192000"/>
              <a:gd name="connsiteY3" fmla="*/ 6280287 h 6858000"/>
              <a:gd name="connsiteX4" fmla="*/ 489966 w 12192000"/>
              <a:gd name="connsiteY4" fmla="*/ 6280287 h 6858000"/>
              <a:gd name="connsiteX5" fmla="*/ 10146490 w 12192000"/>
              <a:gd name="connsiteY5" fmla="*/ 265661 h 6858000"/>
              <a:gd name="connsiteX6" fmla="*/ 10145220 w 12192000"/>
              <a:gd name="connsiteY6" fmla="*/ 1027941 h 6858000"/>
              <a:gd name="connsiteX7" fmla="*/ 11904029 w 12192000"/>
              <a:gd name="connsiteY7" fmla="*/ 1027306 h 6858000"/>
              <a:gd name="connsiteX8" fmla="*/ 11904029 w 12192000"/>
              <a:gd name="connsiteY8" fmla="*/ 265661 h 6858000"/>
              <a:gd name="connsiteX9" fmla="*/ 10146490 w 12192000"/>
              <a:gd name="connsiteY9" fmla="*/ 265661 h 6858000"/>
              <a:gd name="connsiteX10" fmla="*/ 0 w 12192000"/>
              <a:gd name="connsiteY10" fmla="*/ 0 h 6858000"/>
              <a:gd name="connsiteX11" fmla="*/ 12192000 w 12192000"/>
              <a:gd name="connsiteY11" fmla="*/ 0 h 6858000"/>
              <a:gd name="connsiteX12" fmla="*/ 12192000 w 12192000"/>
              <a:gd name="connsiteY12" fmla="*/ 6858000 h 6858000"/>
              <a:gd name="connsiteX13" fmla="*/ 0 w 12192000"/>
              <a:gd name="connsiteY13" fmla="*/ 6858000 h 6858000"/>
              <a:gd name="connsiteX14" fmla="*/ 0 w 12192000"/>
              <a:gd name="connsiteY14" fmla="*/ 0 h 6858000"/>
              <a:gd name="connsiteX0" fmla="*/ 489966 w 12192000"/>
              <a:gd name="connsiteY0" fmla="*/ 6280287 h 6858000"/>
              <a:gd name="connsiteX1" fmla="*/ 488061 w 12192000"/>
              <a:gd name="connsiteY1" fmla="*/ 6386217 h 6858000"/>
              <a:gd name="connsiteX2" fmla="*/ 951870 w 12192000"/>
              <a:gd name="connsiteY2" fmla="*/ 6386217 h 6858000"/>
              <a:gd name="connsiteX3" fmla="*/ 951870 w 12192000"/>
              <a:gd name="connsiteY3" fmla="*/ 6280287 h 6858000"/>
              <a:gd name="connsiteX4" fmla="*/ 489966 w 12192000"/>
              <a:gd name="connsiteY4" fmla="*/ 6280287 h 6858000"/>
              <a:gd name="connsiteX5" fmla="*/ 10146490 w 12192000"/>
              <a:gd name="connsiteY5" fmla="*/ 265661 h 6858000"/>
              <a:gd name="connsiteX6" fmla="*/ 10145220 w 12192000"/>
              <a:gd name="connsiteY6" fmla="*/ 1027941 h 6858000"/>
              <a:gd name="connsiteX7" fmla="*/ 11623994 w 12192000"/>
              <a:gd name="connsiteY7" fmla="*/ 924436 h 6858000"/>
              <a:gd name="connsiteX8" fmla="*/ 11904029 w 12192000"/>
              <a:gd name="connsiteY8" fmla="*/ 265661 h 6858000"/>
              <a:gd name="connsiteX9" fmla="*/ 10146490 w 12192000"/>
              <a:gd name="connsiteY9" fmla="*/ 265661 h 6858000"/>
              <a:gd name="connsiteX10" fmla="*/ 0 w 12192000"/>
              <a:gd name="connsiteY10" fmla="*/ 0 h 6858000"/>
              <a:gd name="connsiteX11" fmla="*/ 12192000 w 12192000"/>
              <a:gd name="connsiteY11" fmla="*/ 0 h 6858000"/>
              <a:gd name="connsiteX12" fmla="*/ 12192000 w 12192000"/>
              <a:gd name="connsiteY12" fmla="*/ 6858000 h 6858000"/>
              <a:gd name="connsiteX13" fmla="*/ 0 w 12192000"/>
              <a:gd name="connsiteY13" fmla="*/ 6858000 h 6858000"/>
              <a:gd name="connsiteX14" fmla="*/ 0 w 12192000"/>
              <a:gd name="connsiteY14" fmla="*/ 0 h 6858000"/>
              <a:gd name="connsiteX0" fmla="*/ 489966 w 12192000"/>
              <a:gd name="connsiteY0" fmla="*/ 6280287 h 6858000"/>
              <a:gd name="connsiteX1" fmla="*/ 488061 w 12192000"/>
              <a:gd name="connsiteY1" fmla="*/ 6386217 h 6858000"/>
              <a:gd name="connsiteX2" fmla="*/ 951870 w 12192000"/>
              <a:gd name="connsiteY2" fmla="*/ 6386217 h 6858000"/>
              <a:gd name="connsiteX3" fmla="*/ 951870 w 12192000"/>
              <a:gd name="connsiteY3" fmla="*/ 6280287 h 6858000"/>
              <a:gd name="connsiteX4" fmla="*/ 489966 w 12192000"/>
              <a:gd name="connsiteY4" fmla="*/ 6280287 h 6858000"/>
              <a:gd name="connsiteX5" fmla="*/ 10146490 w 12192000"/>
              <a:gd name="connsiteY5" fmla="*/ 265661 h 6858000"/>
              <a:gd name="connsiteX6" fmla="*/ 10145220 w 12192000"/>
              <a:gd name="connsiteY6" fmla="*/ 1027941 h 6858000"/>
              <a:gd name="connsiteX7" fmla="*/ 11904029 w 12192000"/>
              <a:gd name="connsiteY7" fmla="*/ 1025401 h 6858000"/>
              <a:gd name="connsiteX8" fmla="*/ 11904029 w 12192000"/>
              <a:gd name="connsiteY8" fmla="*/ 265661 h 6858000"/>
              <a:gd name="connsiteX9" fmla="*/ 10146490 w 12192000"/>
              <a:gd name="connsiteY9" fmla="*/ 265661 h 6858000"/>
              <a:gd name="connsiteX10" fmla="*/ 0 w 12192000"/>
              <a:gd name="connsiteY10" fmla="*/ 0 h 6858000"/>
              <a:gd name="connsiteX11" fmla="*/ 12192000 w 12192000"/>
              <a:gd name="connsiteY11" fmla="*/ 0 h 6858000"/>
              <a:gd name="connsiteX12" fmla="*/ 12192000 w 12192000"/>
              <a:gd name="connsiteY12" fmla="*/ 6858000 h 6858000"/>
              <a:gd name="connsiteX13" fmla="*/ 0 w 12192000"/>
              <a:gd name="connsiteY13" fmla="*/ 6858000 h 6858000"/>
              <a:gd name="connsiteX14" fmla="*/ 0 w 12192000"/>
              <a:gd name="connsiteY14" fmla="*/ 0 h 6858000"/>
              <a:gd name="connsiteX0" fmla="*/ 489966 w 12192000"/>
              <a:gd name="connsiteY0" fmla="*/ 6280287 h 6858000"/>
              <a:gd name="connsiteX1" fmla="*/ 488061 w 12192000"/>
              <a:gd name="connsiteY1" fmla="*/ 6386217 h 6858000"/>
              <a:gd name="connsiteX2" fmla="*/ 951870 w 12192000"/>
              <a:gd name="connsiteY2" fmla="*/ 6386217 h 6858000"/>
              <a:gd name="connsiteX3" fmla="*/ 951870 w 12192000"/>
              <a:gd name="connsiteY3" fmla="*/ 6280287 h 6858000"/>
              <a:gd name="connsiteX4" fmla="*/ 489966 w 12192000"/>
              <a:gd name="connsiteY4" fmla="*/ 6280287 h 6858000"/>
              <a:gd name="connsiteX5" fmla="*/ 10146490 w 12192000"/>
              <a:gd name="connsiteY5" fmla="*/ 265661 h 6858000"/>
              <a:gd name="connsiteX6" fmla="*/ 10206180 w 12192000"/>
              <a:gd name="connsiteY6" fmla="*/ 955551 h 6858000"/>
              <a:gd name="connsiteX7" fmla="*/ 11904029 w 12192000"/>
              <a:gd name="connsiteY7" fmla="*/ 1025401 h 6858000"/>
              <a:gd name="connsiteX8" fmla="*/ 11904029 w 12192000"/>
              <a:gd name="connsiteY8" fmla="*/ 265661 h 6858000"/>
              <a:gd name="connsiteX9" fmla="*/ 10146490 w 12192000"/>
              <a:gd name="connsiteY9" fmla="*/ 265661 h 6858000"/>
              <a:gd name="connsiteX10" fmla="*/ 0 w 12192000"/>
              <a:gd name="connsiteY10" fmla="*/ 0 h 6858000"/>
              <a:gd name="connsiteX11" fmla="*/ 12192000 w 12192000"/>
              <a:gd name="connsiteY11" fmla="*/ 0 h 6858000"/>
              <a:gd name="connsiteX12" fmla="*/ 12192000 w 12192000"/>
              <a:gd name="connsiteY12" fmla="*/ 6858000 h 6858000"/>
              <a:gd name="connsiteX13" fmla="*/ 0 w 12192000"/>
              <a:gd name="connsiteY13" fmla="*/ 6858000 h 6858000"/>
              <a:gd name="connsiteX14" fmla="*/ 0 w 12192000"/>
              <a:gd name="connsiteY14" fmla="*/ 0 h 6858000"/>
              <a:gd name="connsiteX0" fmla="*/ 489966 w 12192000"/>
              <a:gd name="connsiteY0" fmla="*/ 6280287 h 6858000"/>
              <a:gd name="connsiteX1" fmla="*/ 488061 w 12192000"/>
              <a:gd name="connsiteY1" fmla="*/ 6386217 h 6858000"/>
              <a:gd name="connsiteX2" fmla="*/ 951870 w 12192000"/>
              <a:gd name="connsiteY2" fmla="*/ 6386217 h 6858000"/>
              <a:gd name="connsiteX3" fmla="*/ 951870 w 12192000"/>
              <a:gd name="connsiteY3" fmla="*/ 6280287 h 6858000"/>
              <a:gd name="connsiteX4" fmla="*/ 489966 w 12192000"/>
              <a:gd name="connsiteY4" fmla="*/ 6280287 h 6858000"/>
              <a:gd name="connsiteX5" fmla="*/ 10146490 w 12192000"/>
              <a:gd name="connsiteY5" fmla="*/ 265661 h 6858000"/>
              <a:gd name="connsiteX6" fmla="*/ 10143315 w 12192000"/>
              <a:gd name="connsiteY6" fmla="*/ 1027941 h 6858000"/>
              <a:gd name="connsiteX7" fmla="*/ 11904029 w 12192000"/>
              <a:gd name="connsiteY7" fmla="*/ 1025401 h 6858000"/>
              <a:gd name="connsiteX8" fmla="*/ 11904029 w 12192000"/>
              <a:gd name="connsiteY8" fmla="*/ 265661 h 6858000"/>
              <a:gd name="connsiteX9" fmla="*/ 10146490 w 12192000"/>
              <a:gd name="connsiteY9" fmla="*/ 265661 h 6858000"/>
              <a:gd name="connsiteX10" fmla="*/ 0 w 12192000"/>
              <a:gd name="connsiteY10" fmla="*/ 0 h 6858000"/>
              <a:gd name="connsiteX11" fmla="*/ 12192000 w 12192000"/>
              <a:gd name="connsiteY11" fmla="*/ 0 h 6858000"/>
              <a:gd name="connsiteX12" fmla="*/ 12192000 w 12192000"/>
              <a:gd name="connsiteY12" fmla="*/ 6858000 h 6858000"/>
              <a:gd name="connsiteX13" fmla="*/ 0 w 12192000"/>
              <a:gd name="connsiteY13" fmla="*/ 6858000 h 6858000"/>
              <a:gd name="connsiteX14" fmla="*/ 0 w 12192000"/>
              <a:gd name="connsiteY14" fmla="*/ 0 h 6858000"/>
              <a:gd name="connsiteX0" fmla="*/ 489966 w 12192000"/>
              <a:gd name="connsiteY0" fmla="*/ 6280287 h 6858000"/>
              <a:gd name="connsiteX1" fmla="*/ 488061 w 12192000"/>
              <a:gd name="connsiteY1" fmla="*/ 6386217 h 6858000"/>
              <a:gd name="connsiteX2" fmla="*/ 951870 w 12192000"/>
              <a:gd name="connsiteY2" fmla="*/ 6386217 h 6858000"/>
              <a:gd name="connsiteX3" fmla="*/ 951870 w 12192000"/>
              <a:gd name="connsiteY3" fmla="*/ 6280287 h 6858000"/>
              <a:gd name="connsiteX4" fmla="*/ 489966 w 12192000"/>
              <a:gd name="connsiteY4" fmla="*/ 6280287 h 6858000"/>
              <a:gd name="connsiteX5" fmla="*/ 10146490 w 12192000"/>
              <a:gd name="connsiteY5" fmla="*/ 265661 h 6858000"/>
              <a:gd name="connsiteX6" fmla="*/ 10141410 w 12192000"/>
              <a:gd name="connsiteY6" fmla="*/ 1026036 h 6858000"/>
              <a:gd name="connsiteX7" fmla="*/ 11904029 w 12192000"/>
              <a:gd name="connsiteY7" fmla="*/ 1025401 h 6858000"/>
              <a:gd name="connsiteX8" fmla="*/ 11904029 w 12192000"/>
              <a:gd name="connsiteY8" fmla="*/ 265661 h 6858000"/>
              <a:gd name="connsiteX9" fmla="*/ 10146490 w 12192000"/>
              <a:gd name="connsiteY9" fmla="*/ 265661 h 6858000"/>
              <a:gd name="connsiteX10" fmla="*/ 0 w 12192000"/>
              <a:gd name="connsiteY10" fmla="*/ 0 h 6858000"/>
              <a:gd name="connsiteX11" fmla="*/ 12192000 w 12192000"/>
              <a:gd name="connsiteY11" fmla="*/ 0 h 6858000"/>
              <a:gd name="connsiteX12" fmla="*/ 12192000 w 12192000"/>
              <a:gd name="connsiteY12" fmla="*/ 6858000 h 6858000"/>
              <a:gd name="connsiteX13" fmla="*/ 0 w 12192000"/>
              <a:gd name="connsiteY13" fmla="*/ 6858000 h 6858000"/>
              <a:gd name="connsiteX14" fmla="*/ 0 w 12192000"/>
              <a:gd name="connsiteY14" fmla="*/ 0 h 6858000"/>
              <a:gd name="connsiteX0" fmla="*/ 489966 w 12192000"/>
              <a:gd name="connsiteY0" fmla="*/ 6280287 h 6858000"/>
              <a:gd name="connsiteX1" fmla="*/ 488061 w 12192000"/>
              <a:gd name="connsiteY1" fmla="*/ 6386217 h 6858000"/>
              <a:gd name="connsiteX2" fmla="*/ 951870 w 12192000"/>
              <a:gd name="connsiteY2" fmla="*/ 6386217 h 6858000"/>
              <a:gd name="connsiteX3" fmla="*/ 951870 w 12192000"/>
              <a:gd name="connsiteY3" fmla="*/ 6280287 h 6858000"/>
              <a:gd name="connsiteX4" fmla="*/ 489966 w 12192000"/>
              <a:gd name="connsiteY4" fmla="*/ 6280287 h 6858000"/>
              <a:gd name="connsiteX5" fmla="*/ 10146490 w 12192000"/>
              <a:gd name="connsiteY5" fmla="*/ 265661 h 6858000"/>
              <a:gd name="connsiteX6" fmla="*/ 10143315 w 12192000"/>
              <a:gd name="connsiteY6" fmla="*/ 1026036 h 6858000"/>
              <a:gd name="connsiteX7" fmla="*/ 11904029 w 12192000"/>
              <a:gd name="connsiteY7" fmla="*/ 1025401 h 6858000"/>
              <a:gd name="connsiteX8" fmla="*/ 11904029 w 12192000"/>
              <a:gd name="connsiteY8" fmla="*/ 265661 h 6858000"/>
              <a:gd name="connsiteX9" fmla="*/ 10146490 w 12192000"/>
              <a:gd name="connsiteY9" fmla="*/ 265661 h 6858000"/>
              <a:gd name="connsiteX10" fmla="*/ 0 w 12192000"/>
              <a:gd name="connsiteY10" fmla="*/ 0 h 6858000"/>
              <a:gd name="connsiteX11" fmla="*/ 12192000 w 12192000"/>
              <a:gd name="connsiteY11" fmla="*/ 0 h 6858000"/>
              <a:gd name="connsiteX12" fmla="*/ 12192000 w 12192000"/>
              <a:gd name="connsiteY12" fmla="*/ 6858000 h 6858000"/>
              <a:gd name="connsiteX13" fmla="*/ 0 w 12192000"/>
              <a:gd name="connsiteY13" fmla="*/ 6858000 h 6858000"/>
              <a:gd name="connsiteX14" fmla="*/ 0 w 12192000"/>
              <a:gd name="connsiteY14" fmla="*/ 0 h 6858000"/>
              <a:gd name="connsiteX0" fmla="*/ 489966 w 12192000"/>
              <a:gd name="connsiteY0" fmla="*/ 6280287 h 6858000"/>
              <a:gd name="connsiteX1" fmla="*/ 488061 w 12192000"/>
              <a:gd name="connsiteY1" fmla="*/ 6386217 h 6858000"/>
              <a:gd name="connsiteX2" fmla="*/ 951870 w 12192000"/>
              <a:gd name="connsiteY2" fmla="*/ 6386217 h 6858000"/>
              <a:gd name="connsiteX3" fmla="*/ 951870 w 12192000"/>
              <a:gd name="connsiteY3" fmla="*/ 6280287 h 6858000"/>
              <a:gd name="connsiteX4" fmla="*/ 489966 w 12192000"/>
              <a:gd name="connsiteY4" fmla="*/ 6280287 h 6858000"/>
              <a:gd name="connsiteX5" fmla="*/ 10260790 w 12192000"/>
              <a:gd name="connsiteY5" fmla="*/ 385676 h 6858000"/>
              <a:gd name="connsiteX6" fmla="*/ 10143315 w 12192000"/>
              <a:gd name="connsiteY6" fmla="*/ 1026036 h 6858000"/>
              <a:gd name="connsiteX7" fmla="*/ 11904029 w 12192000"/>
              <a:gd name="connsiteY7" fmla="*/ 1025401 h 6858000"/>
              <a:gd name="connsiteX8" fmla="*/ 11904029 w 12192000"/>
              <a:gd name="connsiteY8" fmla="*/ 265661 h 6858000"/>
              <a:gd name="connsiteX9" fmla="*/ 10260790 w 12192000"/>
              <a:gd name="connsiteY9" fmla="*/ 385676 h 6858000"/>
              <a:gd name="connsiteX10" fmla="*/ 0 w 12192000"/>
              <a:gd name="connsiteY10" fmla="*/ 0 h 6858000"/>
              <a:gd name="connsiteX11" fmla="*/ 12192000 w 12192000"/>
              <a:gd name="connsiteY11" fmla="*/ 0 h 6858000"/>
              <a:gd name="connsiteX12" fmla="*/ 12192000 w 12192000"/>
              <a:gd name="connsiteY12" fmla="*/ 6858000 h 6858000"/>
              <a:gd name="connsiteX13" fmla="*/ 0 w 12192000"/>
              <a:gd name="connsiteY13" fmla="*/ 6858000 h 6858000"/>
              <a:gd name="connsiteX14" fmla="*/ 0 w 12192000"/>
              <a:gd name="connsiteY14" fmla="*/ 0 h 6858000"/>
              <a:gd name="connsiteX0" fmla="*/ 489966 w 12192000"/>
              <a:gd name="connsiteY0" fmla="*/ 6280287 h 6858000"/>
              <a:gd name="connsiteX1" fmla="*/ 488061 w 12192000"/>
              <a:gd name="connsiteY1" fmla="*/ 6386217 h 6858000"/>
              <a:gd name="connsiteX2" fmla="*/ 951870 w 12192000"/>
              <a:gd name="connsiteY2" fmla="*/ 6386217 h 6858000"/>
              <a:gd name="connsiteX3" fmla="*/ 951870 w 12192000"/>
              <a:gd name="connsiteY3" fmla="*/ 6280287 h 6858000"/>
              <a:gd name="connsiteX4" fmla="*/ 489966 w 12192000"/>
              <a:gd name="connsiteY4" fmla="*/ 6280287 h 6858000"/>
              <a:gd name="connsiteX5" fmla="*/ 10146490 w 12192000"/>
              <a:gd name="connsiteY5" fmla="*/ 271376 h 6858000"/>
              <a:gd name="connsiteX6" fmla="*/ 10143315 w 12192000"/>
              <a:gd name="connsiteY6" fmla="*/ 1026036 h 6858000"/>
              <a:gd name="connsiteX7" fmla="*/ 11904029 w 12192000"/>
              <a:gd name="connsiteY7" fmla="*/ 1025401 h 6858000"/>
              <a:gd name="connsiteX8" fmla="*/ 11904029 w 12192000"/>
              <a:gd name="connsiteY8" fmla="*/ 265661 h 6858000"/>
              <a:gd name="connsiteX9" fmla="*/ 10146490 w 12192000"/>
              <a:gd name="connsiteY9" fmla="*/ 271376 h 6858000"/>
              <a:gd name="connsiteX10" fmla="*/ 0 w 12192000"/>
              <a:gd name="connsiteY10" fmla="*/ 0 h 6858000"/>
              <a:gd name="connsiteX11" fmla="*/ 12192000 w 12192000"/>
              <a:gd name="connsiteY11" fmla="*/ 0 h 6858000"/>
              <a:gd name="connsiteX12" fmla="*/ 12192000 w 12192000"/>
              <a:gd name="connsiteY12" fmla="*/ 6858000 h 6858000"/>
              <a:gd name="connsiteX13" fmla="*/ 0 w 12192000"/>
              <a:gd name="connsiteY13" fmla="*/ 6858000 h 6858000"/>
              <a:gd name="connsiteX14" fmla="*/ 0 w 12192000"/>
              <a:gd name="connsiteY14" fmla="*/ 0 h 6858000"/>
              <a:gd name="connsiteX0" fmla="*/ 489966 w 12192000"/>
              <a:gd name="connsiteY0" fmla="*/ 6280287 h 6858000"/>
              <a:gd name="connsiteX1" fmla="*/ 488061 w 12192000"/>
              <a:gd name="connsiteY1" fmla="*/ 6386217 h 6858000"/>
              <a:gd name="connsiteX2" fmla="*/ 951870 w 12192000"/>
              <a:gd name="connsiteY2" fmla="*/ 6386217 h 6858000"/>
              <a:gd name="connsiteX3" fmla="*/ 951870 w 12192000"/>
              <a:gd name="connsiteY3" fmla="*/ 6280287 h 6858000"/>
              <a:gd name="connsiteX4" fmla="*/ 489966 w 12192000"/>
              <a:gd name="connsiteY4" fmla="*/ 6280287 h 6858000"/>
              <a:gd name="connsiteX5" fmla="*/ 10146490 w 12192000"/>
              <a:gd name="connsiteY5" fmla="*/ 271376 h 6858000"/>
              <a:gd name="connsiteX6" fmla="*/ 10143315 w 12192000"/>
              <a:gd name="connsiteY6" fmla="*/ 1026036 h 6858000"/>
              <a:gd name="connsiteX7" fmla="*/ 11904029 w 12192000"/>
              <a:gd name="connsiteY7" fmla="*/ 1025401 h 6858000"/>
              <a:gd name="connsiteX8" fmla="*/ 11782109 w 12192000"/>
              <a:gd name="connsiteY8" fmla="*/ 360911 h 6858000"/>
              <a:gd name="connsiteX9" fmla="*/ 10146490 w 12192000"/>
              <a:gd name="connsiteY9" fmla="*/ 271376 h 6858000"/>
              <a:gd name="connsiteX10" fmla="*/ 0 w 12192000"/>
              <a:gd name="connsiteY10" fmla="*/ 0 h 6858000"/>
              <a:gd name="connsiteX11" fmla="*/ 12192000 w 12192000"/>
              <a:gd name="connsiteY11" fmla="*/ 0 h 6858000"/>
              <a:gd name="connsiteX12" fmla="*/ 12192000 w 12192000"/>
              <a:gd name="connsiteY12" fmla="*/ 6858000 h 6858000"/>
              <a:gd name="connsiteX13" fmla="*/ 0 w 12192000"/>
              <a:gd name="connsiteY13" fmla="*/ 6858000 h 6858000"/>
              <a:gd name="connsiteX14" fmla="*/ 0 w 12192000"/>
              <a:gd name="connsiteY14" fmla="*/ 0 h 6858000"/>
              <a:gd name="connsiteX0" fmla="*/ 489966 w 12192000"/>
              <a:gd name="connsiteY0" fmla="*/ 6280287 h 6858000"/>
              <a:gd name="connsiteX1" fmla="*/ 488061 w 12192000"/>
              <a:gd name="connsiteY1" fmla="*/ 6386217 h 6858000"/>
              <a:gd name="connsiteX2" fmla="*/ 951870 w 12192000"/>
              <a:gd name="connsiteY2" fmla="*/ 6386217 h 6858000"/>
              <a:gd name="connsiteX3" fmla="*/ 951870 w 12192000"/>
              <a:gd name="connsiteY3" fmla="*/ 6280287 h 6858000"/>
              <a:gd name="connsiteX4" fmla="*/ 489966 w 12192000"/>
              <a:gd name="connsiteY4" fmla="*/ 6280287 h 6858000"/>
              <a:gd name="connsiteX5" fmla="*/ 10146490 w 12192000"/>
              <a:gd name="connsiteY5" fmla="*/ 271376 h 6858000"/>
              <a:gd name="connsiteX6" fmla="*/ 10143315 w 12192000"/>
              <a:gd name="connsiteY6" fmla="*/ 1026036 h 6858000"/>
              <a:gd name="connsiteX7" fmla="*/ 11904029 w 12192000"/>
              <a:gd name="connsiteY7" fmla="*/ 1025401 h 6858000"/>
              <a:gd name="connsiteX8" fmla="*/ 11904029 w 12192000"/>
              <a:gd name="connsiteY8" fmla="*/ 267566 h 6858000"/>
              <a:gd name="connsiteX9" fmla="*/ 10146490 w 12192000"/>
              <a:gd name="connsiteY9" fmla="*/ 271376 h 6858000"/>
              <a:gd name="connsiteX10" fmla="*/ 0 w 12192000"/>
              <a:gd name="connsiteY10" fmla="*/ 0 h 6858000"/>
              <a:gd name="connsiteX11" fmla="*/ 12192000 w 12192000"/>
              <a:gd name="connsiteY11" fmla="*/ 0 h 6858000"/>
              <a:gd name="connsiteX12" fmla="*/ 12192000 w 12192000"/>
              <a:gd name="connsiteY12" fmla="*/ 6858000 h 6858000"/>
              <a:gd name="connsiteX13" fmla="*/ 0 w 12192000"/>
              <a:gd name="connsiteY13" fmla="*/ 6858000 h 6858000"/>
              <a:gd name="connsiteX14" fmla="*/ 0 w 12192000"/>
              <a:gd name="connsiteY14" fmla="*/ 0 h 6858000"/>
              <a:gd name="connsiteX0" fmla="*/ 489966 w 12192000"/>
              <a:gd name="connsiteY0" fmla="*/ 6280287 h 6858000"/>
              <a:gd name="connsiteX1" fmla="*/ 488061 w 12192000"/>
              <a:gd name="connsiteY1" fmla="*/ 6386217 h 6858000"/>
              <a:gd name="connsiteX2" fmla="*/ 951870 w 12192000"/>
              <a:gd name="connsiteY2" fmla="*/ 6386217 h 6858000"/>
              <a:gd name="connsiteX3" fmla="*/ 951870 w 12192000"/>
              <a:gd name="connsiteY3" fmla="*/ 6280287 h 6858000"/>
              <a:gd name="connsiteX4" fmla="*/ 489966 w 12192000"/>
              <a:gd name="connsiteY4" fmla="*/ 6280287 h 6858000"/>
              <a:gd name="connsiteX5" fmla="*/ 10146490 w 12192000"/>
              <a:gd name="connsiteY5" fmla="*/ 271376 h 6858000"/>
              <a:gd name="connsiteX6" fmla="*/ 10143315 w 12192000"/>
              <a:gd name="connsiteY6" fmla="*/ 1026036 h 6858000"/>
              <a:gd name="connsiteX7" fmla="*/ 11669714 w 12192000"/>
              <a:gd name="connsiteY7" fmla="*/ 956821 h 6858000"/>
              <a:gd name="connsiteX8" fmla="*/ 11904029 w 12192000"/>
              <a:gd name="connsiteY8" fmla="*/ 267566 h 6858000"/>
              <a:gd name="connsiteX9" fmla="*/ 10146490 w 12192000"/>
              <a:gd name="connsiteY9" fmla="*/ 271376 h 6858000"/>
              <a:gd name="connsiteX10" fmla="*/ 0 w 12192000"/>
              <a:gd name="connsiteY10" fmla="*/ 0 h 6858000"/>
              <a:gd name="connsiteX11" fmla="*/ 12192000 w 12192000"/>
              <a:gd name="connsiteY11" fmla="*/ 0 h 6858000"/>
              <a:gd name="connsiteX12" fmla="*/ 12192000 w 12192000"/>
              <a:gd name="connsiteY12" fmla="*/ 6858000 h 6858000"/>
              <a:gd name="connsiteX13" fmla="*/ 0 w 12192000"/>
              <a:gd name="connsiteY13" fmla="*/ 6858000 h 6858000"/>
              <a:gd name="connsiteX14" fmla="*/ 0 w 12192000"/>
              <a:gd name="connsiteY14" fmla="*/ 0 h 6858000"/>
              <a:gd name="connsiteX0" fmla="*/ 489966 w 12192000"/>
              <a:gd name="connsiteY0" fmla="*/ 6280287 h 6858000"/>
              <a:gd name="connsiteX1" fmla="*/ 488061 w 12192000"/>
              <a:gd name="connsiteY1" fmla="*/ 6386217 h 6858000"/>
              <a:gd name="connsiteX2" fmla="*/ 951870 w 12192000"/>
              <a:gd name="connsiteY2" fmla="*/ 6386217 h 6858000"/>
              <a:gd name="connsiteX3" fmla="*/ 951870 w 12192000"/>
              <a:gd name="connsiteY3" fmla="*/ 6280287 h 6858000"/>
              <a:gd name="connsiteX4" fmla="*/ 489966 w 12192000"/>
              <a:gd name="connsiteY4" fmla="*/ 6280287 h 6858000"/>
              <a:gd name="connsiteX5" fmla="*/ 10146490 w 12192000"/>
              <a:gd name="connsiteY5" fmla="*/ 271376 h 6858000"/>
              <a:gd name="connsiteX6" fmla="*/ 10143315 w 12192000"/>
              <a:gd name="connsiteY6" fmla="*/ 1026036 h 6858000"/>
              <a:gd name="connsiteX7" fmla="*/ 11902124 w 12192000"/>
              <a:gd name="connsiteY7" fmla="*/ 1029211 h 6858000"/>
              <a:gd name="connsiteX8" fmla="*/ 11904029 w 12192000"/>
              <a:gd name="connsiteY8" fmla="*/ 267566 h 6858000"/>
              <a:gd name="connsiteX9" fmla="*/ 10146490 w 12192000"/>
              <a:gd name="connsiteY9" fmla="*/ 271376 h 6858000"/>
              <a:gd name="connsiteX10" fmla="*/ 0 w 12192000"/>
              <a:gd name="connsiteY10" fmla="*/ 0 h 6858000"/>
              <a:gd name="connsiteX11" fmla="*/ 12192000 w 12192000"/>
              <a:gd name="connsiteY11" fmla="*/ 0 h 6858000"/>
              <a:gd name="connsiteX12" fmla="*/ 12192000 w 12192000"/>
              <a:gd name="connsiteY12" fmla="*/ 6858000 h 6858000"/>
              <a:gd name="connsiteX13" fmla="*/ 0 w 12192000"/>
              <a:gd name="connsiteY13" fmla="*/ 6858000 h 6858000"/>
              <a:gd name="connsiteX14" fmla="*/ 0 w 12192000"/>
              <a:gd name="connsiteY14" fmla="*/ 0 h 6858000"/>
              <a:gd name="connsiteX0" fmla="*/ 489966 w 12192000"/>
              <a:gd name="connsiteY0" fmla="*/ 6280287 h 6858000"/>
              <a:gd name="connsiteX1" fmla="*/ 488061 w 12192000"/>
              <a:gd name="connsiteY1" fmla="*/ 6386217 h 6858000"/>
              <a:gd name="connsiteX2" fmla="*/ 951870 w 12192000"/>
              <a:gd name="connsiteY2" fmla="*/ 6386217 h 6858000"/>
              <a:gd name="connsiteX3" fmla="*/ 951870 w 12192000"/>
              <a:gd name="connsiteY3" fmla="*/ 6280287 h 6858000"/>
              <a:gd name="connsiteX4" fmla="*/ 489966 w 12192000"/>
              <a:gd name="connsiteY4" fmla="*/ 6280287 h 6858000"/>
              <a:gd name="connsiteX5" fmla="*/ 10146490 w 12192000"/>
              <a:gd name="connsiteY5" fmla="*/ 271376 h 6858000"/>
              <a:gd name="connsiteX6" fmla="*/ 10217610 w 12192000"/>
              <a:gd name="connsiteY6" fmla="*/ 963171 h 6858000"/>
              <a:gd name="connsiteX7" fmla="*/ 11902124 w 12192000"/>
              <a:gd name="connsiteY7" fmla="*/ 1029211 h 6858000"/>
              <a:gd name="connsiteX8" fmla="*/ 11904029 w 12192000"/>
              <a:gd name="connsiteY8" fmla="*/ 267566 h 6858000"/>
              <a:gd name="connsiteX9" fmla="*/ 10146490 w 12192000"/>
              <a:gd name="connsiteY9" fmla="*/ 271376 h 6858000"/>
              <a:gd name="connsiteX10" fmla="*/ 0 w 12192000"/>
              <a:gd name="connsiteY10" fmla="*/ 0 h 6858000"/>
              <a:gd name="connsiteX11" fmla="*/ 12192000 w 12192000"/>
              <a:gd name="connsiteY11" fmla="*/ 0 h 6858000"/>
              <a:gd name="connsiteX12" fmla="*/ 12192000 w 12192000"/>
              <a:gd name="connsiteY12" fmla="*/ 6858000 h 6858000"/>
              <a:gd name="connsiteX13" fmla="*/ 0 w 12192000"/>
              <a:gd name="connsiteY13" fmla="*/ 6858000 h 6858000"/>
              <a:gd name="connsiteX14" fmla="*/ 0 w 12192000"/>
              <a:gd name="connsiteY14" fmla="*/ 0 h 6858000"/>
              <a:gd name="connsiteX0" fmla="*/ 489966 w 12192000"/>
              <a:gd name="connsiteY0" fmla="*/ 6280287 h 6858000"/>
              <a:gd name="connsiteX1" fmla="*/ 488061 w 12192000"/>
              <a:gd name="connsiteY1" fmla="*/ 6386217 h 6858000"/>
              <a:gd name="connsiteX2" fmla="*/ 951870 w 12192000"/>
              <a:gd name="connsiteY2" fmla="*/ 6386217 h 6858000"/>
              <a:gd name="connsiteX3" fmla="*/ 951870 w 12192000"/>
              <a:gd name="connsiteY3" fmla="*/ 6280287 h 6858000"/>
              <a:gd name="connsiteX4" fmla="*/ 489966 w 12192000"/>
              <a:gd name="connsiteY4" fmla="*/ 6280287 h 6858000"/>
              <a:gd name="connsiteX5" fmla="*/ 10146490 w 12192000"/>
              <a:gd name="connsiteY5" fmla="*/ 271376 h 6858000"/>
              <a:gd name="connsiteX6" fmla="*/ 10143315 w 12192000"/>
              <a:gd name="connsiteY6" fmla="*/ 1026036 h 6858000"/>
              <a:gd name="connsiteX7" fmla="*/ 11902124 w 12192000"/>
              <a:gd name="connsiteY7" fmla="*/ 1029211 h 6858000"/>
              <a:gd name="connsiteX8" fmla="*/ 11904029 w 12192000"/>
              <a:gd name="connsiteY8" fmla="*/ 267566 h 6858000"/>
              <a:gd name="connsiteX9" fmla="*/ 10146490 w 12192000"/>
              <a:gd name="connsiteY9" fmla="*/ 271376 h 6858000"/>
              <a:gd name="connsiteX10" fmla="*/ 0 w 12192000"/>
              <a:gd name="connsiteY10" fmla="*/ 0 h 6858000"/>
              <a:gd name="connsiteX11" fmla="*/ 12192000 w 12192000"/>
              <a:gd name="connsiteY11" fmla="*/ 0 h 6858000"/>
              <a:gd name="connsiteX12" fmla="*/ 12192000 w 12192000"/>
              <a:gd name="connsiteY12" fmla="*/ 6858000 h 6858000"/>
              <a:gd name="connsiteX13" fmla="*/ 0 w 12192000"/>
              <a:gd name="connsiteY13" fmla="*/ 6858000 h 6858000"/>
              <a:gd name="connsiteX14" fmla="*/ 0 w 12192000"/>
              <a:gd name="connsiteY14" fmla="*/ 0 h 6858000"/>
              <a:gd name="connsiteX0" fmla="*/ 489966 w 12192000"/>
              <a:gd name="connsiteY0" fmla="*/ 6280287 h 6858000"/>
              <a:gd name="connsiteX1" fmla="*/ 488061 w 12192000"/>
              <a:gd name="connsiteY1" fmla="*/ 6386217 h 6858000"/>
              <a:gd name="connsiteX2" fmla="*/ 951870 w 12192000"/>
              <a:gd name="connsiteY2" fmla="*/ 6386217 h 6858000"/>
              <a:gd name="connsiteX3" fmla="*/ 951870 w 12192000"/>
              <a:gd name="connsiteY3" fmla="*/ 6280287 h 6858000"/>
              <a:gd name="connsiteX4" fmla="*/ 489966 w 12192000"/>
              <a:gd name="connsiteY4" fmla="*/ 6280287 h 6858000"/>
              <a:gd name="connsiteX5" fmla="*/ 10146490 w 12192000"/>
              <a:gd name="connsiteY5" fmla="*/ 271376 h 6858000"/>
              <a:gd name="connsiteX6" fmla="*/ 10143315 w 12192000"/>
              <a:gd name="connsiteY6" fmla="*/ 1026036 h 6858000"/>
              <a:gd name="connsiteX7" fmla="*/ 11904029 w 12192000"/>
              <a:gd name="connsiteY7" fmla="*/ 1027306 h 6858000"/>
              <a:gd name="connsiteX8" fmla="*/ 11904029 w 12192000"/>
              <a:gd name="connsiteY8" fmla="*/ 267566 h 6858000"/>
              <a:gd name="connsiteX9" fmla="*/ 10146490 w 12192000"/>
              <a:gd name="connsiteY9" fmla="*/ 271376 h 6858000"/>
              <a:gd name="connsiteX10" fmla="*/ 0 w 12192000"/>
              <a:gd name="connsiteY10" fmla="*/ 0 h 6858000"/>
              <a:gd name="connsiteX11" fmla="*/ 12192000 w 12192000"/>
              <a:gd name="connsiteY11" fmla="*/ 0 h 6858000"/>
              <a:gd name="connsiteX12" fmla="*/ 12192000 w 12192000"/>
              <a:gd name="connsiteY12" fmla="*/ 6858000 h 6858000"/>
              <a:gd name="connsiteX13" fmla="*/ 0 w 12192000"/>
              <a:gd name="connsiteY13" fmla="*/ 6858000 h 6858000"/>
              <a:gd name="connsiteX14" fmla="*/ 0 w 12192000"/>
              <a:gd name="connsiteY14" fmla="*/ 0 h 6858000"/>
              <a:gd name="connsiteX0" fmla="*/ 489966 w 12192000"/>
              <a:gd name="connsiteY0" fmla="*/ 6280287 h 6858000"/>
              <a:gd name="connsiteX1" fmla="*/ 488061 w 12192000"/>
              <a:gd name="connsiteY1" fmla="*/ 6386217 h 6858000"/>
              <a:gd name="connsiteX2" fmla="*/ 951870 w 12192000"/>
              <a:gd name="connsiteY2" fmla="*/ 6386217 h 6858000"/>
              <a:gd name="connsiteX3" fmla="*/ 951870 w 12192000"/>
              <a:gd name="connsiteY3" fmla="*/ 6280287 h 6858000"/>
              <a:gd name="connsiteX4" fmla="*/ 489966 w 12192000"/>
              <a:gd name="connsiteY4" fmla="*/ 6280287 h 6858000"/>
              <a:gd name="connsiteX5" fmla="*/ 10144585 w 12192000"/>
              <a:gd name="connsiteY5" fmla="*/ 269471 h 6858000"/>
              <a:gd name="connsiteX6" fmla="*/ 10143315 w 12192000"/>
              <a:gd name="connsiteY6" fmla="*/ 1026036 h 6858000"/>
              <a:gd name="connsiteX7" fmla="*/ 11904029 w 12192000"/>
              <a:gd name="connsiteY7" fmla="*/ 1027306 h 6858000"/>
              <a:gd name="connsiteX8" fmla="*/ 11904029 w 12192000"/>
              <a:gd name="connsiteY8" fmla="*/ 267566 h 6858000"/>
              <a:gd name="connsiteX9" fmla="*/ 10144585 w 12192000"/>
              <a:gd name="connsiteY9" fmla="*/ 269471 h 6858000"/>
              <a:gd name="connsiteX10" fmla="*/ 0 w 12192000"/>
              <a:gd name="connsiteY10" fmla="*/ 0 h 6858000"/>
              <a:gd name="connsiteX11" fmla="*/ 12192000 w 12192000"/>
              <a:gd name="connsiteY11" fmla="*/ 0 h 6858000"/>
              <a:gd name="connsiteX12" fmla="*/ 12192000 w 12192000"/>
              <a:gd name="connsiteY12" fmla="*/ 6858000 h 6858000"/>
              <a:gd name="connsiteX13" fmla="*/ 0 w 12192000"/>
              <a:gd name="connsiteY13" fmla="*/ 6858000 h 6858000"/>
              <a:gd name="connsiteX14" fmla="*/ 0 w 12192000"/>
              <a:gd name="connsiteY14" fmla="*/ 0 h 6858000"/>
              <a:gd name="connsiteX0" fmla="*/ 489966 w 12192000"/>
              <a:gd name="connsiteY0" fmla="*/ 6280287 h 6858000"/>
              <a:gd name="connsiteX1" fmla="*/ 488061 w 12192000"/>
              <a:gd name="connsiteY1" fmla="*/ 6386217 h 6858000"/>
              <a:gd name="connsiteX2" fmla="*/ 951870 w 12192000"/>
              <a:gd name="connsiteY2" fmla="*/ 6386217 h 6858000"/>
              <a:gd name="connsiteX3" fmla="*/ 951870 w 12192000"/>
              <a:gd name="connsiteY3" fmla="*/ 6280287 h 6858000"/>
              <a:gd name="connsiteX4" fmla="*/ 489966 w 12192000"/>
              <a:gd name="connsiteY4" fmla="*/ 6280287 h 6858000"/>
              <a:gd name="connsiteX5" fmla="*/ 10144585 w 12192000"/>
              <a:gd name="connsiteY5" fmla="*/ 269471 h 6858000"/>
              <a:gd name="connsiteX6" fmla="*/ 10143315 w 12192000"/>
              <a:gd name="connsiteY6" fmla="*/ 1026036 h 6858000"/>
              <a:gd name="connsiteX7" fmla="*/ 11904029 w 12192000"/>
              <a:gd name="connsiteY7" fmla="*/ 1027306 h 6858000"/>
              <a:gd name="connsiteX8" fmla="*/ 11902124 w 12192000"/>
              <a:gd name="connsiteY8" fmla="*/ 269471 h 6858000"/>
              <a:gd name="connsiteX9" fmla="*/ 10144585 w 12192000"/>
              <a:gd name="connsiteY9" fmla="*/ 269471 h 6858000"/>
              <a:gd name="connsiteX10" fmla="*/ 0 w 12192000"/>
              <a:gd name="connsiteY10" fmla="*/ 0 h 6858000"/>
              <a:gd name="connsiteX11" fmla="*/ 12192000 w 12192000"/>
              <a:gd name="connsiteY11" fmla="*/ 0 h 6858000"/>
              <a:gd name="connsiteX12" fmla="*/ 12192000 w 12192000"/>
              <a:gd name="connsiteY12" fmla="*/ 6858000 h 6858000"/>
              <a:gd name="connsiteX13" fmla="*/ 0 w 12192000"/>
              <a:gd name="connsiteY13" fmla="*/ 6858000 h 6858000"/>
              <a:gd name="connsiteX14" fmla="*/ 0 w 12192000"/>
              <a:gd name="connsiteY14" fmla="*/ 0 h 6858000"/>
              <a:gd name="connsiteX0" fmla="*/ 489966 w 12192000"/>
              <a:gd name="connsiteY0" fmla="*/ 6280287 h 6858000"/>
              <a:gd name="connsiteX1" fmla="*/ 488061 w 12192000"/>
              <a:gd name="connsiteY1" fmla="*/ 6386217 h 6858000"/>
              <a:gd name="connsiteX2" fmla="*/ 951870 w 12192000"/>
              <a:gd name="connsiteY2" fmla="*/ 6386217 h 6858000"/>
              <a:gd name="connsiteX3" fmla="*/ 951870 w 12192000"/>
              <a:gd name="connsiteY3" fmla="*/ 6280287 h 6858000"/>
              <a:gd name="connsiteX4" fmla="*/ 489966 w 12192000"/>
              <a:gd name="connsiteY4" fmla="*/ 6280287 h 6858000"/>
              <a:gd name="connsiteX5" fmla="*/ 10144585 w 12192000"/>
              <a:gd name="connsiteY5" fmla="*/ 269471 h 6858000"/>
              <a:gd name="connsiteX6" fmla="*/ 10143315 w 12192000"/>
              <a:gd name="connsiteY6" fmla="*/ 1026036 h 6858000"/>
              <a:gd name="connsiteX7" fmla="*/ 11902124 w 12192000"/>
              <a:gd name="connsiteY7" fmla="*/ 1025401 h 6858000"/>
              <a:gd name="connsiteX8" fmla="*/ 11902124 w 12192000"/>
              <a:gd name="connsiteY8" fmla="*/ 269471 h 6858000"/>
              <a:gd name="connsiteX9" fmla="*/ 10144585 w 12192000"/>
              <a:gd name="connsiteY9" fmla="*/ 269471 h 6858000"/>
              <a:gd name="connsiteX10" fmla="*/ 0 w 12192000"/>
              <a:gd name="connsiteY10" fmla="*/ 0 h 6858000"/>
              <a:gd name="connsiteX11" fmla="*/ 12192000 w 12192000"/>
              <a:gd name="connsiteY11" fmla="*/ 0 h 6858000"/>
              <a:gd name="connsiteX12" fmla="*/ 12192000 w 12192000"/>
              <a:gd name="connsiteY12" fmla="*/ 6858000 h 6858000"/>
              <a:gd name="connsiteX13" fmla="*/ 0 w 12192000"/>
              <a:gd name="connsiteY13" fmla="*/ 6858000 h 6858000"/>
              <a:gd name="connsiteX14" fmla="*/ 0 w 12192000"/>
              <a:gd name="connsiteY14" fmla="*/ 0 h 6858000"/>
              <a:gd name="connsiteX0" fmla="*/ 489966 w 12192000"/>
              <a:gd name="connsiteY0" fmla="*/ 6280287 h 6858000"/>
              <a:gd name="connsiteX1" fmla="*/ 488061 w 12192000"/>
              <a:gd name="connsiteY1" fmla="*/ 6386217 h 6858000"/>
              <a:gd name="connsiteX2" fmla="*/ 951870 w 12192000"/>
              <a:gd name="connsiteY2" fmla="*/ 6386217 h 6858000"/>
              <a:gd name="connsiteX3" fmla="*/ 951870 w 12192000"/>
              <a:gd name="connsiteY3" fmla="*/ 6280287 h 6858000"/>
              <a:gd name="connsiteX4" fmla="*/ 489966 w 12192000"/>
              <a:gd name="connsiteY4" fmla="*/ 6280287 h 6858000"/>
              <a:gd name="connsiteX5" fmla="*/ 10144585 w 12192000"/>
              <a:gd name="connsiteY5" fmla="*/ 269471 h 6858000"/>
              <a:gd name="connsiteX6" fmla="*/ 10147125 w 12192000"/>
              <a:gd name="connsiteY6" fmla="*/ 1026036 h 6858000"/>
              <a:gd name="connsiteX7" fmla="*/ 11902124 w 12192000"/>
              <a:gd name="connsiteY7" fmla="*/ 1025401 h 6858000"/>
              <a:gd name="connsiteX8" fmla="*/ 11902124 w 12192000"/>
              <a:gd name="connsiteY8" fmla="*/ 269471 h 6858000"/>
              <a:gd name="connsiteX9" fmla="*/ 10144585 w 12192000"/>
              <a:gd name="connsiteY9" fmla="*/ 269471 h 6858000"/>
              <a:gd name="connsiteX10" fmla="*/ 0 w 12192000"/>
              <a:gd name="connsiteY10" fmla="*/ 0 h 6858000"/>
              <a:gd name="connsiteX11" fmla="*/ 12192000 w 12192000"/>
              <a:gd name="connsiteY11" fmla="*/ 0 h 6858000"/>
              <a:gd name="connsiteX12" fmla="*/ 12192000 w 12192000"/>
              <a:gd name="connsiteY12" fmla="*/ 6858000 h 6858000"/>
              <a:gd name="connsiteX13" fmla="*/ 0 w 12192000"/>
              <a:gd name="connsiteY13" fmla="*/ 6858000 h 6858000"/>
              <a:gd name="connsiteX14" fmla="*/ 0 w 12192000"/>
              <a:gd name="connsiteY14" fmla="*/ 0 h 6858000"/>
              <a:gd name="connsiteX0" fmla="*/ 489966 w 12192000"/>
              <a:gd name="connsiteY0" fmla="*/ 6280287 h 6858000"/>
              <a:gd name="connsiteX1" fmla="*/ 488061 w 12192000"/>
              <a:gd name="connsiteY1" fmla="*/ 6386217 h 6858000"/>
              <a:gd name="connsiteX2" fmla="*/ 951870 w 12192000"/>
              <a:gd name="connsiteY2" fmla="*/ 6386217 h 6858000"/>
              <a:gd name="connsiteX3" fmla="*/ 951870 w 12192000"/>
              <a:gd name="connsiteY3" fmla="*/ 6280287 h 6858000"/>
              <a:gd name="connsiteX4" fmla="*/ 489966 w 12192000"/>
              <a:gd name="connsiteY4" fmla="*/ 6280287 h 6858000"/>
              <a:gd name="connsiteX5" fmla="*/ 10144585 w 12192000"/>
              <a:gd name="connsiteY5" fmla="*/ 269471 h 6858000"/>
              <a:gd name="connsiteX6" fmla="*/ 10297620 w 12192000"/>
              <a:gd name="connsiteY6" fmla="*/ 885066 h 6858000"/>
              <a:gd name="connsiteX7" fmla="*/ 11902124 w 12192000"/>
              <a:gd name="connsiteY7" fmla="*/ 1025401 h 6858000"/>
              <a:gd name="connsiteX8" fmla="*/ 11902124 w 12192000"/>
              <a:gd name="connsiteY8" fmla="*/ 269471 h 6858000"/>
              <a:gd name="connsiteX9" fmla="*/ 10144585 w 12192000"/>
              <a:gd name="connsiteY9" fmla="*/ 269471 h 6858000"/>
              <a:gd name="connsiteX10" fmla="*/ 0 w 12192000"/>
              <a:gd name="connsiteY10" fmla="*/ 0 h 6858000"/>
              <a:gd name="connsiteX11" fmla="*/ 12192000 w 12192000"/>
              <a:gd name="connsiteY11" fmla="*/ 0 h 6858000"/>
              <a:gd name="connsiteX12" fmla="*/ 12192000 w 12192000"/>
              <a:gd name="connsiteY12" fmla="*/ 6858000 h 6858000"/>
              <a:gd name="connsiteX13" fmla="*/ 0 w 12192000"/>
              <a:gd name="connsiteY13" fmla="*/ 6858000 h 6858000"/>
              <a:gd name="connsiteX14" fmla="*/ 0 w 12192000"/>
              <a:gd name="connsiteY14" fmla="*/ 0 h 6858000"/>
              <a:gd name="connsiteX0" fmla="*/ 489966 w 12192000"/>
              <a:gd name="connsiteY0" fmla="*/ 6280287 h 6858000"/>
              <a:gd name="connsiteX1" fmla="*/ 488061 w 12192000"/>
              <a:gd name="connsiteY1" fmla="*/ 6386217 h 6858000"/>
              <a:gd name="connsiteX2" fmla="*/ 951870 w 12192000"/>
              <a:gd name="connsiteY2" fmla="*/ 6386217 h 6858000"/>
              <a:gd name="connsiteX3" fmla="*/ 951870 w 12192000"/>
              <a:gd name="connsiteY3" fmla="*/ 6280287 h 6858000"/>
              <a:gd name="connsiteX4" fmla="*/ 489966 w 12192000"/>
              <a:gd name="connsiteY4" fmla="*/ 6280287 h 6858000"/>
              <a:gd name="connsiteX5" fmla="*/ 10144585 w 12192000"/>
              <a:gd name="connsiteY5" fmla="*/ 269471 h 6858000"/>
              <a:gd name="connsiteX6" fmla="*/ 10147125 w 12192000"/>
              <a:gd name="connsiteY6" fmla="*/ 1029846 h 6858000"/>
              <a:gd name="connsiteX7" fmla="*/ 11902124 w 12192000"/>
              <a:gd name="connsiteY7" fmla="*/ 1025401 h 6858000"/>
              <a:gd name="connsiteX8" fmla="*/ 11902124 w 12192000"/>
              <a:gd name="connsiteY8" fmla="*/ 269471 h 6858000"/>
              <a:gd name="connsiteX9" fmla="*/ 10144585 w 12192000"/>
              <a:gd name="connsiteY9" fmla="*/ 269471 h 6858000"/>
              <a:gd name="connsiteX10" fmla="*/ 0 w 12192000"/>
              <a:gd name="connsiteY10" fmla="*/ 0 h 6858000"/>
              <a:gd name="connsiteX11" fmla="*/ 12192000 w 12192000"/>
              <a:gd name="connsiteY11" fmla="*/ 0 h 6858000"/>
              <a:gd name="connsiteX12" fmla="*/ 12192000 w 12192000"/>
              <a:gd name="connsiteY12" fmla="*/ 6858000 h 6858000"/>
              <a:gd name="connsiteX13" fmla="*/ 0 w 12192000"/>
              <a:gd name="connsiteY13" fmla="*/ 6858000 h 6858000"/>
              <a:gd name="connsiteX14" fmla="*/ 0 w 12192000"/>
              <a:gd name="connsiteY14" fmla="*/ 0 h 6858000"/>
              <a:gd name="connsiteX0" fmla="*/ 489966 w 12192000"/>
              <a:gd name="connsiteY0" fmla="*/ 6280287 h 6858000"/>
              <a:gd name="connsiteX1" fmla="*/ 488061 w 12192000"/>
              <a:gd name="connsiteY1" fmla="*/ 6386217 h 6858000"/>
              <a:gd name="connsiteX2" fmla="*/ 951870 w 12192000"/>
              <a:gd name="connsiteY2" fmla="*/ 6386217 h 6858000"/>
              <a:gd name="connsiteX3" fmla="*/ 951870 w 12192000"/>
              <a:gd name="connsiteY3" fmla="*/ 6280287 h 6858000"/>
              <a:gd name="connsiteX4" fmla="*/ 489966 w 12192000"/>
              <a:gd name="connsiteY4" fmla="*/ 6280287 h 6858000"/>
              <a:gd name="connsiteX5" fmla="*/ 10144585 w 12192000"/>
              <a:gd name="connsiteY5" fmla="*/ 269471 h 6858000"/>
              <a:gd name="connsiteX6" fmla="*/ 10349055 w 12192000"/>
              <a:gd name="connsiteY6" fmla="*/ 875541 h 6858000"/>
              <a:gd name="connsiteX7" fmla="*/ 11902124 w 12192000"/>
              <a:gd name="connsiteY7" fmla="*/ 1025401 h 6858000"/>
              <a:gd name="connsiteX8" fmla="*/ 11902124 w 12192000"/>
              <a:gd name="connsiteY8" fmla="*/ 269471 h 6858000"/>
              <a:gd name="connsiteX9" fmla="*/ 10144585 w 12192000"/>
              <a:gd name="connsiteY9" fmla="*/ 269471 h 6858000"/>
              <a:gd name="connsiteX10" fmla="*/ 0 w 12192000"/>
              <a:gd name="connsiteY10" fmla="*/ 0 h 6858000"/>
              <a:gd name="connsiteX11" fmla="*/ 12192000 w 12192000"/>
              <a:gd name="connsiteY11" fmla="*/ 0 h 6858000"/>
              <a:gd name="connsiteX12" fmla="*/ 12192000 w 12192000"/>
              <a:gd name="connsiteY12" fmla="*/ 6858000 h 6858000"/>
              <a:gd name="connsiteX13" fmla="*/ 0 w 12192000"/>
              <a:gd name="connsiteY13" fmla="*/ 6858000 h 6858000"/>
              <a:gd name="connsiteX14" fmla="*/ 0 w 12192000"/>
              <a:gd name="connsiteY14" fmla="*/ 0 h 6858000"/>
              <a:gd name="connsiteX0" fmla="*/ 489966 w 12192000"/>
              <a:gd name="connsiteY0" fmla="*/ 6280287 h 6858000"/>
              <a:gd name="connsiteX1" fmla="*/ 488061 w 12192000"/>
              <a:gd name="connsiteY1" fmla="*/ 6386217 h 6858000"/>
              <a:gd name="connsiteX2" fmla="*/ 951870 w 12192000"/>
              <a:gd name="connsiteY2" fmla="*/ 6386217 h 6858000"/>
              <a:gd name="connsiteX3" fmla="*/ 951870 w 12192000"/>
              <a:gd name="connsiteY3" fmla="*/ 6280287 h 6858000"/>
              <a:gd name="connsiteX4" fmla="*/ 489966 w 12192000"/>
              <a:gd name="connsiteY4" fmla="*/ 6280287 h 6858000"/>
              <a:gd name="connsiteX5" fmla="*/ 10144585 w 12192000"/>
              <a:gd name="connsiteY5" fmla="*/ 269471 h 6858000"/>
              <a:gd name="connsiteX6" fmla="*/ 10143315 w 12192000"/>
              <a:gd name="connsiteY6" fmla="*/ 1027941 h 6858000"/>
              <a:gd name="connsiteX7" fmla="*/ 11902124 w 12192000"/>
              <a:gd name="connsiteY7" fmla="*/ 1025401 h 6858000"/>
              <a:gd name="connsiteX8" fmla="*/ 11902124 w 12192000"/>
              <a:gd name="connsiteY8" fmla="*/ 269471 h 6858000"/>
              <a:gd name="connsiteX9" fmla="*/ 10144585 w 12192000"/>
              <a:gd name="connsiteY9" fmla="*/ 269471 h 6858000"/>
              <a:gd name="connsiteX10" fmla="*/ 0 w 12192000"/>
              <a:gd name="connsiteY10" fmla="*/ 0 h 6858000"/>
              <a:gd name="connsiteX11" fmla="*/ 12192000 w 12192000"/>
              <a:gd name="connsiteY11" fmla="*/ 0 h 6858000"/>
              <a:gd name="connsiteX12" fmla="*/ 12192000 w 12192000"/>
              <a:gd name="connsiteY12" fmla="*/ 6858000 h 6858000"/>
              <a:gd name="connsiteX13" fmla="*/ 0 w 12192000"/>
              <a:gd name="connsiteY13" fmla="*/ 6858000 h 6858000"/>
              <a:gd name="connsiteX14" fmla="*/ 0 w 12192000"/>
              <a:gd name="connsiteY14" fmla="*/ 0 h 6858000"/>
              <a:gd name="connsiteX0" fmla="*/ 489966 w 12192000"/>
              <a:gd name="connsiteY0" fmla="*/ 6280287 h 6858000"/>
              <a:gd name="connsiteX1" fmla="*/ 488061 w 12192000"/>
              <a:gd name="connsiteY1" fmla="*/ 6386217 h 6858000"/>
              <a:gd name="connsiteX2" fmla="*/ 951870 w 12192000"/>
              <a:gd name="connsiteY2" fmla="*/ 6386217 h 6858000"/>
              <a:gd name="connsiteX3" fmla="*/ 951870 w 12192000"/>
              <a:gd name="connsiteY3" fmla="*/ 6280287 h 6858000"/>
              <a:gd name="connsiteX4" fmla="*/ 489966 w 12192000"/>
              <a:gd name="connsiteY4" fmla="*/ 6280287 h 6858000"/>
              <a:gd name="connsiteX5" fmla="*/ 10144585 w 12192000"/>
              <a:gd name="connsiteY5" fmla="*/ 269471 h 6858000"/>
              <a:gd name="connsiteX6" fmla="*/ 10143315 w 12192000"/>
              <a:gd name="connsiteY6" fmla="*/ 1027941 h 6858000"/>
              <a:gd name="connsiteX7" fmla="*/ 11902124 w 12192000"/>
              <a:gd name="connsiteY7" fmla="*/ 1025401 h 6858000"/>
              <a:gd name="connsiteX8" fmla="*/ 11625899 w 12192000"/>
              <a:gd name="connsiteY8" fmla="*/ 412346 h 6858000"/>
              <a:gd name="connsiteX9" fmla="*/ 10144585 w 12192000"/>
              <a:gd name="connsiteY9" fmla="*/ 269471 h 6858000"/>
              <a:gd name="connsiteX10" fmla="*/ 0 w 12192000"/>
              <a:gd name="connsiteY10" fmla="*/ 0 h 6858000"/>
              <a:gd name="connsiteX11" fmla="*/ 12192000 w 12192000"/>
              <a:gd name="connsiteY11" fmla="*/ 0 h 6858000"/>
              <a:gd name="connsiteX12" fmla="*/ 12192000 w 12192000"/>
              <a:gd name="connsiteY12" fmla="*/ 6858000 h 6858000"/>
              <a:gd name="connsiteX13" fmla="*/ 0 w 12192000"/>
              <a:gd name="connsiteY13" fmla="*/ 6858000 h 6858000"/>
              <a:gd name="connsiteX14" fmla="*/ 0 w 12192000"/>
              <a:gd name="connsiteY14" fmla="*/ 0 h 6858000"/>
              <a:gd name="connsiteX0" fmla="*/ 489966 w 12192000"/>
              <a:gd name="connsiteY0" fmla="*/ 6280287 h 6858000"/>
              <a:gd name="connsiteX1" fmla="*/ 488061 w 12192000"/>
              <a:gd name="connsiteY1" fmla="*/ 6386217 h 6858000"/>
              <a:gd name="connsiteX2" fmla="*/ 951870 w 12192000"/>
              <a:gd name="connsiteY2" fmla="*/ 6386217 h 6858000"/>
              <a:gd name="connsiteX3" fmla="*/ 951870 w 12192000"/>
              <a:gd name="connsiteY3" fmla="*/ 6280287 h 6858000"/>
              <a:gd name="connsiteX4" fmla="*/ 489966 w 12192000"/>
              <a:gd name="connsiteY4" fmla="*/ 6280287 h 6858000"/>
              <a:gd name="connsiteX5" fmla="*/ 10144585 w 12192000"/>
              <a:gd name="connsiteY5" fmla="*/ 269471 h 6858000"/>
              <a:gd name="connsiteX6" fmla="*/ 10143315 w 12192000"/>
              <a:gd name="connsiteY6" fmla="*/ 1027941 h 6858000"/>
              <a:gd name="connsiteX7" fmla="*/ 11902124 w 12192000"/>
              <a:gd name="connsiteY7" fmla="*/ 1025401 h 6858000"/>
              <a:gd name="connsiteX8" fmla="*/ 11902124 w 12192000"/>
              <a:gd name="connsiteY8" fmla="*/ 269471 h 6858000"/>
              <a:gd name="connsiteX9" fmla="*/ 10144585 w 12192000"/>
              <a:gd name="connsiteY9" fmla="*/ 269471 h 6858000"/>
              <a:gd name="connsiteX10" fmla="*/ 0 w 12192000"/>
              <a:gd name="connsiteY10" fmla="*/ 0 h 6858000"/>
              <a:gd name="connsiteX11" fmla="*/ 12192000 w 12192000"/>
              <a:gd name="connsiteY11" fmla="*/ 0 h 6858000"/>
              <a:gd name="connsiteX12" fmla="*/ 12192000 w 12192000"/>
              <a:gd name="connsiteY12" fmla="*/ 6858000 h 6858000"/>
              <a:gd name="connsiteX13" fmla="*/ 0 w 12192000"/>
              <a:gd name="connsiteY13" fmla="*/ 6858000 h 6858000"/>
              <a:gd name="connsiteX14" fmla="*/ 0 w 12192000"/>
              <a:gd name="connsiteY14" fmla="*/ 0 h 6858000"/>
              <a:gd name="connsiteX0" fmla="*/ 489966 w 12192000"/>
              <a:gd name="connsiteY0" fmla="*/ 6280287 h 6858000"/>
              <a:gd name="connsiteX1" fmla="*/ 488061 w 12192000"/>
              <a:gd name="connsiteY1" fmla="*/ 6386217 h 6858000"/>
              <a:gd name="connsiteX2" fmla="*/ 951870 w 12192000"/>
              <a:gd name="connsiteY2" fmla="*/ 6386217 h 6858000"/>
              <a:gd name="connsiteX3" fmla="*/ 951870 w 12192000"/>
              <a:gd name="connsiteY3" fmla="*/ 6280287 h 6858000"/>
              <a:gd name="connsiteX4" fmla="*/ 489966 w 12192000"/>
              <a:gd name="connsiteY4" fmla="*/ 6280287 h 6858000"/>
              <a:gd name="connsiteX5" fmla="*/ 10376995 w 12192000"/>
              <a:gd name="connsiteY5" fmla="*/ 440921 h 6858000"/>
              <a:gd name="connsiteX6" fmla="*/ 10143315 w 12192000"/>
              <a:gd name="connsiteY6" fmla="*/ 1027941 h 6858000"/>
              <a:gd name="connsiteX7" fmla="*/ 11902124 w 12192000"/>
              <a:gd name="connsiteY7" fmla="*/ 1025401 h 6858000"/>
              <a:gd name="connsiteX8" fmla="*/ 11902124 w 12192000"/>
              <a:gd name="connsiteY8" fmla="*/ 269471 h 6858000"/>
              <a:gd name="connsiteX9" fmla="*/ 10376995 w 12192000"/>
              <a:gd name="connsiteY9" fmla="*/ 440921 h 6858000"/>
              <a:gd name="connsiteX10" fmla="*/ 0 w 12192000"/>
              <a:gd name="connsiteY10" fmla="*/ 0 h 6858000"/>
              <a:gd name="connsiteX11" fmla="*/ 12192000 w 12192000"/>
              <a:gd name="connsiteY11" fmla="*/ 0 h 6858000"/>
              <a:gd name="connsiteX12" fmla="*/ 12192000 w 12192000"/>
              <a:gd name="connsiteY12" fmla="*/ 6858000 h 6858000"/>
              <a:gd name="connsiteX13" fmla="*/ 0 w 12192000"/>
              <a:gd name="connsiteY13" fmla="*/ 6858000 h 6858000"/>
              <a:gd name="connsiteX14" fmla="*/ 0 w 12192000"/>
              <a:gd name="connsiteY14" fmla="*/ 0 h 6858000"/>
              <a:gd name="connsiteX0" fmla="*/ 489966 w 12192000"/>
              <a:gd name="connsiteY0" fmla="*/ 6280287 h 6858000"/>
              <a:gd name="connsiteX1" fmla="*/ 488061 w 12192000"/>
              <a:gd name="connsiteY1" fmla="*/ 6386217 h 6858000"/>
              <a:gd name="connsiteX2" fmla="*/ 951870 w 12192000"/>
              <a:gd name="connsiteY2" fmla="*/ 6386217 h 6858000"/>
              <a:gd name="connsiteX3" fmla="*/ 951870 w 12192000"/>
              <a:gd name="connsiteY3" fmla="*/ 6280287 h 6858000"/>
              <a:gd name="connsiteX4" fmla="*/ 489966 w 12192000"/>
              <a:gd name="connsiteY4" fmla="*/ 6280287 h 6858000"/>
              <a:gd name="connsiteX5" fmla="*/ 10146490 w 12192000"/>
              <a:gd name="connsiteY5" fmla="*/ 267566 h 6858000"/>
              <a:gd name="connsiteX6" fmla="*/ 10143315 w 12192000"/>
              <a:gd name="connsiteY6" fmla="*/ 1027941 h 6858000"/>
              <a:gd name="connsiteX7" fmla="*/ 11902124 w 12192000"/>
              <a:gd name="connsiteY7" fmla="*/ 1025401 h 6858000"/>
              <a:gd name="connsiteX8" fmla="*/ 11902124 w 12192000"/>
              <a:gd name="connsiteY8" fmla="*/ 269471 h 6858000"/>
              <a:gd name="connsiteX9" fmla="*/ 10146490 w 12192000"/>
              <a:gd name="connsiteY9" fmla="*/ 267566 h 6858000"/>
              <a:gd name="connsiteX10" fmla="*/ 0 w 12192000"/>
              <a:gd name="connsiteY10" fmla="*/ 0 h 6858000"/>
              <a:gd name="connsiteX11" fmla="*/ 12192000 w 12192000"/>
              <a:gd name="connsiteY11" fmla="*/ 0 h 6858000"/>
              <a:gd name="connsiteX12" fmla="*/ 12192000 w 12192000"/>
              <a:gd name="connsiteY12" fmla="*/ 6858000 h 6858000"/>
              <a:gd name="connsiteX13" fmla="*/ 0 w 12192000"/>
              <a:gd name="connsiteY13" fmla="*/ 6858000 h 6858000"/>
              <a:gd name="connsiteX14" fmla="*/ 0 w 12192000"/>
              <a:gd name="connsiteY14" fmla="*/ 0 h 6858000"/>
              <a:gd name="connsiteX0" fmla="*/ 489966 w 12192000"/>
              <a:gd name="connsiteY0" fmla="*/ 6280287 h 6858000"/>
              <a:gd name="connsiteX1" fmla="*/ 488061 w 12192000"/>
              <a:gd name="connsiteY1" fmla="*/ 6386217 h 6858000"/>
              <a:gd name="connsiteX2" fmla="*/ 951870 w 12192000"/>
              <a:gd name="connsiteY2" fmla="*/ 6386217 h 6858000"/>
              <a:gd name="connsiteX3" fmla="*/ 951870 w 12192000"/>
              <a:gd name="connsiteY3" fmla="*/ 6280287 h 6858000"/>
              <a:gd name="connsiteX4" fmla="*/ 489966 w 12192000"/>
              <a:gd name="connsiteY4" fmla="*/ 6280287 h 6858000"/>
              <a:gd name="connsiteX5" fmla="*/ 10146490 w 12192000"/>
              <a:gd name="connsiteY5" fmla="*/ 267566 h 6858000"/>
              <a:gd name="connsiteX6" fmla="*/ 10143315 w 12192000"/>
              <a:gd name="connsiteY6" fmla="*/ 1027941 h 6858000"/>
              <a:gd name="connsiteX7" fmla="*/ 11902124 w 12192000"/>
              <a:gd name="connsiteY7" fmla="*/ 1025401 h 6858000"/>
              <a:gd name="connsiteX8" fmla="*/ 11900219 w 12192000"/>
              <a:gd name="connsiteY8" fmla="*/ 267566 h 6858000"/>
              <a:gd name="connsiteX9" fmla="*/ 10146490 w 12192000"/>
              <a:gd name="connsiteY9" fmla="*/ 267566 h 6858000"/>
              <a:gd name="connsiteX10" fmla="*/ 0 w 12192000"/>
              <a:gd name="connsiteY10" fmla="*/ 0 h 6858000"/>
              <a:gd name="connsiteX11" fmla="*/ 12192000 w 12192000"/>
              <a:gd name="connsiteY11" fmla="*/ 0 h 6858000"/>
              <a:gd name="connsiteX12" fmla="*/ 12192000 w 12192000"/>
              <a:gd name="connsiteY12" fmla="*/ 6858000 h 6858000"/>
              <a:gd name="connsiteX13" fmla="*/ 0 w 12192000"/>
              <a:gd name="connsiteY13" fmla="*/ 6858000 h 6858000"/>
              <a:gd name="connsiteX14" fmla="*/ 0 w 12192000"/>
              <a:gd name="connsiteY14" fmla="*/ 0 h 6858000"/>
              <a:gd name="connsiteX0" fmla="*/ 489966 w 12192000"/>
              <a:gd name="connsiteY0" fmla="*/ 6280287 h 6858000"/>
              <a:gd name="connsiteX1" fmla="*/ 488061 w 12192000"/>
              <a:gd name="connsiteY1" fmla="*/ 6386217 h 6858000"/>
              <a:gd name="connsiteX2" fmla="*/ 951870 w 12192000"/>
              <a:gd name="connsiteY2" fmla="*/ 6386217 h 6858000"/>
              <a:gd name="connsiteX3" fmla="*/ 951870 w 12192000"/>
              <a:gd name="connsiteY3" fmla="*/ 6280287 h 6858000"/>
              <a:gd name="connsiteX4" fmla="*/ 489966 w 12192000"/>
              <a:gd name="connsiteY4" fmla="*/ 6280287 h 6858000"/>
              <a:gd name="connsiteX5" fmla="*/ 10146490 w 12192000"/>
              <a:gd name="connsiteY5" fmla="*/ 267566 h 6858000"/>
              <a:gd name="connsiteX6" fmla="*/ 10143315 w 12192000"/>
              <a:gd name="connsiteY6" fmla="*/ 1027941 h 6858000"/>
              <a:gd name="connsiteX7" fmla="*/ 11902124 w 12192000"/>
              <a:gd name="connsiteY7" fmla="*/ 1025401 h 6858000"/>
              <a:gd name="connsiteX8" fmla="*/ 11904029 w 12192000"/>
              <a:gd name="connsiteY8" fmla="*/ 267566 h 6858000"/>
              <a:gd name="connsiteX9" fmla="*/ 10146490 w 12192000"/>
              <a:gd name="connsiteY9" fmla="*/ 267566 h 6858000"/>
              <a:gd name="connsiteX10" fmla="*/ 0 w 12192000"/>
              <a:gd name="connsiteY10" fmla="*/ 0 h 6858000"/>
              <a:gd name="connsiteX11" fmla="*/ 12192000 w 12192000"/>
              <a:gd name="connsiteY11" fmla="*/ 0 h 6858000"/>
              <a:gd name="connsiteX12" fmla="*/ 12192000 w 12192000"/>
              <a:gd name="connsiteY12" fmla="*/ 6858000 h 6858000"/>
              <a:gd name="connsiteX13" fmla="*/ 0 w 12192000"/>
              <a:gd name="connsiteY13" fmla="*/ 6858000 h 6858000"/>
              <a:gd name="connsiteX14" fmla="*/ 0 w 12192000"/>
              <a:gd name="connsiteY14" fmla="*/ 0 h 6858000"/>
              <a:gd name="connsiteX0" fmla="*/ 489966 w 12192000"/>
              <a:gd name="connsiteY0" fmla="*/ 6280287 h 6858000"/>
              <a:gd name="connsiteX1" fmla="*/ 488061 w 12192000"/>
              <a:gd name="connsiteY1" fmla="*/ 6386217 h 6858000"/>
              <a:gd name="connsiteX2" fmla="*/ 951870 w 12192000"/>
              <a:gd name="connsiteY2" fmla="*/ 6386217 h 6858000"/>
              <a:gd name="connsiteX3" fmla="*/ 951870 w 12192000"/>
              <a:gd name="connsiteY3" fmla="*/ 6280287 h 6858000"/>
              <a:gd name="connsiteX4" fmla="*/ 489966 w 12192000"/>
              <a:gd name="connsiteY4" fmla="*/ 6280287 h 6858000"/>
              <a:gd name="connsiteX5" fmla="*/ 10146490 w 12192000"/>
              <a:gd name="connsiteY5" fmla="*/ 267566 h 6858000"/>
              <a:gd name="connsiteX6" fmla="*/ 10149030 w 12192000"/>
              <a:gd name="connsiteY6" fmla="*/ 1026036 h 6858000"/>
              <a:gd name="connsiteX7" fmla="*/ 11902124 w 12192000"/>
              <a:gd name="connsiteY7" fmla="*/ 1025401 h 6858000"/>
              <a:gd name="connsiteX8" fmla="*/ 11904029 w 12192000"/>
              <a:gd name="connsiteY8" fmla="*/ 267566 h 6858000"/>
              <a:gd name="connsiteX9" fmla="*/ 10146490 w 12192000"/>
              <a:gd name="connsiteY9" fmla="*/ 267566 h 6858000"/>
              <a:gd name="connsiteX10" fmla="*/ 0 w 12192000"/>
              <a:gd name="connsiteY10" fmla="*/ 0 h 6858000"/>
              <a:gd name="connsiteX11" fmla="*/ 12192000 w 12192000"/>
              <a:gd name="connsiteY11" fmla="*/ 0 h 6858000"/>
              <a:gd name="connsiteX12" fmla="*/ 12192000 w 12192000"/>
              <a:gd name="connsiteY12" fmla="*/ 6858000 h 6858000"/>
              <a:gd name="connsiteX13" fmla="*/ 0 w 12192000"/>
              <a:gd name="connsiteY13" fmla="*/ 6858000 h 6858000"/>
              <a:gd name="connsiteX14" fmla="*/ 0 w 12192000"/>
              <a:gd name="connsiteY14" fmla="*/ 0 h 6858000"/>
              <a:gd name="connsiteX0" fmla="*/ 489966 w 12192000"/>
              <a:gd name="connsiteY0" fmla="*/ 6280287 h 6858000"/>
              <a:gd name="connsiteX1" fmla="*/ 488061 w 12192000"/>
              <a:gd name="connsiteY1" fmla="*/ 6386217 h 6858000"/>
              <a:gd name="connsiteX2" fmla="*/ 951870 w 12192000"/>
              <a:gd name="connsiteY2" fmla="*/ 6386217 h 6858000"/>
              <a:gd name="connsiteX3" fmla="*/ 951870 w 12192000"/>
              <a:gd name="connsiteY3" fmla="*/ 6280287 h 6858000"/>
              <a:gd name="connsiteX4" fmla="*/ 489966 w 12192000"/>
              <a:gd name="connsiteY4" fmla="*/ 6280287 h 6858000"/>
              <a:gd name="connsiteX5" fmla="*/ 10146490 w 12192000"/>
              <a:gd name="connsiteY5" fmla="*/ 267566 h 6858000"/>
              <a:gd name="connsiteX6" fmla="*/ 10145220 w 12192000"/>
              <a:gd name="connsiteY6" fmla="*/ 1026036 h 6858000"/>
              <a:gd name="connsiteX7" fmla="*/ 11902124 w 12192000"/>
              <a:gd name="connsiteY7" fmla="*/ 1025401 h 6858000"/>
              <a:gd name="connsiteX8" fmla="*/ 11904029 w 12192000"/>
              <a:gd name="connsiteY8" fmla="*/ 267566 h 6858000"/>
              <a:gd name="connsiteX9" fmla="*/ 10146490 w 12192000"/>
              <a:gd name="connsiteY9" fmla="*/ 267566 h 6858000"/>
              <a:gd name="connsiteX10" fmla="*/ 0 w 12192000"/>
              <a:gd name="connsiteY10" fmla="*/ 0 h 6858000"/>
              <a:gd name="connsiteX11" fmla="*/ 12192000 w 12192000"/>
              <a:gd name="connsiteY11" fmla="*/ 0 h 6858000"/>
              <a:gd name="connsiteX12" fmla="*/ 12192000 w 12192000"/>
              <a:gd name="connsiteY12" fmla="*/ 6858000 h 6858000"/>
              <a:gd name="connsiteX13" fmla="*/ 0 w 12192000"/>
              <a:gd name="connsiteY13" fmla="*/ 6858000 h 6858000"/>
              <a:gd name="connsiteX14" fmla="*/ 0 w 12192000"/>
              <a:gd name="connsiteY14" fmla="*/ 0 h 6858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</a:cxnLst>
            <a:rect l="l" t="t" r="r" b="b"/>
            <a:pathLst>
              <a:path w="12192000" h="6858000">
                <a:moveTo>
                  <a:pt x="489966" y="6280287"/>
                </a:moveTo>
                <a:lnTo>
                  <a:pt x="488061" y="6386217"/>
                </a:lnTo>
                <a:lnTo>
                  <a:pt x="951870" y="6386217"/>
                </a:lnTo>
                <a:lnTo>
                  <a:pt x="951870" y="6280287"/>
                </a:lnTo>
                <a:lnTo>
                  <a:pt x="489966" y="6280287"/>
                </a:lnTo>
                <a:close/>
                <a:moveTo>
                  <a:pt x="10146490" y="267566"/>
                </a:moveTo>
                <a:cubicBezTo>
                  <a:pt x="10144797" y="526104"/>
                  <a:pt x="10146913" y="767498"/>
                  <a:pt x="10145220" y="1026036"/>
                </a:cubicBezTo>
                <a:lnTo>
                  <a:pt x="11902124" y="1025401"/>
                </a:lnTo>
                <a:lnTo>
                  <a:pt x="11904029" y="267566"/>
                </a:lnTo>
                <a:lnTo>
                  <a:pt x="10146490" y="267566"/>
                </a:lnTo>
                <a:close/>
                <a:moveTo>
                  <a:pt x="0" y="0"/>
                </a:moveTo>
                <a:lnTo>
                  <a:pt x="12192000" y="0"/>
                </a:lnTo>
                <a:lnTo>
                  <a:pt x="12192000" y="6858000"/>
                </a:lnTo>
                <a:lnTo>
                  <a:pt x="0" y="6858000"/>
                </a:lnTo>
                <a:lnTo>
                  <a:pt x="0" y="0"/>
                </a:lnTo>
                <a:close/>
              </a:path>
            </a:pathLst>
          </a:custGeom>
        </p:spPr>
        <p:txBody>
          <a:bodyPr wrap="square">
            <a:noAutofit/>
          </a:bodyPr>
          <a:lstStyle>
            <a:lvl1pPr marL="0" indent="0">
              <a:buNone/>
              <a:defRPr/>
            </a:lvl1pPr>
          </a:lstStyle>
          <a:p>
            <a:r>
              <a:rPr lang="de-DE"/>
              <a:t>Bild durch Klicken auf Symbol hinzufügen</a:t>
            </a:r>
          </a:p>
        </p:txBody>
      </p:sp>
      <p:sp>
        <p:nvSpPr>
          <p:cNvPr id="24" name="Textplatzhalter 2">
            <a:extLst>
              <a:ext uri="{FF2B5EF4-FFF2-40B4-BE49-F238E27FC236}">
                <a16:creationId xmlns:a16="http://schemas.microsoft.com/office/drawing/2014/main" id="{B2BCC63D-764D-453B-B95D-B53E771DF123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479425" y="4834859"/>
            <a:ext cx="7812088" cy="1336071"/>
          </a:xfrm>
          <a:prstGeom prst="rect">
            <a:avLst/>
          </a:prstGeom>
          <a:noFill/>
        </p:spPr>
        <p:txBody>
          <a:bodyPr wrap="square" rtlCol="0" anchor="b">
            <a:spAutoFit/>
          </a:bodyPr>
          <a:lstStyle>
            <a:lvl1pPr marL="0" indent="0">
              <a:buNone/>
              <a:tabLst>
                <a:tab pos="1074738" algn="l"/>
              </a:tabLst>
              <a:defRPr lang="de-DE" sz="4800" b="1" cap="all" baseline="0" smtClean="0">
                <a:solidFill>
                  <a:schemeClr val="bg1"/>
                </a:solidFill>
                <a:latin typeface="STIHL Contraface Display Title" panose="02000600040000020004" pitchFamily="50" charset="0"/>
              </a:defRPr>
            </a:lvl1pPr>
            <a:lvl2pPr marL="277812" indent="0">
              <a:buNone/>
              <a:defRPr lang="de-DE" smtClean="0"/>
            </a:lvl2pPr>
            <a:lvl3pPr marL="739775" indent="0">
              <a:buNone/>
              <a:defRPr lang="de-DE" sz="1800" smtClean="0"/>
            </a:lvl3pPr>
            <a:lvl4pPr marL="1190625" indent="0">
              <a:buNone/>
              <a:defRPr lang="de-DE" sz="1800" smtClean="0"/>
            </a:lvl4pPr>
            <a:lvl5pPr marL="1647825" indent="0">
              <a:buNone/>
              <a:defRPr lang="de-DE" sz="1800"/>
            </a:lvl5pPr>
          </a:lstStyle>
          <a:p>
            <a:pPr marL="0" lvl="0"/>
            <a:r>
              <a:rPr lang="de-DE"/>
              <a:t>Abschlussworte (vielen Dank)</a:t>
            </a:r>
          </a:p>
        </p:txBody>
      </p:sp>
      <p:sp>
        <p:nvSpPr>
          <p:cNvPr id="29" name="Rechteck 28">
            <a:extLst>
              <a:ext uri="{FF2B5EF4-FFF2-40B4-BE49-F238E27FC236}">
                <a16:creationId xmlns:a16="http://schemas.microsoft.com/office/drawing/2014/main" id="{2C6085ED-8EF3-4C74-9B9D-7804FC5FAEA1}"/>
              </a:ext>
            </a:extLst>
          </p:cNvPr>
          <p:cNvSpPr/>
          <p:nvPr/>
        </p:nvSpPr>
        <p:spPr>
          <a:xfrm>
            <a:off x="495191" y="6283982"/>
            <a:ext cx="450741" cy="94593"/>
          </a:xfrm>
          <a:prstGeom prst="rect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eaLnBrk="1"/>
            <a:endParaRPr lang="de-DE"/>
          </a:p>
        </p:txBody>
      </p:sp>
      <p:sp>
        <p:nvSpPr>
          <p:cNvPr id="8" name="Rechteck 7">
            <a:extLst>
              <a:ext uri="{FF2B5EF4-FFF2-40B4-BE49-F238E27FC236}">
                <a16:creationId xmlns:a16="http://schemas.microsoft.com/office/drawing/2014/main" id="{5CF86407-DA27-4CA6-A346-F8477F884E96}"/>
              </a:ext>
            </a:extLst>
          </p:cNvPr>
          <p:cNvSpPr>
            <a:spLocks/>
          </p:cNvSpPr>
          <p:nvPr/>
        </p:nvSpPr>
        <p:spPr>
          <a:xfrm>
            <a:off x="-1939923" y="2913099"/>
            <a:ext cx="1772284" cy="1031803"/>
          </a:xfrm>
          <a:prstGeom prst="rect">
            <a:avLst/>
          </a:prstGeom>
          <a:solidFill>
            <a:schemeClr val="bg1"/>
          </a:solidFill>
          <a:ln w="635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lIns="72000" tIns="72000" rIns="72000" bIns="72000" rtlCol="0" anchor="ctr">
            <a:spAutoFit/>
          </a:bodyPr>
          <a:lstStyle/>
          <a:p>
            <a:pPr algn="ctr">
              <a:lnSpc>
                <a:spcPct val="90000"/>
              </a:lnSpc>
            </a:pPr>
            <a:r>
              <a:rPr lang="de-DE" sz="1600" b="0">
                <a:solidFill>
                  <a:schemeClr val="tx1"/>
                </a:solidFill>
              </a:rPr>
              <a:t>Bitte keine Folien mit vollflächigen Farben oder Motiven drucken </a:t>
            </a:r>
          </a:p>
        </p:txBody>
      </p:sp>
      <p:pic>
        <p:nvPicPr>
          <p:cNvPr id="9" name="Grafik 8"/>
          <p:cNvPicPr>
            <a:picLocks noChangeAspect="1"/>
          </p:cNvPicPr>
          <p:nvPr/>
        </p:nvPicPr>
        <p:blipFill>
          <a:blip r:embed="rId5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136061" y="258750"/>
            <a:ext cx="1774212" cy="775631"/>
          </a:xfrm>
          <a:prstGeom prst="rect">
            <a:avLst/>
          </a:prstGeom>
        </p:spPr>
      </p:pic>
      <p:pic>
        <p:nvPicPr>
          <p:cNvPr id="3" name="Grafik 2" descr="Ein Bild, das Entwurf, Kreis, Schwarzweiß, Grafiken enthält.&#10;&#10;Automatisch generierte Beschreibung">
            <a:extLst>
              <a:ext uri="{FF2B5EF4-FFF2-40B4-BE49-F238E27FC236}">
                <a16:creationId xmlns:a16="http://schemas.microsoft.com/office/drawing/2014/main" id="{4CCAB04F-9C20-1FC6-8252-4035346818F0}"/>
              </a:ext>
            </a:extLst>
          </p:cNvPr>
          <p:cNvPicPr>
            <a:picLocks noChangeAspect="1"/>
          </p:cNvPicPr>
          <p:nvPr userDrawn="1"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558680" y="378086"/>
            <a:ext cx="1303300" cy="53696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050877920"/>
      </p:ext>
    </p:extLst>
  </p:cSld>
  <p:clrMapOvr>
    <a:masterClrMapping/>
  </p:clrMapOvr>
</p:sldLayout>
</file>

<file path=ppt/slideLayouts/slideLayout27.xml><?xml version="1.0" encoding="utf-8"?>
<p:sldLayout xmlns:a="http://schemas.openxmlformats.org/drawingml/2006/main" xmlns:r="http://schemas.openxmlformats.org/officeDocument/2006/relationships" xmlns:p="http://schemas.openxmlformats.org/presentationml/2006/main">
  <p:cSld name="Titel zwei Inhalt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3" name="Objekt 2" hidden="1">
            <a:extLst>
              <a:ext uri="{FF2B5EF4-FFF2-40B4-BE49-F238E27FC236}">
                <a16:creationId xmlns:a16="http://schemas.microsoft.com/office/drawing/2014/main" id="{D653AC16-B8BF-4F06-9847-410FBD661142}"/>
              </a:ext>
            </a:extLst>
          </p:cNvPr>
          <p:cNvGraphicFramePr>
            <a:graphicFrameLocks noChangeAspect="1"/>
          </p:cNvGraphicFramePr>
          <p:nvPr>
            <p:custDataLst>
              <p:tags r:id="rId1"/>
            </p:custDataLst>
          </p:nvPr>
        </p:nvGraphicFramePr>
        <p:xfrm>
          <a:off x="1588" y="1588"/>
          <a:ext cx="1588" cy="15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think-cell Slide" r:id="rId4" imgW="408" imgH="408" progId="TCLayout.ActiveDocument.1">
                  <p:embed/>
                </p:oleObj>
              </mc:Choice>
              <mc:Fallback>
                <p:oleObj name="think-cell Slide" r:id="rId4" imgW="408" imgH="408" progId="TCLayout.ActiveDocument.1">
                  <p:embed/>
                  <p:pic>
                    <p:nvPicPr>
                      <p:cNvPr id="3" name="Objekt 2" hidden="1">
                        <a:extLst>
                          <a:ext uri="{FF2B5EF4-FFF2-40B4-BE49-F238E27FC236}">
                            <a16:creationId xmlns:a16="http://schemas.microsoft.com/office/drawing/2014/main" id="{D653AC16-B8BF-4F06-9847-410FBD661142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5"/>
                      <a:stretch>
                        <a:fillRect/>
                      </a:stretch>
                    </p:blipFill>
                    <p:spPr>
                      <a:xfrm>
                        <a:off x="1588" y="1588"/>
                        <a:ext cx="1588" cy="1588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2" name="Rechteck 1" hidden="1">
            <a:extLst>
              <a:ext uri="{FF2B5EF4-FFF2-40B4-BE49-F238E27FC236}">
                <a16:creationId xmlns:a16="http://schemas.microsoft.com/office/drawing/2014/main" id="{D21E1F63-0E73-4BE0-AB62-ECF4E2E15BF1}"/>
              </a:ext>
            </a:extLst>
          </p:cNvPr>
          <p:cNvSpPr/>
          <p:nvPr>
            <p:custDataLst>
              <p:tags r:id="rId2"/>
            </p:custDataLst>
          </p:nvPr>
        </p:nvSpPr>
        <p:spPr>
          <a:xfrm>
            <a:off x="0" y="0"/>
            <a:ext cx="158750" cy="158750"/>
          </a:xfrm>
          <a:prstGeom prst="rect">
            <a:avLst/>
          </a:prstGeom>
          <a:solidFill>
            <a:schemeClr val="bg1"/>
          </a:solidFill>
          <a:ln w="635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="horz" wrap="none" lIns="0" tIns="0" rIns="0" bIns="0" numCol="1" spcCol="0" rtlCol="0" anchor="ctr" anchorCtr="0">
            <a:noAutofit/>
          </a:bodyPr>
          <a:lstStyle/>
          <a:p>
            <a:pPr marL="0" lvl="0" indent="0" algn="ctr" eaLnBrk="1">
              <a:lnSpc>
                <a:spcPct val="90000"/>
              </a:lnSpc>
              <a:spcBef>
                <a:spcPct val="0"/>
              </a:spcBef>
              <a:spcAft>
                <a:spcPct val="0"/>
              </a:spcAft>
            </a:pPr>
            <a:endParaRPr lang="de-DE" sz="2200" b="1" i="0" baseline="0">
              <a:solidFill>
                <a:schemeClr val="tx1"/>
              </a:solidFill>
              <a:latin typeface="STIHL Contraface Text"/>
              <a:ea typeface="+mj-ea"/>
              <a:cs typeface="+mj-cs"/>
              <a:sym typeface="STIHL Contraface Text"/>
            </a:endParaRPr>
          </a:p>
        </p:txBody>
      </p:sp>
      <p:sp>
        <p:nvSpPr>
          <p:cNvPr id="11" name="Titel 10">
            <a:extLst>
              <a:ext uri="{FF2B5EF4-FFF2-40B4-BE49-F238E27FC236}">
                <a16:creationId xmlns:a16="http://schemas.microsoft.com/office/drawing/2014/main" id="{A26E03A4-095B-410D-BCF8-3F189668F86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79426" y="503546"/>
            <a:ext cx="9579925" cy="304699"/>
          </a:xfrm>
        </p:spPr>
        <p:txBody>
          <a:bodyPr vert="horz" lIns="0" tIns="0" rIns="0" bIns="0" rtlCol="0" anchor="t" anchorCtr="0">
            <a:noAutofit/>
          </a:bodyPr>
          <a:lstStyle>
            <a:lvl1pPr>
              <a:lnSpc>
                <a:spcPct val="90000"/>
              </a:lnSpc>
              <a:defRPr lang="de-DE" sz="2200" dirty="0"/>
            </a:lvl1pPr>
          </a:lstStyle>
          <a:p>
            <a:pPr lvl="0"/>
            <a:r>
              <a:rPr lang="de-DE"/>
              <a:t>Mastertitelformat bearbeiten</a:t>
            </a:r>
          </a:p>
        </p:txBody>
      </p:sp>
      <p:sp>
        <p:nvSpPr>
          <p:cNvPr id="13" name="Textplatzhalter 8">
            <a:extLst>
              <a:ext uri="{FF2B5EF4-FFF2-40B4-BE49-F238E27FC236}">
                <a16:creationId xmlns:a16="http://schemas.microsoft.com/office/drawing/2014/main" id="{6DBC4AB2-2C37-4DD5-89D1-6E82832F27B2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479427" y="1130300"/>
            <a:ext cx="11233147" cy="249299"/>
          </a:xfrm>
          <a:prstGeom prst="rect">
            <a:avLst/>
          </a:prstGeom>
        </p:spPr>
        <p:txBody>
          <a:bodyPr vert="horz" lIns="0" tIns="0" rIns="0" bIns="0" rtlCol="0" anchor="t" anchorCtr="0">
            <a:noAutofit/>
          </a:bodyPr>
          <a:lstStyle>
            <a:lvl1pPr marL="0" indent="0">
              <a:lnSpc>
                <a:spcPct val="90000"/>
              </a:lnSpc>
              <a:buNone/>
              <a:defRPr lang="de-DE" sz="1800" cap="none" baseline="0" dirty="0" smtClean="0">
                <a:solidFill>
                  <a:schemeClr val="tx1"/>
                </a:solidFill>
                <a:latin typeface="+mn-lt"/>
                <a:ea typeface="+mj-ea"/>
                <a:cs typeface="+mj-cs"/>
              </a:defRPr>
            </a:lvl1pPr>
          </a:lstStyle>
          <a:p>
            <a:pPr marL="114300" lvl="0" indent="-342900">
              <a:spcBef>
                <a:spcPct val="0"/>
              </a:spcBef>
            </a:pPr>
            <a:r>
              <a:rPr lang="de-DE"/>
              <a:t>Subheadline</a:t>
            </a:r>
          </a:p>
        </p:txBody>
      </p:sp>
      <p:sp>
        <p:nvSpPr>
          <p:cNvPr id="5" name="Inhaltsplatzhalter 4"/>
          <p:cNvSpPr>
            <a:spLocks noGrp="1"/>
          </p:cNvSpPr>
          <p:nvPr>
            <p:ph sz="quarter" idx="21" hasCustomPrompt="1"/>
          </p:nvPr>
        </p:nvSpPr>
        <p:spPr>
          <a:xfrm>
            <a:off x="479426" y="1605307"/>
            <a:ext cx="5384330" cy="4849340"/>
          </a:xfrm>
        </p:spPr>
        <p:txBody>
          <a:bodyPr/>
          <a:lstStyle/>
          <a:p>
            <a:pPr lvl="0"/>
            <a:r>
              <a:rPr lang="de-DE"/>
              <a:t>Textmasterformat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</a:p>
        </p:txBody>
      </p:sp>
      <p:sp>
        <p:nvSpPr>
          <p:cNvPr id="12" name="Inhaltsplatzhalter 4"/>
          <p:cNvSpPr>
            <a:spLocks noGrp="1"/>
          </p:cNvSpPr>
          <p:nvPr>
            <p:ph sz="quarter" idx="22" hasCustomPrompt="1"/>
          </p:nvPr>
        </p:nvSpPr>
        <p:spPr>
          <a:xfrm>
            <a:off x="6328244" y="1605307"/>
            <a:ext cx="5384330" cy="4849340"/>
          </a:xfrm>
        </p:spPr>
        <p:txBody>
          <a:bodyPr/>
          <a:lstStyle/>
          <a:p>
            <a:pPr lvl="0"/>
            <a:r>
              <a:rPr lang="de-DE"/>
              <a:t>Textmasterformat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</a:p>
        </p:txBody>
      </p:sp>
    </p:spTree>
    <p:extLst>
      <p:ext uri="{BB962C8B-B14F-4D97-AF65-F5344CB8AC3E}">
        <p14:creationId xmlns:p14="http://schemas.microsoft.com/office/powerpoint/2010/main" val="3466925677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slideLayout" Target="../slideLayouts/slideLayout12.xml"/><Relationship Id="rId13" Type="http://schemas.openxmlformats.org/officeDocument/2006/relationships/slideLayout" Target="../slideLayouts/slideLayout13.xml"/><Relationship Id="rId14" Type="http://schemas.openxmlformats.org/officeDocument/2006/relationships/slideLayout" Target="../slideLayouts/slideLayout14.xml"/><Relationship Id="rId15" Type="http://schemas.openxmlformats.org/officeDocument/2006/relationships/slideLayout" Target="../slideLayouts/slideLayout15.xml"/><Relationship Id="rId16" Type="http://schemas.openxmlformats.org/officeDocument/2006/relationships/slideLayout" Target="../slideLayouts/slideLayout16.xml"/><Relationship Id="rId17" Type="http://schemas.openxmlformats.org/officeDocument/2006/relationships/slideLayout" Target="../slideLayouts/slideLayout17.xml"/><Relationship Id="rId18" Type="http://schemas.openxmlformats.org/officeDocument/2006/relationships/slideLayout" Target="../slideLayouts/slideLayout18.xml"/><Relationship Id="rId19" Type="http://schemas.openxmlformats.org/officeDocument/2006/relationships/slideLayout" Target="../slideLayouts/slideLayout19.xml"/><Relationship Id="rId20" Type="http://schemas.openxmlformats.org/officeDocument/2006/relationships/slideLayout" Target="../slideLayouts/slideLayout20.xml"/><Relationship Id="rId21" Type="http://schemas.openxmlformats.org/officeDocument/2006/relationships/slideLayout" Target="../slideLayouts/slideLayout21.xml"/><Relationship Id="rId22" Type="http://schemas.openxmlformats.org/officeDocument/2006/relationships/slideLayout" Target="../slideLayouts/slideLayout22.xml"/><Relationship Id="rId23" Type="http://schemas.openxmlformats.org/officeDocument/2006/relationships/slideLayout" Target="../slideLayouts/slideLayout23.xml"/><Relationship Id="rId24" Type="http://schemas.openxmlformats.org/officeDocument/2006/relationships/slideLayout" Target="../slideLayouts/slideLayout24.xml"/><Relationship Id="rId25" Type="http://schemas.openxmlformats.org/officeDocument/2006/relationships/slideLayout" Target="../slideLayouts/slideLayout25.xml"/><Relationship Id="rId26" Type="http://schemas.openxmlformats.org/officeDocument/2006/relationships/slideLayout" Target="../slideLayouts/slideLayout26.xml"/><Relationship Id="rId27" Type="http://schemas.openxmlformats.org/officeDocument/2006/relationships/slideLayout" Target="../slideLayouts/slideLayout27.xml"/><Relationship Id="rId28" Type="http://schemas.openxmlformats.org/officeDocument/2006/relationships/theme" Target="../theme/theme1.xml"/><Relationship Id="rId29" Type="http://schemas.openxmlformats.org/officeDocument/2006/relationships/tags" Target="../tags/tag2.xml"/><Relationship Id="rId30" Type="http://schemas.openxmlformats.org/officeDocument/2006/relationships/tags" Target="../tags/tag3.xml"/><Relationship Id="rId31" Type="http://schemas.openxmlformats.org/officeDocument/2006/relationships/oleObject" Target="../embeddings/oleObject1.bin"/><Relationship Id="rId32" Type="http://schemas.openxmlformats.org/officeDocument/2006/relationships/image" Target="../media/image1.emf"/><Relationship Id="rId33" Type="http://schemas.openxmlformats.org/officeDocument/2006/relationships/image" Target="../media/image2.png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8" name="Objekt 7" hidden="1">
            <a:extLst>
              <a:ext uri="{FF2B5EF4-FFF2-40B4-BE49-F238E27FC236}">
                <a16:creationId xmlns:a16="http://schemas.microsoft.com/office/drawing/2014/main" id="{D9C97816-FB06-4E95-856C-7D63D0431A47}"/>
              </a:ext>
            </a:extLst>
          </p:cNvPr>
          <p:cNvGraphicFramePr>
            <a:graphicFrameLocks/>
          </p:cNvGraphicFramePr>
          <p:nvPr>
            <p:custDataLst>
              <p:tags r:id="rId29"/>
            </p:custDataLst>
          </p:nvPr>
        </p:nvGraphicFramePr>
        <p:xfrm>
          <a:off x="1588" y="1588"/>
          <a:ext cx="1588" cy="15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think-cell Slide" r:id="rId31" imgW="408" imgH="408" progId="TCLayout.ActiveDocument.1">
                  <p:embed/>
                </p:oleObj>
              </mc:Choice>
              <mc:Fallback>
                <p:oleObj name="think-cell Slide" r:id="rId31" imgW="408" imgH="408" progId="TCLayout.ActiveDocument.1">
                  <p:embed/>
                  <p:pic>
                    <p:nvPicPr>
                      <p:cNvPr id="8" name="Objekt 7" hidden="1">
                        <a:extLst>
                          <a:ext uri="{FF2B5EF4-FFF2-40B4-BE49-F238E27FC236}">
                            <a16:creationId xmlns:a16="http://schemas.microsoft.com/office/drawing/2014/main" id="{D9C97816-FB06-4E95-856C-7D63D0431A47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32"/>
                      <a:stretch>
                        <a:fillRect/>
                      </a:stretch>
                    </p:blipFill>
                    <p:spPr>
                      <a:xfrm>
                        <a:off x="1588" y="1588"/>
                        <a:ext cx="1588" cy="1588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7" name="Rechteck 6" hidden="1">
            <a:extLst>
              <a:ext uri="{FF2B5EF4-FFF2-40B4-BE49-F238E27FC236}">
                <a16:creationId xmlns:a16="http://schemas.microsoft.com/office/drawing/2014/main" id="{5931360F-217C-4503-B09B-C80FE49E58A8}"/>
              </a:ext>
            </a:extLst>
          </p:cNvPr>
          <p:cNvSpPr/>
          <p:nvPr>
            <p:custDataLst>
              <p:tags r:id="rId30"/>
            </p:custDataLst>
          </p:nvPr>
        </p:nvSpPr>
        <p:spPr>
          <a:xfrm>
            <a:off x="0" y="0"/>
            <a:ext cx="158750" cy="158750"/>
          </a:xfrm>
          <a:prstGeom prst="rect">
            <a:avLst/>
          </a:prstGeom>
          <a:solidFill>
            <a:schemeClr val="bg1"/>
          </a:solidFill>
          <a:ln w="635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="horz" wrap="none" lIns="0" tIns="0" rIns="0" bIns="0" numCol="1" spcCol="0" rtlCol="0" anchor="ctr" anchorCtr="0">
            <a:noAutofit/>
          </a:bodyPr>
          <a:lstStyle/>
          <a:p>
            <a:pPr marL="0" lvl="0" indent="0" algn="ctr" eaLnBrk="1">
              <a:lnSpc>
                <a:spcPct val="90000"/>
              </a:lnSpc>
              <a:spcBef>
                <a:spcPct val="0"/>
              </a:spcBef>
              <a:spcAft>
                <a:spcPct val="0"/>
              </a:spcAft>
            </a:pPr>
            <a:endParaRPr lang="en-GB" sz="2200" b="1" i="0" baseline="0">
              <a:solidFill>
                <a:schemeClr val="tx1"/>
              </a:solidFill>
              <a:latin typeface="STIHL Contraface Text"/>
              <a:ea typeface="+mj-ea"/>
              <a:cs typeface="+mj-cs"/>
              <a:sym typeface="STIHL Contraface Text"/>
            </a:endParaRPr>
          </a:p>
        </p:txBody>
      </p:sp>
      <p:sp>
        <p:nvSpPr>
          <p:cNvPr id="2" name="Titelplatzhalter 1">
            <a:extLst>
              <a:ext uri="{FF2B5EF4-FFF2-40B4-BE49-F238E27FC236}">
                <a16:creationId xmlns:a16="http://schemas.microsoft.com/office/drawing/2014/main" id="{47881EEE-4F13-4DC9-B8A4-B54C0C3C05F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79426" y="503546"/>
            <a:ext cx="9579925" cy="252000"/>
          </a:xfrm>
          <a:prstGeom prst="rect">
            <a:avLst/>
          </a:prstGeom>
        </p:spPr>
        <p:txBody>
          <a:bodyPr vert="horz" lIns="0" tIns="0" rIns="0" bIns="0" rtlCol="0" anchor="t" anchorCtr="0">
            <a:noAutofit/>
          </a:bodyPr>
          <a:lstStyle/>
          <a:p>
            <a:r>
              <a:rPr lang="en-GB"/>
              <a:t>Edit master title format</a:t>
            </a:r>
          </a:p>
        </p:txBody>
      </p:sp>
      <p:sp>
        <p:nvSpPr>
          <p:cNvPr id="10" name="Textfeld 9">
            <a:extLst>
              <a:ext uri="{FF2B5EF4-FFF2-40B4-BE49-F238E27FC236}">
                <a16:creationId xmlns:a16="http://schemas.microsoft.com/office/drawing/2014/main" id="{22C7C99F-364C-426F-8FE4-3FD5F0CADA8A}"/>
              </a:ext>
            </a:extLst>
          </p:cNvPr>
          <p:cNvSpPr txBox="1"/>
          <p:nvPr/>
        </p:nvSpPr>
        <p:spPr>
          <a:xfrm>
            <a:off x="479425" y="6592970"/>
            <a:ext cx="1453924" cy="123111"/>
          </a:xfrm>
          <a:prstGeom prst="rect">
            <a:avLst/>
          </a:prstGeom>
          <a:noFill/>
        </p:spPr>
        <p:txBody>
          <a:bodyPr wrap="none" lIns="0" tIns="0" rIns="0" bIns="0" rtlCol="0">
            <a:spAutoFit/>
          </a:bodyPr>
          <a:lstStyle/>
          <a:p>
            <a:pPr algn="l"/>
            <a:r>
              <a:rPr lang="en-GB" sz="800">
                <a:solidFill>
                  <a:schemeClr val="tx2"/>
                </a:solidFill>
              </a:rPr>
              <a:t>© ANDREAS STIHL AG &amp; Co. KG</a:t>
            </a:r>
          </a:p>
        </p:txBody>
      </p:sp>
      <p:sp>
        <p:nvSpPr>
          <p:cNvPr id="12" name="Slide Number">
            <a:extLst>
              <a:ext uri="{FF2B5EF4-FFF2-40B4-BE49-F238E27FC236}">
                <a16:creationId xmlns:a16="http://schemas.microsoft.com/office/drawing/2014/main" id="{B120AD0C-5E57-45D6-8C62-2EFE6678CD8B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1528228" y="6592970"/>
            <a:ext cx="184346" cy="123111"/>
          </a:xfrm>
          <a:prstGeom prst="rect">
            <a:avLst/>
          </a:prstGeom>
          <a:noFill/>
        </p:spPr>
        <p:txBody>
          <a:bodyPr wrap="none" lIns="0" tIns="0" rIns="0" bIns="0" rtlCol="0">
            <a:spAutoFit/>
          </a:bodyPr>
          <a:lstStyle>
            <a:defPPr>
              <a:defRPr lang="de-DE"/>
            </a:defPPr>
            <a:lvl1pPr>
              <a:defRPr sz="800">
                <a:solidFill>
                  <a:schemeClr val="tx2"/>
                </a:solidFill>
              </a:defRPr>
            </a:lvl1pPr>
            <a:lvl2pPr marL="457200" algn="l" rtl="0" fontAlgn="base">
              <a:spcBef>
                <a:spcPct val="0"/>
              </a:spcBef>
              <a:spcAft>
                <a:spcPct val="0"/>
              </a:spcAft>
              <a:defRPr sz="1300" b="1" kern="1200">
                <a:solidFill>
                  <a:schemeClr val="tx1"/>
                </a:solidFill>
                <a:latin typeface="Arial Narrow" charset="0"/>
                <a:ea typeface="+mn-ea"/>
                <a:cs typeface="+mn-cs"/>
              </a:defRPr>
            </a:lvl2pPr>
            <a:lvl3pPr marL="914400" algn="l" rtl="0" fontAlgn="base">
              <a:spcBef>
                <a:spcPct val="0"/>
              </a:spcBef>
              <a:spcAft>
                <a:spcPct val="0"/>
              </a:spcAft>
              <a:defRPr sz="1300" b="1" kern="1200">
                <a:solidFill>
                  <a:schemeClr val="tx1"/>
                </a:solidFill>
                <a:latin typeface="Arial Narrow" charset="0"/>
                <a:ea typeface="+mn-ea"/>
                <a:cs typeface="+mn-cs"/>
              </a:defRPr>
            </a:lvl3pPr>
            <a:lvl4pPr marL="1371600" algn="l" rtl="0" fontAlgn="base">
              <a:spcBef>
                <a:spcPct val="0"/>
              </a:spcBef>
              <a:spcAft>
                <a:spcPct val="0"/>
              </a:spcAft>
              <a:defRPr sz="1300" b="1" kern="1200">
                <a:solidFill>
                  <a:schemeClr val="tx1"/>
                </a:solidFill>
                <a:latin typeface="Arial Narrow" charset="0"/>
                <a:ea typeface="+mn-ea"/>
                <a:cs typeface="+mn-cs"/>
              </a:defRPr>
            </a:lvl4pPr>
            <a:lvl5pPr marL="1828800" algn="l" rtl="0" fontAlgn="base">
              <a:spcBef>
                <a:spcPct val="0"/>
              </a:spcBef>
              <a:spcAft>
                <a:spcPct val="0"/>
              </a:spcAft>
              <a:defRPr sz="1300" b="1" kern="1200">
                <a:solidFill>
                  <a:schemeClr val="tx1"/>
                </a:solidFill>
                <a:latin typeface="Arial Narrow" charset="0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300" b="1" kern="1200">
                <a:solidFill>
                  <a:schemeClr val="tx1"/>
                </a:solidFill>
                <a:latin typeface="Arial Narrow" charset="0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300" b="1" kern="1200">
                <a:solidFill>
                  <a:schemeClr val="tx1"/>
                </a:solidFill>
                <a:latin typeface="Arial Narrow" charset="0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300" b="1" kern="1200">
                <a:solidFill>
                  <a:schemeClr val="tx1"/>
                </a:solidFill>
                <a:latin typeface="Arial Narrow" charset="0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300" b="1" kern="1200">
                <a:solidFill>
                  <a:schemeClr val="tx1"/>
                </a:solidFill>
                <a:latin typeface="Arial Narrow" charset="0"/>
                <a:ea typeface="+mn-ea"/>
                <a:cs typeface="+mn-cs"/>
              </a:defRPr>
            </a:lvl9pPr>
          </a:lstStyle>
          <a:p>
            <a:pPr lvl="0" algn="r"/>
            <a:fld id="{7AA7B471-74A3-4F5F-8955-6C99E2375CAC}" type="slidenum">
              <a:rPr lang="en-GB" noProof="1" smtClean="0">
                <a:sym typeface="+mn-lt"/>
              </a:rPr>
              <a:pPr lvl="0" algn="r"/>
              <a:t>‹Nr.›</a:t>
            </a:fld>
            <a:endParaRPr lang="en-GB" noProof="1">
              <a:sym typeface="+mn-lt"/>
            </a:endParaRPr>
          </a:p>
        </p:txBody>
      </p:sp>
      <p:cxnSp>
        <p:nvCxnSpPr>
          <p:cNvPr id="23" name="Gerade Verbindung 7">
            <a:extLst>
              <a:ext uri="{FF2B5EF4-FFF2-40B4-BE49-F238E27FC236}">
                <a16:creationId xmlns:a16="http://schemas.microsoft.com/office/drawing/2014/main" id="{28D584E0-5EF6-4DC5-B2D7-FFDA778CFAC1}"/>
              </a:ext>
            </a:extLst>
          </p:cNvPr>
          <p:cNvCxnSpPr>
            <a:cxnSpLocks/>
          </p:cNvCxnSpPr>
          <p:nvPr/>
        </p:nvCxnSpPr>
        <p:spPr>
          <a:xfrm>
            <a:off x="10059360" y="-190500"/>
            <a:ext cx="0" cy="126643"/>
          </a:xfrm>
          <a:prstGeom prst="line">
            <a:avLst/>
          </a:prstGeom>
          <a:ln w="12700" cap="rnd">
            <a:solidFill>
              <a:schemeClr val="tx2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6" name="Textplatzhalter 5">
            <a:extLst>
              <a:ext uri="{FF2B5EF4-FFF2-40B4-BE49-F238E27FC236}">
                <a16:creationId xmlns:a16="http://schemas.microsoft.com/office/drawing/2014/main" id="{E531305B-43CE-446C-88D1-BBDB27457244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479426" y="1130298"/>
            <a:ext cx="11233147" cy="5322741"/>
          </a:xfrm>
          <a:prstGeom prst="rect">
            <a:avLst/>
          </a:prstGeom>
        </p:spPr>
        <p:txBody>
          <a:bodyPr vert="horz" lIns="0" tIns="0" rIns="0" bIns="0" rtlCol="0">
            <a:noAutofit/>
          </a:bodyPr>
          <a:lstStyle/>
          <a:p>
            <a:pPr lvl="0"/>
            <a:r>
              <a:rPr lang="en-GB"/>
              <a:t>Edit master text format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</a:p>
        </p:txBody>
      </p:sp>
      <p:cxnSp>
        <p:nvCxnSpPr>
          <p:cNvPr id="18" name="Gerade Verbindung 7">
            <a:extLst>
              <a:ext uri="{FF2B5EF4-FFF2-40B4-BE49-F238E27FC236}">
                <a16:creationId xmlns:a16="http://schemas.microsoft.com/office/drawing/2014/main" id="{EFB36787-F98E-4B12-B104-EEBBD9EECC10}"/>
              </a:ext>
            </a:extLst>
          </p:cNvPr>
          <p:cNvCxnSpPr>
            <a:cxnSpLocks/>
          </p:cNvCxnSpPr>
          <p:nvPr/>
        </p:nvCxnSpPr>
        <p:spPr>
          <a:xfrm>
            <a:off x="902806" y="-190500"/>
            <a:ext cx="0" cy="126643"/>
          </a:xfrm>
          <a:prstGeom prst="line">
            <a:avLst/>
          </a:prstGeom>
          <a:ln w="12700" cap="rnd">
            <a:solidFill>
              <a:schemeClr val="tx2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9" name="Gerade Verbindung 7">
            <a:extLst>
              <a:ext uri="{FF2B5EF4-FFF2-40B4-BE49-F238E27FC236}">
                <a16:creationId xmlns:a16="http://schemas.microsoft.com/office/drawing/2014/main" id="{465918F8-CA5D-4293-89DC-F10E8B1C5462}"/>
              </a:ext>
            </a:extLst>
          </p:cNvPr>
          <p:cNvCxnSpPr>
            <a:cxnSpLocks/>
          </p:cNvCxnSpPr>
          <p:nvPr/>
        </p:nvCxnSpPr>
        <p:spPr>
          <a:xfrm>
            <a:off x="691116" y="-190500"/>
            <a:ext cx="0" cy="126643"/>
          </a:xfrm>
          <a:prstGeom prst="line">
            <a:avLst/>
          </a:prstGeom>
          <a:ln w="12700" cap="rnd">
            <a:solidFill>
              <a:schemeClr val="tx2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0" name="Gerade Verbindung 7">
            <a:extLst>
              <a:ext uri="{FF2B5EF4-FFF2-40B4-BE49-F238E27FC236}">
                <a16:creationId xmlns:a16="http://schemas.microsoft.com/office/drawing/2014/main" id="{160AE795-C735-4204-9FF6-8CD4C42875B3}"/>
              </a:ext>
            </a:extLst>
          </p:cNvPr>
          <p:cNvCxnSpPr>
            <a:cxnSpLocks/>
          </p:cNvCxnSpPr>
          <p:nvPr/>
        </p:nvCxnSpPr>
        <p:spPr>
          <a:xfrm>
            <a:off x="479426" y="-190500"/>
            <a:ext cx="0" cy="126643"/>
          </a:xfrm>
          <a:prstGeom prst="line">
            <a:avLst/>
          </a:prstGeom>
          <a:ln w="12700" cap="rnd">
            <a:solidFill>
              <a:schemeClr val="tx2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1" name="Gerade Verbindung 7">
            <a:extLst>
              <a:ext uri="{FF2B5EF4-FFF2-40B4-BE49-F238E27FC236}">
                <a16:creationId xmlns:a16="http://schemas.microsoft.com/office/drawing/2014/main" id="{0F42B521-F5CC-46CF-86E8-5B383F9E4C65}"/>
              </a:ext>
            </a:extLst>
          </p:cNvPr>
          <p:cNvCxnSpPr>
            <a:cxnSpLocks/>
          </p:cNvCxnSpPr>
          <p:nvPr/>
        </p:nvCxnSpPr>
        <p:spPr>
          <a:xfrm rot="5400000">
            <a:off x="-160655" y="196071"/>
            <a:ext cx="0" cy="126643"/>
          </a:xfrm>
          <a:prstGeom prst="line">
            <a:avLst/>
          </a:prstGeom>
          <a:ln w="12700" cap="rnd">
            <a:solidFill>
              <a:schemeClr val="tx2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14" name="Grafik 13"/>
          <p:cNvPicPr>
            <a:picLocks noChangeAspect="1"/>
          </p:cNvPicPr>
          <p:nvPr/>
        </p:nvPicPr>
        <p:blipFill>
          <a:blip r:embed="rId3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330261" y="502821"/>
            <a:ext cx="1385810" cy="287488"/>
          </a:xfrm>
          <a:prstGeom prst="rect">
            <a:avLst/>
          </a:prstGeom>
        </p:spPr>
      </p:pic>
      <p:sp>
        <p:nvSpPr>
          <p:cNvPr id="4" name="MSIPCMContentMarking" descr="{&quot;HashCode&quot;:-1642666559,&quot;Placement&quot;:&quot;Header&quot;,&quot;Top&quot;:0.0,&quot;Left&quot;:435.1923,&quot;SlideWidth&quot;:960,&quot;SlideHeight&quot;:540}"/>
          <p:cNvSpPr txBox="1"/>
          <p:nvPr userDrawn="1"/>
        </p:nvSpPr>
        <p:spPr>
          <a:xfrm>
            <a:off x="5526942" y="0"/>
            <a:ext cx="1138115" cy="249198"/>
          </a:xfrm>
          <a:prstGeom prst="rect">
            <a:avLst/>
          </a:prstGeom>
          <a:noFill/>
        </p:spPr>
        <p:txBody>
          <a:bodyPr vert="horz" wrap="square" lIns="0" tIns="0" rIns="0" bIns="0" rtlCol="0" anchor="ctr" anchorCtr="1">
            <a:spAutoFit/>
          </a:bodyPr>
          <a:lstStyle/>
          <a:p>
            <a:pPr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</a:pPr>
            <a:r>
              <a:rPr lang="de-DE" sz="1000">
                <a:solidFill>
                  <a:srgbClr val="B1B1B1"/>
                </a:solidFill>
                <a:latin typeface="Arial" panose="020B0604020202020204" pitchFamily="34" charset="0"/>
              </a:rPr>
              <a:t>Intern | Internal</a:t>
            </a:r>
            <a:endParaRPr lang="de-DE" sz="1000" err="1">
              <a:solidFill>
                <a:srgbClr val="B1B1B1"/>
              </a:solidFill>
              <a:latin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723465580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85" r:id="rId1"/>
    <p:sldLayoutId id="2147483686" r:id="rId2"/>
    <p:sldLayoutId id="2147483687" r:id="rId3"/>
    <p:sldLayoutId id="2147483688" r:id="rId4"/>
    <p:sldLayoutId id="2147483689" r:id="rId5"/>
    <p:sldLayoutId id="2147483690" r:id="rId6"/>
    <p:sldLayoutId id="2147483691" r:id="rId7"/>
    <p:sldLayoutId id="2147483692" r:id="rId8"/>
    <p:sldLayoutId id="2147483693" r:id="rId9"/>
    <p:sldLayoutId id="2147483694" r:id="rId10"/>
    <p:sldLayoutId id="2147483695" r:id="rId11"/>
    <p:sldLayoutId id="2147483696" r:id="rId12"/>
    <p:sldLayoutId id="2147483697" r:id="rId13"/>
    <p:sldLayoutId id="2147483698" r:id="rId14"/>
    <p:sldLayoutId id="2147483699" r:id="rId15"/>
    <p:sldLayoutId id="2147483700" r:id="rId16"/>
    <p:sldLayoutId id="2147483709" r:id="rId17"/>
    <p:sldLayoutId id="2147483703" r:id="rId18"/>
    <p:sldLayoutId id="2147483704" r:id="rId19"/>
    <p:sldLayoutId id="2147483705" r:id="rId20"/>
    <p:sldLayoutId id="2147483706" r:id="rId21"/>
    <p:sldLayoutId id="2147483707" r:id="rId22"/>
    <p:sldLayoutId id="2147483701" r:id="rId23"/>
    <p:sldLayoutId id="2147483710" r:id="rId24"/>
    <p:sldLayoutId id="2147483711" r:id="rId25"/>
    <p:sldLayoutId id="2147483712" r:id="rId26"/>
    <p:sldLayoutId id="2147483713" r:id="rId27"/>
  </p:sldLayoutIdLst>
  <p:hf sldNum="0" hdr="0" ftr="0" dt="0"/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2200" b="1" kern="1200" cap="none" baseline="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0" indent="0" algn="l" defTabSz="914400" rtl="0" eaLnBrk="1" latinLnBrk="0" hangingPunct="1">
        <a:lnSpc>
          <a:spcPct val="90000"/>
        </a:lnSpc>
        <a:spcBef>
          <a:spcPts val="0"/>
        </a:spcBef>
        <a:spcAft>
          <a:spcPts val="600"/>
        </a:spcAft>
        <a:buFont typeface="Arial" panose="020B0604020202020204" pitchFamily="34" charset="0"/>
        <a:buNone/>
        <a:defRPr lang="de-DE" sz="1800" kern="1200" dirty="0">
          <a:solidFill>
            <a:schemeClr val="tx1"/>
          </a:solidFill>
          <a:latin typeface="+mn-lt"/>
          <a:ea typeface="+mn-ea"/>
          <a:cs typeface="+mn-cs"/>
        </a:defRPr>
      </a:lvl1pPr>
      <a:lvl2pPr marL="176213" indent="-176213" algn="l" defTabSz="914400" rtl="0" eaLnBrk="1" latinLnBrk="0" hangingPunct="1">
        <a:lnSpc>
          <a:spcPct val="90000"/>
        </a:lnSpc>
        <a:spcBef>
          <a:spcPts val="0"/>
        </a:spcBef>
        <a:spcAft>
          <a:spcPts val="600"/>
        </a:spcAft>
        <a:buFont typeface="Arial" panose="020B0604020202020204" pitchFamily="34" charset="0"/>
        <a:buChar char="•"/>
        <a:tabLst/>
        <a:defRPr lang="de-DE" sz="1800" kern="1200" baseline="0" dirty="0">
          <a:solidFill>
            <a:schemeClr val="tx1"/>
          </a:solidFill>
          <a:latin typeface="+mn-lt"/>
          <a:ea typeface="+mn-ea"/>
          <a:cs typeface="+mn-cs"/>
        </a:defRPr>
      </a:lvl2pPr>
      <a:lvl3pPr marL="358775" indent="-182563" algn="l" defTabSz="914400" rtl="0" eaLnBrk="1" latinLnBrk="0" hangingPunct="1">
        <a:lnSpc>
          <a:spcPct val="90000"/>
        </a:lnSpc>
        <a:spcBef>
          <a:spcPts val="0"/>
        </a:spcBef>
        <a:spcAft>
          <a:spcPts val="600"/>
        </a:spcAft>
        <a:buFont typeface="Arial" panose="020B0604020202020204" pitchFamily="34" charset="0"/>
        <a:buChar char="•"/>
        <a:defRPr lang="de-DE" sz="1600" kern="1200" dirty="0">
          <a:solidFill>
            <a:schemeClr val="tx1"/>
          </a:solidFill>
          <a:latin typeface="+mn-lt"/>
          <a:ea typeface="+mn-ea"/>
          <a:cs typeface="+mn-cs"/>
        </a:defRPr>
      </a:lvl3pPr>
      <a:lvl4pPr marL="534988" indent="-176213" algn="l" defTabSz="914400" rtl="0" eaLnBrk="1" latinLnBrk="0" hangingPunct="1">
        <a:lnSpc>
          <a:spcPct val="90000"/>
        </a:lnSpc>
        <a:spcBef>
          <a:spcPts val="0"/>
        </a:spcBef>
        <a:spcAft>
          <a:spcPts val="600"/>
        </a:spcAft>
        <a:buFont typeface="Arial" panose="020B0604020202020204" pitchFamily="34" charset="0"/>
        <a:buChar char="•"/>
        <a:defRPr lang="de-DE" sz="1400" kern="1200" dirty="0">
          <a:solidFill>
            <a:schemeClr val="tx1"/>
          </a:solidFill>
          <a:latin typeface="+mn-lt"/>
          <a:ea typeface="+mn-ea"/>
          <a:cs typeface="+mn-cs"/>
        </a:defRPr>
      </a:lvl4pPr>
      <a:lvl5pPr marL="719138" indent="-184150" algn="l" defTabSz="914400" rtl="0" eaLnBrk="1" latinLnBrk="0" hangingPunct="1">
        <a:lnSpc>
          <a:spcPct val="90000"/>
        </a:lnSpc>
        <a:spcBef>
          <a:spcPts val="0"/>
        </a:spcBef>
        <a:spcAft>
          <a:spcPts val="600"/>
        </a:spcAft>
        <a:buFont typeface="Arial" panose="020B0604020202020204" pitchFamily="34" charset="0"/>
        <a:buChar char="•"/>
        <a:defRPr lang="de-DE" sz="1200" kern="1200" dirty="0">
          <a:solidFill>
            <a:schemeClr val="tx1"/>
          </a:solidFill>
          <a:latin typeface="+mn-lt"/>
          <a:ea typeface="+mn-ea"/>
          <a:cs typeface="+mn-cs"/>
        </a:defRPr>
      </a:lvl5pPr>
      <a:lvl6pPr marL="3155950" indent="-262255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lang="de-DE" sz="1800" kern="1200" dirty="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de-DE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  <p:extLst>
    <p:ext uri="{27BBF7A9-308A-43DC-89C8-2F10F3537804}">
      <p15:sldGuideLst xmlns:p15="http://schemas.microsoft.com/office/powerpoint/2012/main">
        <p15:guide id="3" pos="301">
          <p15:clr>
            <a:srgbClr val="F26B43"/>
          </p15:clr>
        </p15:guide>
        <p15:guide id="4" pos="7379">
          <p15:clr>
            <a:srgbClr val="F26B43"/>
          </p15:clr>
        </p15:guide>
        <p15:guide id="5" orient="horz" pos="317">
          <p15:clr>
            <a:srgbClr val="F26B43"/>
          </p15:clr>
        </p15:guide>
        <p15:guide id="10" orient="horz" pos="4066">
          <p15:clr>
            <a:srgbClr val="F26B43"/>
          </p15:clr>
        </p15:guide>
        <p15:guide id="11" orient="horz" pos="1010">
          <p15:clr>
            <a:srgbClr val="F26B43"/>
          </p15:clr>
        </p15:guide>
        <p15:guide id="13" orient="horz" pos="712">
          <p15:clr>
            <a:srgbClr val="F26B43"/>
          </p15:clr>
        </p15:guide>
        <p15:guide id="14" orient="horz" pos="163">
          <p15:clr>
            <a:srgbClr val="F26B43"/>
          </p15:clr>
        </p15:guide>
      </p15:sldGuideLst>
    </p:ext>
  </p:extLst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tags" Target="../tags/tag47.xml"/><Relationship Id="rId2" Type="http://schemas.openxmlformats.org/officeDocument/2006/relationships/slideLayout" Target="../slideLayouts/slideLayout24.xml"/><Relationship Id="rId3" Type="http://schemas.openxmlformats.org/officeDocument/2006/relationships/notesSlide" Target="../notesSlides/notesSlide1.xml"/><Relationship Id="rId4" Type="http://schemas.openxmlformats.org/officeDocument/2006/relationships/image" Target="../media/image7.jpeg"/><Relationship Id="rId5" Type="http://schemas.openxmlformats.org/officeDocument/2006/relationships/image" Target="../media/image5.png"/><Relationship Id="rId6" Type="http://schemas.openxmlformats.org/officeDocument/2006/relationships/oleObject" Target="../embeddings/oleObject19.bin"/><Relationship Id="rId7" Type="http://schemas.openxmlformats.org/officeDocument/2006/relationships/image" Target="../media/image3.emf"/><Relationship Id="rId8" Type="http://schemas.openxmlformats.org/officeDocument/2006/relationships/hyperlink" Target="file:///C:\Program%20Files%20(x86)\STIHL\PPT%20Images" TargetMode="External"/><Relationship Id="rId9" Type="http://schemas.openxmlformats.org/officeDocument/2006/relationships/hyperlink" Target="https://dam.stihl.com/" TargetMode="Externa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tags" Target="../tags/tag48.xml"/><Relationship Id="rId2" Type="http://schemas.openxmlformats.org/officeDocument/2006/relationships/slideLayout" Target="../slideLayouts/slideLayout4.xml"/><Relationship Id="rId3" Type="http://schemas.microsoft.com/office/2018/10/relationships/comments" Target="../comments/modernComment_117_2A9E6AB6.xml"/><Relationship Id="rId4" Type="http://schemas.openxmlformats.org/officeDocument/2006/relationships/oleObject" Target="../embeddings/oleObject20.bin"/><Relationship Id="rId5" Type="http://schemas.openxmlformats.org/officeDocument/2006/relationships/image" Target="../media/image8.emf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tags" Target="../tags/tag49.xml"/><Relationship Id="rId2" Type="http://schemas.openxmlformats.org/officeDocument/2006/relationships/slideLayout" Target="../slideLayouts/slideLayout5.xml"/><Relationship Id="rId3" Type="http://schemas.microsoft.com/office/2018/10/relationships/comments" Target="../comments/modernComment_234_104226BA.xml"/><Relationship Id="rId4" Type="http://schemas.openxmlformats.org/officeDocument/2006/relationships/oleObject" Target="../embeddings/oleObject21.bin"/><Relationship Id="rId5" Type="http://schemas.openxmlformats.org/officeDocument/2006/relationships/image" Target="../media/image1.emf"/><Relationship Id="rId6" Type="http://schemas.openxmlformats.org/officeDocument/2006/relationships/image" Target="../media/image9.png"/><Relationship Id="rId7" Type="http://schemas.openxmlformats.org/officeDocument/2006/relationships/image" Target="../media/image10.png"/><Relationship Id="rId8" Type="http://schemas.openxmlformats.org/officeDocument/2006/relationships/image" Target="../media/image11.png"/><Relationship Id="rId9" Type="http://schemas.openxmlformats.org/officeDocument/2006/relationships/image" Target="../media/image12.jpeg"/><Relationship Id="rId10" Type="http://schemas.openxmlformats.org/officeDocument/2006/relationships/image" Target="../media/image13.png"/><Relationship Id="rId11" Type="http://schemas.openxmlformats.org/officeDocument/2006/relationships/image" Target="../media/image14.png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tags" Target="../tags/tag50.xml"/><Relationship Id="rId2" Type="http://schemas.openxmlformats.org/officeDocument/2006/relationships/slideLayout" Target="../slideLayouts/slideLayout5.xml"/><Relationship Id="rId3" Type="http://schemas.openxmlformats.org/officeDocument/2006/relationships/oleObject" Target="../embeddings/oleObject22.bin"/><Relationship Id="rId4" Type="http://schemas.openxmlformats.org/officeDocument/2006/relationships/image" Target="../media/image1.emf"/><Relationship Id="rId5" Type="http://schemas.openxmlformats.org/officeDocument/2006/relationships/image" Target="../media/image15.png"/><Relationship Id="rId6" Type="http://schemas.openxmlformats.org/officeDocument/2006/relationships/image" Target="../media/image16.png"/><Relationship Id="rId7" Type="http://schemas.openxmlformats.org/officeDocument/2006/relationships/image" Target="../media/image17.png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tags" Target="../tags/tag51.xml"/><Relationship Id="rId2" Type="http://schemas.openxmlformats.org/officeDocument/2006/relationships/slideLayout" Target="../slideLayouts/slideLayout5.xml"/><Relationship Id="rId3" Type="http://schemas.openxmlformats.org/officeDocument/2006/relationships/oleObject" Target="../embeddings/oleObject23.bin"/><Relationship Id="rId4" Type="http://schemas.openxmlformats.org/officeDocument/2006/relationships/image" Target="../media/image1.emf"/><Relationship Id="rId5" Type="http://schemas.openxmlformats.org/officeDocument/2006/relationships/image" Target="../media/image18.svg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tags" Target="../tags/tag52.xml"/><Relationship Id="rId2" Type="http://schemas.openxmlformats.org/officeDocument/2006/relationships/slideLayout" Target="../slideLayouts/slideLayout5.xml"/><Relationship Id="rId3" Type="http://schemas.openxmlformats.org/officeDocument/2006/relationships/notesSlide" Target="../notesSlides/notesSlide2.xml"/><Relationship Id="rId4" Type="http://schemas.openxmlformats.org/officeDocument/2006/relationships/oleObject" Target="../embeddings/oleObject24.bin"/><Relationship Id="rId5" Type="http://schemas.openxmlformats.org/officeDocument/2006/relationships/image" Target="../media/image1.emf"/><Relationship Id="rId6" Type="http://schemas.openxmlformats.org/officeDocument/2006/relationships/image" Target="../media/image9.png"/><Relationship Id="rId7" Type="http://schemas.openxmlformats.org/officeDocument/2006/relationships/image" Target="../media/image19.png"/><Relationship Id="rId8" Type="http://schemas.openxmlformats.org/officeDocument/2006/relationships/image" Target="../media/image20.png"/><Relationship Id="rId9" Type="http://schemas.openxmlformats.org/officeDocument/2006/relationships/image" Target="../media/image21.png"/><Relationship Id="rId10" Type="http://schemas.openxmlformats.org/officeDocument/2006/relationships/image" Target="../media/image22.png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tags" Target="../tags/tag53.xml"/><Relationship Id="rId2" Type="http://schemas.openxmlformats.org/officeDocument/2006/relationships/tags" Target="../tags/tag54.xml"/><Relationship Id="rId3" Type="http://schemas.openxmlformats.org/officeDocument/2006/relationships/tags" Target="../tags/tag55.xml"/><Relationship Id="rId4" Type="http://schemas.openxmlformats.org/officeDocument/2006/relationships/tags" Target="../tags/tag56.xml"/><Relationship Id="rId5" Type="http://schemas.openxmlformats.org/officeDocument/2006/relationships/tags" Target="../tags/tag57.xml"/><Relationship Id="rId6" Type="http://schemas.openxmlformats.org/officeDocument/2006/relationships/tags" Target="../tags/tag58.xml"/><Relationship Id="rId7" Type="http://schemas.openxmlformats.org/officeDocument/2006/relationships/tags" Target="../tags/tag59.xml"/><Relationship Id="rId8" Type="http://schemas.openxmlformats.org/officeDocument/2006/relationships/tags" Target="../tags/tag60.xml"/><Relationship Id="rId9" Type="http://schemas.openxmlformats.org/officeDocument/2006/relationships/tags" Target="../tags/tag61.xml"/><Relationship Id="rId10" Type="http://schemas.openxmlformats.org/officeDocument/2006/relationships/tags" Target="../tags/tag62.xml"/><Relationship Id="rId11" Type="http://schemas.openxmlformats.org/officeDocument/2006/relationships/tags" Target="../tags/tag63.xml"/><Relationship Id="rId12" Type="http://schemas.openxmlformats.org/officeDocument/2006/relationships/tags" Target="../tags/tag64.xml"/><Relationship Id="rId13" Type="http://schemas.openxmlformats.org/officeDocument/2006/relationships/tags" Target="../tags/tag65.xml"/><Relationship Id="rId14" Type="http://schemas.openxmlformats.org/officeDocument/2006/relationships/slideLayout" Target="../slideLayouts/slideLayout5.xml"/><Relationship Id="rId15" Type="http://schemas.openxmlformats.org/officeDocument/2006/relationships/oleObject" Target="../embeddings/oleObject25.bin"/><Relationship Id="rId16" Type="http://schemas.openxmlformats.org/officeDocument/2006/relationships/image" Target="../media/image1.emf"/><Relationship Id="rId17" Type="http://schemas.openxmlformats.org/officeDocument/2006/relationships/chart" Target="../charts/chart1.xml"/><Relationship Id="rId18" Type="http://schemas.openxmlformats.org/officeDocument/2006/relationships/chart" Target="../charts/chart2.xml"/><Relationship Id="rId19" Type="http://schemas.openxmlformats.org/officeDocument/2006/relationships/chart" Target="../charts/chart3.xml"/><Relationship Id="rId20" Type="http://schemas.openxmlformats.org/officeDocument/2006/relationships/chart" Target="../charts/chart4.xml"/><Relationship Id="rId21" Type="http://schemas.openxmlformats.org/officeDocument/2006/relationships/chart" Target="../charts/chart5.xml"/><Relationship Id="rId22" Type="http://schemas.openxmlformats.org/officeDocument/2006/relationships/chart" Target="../charts/chart6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tags" Target="../tags/tag66.xml"/><Relationship Id="rId2" Type="http://schemas.openxmlformats.org/officeDocument/2006/relationships/slideLayout" Target="../slideLayouts/slideLayout5.xml"/><Relationship Id="rId3" Type="http://schemas.openxmlformats.org/officeDocument/2006/relationships/oleObject" Target="../embeddings/oleObject26.bin"/><Relationship Id="rId4" Type="http://schemas.openxmlformats.org/officeDocument/2006/relationships/image" Target="../media/image1.emf"/><Relationship Id="rId5" Type="http://schemas.openxmlformats.org/officeDocument/2006/relationships/image" Target="../media/image23.png"/><Relationship Id="rId6" Type="http://schemas.openxmlformats.org/officeDocument/2006/relationships/image" Target="../media/image24.emf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tags" Target="../tags/tag67.xml"/><Relationship Id="rId2" Type="http://schemas.openxmlformats.org/officeDocument/2006/relationships/slideLayout" Target="../slideLayouts/slideLayout5.xml"/><Relationship Id="rId3" Type="http://schemas.openxmlformats.org/officeDocument/2006/relationships/oleObject" Target="../embeddings/oleObject23.bin"/><Relationship Id="rId4" Type="http://schemas.openxmlformats.org/officeDocument/2006/relationships/image" Target="../media/image1.emf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tags" Target="../tags/tag68.xml"/><Relationship Id="rId2" Type="http://schemas.openxmlformats.org/officeDocument/2006/relationships/slideLayout" Target="../slideLayouts/slideLayout5.xml"/><Relationship Id="rId3" Type="http://schemas.openxmlformats.org/officeDocument/2006/relationships/oleObject" Target="../embeddings/oleObject23.bin"/><Relationship Id="rId4" Type="http://schemas.openxmlformats.org/officeDocument/2006/relationships/image" Target="../media/image1.emf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7.xml"/><Relationship Id="rId2" Type="http://schemas.openxmlformats.org/officeDocument/2006/relationships/notesSlide" Target="../notesSlides/notesSlide3.xml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tags" Target="../tags/tag69.xml"/><Relationship Id="rId2" Type="http://schemas.openxmlformats.org/officeDocument/2006/relationships/slideLayout" Target="../slideLayouts/slideLayout26.xml"/><Relationship Id="rId3" Type="http://schemas.openxmlformats.org/officeDocument/2006/relationships/notesSlide" Target="../notesSlides/notesSlide4.xml"/><Relationship Id="rId4" Type="http://schemas.openxmlformats.org/officeDocument/2006/relationships/image" Target="../media/image7.jpeg"/><Relationship Id="rId5" Type="http://schemas.openxmlformats.org/officeDocument/2006/relationships/oleObject" Target="../embeddings/oleObject27.bin"/><Relationship Id="rId6" Type="http://schemas.openxmlformats.org/officeDocument/2006/relationships/image" Target="../media/image3.emf"/><Relationship Id="rId7" Type="http://schemas.openxmlformats.org/officeDocument/2006/relationships/image" Target="../media/image5.png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tags" Target="../tags/tag70.xml"/><Relationship Id="rId2" Type="http://schemas.openxmlformats.org/officeDocument/2006/relationships/slideLayout" Target="../slideLayouts/slideLayout6.xml"/><Relationship Id="rId3" Type="http://schemas.openxmlformats.org/officeDocument/2006/relationships/notesSlide" Target="../notesSlides/notesSlide5.xml"/><Relationship Id="rId4" Type="http://schemas.openxmlformats.org/officeDocument/2006/relationships/oleObject" Target="../embeddings/oleObject28.bin"/><Relationship Id="rId5" Type="http://schemas.openxmlformats.org/officeDocument/2006/relationships/image" Target="../media/image25.emf"/></Relationships>
</file>

<file path=ppt/slides/_rels/slide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5.xml"/><Relationship Id="rId2" Type="http://schemas.openxmlformats.org/officeDocument/2006/relationships/image" Target="../media/image26.png"/></Relationships>
</file>

<file path=ppt/slides/_rels/slide1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20.xml.rels><?xml version='1.0' encoding='UTF-8' standalone='yes'?>
<Relationships xmlns="http://schemas.openxmlformats.org/package/2006/relationships"><Relationship Id="rId1" Type="http://schemas.openxmlformats.org/officeDocument/2006/relationships/tags" Target="../tags/tag71.xml"/><Relationship Id="rId2" Type="http://schemas.openxmlformats.org/officeDocument/2006/relationships/slideLayout" Target="../slideLayouts/slideLayout5.xml"/><Relationship Id="rId3" Type="http://schemas.openxmlformats.org/officeDocument/2006/relationships/oleObject" Target="../embeddings/oleObject29.bin"/><Relationship Id="rId4" Type="http://schemas.openxmlformats.org/officeDocument/2006/relationships/image" Target="../media/image3.emf"/><Relationship Id="rId5" Type="http://schemas.openxmlformats.org/officeDocument/2006/relationships/image" Target="../media/image27.png"/><Relationship Id="rId6" Type="http://schemas.microsoft.com/office/2007/relationships/hdphoto" Target="../media/hdphoto1.wdp"/></Relationships>
</file>

<file path=ppt/slides/_rels/slide2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notesSlide" Target="../notesSlides/notesSlide6.xml"/><Relationship Id="rId3" Type="http://schemas.openxmlformats.org/officeDocument/2006/relationships/image" Target="../media/image28.svg"/><Relationship Id="rId4" Type="http://schemas.openxmlformats.org/officeDocument/2006/relationships/image" Target="../media/image29.svg"/><Relationship Id="rId5" Type="http://schemas.openxmlformats.org/officeDocument/2006/relationships/image" Target="../media/image30.png"/><Relationship Id="rId6" Type="http://schemas.openxmlformats.org/officeDocument/2006/relationships/image" Target="../media/image9.png"/><Relationship Id="rId7" Type="http://schemas.openxmlformats.org/officeDocument/2006/relationships/image" Target="../media/image10.png"/><Relationship Id="rId8" Type="http://schemas.openxmlformats.org/officeDocument/2006/relationships/image" Target="../media/image11.png"/><Relationship Id="rId9" Type="http://schemas.openxmlformats.org/officeDocument/2006/relationships/image" Target="../media/image31.png"/></Relationships>
</file>

<file path=ppt/slides/_rels/slide2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image" Target="../media/image32.svg"/><Relationship Id="rId3" Type="http://schemas.openxmlformats.org/officeDocument/2006/relationships/image" Target="../media/image9.png"/><Relationship Id="rId4" Type="http://schemas.openxmlformats.org/officeDocument/2006/relationships/image" Target="../media/image30.png"/><Relationship Id="rId5" Type="http://schemas.openxmlformats.org/officeDocument/2006/relationships/image" Target="../media/image10.png"/><Relationship Id="rId6" Type="http://schemas.openxmlformats.org/officeDocument/2006/relationships/image" Target="../media/image11.png"/></Relationships>
</file>

<file path=ppt/slides/_rels/slide23.xml.rels><?xml version='1.0' encoding='UTF-8' standalone='yes'?>
<Relationships xmlns="http://schemas.openxmlformats.org/package/2006/relationships"><Relationship Id="rId1" Type="http://schemas.openxmlformats.org/officeDocument/2006/relationships/tags" Target="../tags/tag72.xml"/><Relationship Id="rId2" Type="http://schemas.openxmlformats.org/officeDocument/2006/relationships/tags" Target="../tags/tag73.xml"/><Relationship Id="rId3" Type="http://schemas.openxmlformats.org/officeDocument/2006/relationships/tags" Target="../tags/tag74.xml"/><Relationship Id="rId4" Type="http://schemas.openxmlformats.org/officeDocument/2006/relationships/tags" Target="../tags/tag75.xml"/><Relationship Id="rId5" Type="http://schemas.openxmlformats.org/officeDocument/2006/relationships/tags" Target="../tags/tag76.xml"/><Relationship Id="rId6" Type="http://schemas.openxmlformats.org/officeDocument/2006/relationships/slideLayout" Target="../slideLayouts/slideLayout6.xml"/><Relationship Id="rId7" Type="http://schemas.openxmlformats.org/officeDocument/2006/relationships/oleObject" Target="../embeddings/oleObject30.bin"/><Relationship Id="rId8" Type="http://schemas.openxmlformats.org/officeDocument/2006/relationships/image" Target="../media/image1.emf"/><Relationship Id="rId9" Type="http://schemas.openxmlformats.org/officeDocument/2006/relationships/image" Target="../media/image33.png"/><Relationship Id="rId10" Type="http://schemas.openxmlformats.org/officeDocument/2006/relationships/image" Target="../media/image34.png"/></Relationships>
</file>

<file path=ppt/slides/_rels/slide2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image" Target="../media/image35.png"/></Relationships>
</file>

<file path=ppt/slides/_rels/slide2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image" Target="../media/image36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Bildplatzhalter 7" descr="Ein Bild, das draußen, Berg, Landschaft, Natur enthält.&#10;&#10;Automatisch generierte Beschreibung">
            <a:extLst>
              <a:ext uri="{FF2B5EF4-FFF2-40B4-BE49-F238E27FC236}">
                <a16:creationId xmlns:a16="http://schemas.microsoft.com/office/drawing/2014/main" id="{67ADED95-A341-88FA-93D5-04C24922C409}"/>
              </a:ext>
            </a:extLst>
          </p:cNvPr>
          <p:cNvPicPr>
            <a:picLocks noGrp="1" noChangeAspect="1"/>
          </p:cNvPicPr>
          <p:nvPr>
            <p:ph type="pic" sz="quarter" idx="15"/>
          </p:nvPr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12500" b="12500"/>
          <a:stretch>
            <a:fillRect/>
          </a:stretch>
        </p:blipFill>
        <p:spPr/>
      </p:pic>
      <p:pic>
        <p:nvPicPr>
          <p:cNvPr id="41" name="Grafik 40" descr="Ein Bild, das Entwurf, Kreis, Schwarzweiß, Grafiken enthält.&#10;&#10;Automatisch generierte Beschreibung">
            <a:extLst>
              <a:ext uri="{FF2B5EF4-FFF2-40B4-BE49-F238E27FC236}">
                <a16:creationId xmlns:a16="http://schemas.microsoft.com/office/drawing/2014/main" id="{D4CC56FD-D5B5-DDAF-F190-6DD59F631FCB}"/>
              </a:ext>
            </a:extLst>
          </p:cNvPr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558680" y="378086"/>
            <a:ext cx="1303300" cy="536960"/>
          </a:xfrm>
          <a:prstGeom prst="rect">
            <a:avLst/>
          </a:prstGeom>
        </p:spPr>
      </p:pic>
      <p:graphicFrame>
        <p:nvGraphicFramePr>
          <p:cNvPr id="2" name="Objekt 1" hidden="1"/>
          <p:cNvGraphicFramePr>
            <a:graphicFrameLocks/>
          </p:cNvGraphicFramePr>
          <p:nvPr>
            <p:custDataLst>
              <p:tags r:id="rId1"/>
            </p:custDataLst>
          </p:nvPr>
        </p:nvGraphicFramePr>
        <p:xfrm>
          <a:off x="1588" y="1588"/>
          <a:ext cx="1588" cy="15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think-cell Slide" r:id="rId6" imgW="370" imgH="371" progId="TCLayout.ActiveDocument.1">
                  <p:embed/>
                </p:oleObj>
              </mc:Choice>
              <mc:Fallback>
                <p:oleObj name="think-cell Slide" r:id="rId6" imgW="370" imgH="371" progId="TCLayout.ActiveDocument.1">
                  <p:embed/>
                  <p:pic>
                    <p:nvPicPr>
                      <p:cNvPr id="2" name="Objekt 1" hidden="1"/>
                      <p:cNvPicPr/>
                      <p:nvPr/>
                    </p:nvPicPr>
                    <p:blipFill>
                      <a:blip r:embed="rId7"/>
                      <a:stretch>
                        <a:fillRect/>
                      </a:stretch>
                    </p:blipFill>
                    <p:spPr>
                      <a:xfrm>
                        <a:off x="1588" y="1588"/>
                        <a:ext cx="1588" cy="1588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11" name="Textplatzhalter 10"/>
          <p:cNvSpPr>
            <a:spLocks noGrp="1"/>
          </p:cNvSpPr>
          <p:nvPr>
            <p:ph type="body" sz="quarter" idx="13"/>
          </p:nvPr>
        </p:nvSpPr>
        <p:spPr/>
        <p:txBody>
          <a:bodyPr/>
          <a:lstStyle/>
          <a:p>
            <a:r>
              <a:rPr lang="de-DE"/>
              <a:t>Subline</a:t>
            </a:r>
          </a:p>
        </p:txBody>
      </p:sp>
      <p:sp>
        <p:nvSpPr>
          <p:cNvPr id="22" name="Textplatzhalter 21"/>
          <p:cNvSpPr>
            <a:spLocks noGrp="1"/>
          </p:cNvSpPr>
          <p:nvPr>
            <p:ph type="body" sz="quarter" idx="16"/>
          </p:nvPr>
        </p:nvSpPr>
        <p:spPr/>
        <p:txBody>
          <a:bodyPr/>
          <a:lstStyle/>
          <a:p>
            <a:r>
              <a:rPr lang="de-DE"/>
              <a:t>IPS, EWW, SCD</a:t>
            </a:r>
          </a:p>
        </p:txBody>
      </p:sp>
      <p:sp>
        <p:nvSpPr>
          <p:cNvPr id="23" name="Textplatzhalter 22"/>
          <p:cNvSpPr>
            <a:spLocks noGrp="1"/>
          </p:cNvSpPr>
          <p:nvPr>
            <p:ph type="body" sz="quarter" idx="17"/>
          </p:nvPr>
        </p:nvSpPr>
        <p:spPr/>
        <p:txBody>
          <a:bodyPr/>
          <a:lstStyle/>
          <a:p>
            <a:r>
              <a:rPr lang="de-DE"/>
              <a:t>18.05.2026</a:t>
            </a:r>
          </a:p>
        </p:txBody>
      </p:sp>
      <p:sp>
        <p:nvSpPr>
          <p:cNvPr id="21" name="Titel 20"/>
          <p:cNvSpPr>
            <a:spLocks noGrp="1"/>
          </p:cNvSpPr>
          <p:nvPr>
            <p:ph type="title"/>
          </p:nvPr>
        </p:nvSpPr>
        <p:spPr/>
        <p:txBody>
          <a:bodyPr vert="horz" rIns="288000"/>
          <a:lstStyle/>
          <a:p>
            <a:r>
              <a:rPr lang="de-DE"/>
              <a:t>Überblick PPM@STIHL und </a:t>
            </a:r>
            <a:r>
              <a:rPr lang="de-DE" err="1"/>
              <a:t>zwischenstand</a:t>
            </a:r>
            <a:r>
              <a:rPr lang="de-DE"/>
              <a:t> </a:t>
            </a:r>
            <a:r>
              <a:rPr lang="de-DE" err="1"/>
              <a:t>servicenow</a:t>
            </a:r>
            <a:r>
              <a:rPr lang="de-DE"/>
              <a:t> </a:t>
            </a:r>
            <a:r>
              <a:rPr lang="de-DE" err="1"/>
              <a:t>plattform</a:t>
            </a:r>
            <a:r>
              <a:rPr lang="de-DE"/>
              <a:t> </a:t>
            </a:r>
            <a:br>
              <a:rPr lang="de-DE"/>
            </a:br>
            <a:r>
              <a:rPr lang="de-DE"/>
              <a:t>ƒ</a:t>
            </a:r>
          </a:p>
        </p:txBody>
      </p:sp>
      <p:sp>
        <p:nvSpPr>
          <p:cNvPr id="3" name="Rechteck 2">
            <a:extLst>
              <a:ext uri="{FF2B5EF4-FFF2-40B4-BE49-F238E27FC236}">
                <a16:creationId xmlns:a16="http://schemas.microsoft.com/office/drawing/2014/main" id="{F27AC647-7874-08CC-25F1-E75A6D61D8A7}"/>
              </a:ext>
            </a:extLst>
          </p:cNvPr>
          <p:cNvSpPr>
            <a:spLocks/>
          </p:cNvSpPr>
          <p:nvPr/>
        </p:nvSpPr>
        <p:spPr>
          <a:xfrm>
            <a:off x="-3139178" y="1034423"/>
            <a:ext cx="2845436" cy="4577389"/>
          </a:xfrm>
          <a:prstGeom prst="rect">
            <a:avLst/>
          </a:prstGeom>
          <a:solidFill>
            <a:schemeClr val="bg1"/>
          </a:solidFill>
          <a:ln w="635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lIns="72000" tIns="72000" rIns="72000" bIns="72000" rtlCol="0" anchor="b" anchorCtr="0">
            <a:spAutoFit/>
          </a:bodyPr>
          <a:lstStyle>
            <a:defPPr>
              <a:defRPr lang="de-DE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285750" marR="0" lvl="0" indent="-285750" algn="l" defTabSz="914400" rtl="0" eaLnBrk="1" fontAlgn="auto" latinLnBrk="0" hangingPunct="1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r>
              <a:rPr lang="de-DE" sz="1600">
                <a:solidFill>
                  <a:schemeClr val="tx1"/>
                </a:solidFill>
              </a:rPr>
              <a:t>Weitere Vorlagen finden Sie in der Template Library. Diese ist in den Template Ordnern gespeichert</a:t>
            </a:r>
            <a:br>
              <a:rPr lang="de-DE" sz="1600">
                <a:solidFill>
                  <a:schemeClr val="tx1"/>
                </a:solidFill>
              </a:rPr>
            </a:br>
            <a:endParaRPr lang="de-DE" sz="1600">
              <a:solidFill>
                <a:schemeClr val="tx1"/>
              </a:solidFill>
            </a:endParaRPr>
          </a:p>
          <a:p>
            <a:pPr marL="285750" marR="0" lvl="0" indent="-285750" algn="l" defTabSz="914400" rtl="0" eaLnBrk="1" fontAlgn="auto" latinLnBrk="0" hangingPunct="1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r>
              <a:rPr lang="de-DE" sz="1600">
                <a:solidFill>
                  <a:schemeClr val="tx1"/>
                </a:solidFill>
              </a:rPr>
              <a:t>Bildmaterial finden Sie auf Ihrem lokalen Laufwerk unter </a:t>
            </a:r>
            <a:r>
              <a:rPr lang="de-DE" sz="1600" b="1">
                <a:solidFill>
                  <a:schemeClr val="tx1"/>
                </a:solidFill>
                <a:hlinkClick r:id="rId8" action="ppaction://hlinkfile"/>
              </a:rPr>
              <a:t>C:\Program Files (x86)\STIHL\PPT Images </a:t>
            </a:r>
            <a:br>
              <a:rPr lang="de-DE" sz="1600">
                <a:solidFill>
                  <a:schemeClr val="tx1"/>
                </a:solidFill>
              </a:rPr>
            </a:br>
            <a:r>
              <a:rPr lang="de-DE" sz="1600">
                <a:solidFill>
                  <a:schemeClr val="tx1"/>
                </a:solidFill>
              </a:rPr>
              <a:t>oder im STIHL DAM </a:t>
            </a:r>
            <a:r>
              <a:rPr lang="de-DE" sz="1600">
                <a:hlinkClick r:id="rId9"/>
              </a:rPr>
              <a:t>https://dam.stihl.com/</a:t>
            </a:r>
            <a:endParaRPr lang="de-DE" sz="1600"/>
          </a:p>
          <a:p>
            <a:pPr marL="285750" marR="0" lvl="0" indent="-285750" algn="l" defTabSz="914400" rtl="0" eaLnBrk="1" fontAlgn="auto" latinLnBrk="0" hangingPunct="1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endParaRPr lang="de-DE" sz="1600"/>
          </a:p>
          <a:p>
            <a:pPr marL="285750" marR="0" lvl="0" indent="-285750" algn="l" defTabSz="914400" rtl="0" eaLnBrk="1" fontAlgn="auto" latinLnBrk="0" hangingPunct="1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r>
              <a:rPr lang="de-DE" sz="1600" b="0">
                <a:solidFill>
                  <a:schemeClr val="tx1"/>
                </a:solidFill>
              </a:rPr>
              <a:t>Bitte keine Folien mit vollflächigen Farben oder Motiven drucken </a:t>
            </a:r>
          </a:p>
          <a:p>
            <a:pPr marL="285750" marR="0" lvl="0" indent="-285750" algn="l" defTabSz="914400" rtl="0" eaLnBrk="1" fontAlgn="auto" latinLnBrk="0" hangingPunct="1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endParaRPr lang="de-DE" sz="1600" b="0">
              <a:solidFill>
                <a:schemeClr val="tx1"/>
              </a:solidFill>
            </a:endParaRPr>
          </a:p>
          <a:p>
            <a:pPr marL="285750" marR="0" lvl="0" indent="-285750" algn="l" defTabSz="914400" rtl="0" eaLnBrk="1" fontAlgn="auto" latinLnBrk="0" hangingPunct="1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r>
              <a:rPr lang="de-DE" sz="1600" b="0">
                <a:solidFill>
                  <a:schemeClr val="tx1"/>
                </a:solidFill>
              </a:rPr>
              <a:t>Die Standlinie kann über den Reiter "Einfügen" durch das Feld "Symbol" eingefügt werden</a:t>
            </a:r>
          </a:p>
        </p:txBody>
      </p:sp>
    </p:spTree>
    <p:extLst>
      <p:ext uri="{BB962C8B-B14F-4D97-AF65-F5344CB8AC3E}">
        <p14:creationId xmlns:p14="http://schemas.microsoft.com/office/powerpoint/2010/main" val="4011149209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2" name="think-cell data - do not delete" hidden="1">
            <a:extLst>
              <a:ext uri="{FF2B5EF4-FFF2-40B4-BE49-F238E27FC236}">
                <a16:creationId xmlns:a16="http://schemas.microsoft.com/office/drawing/2014/main" id="{5025191A-2DCE-0CE2-A929-F222DCAFF795}"/>
              </a:ext>
            </a:extLst>
          </p:cNvPr>
          <p:cNvGraphicFramePr>
            <a:graphicFrameLocks/>
          </p:cNvGraphicFramePr>
          <p:nvPr>
            <p:custDataLst>
              <p:tags r:id="rId1"/>
            </p:custDataLst>
            <p:extLst>
              <p:ext uri="{D42A27DB-BD31-4B8C-83A1-F6EECF244321}">
                <p14:modId xmlns:p14="http://schemas.microsoft.com/office/powerpoint/2010/main" val="3442476171"/>
              </p:ext>
            </p:extLst>
          </p:nvPr>
        </p:nvGraphicFramePr>
        <p:xfrm>
          <a:off x="1588" y="1588"/>
          <a:ext cx="1588" cy="15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think-cell Slide" r:id="rId4" imgW="408" imgH="408" progId="TCLayout.ActiveDocument.1">
                  <p:embed/>
                </p:oleObj>
              </mc:Choice>
              <mc:Fallback>
                <p:oleObj name="think-cell Slide" r:id="rId4" imgW="408" imgH="408" progId="TCLayout.ActiveDocument.1">
                  <p:embed/>
                  <p:pic>
                    <p:nvPicPr>
                      <p:cNvPr id="2" name="think-cell data - do not delete" hidden="1">
                        <a:extLst>
                          <a:ext uri="{FF2B5EF4-FFF2-40B4-BE49-F238E27FC236}">
                            <a16:creationId xmlns:a16="http://schemas.microsoft.com/office/drawing/2014/main" id="{5025191A-2DCE-0CE2-A929-F222DCAFF795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5"/>
                      <a:stretch>
                        <a:fillRect/>
                      </a:stretch>
                    </p:blipFill>
                    <p:spPr>
                      <a:xfrm>
                        <a:off x="1588" y="1588"/>
                        <a:ext cx="1588" cy="1588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3" name="Titel 2"/>
          <p:cNvSpPr>
            <a:spLocks noGrp="1"/>
          </p:cNvSpPr>
          <p:nvPr>
            <p:ph type="title"/>
          </p:nvPr>
        </p:nvSpPr>
        <p:spPr/>
        <p:txBody>
          <a:bodyPr vert="horz" rIns="0"/>
          <a:lstStyle/>
          <a:p>
            <a:r>
              <a:rPr lang="de-DE"/>
              <a:t>Informationen zur Vorstandsvorlage</a:t>
            </a:r>
            <a:br>
              <a:rPr lang="de-DE"/>
            </a:br>
            <a:endParaRPr lang="de-DE"/>
          </a:p>
        </p:txBody>
      </p:sp>
      <p:graphicFrame>
        <p:nvGraphicFramePr>
          <p:cNvPr id="5" name="Inhaltsplatzhalter 4"/>
          <p:cNvGraphicFramePr>
            <a:graphicFrameLocks noGrp="1"/>
          </p:cNvGraphicFramePr>
          <p:nvPr>
            <p:ph sz="quarter" idx="14"/>
            <p:extLst>
              <p:ext uri="{D42A27DB-BD31-4B8C-83A1-F6EECF244321}">
                <p14:modId xmlns:p14="http://schemas.microsoft.com/office/powerpoint/2010/main" val="1734578780"/>
              </p:ext>
            </p:extLst>
          </p:nvPr>
        </p:nvGraphicFramePr>
        <p:xfrm>
          <a:off x="479425" y="1603375"/>
          <a:ext cx="11233150" cy="4463654"/>
        </p:xfrm>
        <a:graphic>
          <a:graphicData uri="http://schemas.openxmlformats.org/drawingml/2006/table">
            <a:tbl>
              <a:tblPr firstRow="1" bandRow="1">
                <a:tableStyleId>{C083E6E3-FA7D-4D7B-A595-EF9225AFEA82}</a:tableStyleId>
              </a:tblPr>
              <a:tblGrid>
                <a:gridCol w="3278759">
                  <a:extLst>
                    <a:ext uri="{9D8B030D-6E8A-4147-A177-3AD203B41FA5}">
                      <a16:colId xmlns:a16="http://schemas.microsoft.com/office/drawing/2014/main" val="1912416164"/>
                    </a:ext>
                  </a:extLst>
                </a:gridCol>
                <a:gridCol w="7954391">
                  <a:extLst>
                    <a:ext uri="{9D8B030D-6E8A-4147-A177-3AD203B41FA5}">
                      <a16:colId xmlns:a16="http://schemas.microsoft.com/office/drawing/2014/main" val="2029461099"/>
                    </a:ext>
                  </a:extLst>
                </a:gridCol>
              </a:tblGrid>
              <a:tr h="555969"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de-DE" sz="1800" b="1" i="0">
                          <a:solidFill>
                            <a:schemeClr val="tx1"/>
                          </a:solidFill>
                          <a:latin typeface="+mn-lt"/>
                        </a:rPr>
                        <a:t>Vorstandsbereich</a:t>
                      </a:r>
                    </a:p>
                  </a:txBody>
                  <a:tcPr marL="0"/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de-DE" sz="1800" b="0" i="0">
                          <a:solidFill>
                            <a:schemeClr val="tx1"/>
                          </a:solidFill>
                          <a:latin typeface="+mn-lt"/>
                        </a:rPr>
                        <a:t>VFI, VVM, VEW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772475265"/>
                  </a:ext>
                </a:extLst>
              </a:tr>
              <a:tr h="555969">
                <a:tc>
                  <a:txBody>
                    <a:bodyPr/>
                    <a:lstStyle/>
                    <a:p>
                      <a:r>
                        <a:rPr lang="de-DE" sz="1800" b="1" i="0">
                          <a:solidFill>
                            <a:schemeClr val="tx1"/>
                          </a:solidFill>
                          <a:latin typeface="+mn-lt"/>
                        </a:rPr>
                        <a:t>Thema/ TOP</a:t>
                      </a:r>
                    </a:p>
                  </a:txBody>
                  <a:tcPr marL="0"/>
                </a:tc>
                <a:tc>
                  <a:txBody>
                    <a:bodyPr/>
                    <a:lstStyle/>
                    <a:p>
                      <a:r>
                        <a:rPr lang="de-DE" sz="1800" b="0" i="0">
                          <a:latin typeface="+mn-lt"/>
                        </a:rPr>
                        <a:t>Herausforderungen im Projektportfoliomanagement bei STIHL sowie Zwischenstand zur </a:t>
                      </a:r>
                      <a:r>
                        <a:rPr lang="de-DE" sz="1800" b="0" i="0" u="none" strike="noStrike" noProof="0"/>
                        <a:t>Ausarbeitung und Prüfung einer Plattformstrategie mit ServiceNow</a:t>
                      </a:r>
                      <a:endParaRPr lang="de-DE" sz="1800" b="0" i="0">
                        <a:latin typeface="+mn-lt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944717367"/>
                  </a:ext>
                </a:extLst>
              </a:tr>
              <a:tr h="555969">
                <a:tc>
                  <a:txBody>
                    <a:bodyPr/>
                    <a:lstStyle/>
                    <a:p>
                      <a:r>
                        <a:rPr lang="de-DE" sz="1800" b="1" i="0">
                          <a:solidFill>
                            <a:schemeClr val="tx1"/>
                          </a:solidFill>
                          <a:latin typeface="+mn-lt"/>
                        </a:rPr>
                        <a:t>Ziel</a:t>
                      </a:r>
                    </a:p>
                  </a:txBody>
                  <a:tcPr marL="0" anchor="ctr"/>
                </a:tc>
                <a:tc>
                  <a:txBody>
                    <a:bodyPr/>
                    <a:lstStyle/>
                    <a:p>
                      <a:r>
                        <a:rPr lang="de-DE" sz="1800" b="0" i="0">
                          <a:latin typeface="+mn-lt"/>
                        </a:rPr>
                        <a:t>      Beschlussvorlage (B)           </a:t>
                      </a:r>
                      <a:r>
                        <a:rPr lang="de-DE" sz="1800" b="0" i="0" baseline="0">
                          <a:latin typeface="+mn-lt"/>
                        </a:rPr>
                        <a:t>Information (I)</a:t>
                      </a:r>
                      <a:endParaRPr lang="de-DE" sz="1800" b="0" i="0">
                        <a:latin typeface="+mn-lt"/>
                      </a:endParaRP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522409132"/>
                  </a:ext>
                </a:extLst>
              </a:tr>
              <a:tr h="555969">
                <a:tc>
                  <a:txBody>
                    <a:bodyPr/>
                    <a:lstStyle/>
                    <a:p>
                      <a:r>
                        <a:rPr lang="de-DE" sz="1800" b="1" i="0">
                          <a:solidFill>
                            <a:schemeClr val="tx1"/>
                          </a:solidFill>
                          <a:latin typeface="+mn-lt"/>
                        </a:rPr>
                        <a:t>TOP Verantwortlicher</a:t>
                      </a:r>
                    </a:p>
                  </a:txBody>
                  <a:tcPr marL="0"/>
                </a:tc>
                <a:tc>
                  <a:txBody>
                    <a:bodyPr/>
                    <a:lstStyle/>
                    <a:p>
                      <a:r>
                        <a:rPr lang="de-DE" sz="1800" b="0" i="0" baseline="0">
                          <a:latin typeface="+mn-lt"/>
                        </a:rPr>
                        <a:t>8/ODS – Alexander </a:t>
                      </a:r>
                      <a:r>
                        <a:rPr lang="de-DE" sz="1800" b="0" i="0" baseline="0" err="1">
                          <a:latin typeface="+mn-lt"/>
                        </a:rPr>
                        <a:t>Passaro</a:t>
                      </a:r>
                    </a:p>
                    <a:p>
                      <a:r>
                        <a:rPr lang="de-DE" sz="1800" b="0" i="0" baseline="0">
                          <a:latin typeface="+mn-lt"/>
                        </a:rPr>
                        <a:t>1/SEH – Torsten Zahn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537071747"/>
                  </a:ext>
                </a:extLst>
              </a:tr>
              <a:tr h="555969">
                <a:tc>
                  <a:txBody>
                    <a:bodyPr/>
                    <a:lstStyle/>
                    <a:p>
                      <a:r>
                        <a:rPr lang="de-DE" sz="1800" b="1" i="0">
                          <a:solidFill>
                            <a:schemeClr val="tx1"/>
                          </a:solidFill>
                          <a:latin typeface="+mn-lt"/>
                        </a:rPr>
                        <a:t>Zusätzliche Teilnehmer</a:t>
                      </a:r>
                    </a:p>
                  </a:txBody>
                  <a:tcPr marL="0"/>
                </a:tc>
                <a:tc>
                  <a:txBody>
                    <a:bodyPr/>
                    <a:lstStyle/>
                    <a:p>
                      <a:r>
                        <a:rPr lang="de-DE" sz="1800" b="0" i="0">
                          <a:latin typeface="+mn-lt"/>
                        </a:rPr>
                        <a:t>Dirk Hauke, Jonas Schimanek, Dr. Dennis Rödel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060466670"/>
                  </a:ext>
                </a:extLst>
              </a:tr>
              <a:tr h="555969">
                <a:tc>
                  <a:txBody>
                    <a:bodyPr/>
                    <a:lstStyle/>
                    <a:p>
                      <a:r>
                        <a:rPr lang="de-DE" sz="1800" b="1" i="0">
                          <a:solidFill>
                            <a:schemeClr val="tx1"/>
                          </a:solidFill>
                          <a:latin typeface="+mn-lt"/>
                        </a:rPr>
                        <a:t>Status</a:t>
                      </a:r>
                    </a:p>
                  </a:txBody>
                  <a:tcPr marL="0"/>
                </a:tc>
                <a:tc>
                  <a:txBody>
                    <a:bodyPr/>
                    <a:lstStyle/>
                    <a:p>
                      <a:r>
                        <a:rPr lang="de-DE" sz="1800" b="0" i="0">
                          <a:latin typeface="+mn-lt"/>
                        </a:rPr>
                        <a:t>[In Bearbeitung/ Final]</a:t>
                      </a:r>
                      <a:r>
                        <a:rPr lang="de-DE" sz="1800" b="0" i="0" baseline="0">
                          <a:latin typeface="+mn-lt"/>
                        </a:rPr>
                        <a:t> – Präsentation in der Sitzung vom 18.05.2026</a:t>
                      </a:r>
                      <a:endParaRPr lang="de-DE" sz="1800" b="0" i="0">
                        <a:latin typeface="+mn-lt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851932111"/>
                  </a:ext>
                </a:extLst>
              </a:tr>
              <a:tr h="959618">
                <a:tc>
                  <a:txBody>
                    <a:bodyPr/>
                    <a:lstStyle/>
                    <a:p>
                      <a:r>
                        <a:rPr lang="de-DE" sz="1800" b="1" i="0">
                          <a:solidFill>
                            <a:schemeClr val="tx1"/>
                          </a:solidFill>
                          <a:latin typeface="+mn-lt"/>
                        </a:rPr>
                        <a:t>Mitwirkung</a:t>
                      </a:r>
                    </a:p>
                  </a:txBody>
                  <a:tcPr marL="0"/>
                </a:tc>
                <a:tc>
                  <a:txBody>
                    <a:bodyPr/>
                    <a:lstStyle/>
                    <a:p>
                      <a:r>
                        <a:rPr lang="de-DE" sz="1800" b="0" i="0">
                          <a:latin typeface="+mn-lt"/>
                        </a:rPr>
                        <a:t>[Aufzählung der mitwirkenden Fachabteilungen und/ oder der mitwirkenden Personen]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344857357"/>
                  </a:ext>
                </a:extLst>
              </a:tr>
            </a:tbl>
          </a:graphicData>
        </a:graphic>
      </p:graphicFrame>
      <p:sp>
        <p:nvSpPr>
          <p:cNvPr id="6" name="Rechteck 5"/>
          <p:cNvSpPr/>
          <p:nvPr/>
        </p:nvSpPr>
        <p:spPr>
          <a:xfrm>
            <a:off x="3866896" y="3258454"/>
            <a:ext cx="216000" cy="216000"/>
          </a:xfrm>
          <a:prstGeom prst="rect">
            <a:avLst/>
          </a:prstGeom>
          <a:solidFill>
            <a:schemeClr val="bg1"/>
          </a:solidFill>
          <a:ln w="1270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72000" tIns="72000" rIns="72000" bIns="72000" rtlCol="0" anchor="ctr"/>
          <a:lstStyle/>
          <a:p>
            <a:pPr algn="ctr">
              <a:lnSpc>
                <a:spcPct val="90000"/>
              </a:lnSpc>
            </a:pPr>
            <a:r>
              <a:rPr lang="de-DE" sz="1600" b="1">
                <a:solidFill>
                  <a:schemeClr val="tx1"/>
                </a:solidFill>
              </a:rPr>
              <a:t>X</a:t>
            </a:r>
          </a:p>
        </p:txBody>
      </p:sp>
      <p:sp>
        <p:nvSpPr>
          <p:cNvPr id="7" name="Rechteck 6"/>
          <p:cNvSpPr/>
          <p:nvPr/>
        </p:nvSpPr>
        <p:spPr>
          <a:xfrm>
            <a:off x="6518656" y="3245484"/>
            <a:ext cx="216000" cy="216000"/>
          </a:xfrm>
          <a:prstGeom prst="rect">
            <a:avLst/>
          </a:prstGeom>
          <a:solidFill>
            <a:schemeClr val="bg1"/>
          </a:solidFill>
          <a:ln w="1270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72000" tIns="72000" rIns="72000" bIns="72000" rtlCol="0" anchor="ctr"/>
          <a:lstStyle/>
          <a:p>
            <a:pPr algn="ctr">
              <a:lnSpc>
                <a:spcPct val="90000"/>
              </a:lnSpc>
            </a:pPr>
            <a:r>
              <a:rPr lang="de-DE" sz="1600" b="1">
                <a:solidFill>
                  <a:schemeClr val="tx1"/>
                </a:solidFill>
              </a:rPr>
              <a:t>X</a:t>
            </a:r>
          </a:p>
        </p:txBody>
      </p:sp>
    </p:spTree>
    <p:extLst>
      <p:ext uri="{BB962C8B-B14F-4D97-AF65-F5344CB8AC3E}">
        <p14:creationId xmlns:p14="http://schemas.microsoft.com/office/powerpoint/2010/main" val="715025078"/>
      </p:ext>
    </p:extLst>
  </p:cSld>
  <p:clrMapOvr>
    <a:masterClrMapping/>
  </p:clrMapOvr>
  <p:extLst>
    <p:ext uri="{6950BFC3-D8DA-4A85-94F7-54DA5524770B}">
      <p188:commentRel xmlns:p188="http://schemas.microsoft.com/office/powerpoint/2018/8/main" r:id="rId3"/>
    </p:ext>
  </p:extLst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7B8665C-FD0F-78B2-11F8-67404EC7A6F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2000" cy="457200"/>
          </a:xfrm>
          <a:prstGeom prst="rect">
            <a:avLst/>
          </a:prstGeom>
          <a:solidFill>
            <a:srgbClr val="1F293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228600" y="30480"/>
            <a:ext cx="10668000" cy="198120"/>
          </a:xfrm>
          <a:prstGeom prst="rect">
            <a:avLst/>
          </a:prstGeom>
          <a:noFill/>
          <a:ln>
            <a:noFill/>
          </a:ln>
        </p:spPr>
        <p:txBody>
          <a:bodyPr wrap="square" anchor="t" lIns="30000" rIns="30000" tIns="10000" bIns="10000">
            <a:spAutoFit/>
          </a:bodyPr>
          <a:lstStyle/>
          <a:p>
            <a:pPr algn="l"/>
            <a:r>
              <a:rPr sz="2000" b="1" i="0">
                <a:solidFill>
                  <a:srgbClr val="FFFFFF"/>
                </a:solidFill>
                <a:latin typeface="Calibri"/>
              </a:rPr>
              <a:t>Projekte und Projektportfoliomanagement bei STIHL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228600" y="243840"/>
            <a:ext cx="10668000" cy="182880"/>
          </a:xfrm>
          <a:prstGeom prst="rect">
            <a:avLst/>
          </a:prstGeom>
          <a:noFill/>
          <a:ln>
            <a:noFill/>
          </a:ln>
        </p:spPr>
        <p:txBody>
          <a:bodyPr wrap="square" anchor="t" lIns="30000" rIns="30000" tIns="10000" bIns="10000">
            <a:spAutoFit/>
          </a:bodyPr>
          <a:lstStyle/>
          <a:p>
            <a:pPr algn="l"/>
            <a:r>
              <a:rPr sz="1200" b="0" i="1">
                <a:solidFill>
                  <a:srgbClr val="D1D5DB"/>
                </a:solidFill>
                <a:latin typeface="Calibri"/>
              </a:rPr>
              <a:t>Sechs Projekt-/Demand-Welten – Mengen, Aufwand, Nutzer und eingesetzte Software</a:t>
            </a:r>
          </a:p>
        </p:txBody>
      </p:sp>
      <p:sp>
        <p:nvSpPr>
          <p:cNvPr id="5" name="Rectangle 4"/>
          <p:cNvSpPr/>
          <p:nvPr/>
        </p:nvSpPr>
        <p:spPr>
          <a:xfrm>
            <a:off x="11430000" y="0"/>
            <a:ext cx="762000" cy="457200"/>
          </a:xfrm>
          <a:prstGeom prst="rect">
            <a:avLst/>
          </a:prstGeom>
          <a:solidFill>
            <a:srgbClr val="F07F1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1430000" y="0"/>
            <a:ext cx="762000" cy="457200"/>
          </a:xfrm>
          <a:prstGeom prst="rect">
            <a:avLst/>
          </a:prstGeom>
          <a:noFill/>
          <a:ln>
            <a:noFill/>
          </a:ln>
        </p:spPr>
        <p:txBody>
          <a:bodyPr wrap="square" anchor="ctr" lIns="30000" rIns="30000" tIns="10000" bIns="10000">
            <a:spAutoFit/>
          </a:bodyPr>
          <a:lstStyle/>
          <a:p>
            <a:pPr algn="ctr"/>
            <a:r>
              <a:rPr sz="1200" b="1" i="0">
                <a:solidFill>
                  <a:srgbClr val="FFFFFF"/>
                </a:solidFill>
                <a:latin typeface="Calibri"/>
              </a:rPr>
              <a:t>Folie 3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304800" y="609600"/>
            <a:ext cx="2809875" cy="274320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1D5D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ounded Rectangle 7"/>
          <p:cNvSpPr/>
          <p:nvPr/>
        </p:nvSpPr>
        <p:spPr>
          <a:xfrm>
            <a:off x="304800" y="609600"/>
            <a:ext cx="2809875" cy="419100"/>
          </a:xfrm>
          <a:prstGeom prst="roundRect">
            <a:avLst/>
          </a:prstGeom>
          <a:solidFill>
            <a:srgbClr val="F07F1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Oval 8"/>
          <p:cNvSpPr/>
          <p:nvPr/>
        </p:nvSpPr>
        <p:spPr>
          <a:xfrm>
            <a:off x="365760" y="670560"/>
            <a:ext cx="259080" cy="259080"/>
          </a:xfrm>
          <a:prstGeom prst="ellipse">
            <a:avLst/>
          </a:prstGeom>
          <a:solidFill>
            <a:srgbClr val="2C3E5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365760" y="670560"/>
            <a:ext cx="259080" cy="259080"/>
          </a:xfrm>
          <a:prstGeom prst="rect">
            <a:avLst/>
          </a:prstGeom>
          <a:noFill/>
          <a:ln>
            <a:noFill/>
          </a:ln>
        </p:spPr>
        <p:txBody>
          <a:bodyPr wrap="square" anchor="ctr" lIns="30000" rIns="30000" tIns="10000" bIns="10000">
            <a:spAutoFit/>
          </a:bodyPr>
          <a:lstStyle/>
          <a:p>
            <a:pPr algn="ctr"/>
            <a:r>
              <a:rPr sz="1600" b="1" i="0">
                <a:solidFill>
                  <a:srgbClr val="FFFFFF"/>
                </a:solidFill>
                <a:latin typeface="Calibri"/>
              </a:rPr>
              <a:t>1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85800" y="655320"/>
            <a:ext cx="2390775" cy="381000"/>
          </a:xfrm>
          <a:prstGeom prst="rect">
            <a:avLst/>
          </a:prstGeom>
          <a:noFill/>
          <a:ln>
            <a:noFill/>
          </a:ln>
        </p:spPr>
        <p:txBody>
          <a:bodyPr wrap="square" anchor="ctr" lIns="30000" rIns="30000" tIns="10000" bIns="10000">
            <a:spAutoFit/>
          </a:bodyPr>
          <a:lstStyle/>
          <a:p>
            <a:pPr algn="l"/>
            <a:r>
              <a:rPr sz="1050" b="1" i="0">
                <a:solidFill>
                  <a:srgbClr val="FFFFFF"/>
                </a:solidFill>
                <a:latin typeface="Calibri"/>
              </a:rPr>
              <a:t>PRODUKT-</a:t>
            </a:r>
          </a:p>
          <a:p>
            <a:pPr algn="l"/>
            <a:r>
              <a:rPr sz="1050" b="1" i="0">
                <a:solidFill>
                  <a:srgbClr val="FFFFFF"/>
                </a:solidFill>
                <a:latin typeface="Calibri"/>
              </a:rPr>
              <a:t>PROJEKTE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304800" y="1143000"/>
            <a:ext cx="2809875" cy="571500"/>
          </a:xfrm>
          <a:prstGeom prst="rect">
            <a:avLst/>
          </a:prstGeom>
          <a:noFill/>
          <a:ln>
            <a:noFill/>
          </a:ln>
        </p:spPr>
        <p:txBody>
          <a:bodyPr wrap="square" anchor="ctr" lIns="30000" rIns="30000" tIns="10000" bIns="10000">
            <a:spAutoFit/>
          </a:bodyPr>
          <a:lstStyle/>
          <a:p>
            <a:pPr algn="ctr"/>
            <a:r>
              <a:rPr sz="4200" b="1" i="0">
                <a:solidFill>
                  <a:srgbClr val="1F2937"/>
                </a:solidFill>
                <a:latin typeface="Calibri"/>
              </a:rPr>
              <a:t>850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304800" y="1722120"/>
            <a:ext cx="2809875" cy="182880"/>
          </a:xfrm>
          <a:prstGeom prst="rect">
            <a:avLst/>
          </a:prstGeom>
          <a:noFill/>
          <a:ln>
            <a:noFill/>
          </a:ln>
        </p:spPr>
        <p:txBody>
          <a:bodyPr wrap="square" anchor="ctr" lIns="30000" rIns="30000" tIns="10000" bIns="10000">
            <a:spAutoFit/>
          </a:bodyPr>
          <a:lstStyle/>
          <a:p>
            <a:pPr algn="ctr"/>
            <a:r>
              <a:rPr sz="1000" b="0" i="1">
                <a:solidFill>
                  <a:srgbClr val="4B5563"/>
                </a:solidFill>
                <a:latin typeface="Calibri"/>
              </a:rPr>
              <a:t>p.a.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3228975" y="609600"/>
            <a:ext cx="2809875" cy="274320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1D5D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ounded Rectangle 14"/>
          <p:cNvSpPr/>
          <p:nvPr/>
        </p:nvSpPr>
        <p:spPr>
          <a:xfrm>
            <a:off x="3228975" y="609600"/>
            <a:ext cx="2809875" cy="419100"/>
          </a:xfrm>
          <a:prstGeom prst="roundRect">
            <a:avLst/>
          </a:prstGeom>
          <a:solidFill>
            <a:srgbClr val="F07F1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Oval 15"/>
          <p:cNvSpPr/>
          <p:nvPr/>
        </p:nvSpPr>
        <p:spPr>
          <a:xfrm>
            <a:off x="3289935" y="670560"/>
            <a:ext cx="259080" cy="259080"/>
          </a:xfrm>
          <a:prstGeom prst="ellipse">
            <a:avLst/>
          </a:prstGeom>
          <a:solidFill>
            <a:srgbClr val="2C3E5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3289935" y="670560"/>
            <a:ext cx="259080" cy="259080"/>
          </a:xfrm>
          <a:prstGeom prst="rect">
            <a:avLst/>
          </a:prstGeom>
          <a:noFill/>
          <a:ln>
            <a:noFill/>
          </a:ln>
        </p:spPr>
        <p:txBody>
          <a:bodyPr wrap="square" anchor="ctr" lIns="30000" rIns="30000" tIns="10000" bIns="10000">
            <a:spAutoFit/>
          </a:bodyPr>
          <a:lstStyle/>
          <a:p>
            <a:pPr algn="ctr"/>
            <a:r>
              <a:rPr sz="1600" b="1" i="0">
                <a:solidFill>
                  <a:srgbClr val="FFFFFF"/>
                </a:solidFill>
                <a:latin typeface="Calibri"/>
              </a:rPr>
              <a:t>2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3609975" y="655320"/>
            <a:ext cx="2390775" cy="381000"/>
          </a:xfrm>
          <a:prstGeom prst="rect">
            <a:avLst/>
          </a:prstGeom>
          <a:noFill/>
          <a:ln>
            <a:noFill/>
          </a:ln>
        </p:spPr>
        <p:txBody>
          <a:bodyPr wrap="square" anchor="ctr" lIns="30000" rIns="30000" tIns="10000" bIns="10000">
            <a:spAutoFit/>
          </a:bodyPr>
          <a:lstStyle/>
          <a:p>
            <a:pPr algn="l"/>
            <a:r>
              <a:rPr sz="1050" b="1" i="0">
                <a:solidFill>
                  <a:srgbClr val="FFFFFF"/>
                </a:solidFill>
                <a:latin typeface="Calibri"/>
              </a:rPr>
              <a:t>INFRASTRUKTUR-</a:t>
            </a:r>
          </a:p>
          <a:p>
            <a:pPr algn="l"/>
            <a:r>
              <a:rPr sz="1050" b="1" i="0">
                <a:solidFill>
                  <a:srgbClr val="FFFFFF"/>
                </a:solidFill>
                <a:latin typeface="Calibri"/>
              </a:rPr>
              <a:t>PROJEKTE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3228975" y="1143000"/>
            <a:ext cx="2809875" cy="571500"/>
          </a:xfrm>
          <a:prstGeom prst="rect">
            <a:avLst/>
          </a:prstGeom>
          <a:noFill/>
          <a:ln>
            <a:noFill/>
          </a:ln>
        </p:spPr>
        <p:txBody>
          <a:bodyPr wrap="square" anchor="ctr" lIns="30000" rIns="30000" tIns="10000" bIns="10000">
            <a:spAutoFit/>
          </a:bodyPr>
          <a:lstStyle/>
          <a:p>
            <a:pPr algn="ctr"/>
            <a:r>
              <a:rPr sz="4200" b="1" i="0">
                <a:solidFill>
                  <a:srgbClr val="1F2937"/>
                </a:solidFill>
                <a:latin typeface="Calibri"/>
              </a:rPr>
              <a:t>76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3228975" y="1722120"/>
            <a:ext cx="2809875" cy="182880"/>
          </a:xfrm>
          <a:prstGeom prst="rect">
            <a:avLst/>
          </a:prstGeom>
          <a:noFill/>
          <a:ln>
            <a:noFill/>
          </a:ln>
        </p:spPr>
        <p:txBody>
          <a:bodyPr wrap="square" anchor="ctr" lIns="30000" rIns="30000" tIns="10000" bIns="10000">
            <a:spAutoFit/>
          </a:bodyPr>
          <a:lstStyle/>
          <a:p>
            <a:pPr algn="ctr"/>
            <a:r>
              <a:rPr sz="1000" b="0" i="1">
                <a:solidFill>
                  <a:srgbClr val="4B5563"/>
                </a:solidFill>
                <a:latin typeface="Calibri"/>
              </a:rPr>
              <a:t>p.a.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6153150" y="609600"/>
            <a:ext cx="2809875" cy="274320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1D5D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ounded Rectangle 21"/>
          <p:cNvSpPr/>
          <p:nvPr/>
        </p:nvSpPr>
        <p:spPr>
          <a:xfrm>
            <a:off x="6153150" y="609600"/>
            <a:ext cx="2809875" cy="419100"/>
          </a:xfrm>
          <a:prstGeom prst="roundRect">
            <a:avLst/>
          </a:prstGeom>
          <a:solidFill>
            <a:srgbClr val="F07F1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Oval 22"/>
          <p:cNvSpPr/>
          <p:nvPr/>
        </p:nvSpPr>
        <p:spPr>
          <a:xfrm>
            <a:off x="6214110" y="670560"/>
            <a:ext cx="259080" cy="259080"/>
          </a:xfrm>
          <a:prstGeom prst="ellipse">
            <a:avLst/>
          </a:prstGeom>
          <a:solidFill>
            <a:srgbClr val="2C3E5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6214110" y="670560"/>
            <a:ext cx="259080" cy="259080"/>
          </a:xfrm>
          <a:prstGeom prst="rect">
            <a:avLst/>
          </a:prstGeom>
          <a:noFill/>
          <a:ln>
            <a:noFill/>
          </a:ln>
        </p:spPr>
        <p:txBody>
          <a:bodyPr wrap="square" anchor="ctr" lIns="30000" rIns="30000" tIns="10000" bIns="10000">
            <a:spAutoFit/>
          </a:bodyPr>
          <a:lstStyle/>
          <a:p>
            <a:pPr algn="ctr"/>
            <a:r>
              <a:rPr sz="1600" b="1" i="0">
                <a:solidFill>
                  <a:srgbClr val="FFFFFF"/>
                </a:solidFill>
                <a:latin typeface="Calibri"/>
              </a:rPr>
              <a:t>3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6534150" y="655320"/>
            <a:ext cx="2390775" cy="381000"/>
          </a:xfrm>
          <a:prstGeom prst="rect">
            <a:avLst/>
          </a:prstGeom>
          <a:noFill/>
          <a:ln>
            <a:noFill/>
          </a:ln>
        </p:spPr>
        <p:txBody>
          <a:bodyPr wrap="square" anchor="ctr" lIns="30000" rIns="30000" tIns="10000" bIns="10000">
            <a:spAutoFit/>
          </a:bodyPr>
          <a:lstStyle/>
          <a:p>
            <a:pPr algn="l"/>
            <a:r>
              <a:rPr sz="1050" b="1" i="0">
                <a:solidFill>
                  <a:srgbClr val="FFFFFF"/>
                </a:solidFill>
                <a:latin typeface="Calibri"/>
              </a:rPr>
              <a:t>OPERATIONS-</a:t>
            </a:r>
          </a:p>
          <a:p>
            <a:pPr algn="l"/>
            <a:r>
              <a:rPr sz="1050" b="1" i="0">
                <a:solidFill>
                  <a:srgbClr val="FFFFFF"/>
                </a:solidFill>
                <a:latin typeface="Calibri"/>
              </a:rPr>
              <a:t>PROJEKTE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6153150" y="1143000"/>
            <a:ext cx="2809875" cy="571500"/>
          </a:xfrm>
          <a:prstGeom prst="rect">
            <a:avLst/>
          </a:prstGeom>
          <a:noFill/>
          <a:ln>
            <a:noFill/>
          </a:ln>
        </p:spPr>
        <p:txBody>
          <a:bodyPr wrap="square" anchor="ctr" lIns="30000" rIns="30000" tIns="10000" bIns="10000">
            <a:spAutoFit/>
          </a:bodyPr>
          <a:lstStyle/>
          <a:p>
            <a:pPr algn="ctr"/>
            <a:r>
              <a:rPr sz="4200" b="1" i="0">
                <a:solidFill>
                  <a:srgbClr val="1F2937"/>
                </a:solidFill>
                <a:latin typeface="Calibri"/>
              </a:rPr>
              <a:t>646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6153150" y="1722120"/>
            <a:ext cx="2809875" cy="182880"/>
          </a:xfrm>
          <a:prstGeom prst="rect">
            <a:avLst/>
          </a:prstGeom>
          <a:noFill/>
          <a:ln>
            <a:noFill/>
          </a:ln>
        </p:spPr>
        <p:txBody>
          <a:bodyPr wrap="square" anchor="ctr" lIns="30000" rIns="30000" tIns="10000" bIns="10000">
            <a:spAutoFit/>
          </a:bodyPr>
          <a:lstStyle/>
          <a:p>
            <a:pPr algn="ctr"/>
            <a:r>
              <a:rPr sz="1000" b="0" i="1">
                <a:solidFill>
                  <a:srgbClr val="4B5563"/>
                </a:solidFill>
                <a:latin typeface="Calibri"/>
              </a:rPr>
              <a:t>p.a.</a:t>
            </a:r>
          </a:p>
        </p:txBody>
      </p:sp>
      <p:sp>
        <p:nvSpPr>
          <p:cNvPr id="28" name="Rounded Rectangle 27"/>
          <p:cNvSpPr/>
          <p:nvPr/>
        </p:nvSpPr>
        <p:spPr>
          <a:xfrm>
            <a:off x="9077325" y="609600"/>
            <a:ext cx="2809875" cy="274320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1D5D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Rounded Rectangle 28"/>
          <p:cNvSpPr/>
          <p:nvPr/>
        </p:nvSpPr>
        <p:spPr>
          <a:xfrm>
            <a:off x="9077325" y="609600"/>
            <a:ext cx="2809875" cy="419100"/>
          </a:xfrm>
          <a:prstGeom prst="roundRect">
            <a:avLst/>
          </a:prstGeom>
          <a:solidFill>
            <a:srgbClr val="F07F1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Oval 29"/>
          <p:cNvSpPr/>
          <p:nvPr/>
        </p:nvSpPr>
        <p:spPr>
          <a:xfrm>
            <a:off x="9138285" y="670560"/>
            <a:ext cx="259080" cy="259080"/>
          </a:xfrm>
          <a:prstGeom prst="ellipse">
            <a:avLst/>
          </a:prstGeom>
          <a:solidFill>
            <a:srgbClr val="2C3E5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9138285" y="670560"/>
            <a:ext cx="259080" cy="259080"/>
          </a:xfrm>
          <a:prstGeom prst="rect">
            <a:avLst/>
          </a:prstGeom>
          <a:noFill/>
          <a:ln>
            <a:noFill/>
          </a:ln>
        </p:spPr>
        <p:txBody>
          <a:bodyPr wrap="square" anchor="ctr" lIns="30000" rIns="30000" tIns="10000" bIns="10000">
            <a:spAutoFit/>
          </a:bodyPr>
          <a:lstStyle/>
          <a:p>
            <a:pPr algn="ctr"/>
            <a:r>
              <a:rPr sz="1600" b="1" i="0">
                <a:solidFill>
                  <a:srgbClr val="FFFFFF"/>
                </a:solidFill>
                <a:latin typeface="Calibri"/>
              </a:rPr>
              <a:t>4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9458325" y="655320"/>
            <a:ext cx="2390775" cy="381000"/>
          </a:xfrm>
          <a:prstGeom prst="rect">
            <a:avLst/>
          </a:prstGeom>
          <a:noFill/>
          <a:ln>
            <a:noFill/>
          </a:ln>
        </p:spPr>
        <p:txBody>
          <a:bodyPr wrap="square" anchor="ctr" lIns="30000" rIns="30000" tIns="10000" bIns="10000">
            <a:spAutoFit/>
          </a:bodyPr>
          <a:lstStyle/>
          <a:p>
            <a:pPr algn="l"/>
            <a:r>
              <a:rPr sz="1050" b="1" i="0">
                <a:solidFill>
                  <a:srgbClr val="FFFFFF"/>
                </a:solidFill>
                <a:latin typeface="Calibri"/>
              </a:rPr>
              <a:t>SONDER-</a:t>
            </a:r>
          </a:p>
          <a:p>
            <a:pPr algn="l"/>
            <a:r>
              <a:rPr sz="1050" b="1" i="0">
                <a:solidFill>
                  <a:srgbClr val="FFFFFF"/>
                </a:solidFill>
                <a:latin typeface="Calibri"/>
              </a:rPr>
              <a:t>PROJEKTE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9077325" y="1143000"/>
            <a:ext cx="2809875" cy="571500"/>
          </a:xfrm>
          <a:prstGeom prst="rect">
            <a:avLst/>
          </a:prstGeom>
          <a:noFill/>
          <a:ln>
            <a:noFill/>
          </a:ln>
        </p:spPr>
        <p:txBody>
          <a:bodyPr wrap="square" anchor="ctr" lIns="30000" rIns="30000" tIns="10000" bIns="10000">
            <a:spAutoFit/>
          </a:bodyPr>
          <a:lstStyle/>
          <a:p>
            <a:pPr algn="ctr"/>
            <a:r>
              <a:rPr sz="4200" b="1" i="0">
                <a:solidFill>
                  <a:srgbClr val="1F2937"/>
                </a:solidFill>
                <a:latin typeface="Calibri"/>
              </a:rPr>
              <a:t>95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9077325" y="1722120"/>
            <a:ext cx="2809875" cy="182880"/>
          </a:xfrm>
          <a:prstGeom prst="rect">
            <a:avLst/>
          </a:prstGeom>
          <a:noFill/>
          <a:ln>
            <a:noFill/>
          </a:ln>
        </p:spPr>
        <p:txBody>
          <a:bodyPr wrap="square" anchor="ctr" lIns="30000" rIns="30000" tIns="10000" bIns="10000">
            <a:spAutoFit/>
          </a:bodyPr>
          <a:lstStyle/>
          <a:p>
            <a:pPr algn="ctr"/>
            <a:r>
              <a:rPr sz="1000" b="0" i="1">
                <a:solidFill>
                  <a:srgbClr val="4B5563"/>
                </a:solidFill>
                <a:latin typeface="Calibri"/>
              </a:rPr>
              <a:t>p.a. (davon 21 IT)</a:t>
            </a:r>
          </a:p>
        </p:txBody>
      </p:sp>
      <p:sp>
        <p:nvSpPr>
          <p:cNvPr id="35" name="Rounded Rectangle 34"/>
          <p:cNvSpPr/>
          <p:nvPr/>
        </p:nvSpPr>
        <p:spPr>
          <a:xfrm>
            <a:off x="304800" y="1943100"/>
            <a:ext cx="5734050" cy="419100"/>
          </a:xfrm>
          <a:prstGeom prst="roundRect">
            <a:avLst/>
          </a:prstGeom>
          <a:solidFill>
            <a:srgbClr val="E9EDF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TextBox 35"/>
          <p:cNvSpPr txBox="1"/>
          <p:nvPr/>
        </p:nvSpPr>
        <p:spPr>
          <a:xfrm>
            <a:off x="304800" y="1965960"/>
            <a:ext cx="5734050" cy="182880"/>
          </a:xfrm>
          <a:prstGeom prst="rect">
            <a:avLst/>
          </a:prstGeom>
          <a:noFill/>
          <a:ln>
            <a:noFill/>
          </a:ln>
        </p:spPr>
        <p:txBody>
          <a:bodyPr wrap="square" anchor="ctr" lIns="30000" rIns="30000" tIns="10000" bIns="10000">
            <a:spAutoFit/>
          </a:bodyPr>
          <a:lstStyle/>
          <a:p>
            <a:pPr algn="ctr"/>
            <a:r>
              <a:rPr sz="850" b="1" i="0">
                <a:solidFill>
                  <a:srgbClr val="4B5563"/>
                </a:solidFill>
                <a:latin typeface="Calibri"/>
              </a:rPr>
              <a:t>AUFWAND p.a. – SACHKOSTEN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304800" y="2125980"/>
            <a:ext cx="5734050" cy="228600"/>
          </a:xfrm>
          <a:prstGeom prst="rect">
            <a:avLst/>
          </a:prstGeom>
          <a:noFill/>
          <a:ln>
            <a:noFill/>
          </a:ln>
        </p:spPr>
        <p:txBody>
          <a:bodyPr wrap="square" anchor="ctr" lIns="30000" rIns="30000" tIns="10000" bIns="10000">
            <a:spAutoFit/>
          </a:bodyPr>
          <a:lstStyle/>
          <a:p>
            <a:pPr algn="ctr"/>
            <a:r>
              <a:rPr sz="1800" b="1" i="0">
                <a:solidFill>
                  <a:srgbClr val="2C3E50"/>
                </a:solidFill>
                <a:latin typeface="Calibri"/>
              </a:rPr>
              <a:t>~ 150 Mio. €</a:t>
            </a:r>
          </a:p>
        </p:txBody>
      </p:sp>
      <p:sp>
        <p:nvSpPr>
          <p:cNvPr id="38" name="Rounded Rectangle 37"/>
          <p:cNvSpPr/>
          <p:nvPr/>
        </p:nvSpPr>
        <p:spPr>
          <a:xfrm>
            <a:off x="6153150" y="1943100"/>
            <a:ext cx="5734050" cy="419100"/>
          </a:xfrm>
          <a:prstGeom prst="roundRect">
            <a:avLst/>
          </a:prstGeom>
          <a:solidFill>
            <a:srgbClr val="E9EDF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TextBox 38"/>
          <p:cNvSpPr txBox="1"/>
          <p:nvPr/>
        </p:nvSpPr>
        <p:spPr>
          <a:xfrm>
            <a:off x="6153150" y="1965960"/>
            <a:ext cx="5734050" cy="182880"/>
          </a:xfrm>
          <a:prstGeom prst="rect">
            <a:avLst/>
          </a:prstGeom>
          <a:noFill/>
          <a:ln>
            <a:noFill/>
          </a:ln>
        </p:spPr>
        <p:txBody>
          <a:bodyPr wrap="square" anchor="ctr" lIns="30000" rIns="30000" tIns="10000" bIns="10000">
            <a:spAutoFit/>
          </a:bodyPr>
          <a:lstStyle/>
          <a:p>
            <a:pPr algn="ctr"/>
            <a:r>
              <a:rPr sz="850" b="1" i="0">
                <a:solidFill>
                  <a:srgbClr val="4B5563"/>
                </a:solidFill>
                <a:latin typeface="Calibri"/>
              </a:rPr>
              <a:t>AUFWAND p.a. – INVEST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6153150" y="2125980"/>
            <a:ext cx="5734050" cy="228600"/>
          </a:xfrm>
          <a:prstGeom prst="rect">
            <a:avLst/>
          </a:prstGeom>
          <a:noFill/>
          <a:ln>
            <a:noFill/>
          </a:ln>
        </p:spPr>
        <p:txBody>
          <a:bodyPr wrap="square" anchor="ctr" lIns="30000" rIns="30000" tIns="10000" bIns="10000">
            <a:spAutoFit/>
          </a:bodyPr>
          <a:lstStyle/>
          <a:p>
            <a:pPr algn="ctr"/>
            <a:r>
              <a:rPr sz="1800" b="1" i="0">
                <a:solidFill>
                  <a:srgbClr val="2C3E50"/>
                </a:solidFill>
                <a:latin typeface="Calibri"/>
              </a:rPr>
              <a:t>~ 420 Mio. €</a:t>
            </a:r>
          </a:p>
        </p:txBody>
      </p:sp>
      <p:sp>
        <p:nvSpPr>
          <p:cNvPr id="41" name="Rounded Rectangle 40"/>
          <p:cNvSpPr/>
          <p:nvPr/>
        </p:nvSpPr>
        <p:spPr>
          <a:xfrm>
            <a:off x="304800" y="2407920"/>
            <a:ext cx="8658225" cy="342900"/>
          </a:xfrm>
          <a:prstGeom prst="roundRect">
            <a:avLst/>
          </a:prstGeom>
          <a:solidFill>
            <a:srgbClr val="FDE6C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" name="TextBox 41"/>
          <p:cNvSpPr txBox="1"/>
          <p:nvPr/>
        </p:nvSpPr>
        <p:spPr>
          <a:xfrm>
            <a:off x="304800" y="2407920"/>
            <a:ext cx="8658225" cy="342900"/>
          </a:xfrm>
          <a:prstGeom prst="rect">
            <a:avLst/>
          </a:prstGeom>
          <a:noFill/>
          <a:ln>
            <a:noFill/>
          </a:ln>
        </p:spPr>
        <p:txBody>
          <a:bodyPr wrap="square" anchor="ctr" lIns="30000" rIns="30000" tIns="10000" bIns="10000">
            <a:spAutoFit/>
          </a:bodyPr>
          <a:lstStyle/>
          <a:p>
            <a:pPr algn="ctr"/>
            <a:r>
              <a:rPr sz="1200" b="1" i="0">
                <a:solidFill>
                  <a:srgbClr val="1F2937"/>
                </a:solidFill>
                <a:latin typeface="Calibri"/>
              </a:rPr>
              <a:t># USER:  4.200 PIT  (davon 200 IT)</a:t>
            </a:r>
          </a:p>
        </p:txBody>
      </p:sp>
      <p:sp>
        <p:nvSpPr>
          <p:cNvPr id="43" name="Rounded Rectangle 42"/>
          <p:cNvSpPr/>
          <p:nvPr/>
        </p:nvSpPr>
        <p:spPr>
          <a:xfrm>
            <a:off x="9077325" y="2407920"/>
            <a:ext cx="2809875" cy="342900"/>
          </a:xfrm>
          <a:prstGeom prst="roundRect">
            <a:avLst/>
          </a:prstGeom>
          <a:solidFill>
            <a:srgbClr val="FDE6C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4" name="TextBox 43"/>
          <p:cNvSpPr txBox="1"/>
          <p:nvPr/>
        </p:nvSpPr>
        <p:spPr>
          <a:xfrm>
            <a:off x="9077325" y="2407920"/>
            <a:ext cx="2809875" cy="342900"/>
          </a:xfrm>
          <a:prstGeom prst="rect">
            <a:avLst/>
          </a:prstGeom>
          <a:noFill/>
          <a:ln>
            <a:noFill/>
          </a:ln>
        </p:spPr>
        <p:txBody>
          <a:bodyPr wrap="square" anchor="ctr" lIns="30000" rIns="30000" tIns="10000" bIns="10000">
            <a:spAutoFit/>
          </a:bodyPr>
          <a:lstStyle/>
          <a:p>
            <a:pPr algn="ctr"/>
            <a:r>
              <a:rPr sz="1100" b="1" i="0">
                <a:solidFill>
                  <a:srgbClr val="1F2937"/>
                </a:solidFill>
                <a:latin typeface="Calibri"/>
              </a:rPr>
              <a:t>PIT 200  ·  PowerApp 300</a:t>
            </a:r>
          </a:p>
        </p:txBody>
      </p:sp>
      <p:sp>
        <p:nvSpPr>
          <p:cNvPr id="45" name="TextBox 44"/>
          <p:cNvSpPr txBox="1"/>
          <p:nvPr/>
        </p:nvSpPr>
        <p:spPr>
          <a:xfrm>
            <a:off x="304800" y="2705100"/>
            <a:ext cx="2286000" cy="106680"/>
          </a:xfrm>
          <a:prstGeom prst="rect">
            <a:avLst/>
          </a:prstGeom>
          <a:noFill/>
          <a:ln>
            <a:noFill/>
          </a:ln>
        </p:spPr>
        <p:txBody>
          <a:bodyPr wrap="square" anchor="ctr" lIns="30000" rIns="30000" tIns="10000" bIns="10000">
            <a:spAutoFit/>
          </a:bodyPr>
          <a:lstStyle/>
          <a:p>
            <a:pPr algn="l"/>
            <a:r>
              <a:rPr sz="850" b="1" i="0">
                <a:solidFill>
                  <a:srgbClr val="4B5563"/>
                </a:solidFill>
                <a:latin typeface="Calibri"/>
              </a:rPr>
              <a:t>SOFTWARE</a:t>
            </a:r>
          </a:p>
        </p:txBody>
      </p:sp>
      <p:sp>
        <p:nvSpPr>
          <p:cNvPr id="46" name="Rounded Rectangle 45"/>
          <p:cNvSpPr/>
          <p:nvPr/>
        </p:nvSpPr>
        <p:spPr>
          <a:xfrm>
            <a:off x="381000" y="2796540"/>
            <a:ext cx="2657475" cy="365760"/>
          </a:xfrm>
          <a:prstGeom prst="roundRect">
            <a:avLst/>
          </a:prstGeom>
          <a:solidFill>
            <a:srgbClr val="2C3E50"/>
          </a:solidFill>
          <a:ln w="6350">
            <a:solidFill>
              <a:srgbClr val="D1D5D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7" name="TextBox 46"/>
          <p:cNvSpPr txBox="1"/>
          <p:nvPr/>
        </p:nvSpPr>
        <p:spPr>
          <a:xfrm>
            <a:off x="381000" y="2796540"/>
            <a:ext cx="2657475" cy="365760"/>
          </a:xfrm>
          <a:prstGeom prst="rect">
            <a:avLst/>
          </a:prstGeom>
          <a:noFill/>
          <a:ln>
            <a:noFill/>
          </a:ln>
        </p:spPr>
        <p:txBody>
          <a:bodyPr wrap="square" anchor="ctr" lIns="30000" rIns="30000" tIns="10000" bIns="10000">
            <a:spAutoFit/>
          </a:bodyPr>
          <a:lstStyle/>
          <a:p>
            <a:pPr algn="ctr"/>
            <a:r>
              <a:rPr sz="900" b="1" i="0">
                <a:solidFill>
                  <a:srgbClr val="FFFFFF"/>
                </a:solidFill>
                <a:latin typeface="Calibri"/>
              </a:rPr>
              <a:t>PLANTA · PIT Produktivsystem</a:t>
            </a:r>
          </a:p>
        </p:txBody>
      </p:sp>
      <p:sp>
        <p:nvSpPr>
          <p:cNvPr id="48" name="Rounded Rectangle 47"/>
          <p:cNvSpPr/>
          <p:nvPr/>
        </p:nvSpPr>
        <p:spPr>
          <a:xfrm>
            <a:off x="3305175" y="2796540"/>
            <a:ext cx="2657475" cy="365760"/>
          </a:xfrm>
          <a:prstGeom prst="roundRect">
            <a:avLst/>
          </a:prstGeom>
          <a:solidFill>
            <a:srgbClr val="2C3E50"/>
          </a:solidFill>
          <a:ln w="6350">
            <a:solidFill>
              <a:srgbClr val="D1D5D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9" name="TextBox 48"/>
          <p:cNvSpPr txBox="1"/>
          <p:nvPr/>
        </p:nvSpPr>
        <p:spPr>
          <a:xfrm>
            <a:off x="3305175" y="2796540"/>
            <a:ext cx="2657475" cy="365760"/>
          </a:xfrm>
          <a:prstGeom prst="rect">
            <a:avLst/>
          </a:prstGeom>
          <a:noFill/>
          <a:ln>
            <a:noFill/>
          </a:ln>
        </p:spPr>
        <p:txBody>
          <a:bodyPr wrap="square" anchor="ctr" lIns="30000" rIns="30000" tIns="10000" bIns="10000">
            <a:spAutoFit/>
          </a:bodyPr>
          <a:lstStyle/>
          <a:p>
            <a:pPr algn="ctr"/>
            <a:r>
              <a:rPr sz="900" b="1" i="0">
                <a:solidFill>
                  <a:srgbClr val="FFFFFF"/>
                </a:solidFill>
                <a:latin typeface="Calibri"/>
              </a:rPr>
              <a:t>PLANTA · PIT Produktivsystem</a:t>
            </a:r>
          </a:p>
        </p:txBody>
      </p:sp>
      <p:sp>
        <p:nvSpPr>
          <p:cNvPr id="50" name="Rounded Rectangle 49"/>
          <p:cNvSpPr/>
          <p:nvPr/>
        </p:nvSpPr>
        <p:spPr>
          <a:xfrm>
            <a:off x="6229350" y="2796540"/>
            <a:ext cx="2657475" cy="365760"/>
          </a:xfrm>
          <a:prstGeom prst="roundRect">
            <a:avLst/>
          </a:prstGeom>
          <a:solidFill>
            <a:srgbClr val="2C3E50"/>
          </a:solidFill>
          <a:ln w="6350">
            <a:solidFill>
              <a:srgbClr val="D1D5D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1" name="TextBox 50"/>
          <p:cNvSpPr txBox="1"/>
          <p:nvPr/>
        </p:nvSpPr>
        <p:spPr>
          <a:xfrm>
            <a:off x="6229350" y="2796540"/>
            <a:ext cx="2657475" cy="365760"/>
          </a:xfrm>
          <a:prstGeom prst="rect">
            <a:avLst/>
          </a:prstGeom>
          <a:noFill/>
          <a:ln>
            <a:noFill/>
          </a:ln>
        </p:spPr>
        <p:txBody>
          <a:bodyPr wrap="square" anchor="ctr" lIns="30000" rIns="30000" tIns="10000" bIns="10000">
            <a:spAutoFit/>
          </a:bodyPr>
          <a:lstStyle/>
          <a:p>
            <a:pPr algn="ctr"/>
            <a:r>
              <a:rPr sz="900" b="1" i="0">
                <a:solidFill>
                  <a:srgbClr val="FFFFFF"/>
                </a:solidFill>
                <a:latin typeface="Calibri"/>
              </a:rPr>
              <a:t>PLANTA · PIT Produktivsystem</a:t>
            </a:r>
          </a:p>
        </p:txBody>
      </p:sp>
      <p:sp>
        <p:nvSpPr>
          <p:cNvPr id="52" name="Rounded Rectangle 51"/>
          <p:cNvSpPr/>
          <p:nvPr/>
        </p:nvSpPr>
        <p:spPr>
          <a:xfrm>
            <a:off x="9134475" y="2796540"/>
            <a:ext cx="1347787" cy="167640"/>
          </a:xfrm>
          <a:prstGeom prst="roundRect">
            <a:avLst/>
          </a:prstGeom>
          <a:solidFill>
            <a:srgbClr val="E9EDF1"/>
          </a:solidFill>
          <a:ln w="6350">
            <a:solidFill>
              <a:srgbClr val="D1D5D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3" name="TextBox 52"/>
          <p:cNvSpPr txBox="1"/>
          <p:nvPr/>
        </p:nvSpPr>
        <p:spPr>
          <a:xfrm>
            <a:off x="9134475" y="2796540"/>
            <a:ext cx="1347787" cy="167640"/>
          </a:xfrm>
          <a:prstGeom prst="rect">
            <a:avLst/>
          </a:prstGeom>
          <a:noFill/>
          <a:ln>
            <a:noFill/>
          </a:ln>
        </p:spPr>
        <p:txBody>
          <a:bodyPr wrap="square" anchor="ctr" lIns="30000" rIns="30000" tIns="10000" bIns="10000">
            <a:spAutoFit/>
          </a:bodyPr>
          <a:lstStyle/>
          <a:p>
            <a:pPr algn="ctr"/>
            <a:r>
              <a:rPr sz="900" b="1" i="0">
                <a:solidFill>
                  <a:srgbClr val="1F2937"/>
                </a:solidFill>
                <a:latin typeface="Calibri"/>
              </a:rPr>
              <a:t>Power Apps</a:t>
            </a:r>
          </a:p>
        </p:txBody>
      </p:sp>
      <p:sp>
        <p:nvSpPr>
          <p:cNvPr id="54" name="Rounded Rectangle 53"/>
          <p:cNvSpPr/>
          <p:nvPr/>
        </p:nvSpPr>
        <p:spPr>
          <a:xfrm>
            <a:off x="10520362" y="2796540"/>
            <a:ext cx="1347787" cy="167640"/>
          </a:xfrm>
          <a:prstGeom prst="roundRect">
            <a:avLst/>
          </a:prstGeom>
          <a:solidFill>
            <a:srgbClr val="E9EDF1"/>
          </a:solidFill>
          <a:ln w="6350">
            <a:solidFill>
              <a:srgbClr val="D1D5D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5" name="TextBox 54"/>
          <p:cNvSpPr txBox="1"/>
          <p:nvPr/>
        </p:nvSpPr>
        <p:spPr>
          <a:xfrm>
            <a:off x="10520362" y="2796540"/>
            <a:ext cx="1347787" cy="167640"/>
          </a:xfrm>
          <a:prstGeom prst="rect">
            <a:avLst/>
          </a:prstGeom>
          <a:noFill/>
          <a:ln>
            <a:noFill/>
          </a:ln>
        </p:spPr>
        <p:txBody>
          <a:bodyPr wrap="square" anchor="ctr" lIns="30000" rIns="30000" tIns="10000" bIns="10000">
            <a:spAutoFit/>
          </a:bodyPr>
          <a:lstStyle/>
          <a:p>
            <a:pPr algn="ctr"/>
            <a:r>
              <a:rPr sz="900" b="1" i="0">
                <a:solidFill>
                  <a:srgbClr val="1F2937"/>
                </a:solidFill>
                <a:latin typeface="Calibri"/>
              </a:rPr>
              <a:t>SharePoint</a:t>
            </a:r>
          </a:p>
        </p:txBody>
      </p:sp>
      <p:sp>
        <p:nvSpPr>
          <p:cNvPr id="56" name="Rounded Rectangle 55"/>
          <p:cNvSpPr/>
          <p:nvPr/>
        </p:nvSpPr>
        <p:spPr>
          <a:xfrm>
            <a:off x="9134475" y="2994660"/>
            <a:ext cx="1347787" cy="167640"/>
          </a:xfrm>
          <a:prstGeom prst="roundRect">
            <a:avLst/>
          </a:prstGeom>
          <a:solidFill>
            <a:srgbClr val="2C3E50"/>
          </a:solidFill>
          <a:ln w="6350">
            <a:solidFill>
              <a:srgbClr val="D1D5D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7" name="TextBox 56"/>
          <p:cNvSpPr txBox="1"/>
          <p:nvPr/>
        </p:nvSpPr>
        <p:spPr>
          <a:xfrm>
            <a:off x="9134475" y="2994660"/>
            <a:ext cx="1347787" cy="167640"/>
          </a:xfrm>
          <a:prstGeom prst="rect">
            <a:avLst/>
          </a:prstGeom>
          <a:noFill/>
          <a:ln>
            <a:noFill/>
          </a:ln>
        </p:spPr>
        <p:txBody>
          <a:bodyPr wrap="square" anchor="ctr" lIns="30000" rIns="30000" tIns="10000" bIns="10000">
            <a:spAutoFit/>
          </a:bodyPr>
          <a:lstStyle/>
          <a:p>
            <a:pPr algn="ctr"/>
            <a:r>
              <a:rPr sz="900" b="1" i="0">
                <a:solidFill>
                  <a:srgbClr val="FFFFFF"/>
                </a:solidFill>
                <a:latin typeface="Calibri"/>
              </a:rPr>
              <a:t>PLANTA · PIT</a:t>
            </a:r>
          </a:p>
        </p:txBody>
      </p:sp>
      <p:sp>
        <p:nvSpPr>
          <p:cNvPr id="58" name="Rounded Rectangle 57"/>
          <p:cNvSpPr/>
          <p:nvPr/>
        </p:nvSpPr>
        <p:spPr>
          <a:xfrm>
            <a:off x="10520362" y="2994660"/>
            <a:ext cx="1347787" cy="167640"/>
          </a:xfrm>
          <a:prstGeom prst="roundRect">
            <a:avLst/>
          </a:prstGeom>
          <a:solidFill>
            <a:srgbClr val="E9EDF1"/>
          </a:solidFill>
          <a:ln w="6350">
            <a:solidFill>
              <a:srgbClr val="D1D5D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9" name="TextBox 58"/>
          <p:cNvSpPr txBox="1"/>
          <p:nvPr/>
        </p:nvSpPr>
        <p:spPr>
          <a:xfrm>
            <a:off x="10520362" y="2994660"/>
            <a:ext cx="1347787" cy="167640"/>
          </a:xfrm>
          <a:prstGeom prst="rect">
            <a:avLst/>
          </a:prstGeom>
          <a:noFill/>
          <a:ln>
            <a:noFill/>
          </a:ln>
        </p:spPr>
        <p:txBody>
          <a:bodyPr wrap="square" anchor="ctr" lIns="30000" rIns="30000" tIns="10000" bIns="10000">
            <a:spAutoFit/>
          </a:bodyPr>
          <a:lstStyle/>
          <a:p>
            <a:pPr algn="ctr"/>
            <a:r>
              <a:rPr sz="900" b="1" i="0">
                <a:solidFill>
                  <a:srgbClr val="1F2937"/>
                </a:solidFill>
                <a:latin typeface="Calibri"/>
              </a:rPr>
              <a:t>MS Project Online</a:t>
            </a:r>
          </a:p>
        </p:txBody>
      </p:sp>
      <p:sp>
        <p:nvSpPr>
          <p:cNvPr id="60" name="Rounded Rectangle 59"/>
          <p:cNvSpPr/>
          <p:nvPr/>
        </p:nvSpPr>
        <p:spPr>
          <a:xfrm>
            <a:off x="304800" y="3505200"/>
            <a:ext cx="11582400" cy="1371600"/>
          </a:xfrm>
          <a:prstGeom prst="roundRect">
            <a:avLst/>
          </a:prstGeom>
          <a:solidFill>
            <a:srgbClr val="F7F7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1" name="Rounded Rectangle 60"/>
          <p:cNvSpPr/>
          <p:nvPr/>
        </p:nvSpPr>
        <p:spPr>
          <a:xfrm>
            <a:off x="304800" y="3505200"/>
            <a:ext cx="2286000" cy="1371600"/>
          </a:xfrm>
          <a:prstGeom prst="roundRect">
            <a:avLst/>
          </a:prstGeom>
          <a:solidFill>
            <a:srgbClr val="2C3E5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2" name="Oval 61"/>
          <p:cNvSpPr/>
          <p:nvPr/>
        </p:nvSpPr>
        <p:spPr>
          <a:xfrm>
            <a:off x="419100" y="4038600"/>
            <a:ext cx="304800" cy="304800"/>
          </a:xfrm>
          <a:prstGeom prst="ellipse">
            <a:avLst/>
          </a:prstGeom>
          <a:solidFill>
            <a:srgbClr val="F07F1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3" name="TextBox 62"/>
          <p:cNvSpPr txBox="1"/>
          <p:nvPr/>
        </p:nvSpPr>
        <p:spPr>
          <a:xfrm>
            <a:off x="419100" y="4038600"/>
            <a:ext cx="304800" cy="304800"/>
          </a:xfrm>
          <a:prstGeom prst="rect">
            <a:avLst/>
          </a:prstGeom>
          <a:noFill/>
          <a:ln>
            <a:noFill/>
          </a:ln>
        </p:spPr>
        <p:txBody>
          <a:bodyPr wrap="square" anchor="ctr" lIns="30000" rIns="30000" tIns="10000" bIns="10000">
            <a:spAutoFit/>
          </a:bodyPr>
          <a:lstStyle/>
          <a:p>
            <a:pPr algn="ctr"/>
            <a:r>
              <a:rPr sz="1600" b="1" i="0">
                <a:solidFill>
                  <a:srgbClr val="FFFFFF"/>
                </a:solidFill>
                <a:latin typeface="Calibri"/>
              </a:rPr>
              <a:t>5</a:t>
            </a:r>
          </a:p>
        </p:txBody>
      </p:sp>
      <p:sp>
        <p:nvSpPr>
          <p:cNvPr id="64" name="TextBox 63"/>
          <p:cNvSpPr txBox="1"/>
          <p:nvPr/>
        </p:nvSpPr>
        <p:spPr>
          <a:xfrm>
            <a:off x="800100" y="3505200"/>
            <a:ext cx="1714500" cy="1371600"/>
          </a:xfrm>
          <a:prstGeom prst="rect">
            <a:avLst/>
          </a:prstGeom>
          <a:noFill/>
          <a:ln>
            <a:noFill/>
          </a:ln>
        </p:spPr>
        <p:txBody>
          <a:bodyPr wrap="square" anchor="ctr" lIns="30000" rIns="30000" tIns="10000" bIns="10000">
            <a:spAutoFit/>
          </a:bodyPr>
          <a:lstStyle/>
          <a:p>
            <a:pPr algn="l"/>
            <a:r>
              <a:rPr sz="1200" b="1" i="0">
                <a:solidFill>
                  <a:srgbClr val="FFFFFF"/>
                </a:solidFill>
                <a:latin typeface="Calibri"/>
              </a:rPr>
              <a:t>IT-DEMAND-</a:t>
            </a:r>
          </a:p>
          <a:p>
            <a:pPr algn="l"/>
            <a:r>
              <a:rPr sz="1200" b="1" i="0">
                <a:solidFill>
                  <a:srgbClr val="FFFFFF"/>
                </a:solidFill>
                <a:latin typeface="Calibri"/>
              </a:rPr>
              <a:t>MANAGEMENT</a:t>
            </a:r>
          </a:p>
          <a:p>
            <a:pPr algn="l"/>
            <a:r>
              <a:rPr sz="950" b="0" i="1">
                <a:solidFill>
                  <a:srgbClr val="D1D5DB"/>
                </a:solidFill>
                <a:latin typeface="Calibri"/>
              </a:rPr>
              <a:t>(ServiceNow)</a:t>
            </a:r>
          </a:p>
        </p:txBody>
      </p:sp>
      <p:sp>
        <p:nvSpPr>
          <p:cNvPr id="65" name="TextBox 64"/>
          <p:cNvSpPr txBox="1"/>
          <p:nvPr/>
        </p:nvSpPr>
        <p:spPr>
          <a:xfrm>
            <a:off x="2743200" y="3550920"/>
            <a:ext cx="8991600" cy="228600"/>
          </a:xfrm>
          <a:prstGeom prst="rect">
            <a:avLst/>
          </a:prstGeom>
          <a:noFill/>
          <a:ln>
            <a:noFill/>
          </a:ln>
        </p:spPr>
        <p:txBody>
          <a:bodyPr wrap="square" anchor="ctr" lIns="30000" rIns="30000" tIns="10000" bIns="10000">
            <a:spAutoFit/>
          </a:bodyPr>
          <a:lstStyle/>
          <a:p>
            <a:pPr algn="l"/>
            <a:r>
              <a:rPr sz="1400" b="0" i="0">
                <a:solidFill>
                  <a:srgbClr val="1F2937"/>
                </a:solidFill>
                <a:latin typeface="Calibri"/>
              </a:rPr>
              <a:t>Ca. </a:t>
            </a:r>
          </a:p>
          <a:p>
            <a:pPr algn="l"/>
            <a:r>
              <a:rPr sz="1800" b="1" i="0">
                <a:solidFill>
                  <a:srgbClr val="2C3E50"/>
                </a:solidFill>
                <a:latin typeface="Calibri"/>
              </a:rPr>
              <a:t>1.000 Demands offen</a:t>
            </a:r>
          </a:p>
          <a:p>
            <a:pPr algn="l"/>
            <a:r>
              <a:rPr sz="1400" b="0" i="0">
                <a:solidFill>
                  <a:srgbClr val="1F2937"/>
                </a:solidFill>
                <a:latin typeface="Calibri"/>
              </a:rPr>
              <a:t>  →  </a:t>
            </a:r>
          </a:p>
          <a:p>
            <a:pPr algn="l"/>
            <a:r>
              <a:rPr sz="1800" b="1" i="0">
                <a:solidFill>
                  <a:srgbClr val="B91C1C"/>
                </a:solidFill>
                <a:latin typeface="Calibri"/>
              </a:rPr>
              <a:t>450</a:t>
            </a:r>
          </a:p>
          <a:p>
            <a:pPr algn="l"/>
            <a:r>
              <a:rPr sz="1400" b="0" i="0">
                <a:solidFill>
                  <a:srgbClr val="1F2937"/>
                </a:solidFill>
                <a:latin typeface="Calibri"/>
              </a:rPr>
              <a:t>  noch nicht klassifiziert</a:t>
            </a:r>
          </a:p>
        </p:txBody>
      </p:sp>
      <p:sp>
        <p:nvSpPr>
          <p:cNvPr id="66" name="Rounded Rectangle 65"/>
          <p:cNvSpPr/>
          <p:nvPr/>
        </p:nvSpPr>
        <p:spPr>
          <a:xfrm>
            <a:off x="2895600" y="3886200"/>
            <a:ext cx="8839200" cy="152400"/>
          </a:xfrm>
          <a:prstGeom prst="roundRect">
            <a:avLst/>
          </a:prstGeom>
          <a:solidFill>
            <a:srgbClr val="FFFFFF"/>
          </a:solidFill>
          <a:ln w="6350">
            <a:solidFill>
              <a:srgbClr val="4B556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7" name="Rounded Rectangle 66"/>
          <p:cNvSpPr/>
          <p:nvPr/>
        </p:nvSpPr>
        <p:spPr>
          <a:xfrm>
            <a:off x="2895600" y="3886200"/>
            <a:ext cx="3977640" cy="152400"/>
          </a:xfrm>
          <a:prstGeom prst="roundRect">
            <a:avLst/>
          </a:prstGeom>
          <a:solidFill>
            <a:srgbClr val="B91C1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8" name="TextBox 67"/>
          <p:cNvSpPr txBox="1"/>
          <p:nvPr/>
        </p:nvSpPr>
        <p:spPr>
          <a:xfrm>
            <a:off x="2895600" y="3733800"/>
            <a:ext cx="8839200" cy="137160"/>
          </a:xfrm>
          <a:prstGeom prst="rect">
            <a:avLst/>
          </a:prstGeom>
          <a:noFill/>
          <a:ln>
            <a:noFill/>
          </a:ln>
        </p:spPr>
        <p:txBody>
          <a:bodyPr wrap="square" anchor="ctr" lIns="30000" rIns="30000" tIns="10000" bIns="10000">
            <a:spAutoFit/>
          </a:bodyPr>
          <a:lstStyle/>
          <a:p>
            <a:pPr algn="l"/>
            <a:r>
              <a:rPr sz="800" b="0" i="1">
                <a:solidFill>
                  <a:srgbClr val="4B5563"/>
                </a:solidFill>
                <a:latin typeface="Calibri"/>
              </a:rPr>
              <a:t>Klassifizierungsstand</a:t>
            </a:r>
          </a:p>
        </p:txBody>
      </p:sp>
      <p:sp>
        <p:nvSpPr>
          <p:cNvPr id="69" name="TextBox 68"/>
          <p:cNvSpPr txBox="1"/>
          <p:nvPr/>
        </p:nvSpPr>
        <p:spPr>
          <a:xfrm>
            <a:off x="2895600" y="4053840"/>
            <a:ext cx="8839200" cy="137160"/>
          </a:xfrm>
          <a:prstGeom prst="rect">
            <a:avLst/>
          </a:prstGeom>
          <a:noFill/>
          <a:ln>
            <a:noFill/>
          </a:ln>
        </p:spPr>
        <p:txBody>
          <a:bodyPr wrap="square" anchor="ctr" lIns="30000" rIns="30000" tIns="10000" bIns="10000">
            <a:spAutoFit/>
          </a:bodyPr>
          <a:lstStyle/>
          <a:p>
            <a:pPr algn="l"/>
            <a:r>
              <a:rPr sz="850" b="0" i="0">
                <a:solidFill>
                  <a:srgbClr val="2E7D32"/>
                </a:solidFill>
                <a:latin typeface="Calibri"/>
              </a:rPr>
              <a:t>550 klassifiziert (55 %)</a:t>
            </a:r>
          </a:p>
          <a:p>
            <a:pPr algn="l"/>
            <a:r>
              <a:rPr sz="1000" b="0" i="0">
                <a:solidFill>
                  <a:srgbClr val="1F2937"/>
                </a:solidFill>
                <a:latin typeface="Calibri"/>
              </a:rPr>
              <a:t/>
            </a:r>
          </a:p>
        </p:txBody>
      </p:sp>
      <p:sp>
        <p:nvSpPr>
          <p:cNvPr id="70" name="TextBox 69"/>
          <p:cNvSpPr txBox="1"/>
          <p:nvPr/>
        </p:nvSpPr>
        <p:spPr>
          <a:xfrm>
            <a:off x="10210800" y="4053840"/>
            <a:ext cx="1524000" cy="137160"/>
          </a:xfrm>
          <a:prstGeom prst="rect">
            <a:avLst/>
          </a:prstGeom>
          <a:noFill/>
          <a:ln>
            <a:noFill/>
          </a:ln>
        </p:spPr>
        <p:txBody>
          <a:bodyPr wrap="square" anchor="ctr" lIns="30000" rIns="30000" tIns="10000" bIns="10000">
            <a:spAutoFit/>
          </a:bodyPr>
          <a:lstStyle/>
          <a:p>
            <a:pPr algn="r"/>
            <a:r>
              <a:rPr sz="850" b="1" i="0">
                <a:solidFill>
                  <a:srgbClr val="B91C1C"/>
                </a:solidFill>
                <a:latin typeface="Calibri"/>
              </a:rPr>
              <a:t>450 offen (45 %)</a:t>
            </a:r>
          </a:p>
        </p:txBody>
      </p:sp>
      <p:sp>
        <p:nvSpPr>
          <p:cNvPr id="71" name="Rounded Rectangle 70"/>
          <p:cNvSpPr/>
          <p:nvPr/>
        </p:nvSpPr>
        <p:spPr>
          <a:xfrm>
            <a:off x="304800" y="4953000"/>
            <a:ext cx="11582400" cy="1371600"/>
          </a:xfrm>
          <a:prstGeom prst="roundRect">
            <a:avLst/>
          </a:prstGeom>
          <a:solidFill>
            <a:srgbClr val="F7F7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2" name="Rounded Rectangle 71"/>
          <p:cNvSpPr/>
          <p:nvPr/>
        </p:nvSpPr>
        <p:spPr>
          <a:xfrm>
            <a:off x="304800" y="4953000"/>
            <a:ext cx="2286000" cy="1371600"/>
          </a:xfrm>
          <a:prstGeom prst="roundRect">
            <a:avLst/>
          </a:prstGeom>
          <a:solidFill>
            <a:srgbClr val="2C3E5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3" name="Oval 72"/>
          <p:cNvSpPr/>
          <p:nvPr/>
        </p:nvSpPr>
        <p:spPr>
          <a:xfrm>
            <a:off x="419100" y="5486400"/>
            <a:ext cx="304800" cy="304800"/>
          </a:xfrm>
          <a:prstGeom prst="ellipse">
            <a:avLst/>
          </a:prstGeom>
          <a:solidFill>
            <a:srgbClr val="F07F1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4" name="TextBox 73"/>
          <p:cNvSpPr txBox="1"/>
          <p:nvPr/>
        </p:nvSpPr>
        <p:spPr>
          <a:xfrm>
            <a:off x="419100" y="5486400"/>
            <a:ext cx="304800" cy="304800"/>
          </a:xfrm>
          <a:prstGeom prst="rect">
            <a:avLst/>
          </a:prstGeom>
          <a:noFill/>
          <a:ln>
            <a:noFill/>
          </a:ln>
        </p:spPr>
        <p:txBody>
          <a:bodyPr wrap="square" anchor="ctr" lIns="30000" rIns="30000" tIns="10000" bIns="10000">
            <a:spAutoFit/>
          </a:bodyPr>
          <a:lstStyle/>
          <a:p>
            <a:pPr algn="ctr"/>
            <a:r>
              <a:rPr sz="1600" b="1" i="0">
                <a:solidFill>
                  <a:srgbClr val="FFFFFF"/>
                </a:solidFill>
                <a:latin typeface="Calibri"/>
              </a:rPr>
              <a:t>6</a:t>
            </a:r>
          </a:p>
        </p:txBody>
      </p:sp>
      <p:sp>
        <p:nvSpPr>
          <p:cNvPr id="75" name="TextBox 74"/>
          <p:cNvSpPr txBox="1"/>
          <p:nvPr/>
        </p:nvSpPr>
        <p:spPr>
          <a:xfrm>
            <a:off x="800100" y="4953000"/>
            <a:ext cx="1714500" cy="1371600"/>
          </a:xfrm>
          <a:prstGeom prst="rect">
            <a:avLst/>
          </a:prstGeom>
          <a:noFill/>
          <a:ln>
            <a:noFill/>
          </a:ln>
        </p:spPr>
        <p:txBody>
          <a:bodyPr wrap="square" anchor="ctr" lIns="30000" rIns="30000" tIns="10000" bIns="10000">
            <a:spAutoFit/>
          </a:bodyPr>
          <a:lstStyle/>
          <a:p>
            <a:pPr algn="l"/>
            <a:r>
              <a:rPr sz="1200" b="1" i="0">
                <a:solidFill>
                  <a:srgbClr val="FFFFFF"/>
                </a:solidFill>
                <a:latin typeface="Calibri"/>
              </a:rPr>
              <a:t>EV-PROZESS</a:t>
            </a:r>
          </a:p>
          <a:p>
            <a:pPr algn="l"/>
            <a:r>
              <a:rPr sz="950" b="0" i="1">
                <a:solidFill>
                  <a:srgbClr val="D1D5DB"/>
                </a:solidFill>
                <a:latin typeface="Calibri"/>
              </a:rPr>
              <a:t>(Lucom)</a:t>
            </a:r>
          </a:p>
        </p:txBody>
      </p:sp>
      <p:sp>
        <p:nvSpPr>
          <p:cNvPr id="76" name="Rounded Rectangle 75"/>
          <p:cNvSpPr/>
          <p:nvPr/>
        </p:nvSpPr>
        <p:spPr>
          <a:xfrm>
            <a:off x="2819400" y="5029200"/>
            <a:ext cx="2895600" cy="121920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2C3E5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7" name="Rectangle 76"/>
          <p:cNvSpPr/>
          <p:nvPr/>
        </p:nvSpPr>
        <p:spPr>
          <a:xfrm>
            <a:off x="2819400" y="5029200"/>
            <a:ext cx="2895600" cy="38100"/>
          </a:xfrm>
          <a:prstGeom prst="rect">
            <a:avLst/>
          </a:prstGeom>
          <a:solidFill>
            <a:srgbClr val="2C3E5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8" name="TextBox 77"/>
          <p:cNvSpPr txBox="1"/>
          <p:nvPr/>
        </p:nvSpPr>
        <p:spPr>
          <a:xfrm>
            <a:off x="2819400" y="5082540"/>
            <a:ext cx="2895600" cy="259080"/>
          </a:xfrm>
          <a:prstGeom prst="rect">
            <a:avLst/>
          </a:prstGeom>
          <a:noFill/>
          <a:ln>
            <a:noFill/>
          </a:ln>
        </p:spPr>
        <p:txBody>
          <a:bodyPr wrap="square" anchor="ctr" lIns="30000" rIns="30000" tIns="10000" bIns="10000">
            <a:spAutoFit/>
          </a:bodyPr>
          <a:lstStyle/>
          <a:p>
            <a:pPr algn="ctr"/>
            <a:r>
              <a:rPr sz="1500" b="1" i="0">
                <a:solidFill>
                  <a:srgbClr val="2C3E50"/>
                </a:solidFill>
                <a:latin typeface="Calibri"/>
              </a:rPr>
              <a:t>1.600 EV'n</a:t>
            </a:r>
          </a:p>
        </p:txBody>
      </p:sp>
      <p:sp>
        <p:nvSpPr>
          <p:cNvPr id="79" name="TextBox 78"/>
          <p:cNvSpPr txBox="1"/>
          <p:nvPr/>
        </p:nvSpPr>
        <p:spPr>
          <a:xfrm>
            <a:off x="2819400" y="5334000"/>
            <a:ext cx="2895600" cy="899160"/>
          </a:xfrm>
          <a:prstGeom prst="rect">
            <a:avLst/>
          </a:prstGeom>
          <a:noFill/>
          <a:ln>
            <a:noFill/>
          </a:ln>
        </p:spPr>
        <p:txBody>
          <a:bodyPr wrap="square" anchor="t" lIns="30000" rIns="30000" tIns="10000" bIns="10000">
            <a:spAutoFit/>
          </a:bodyPr>
          <a:lstStyle/>
          <a:p>
            <a:pPr algn="ctr"/>
            <a:r>
              <a:rPr sz="950" b="0" i="1">
                <a:solidFill>
                  <a:srgbClr val="4B5563"/>
                </a:solidFill>
                <a:latin typeface="Calibri"/>
              </a:rPr>
              <a:t>in der STIHL Gruppe</a:t>
            </a:r>
          </a:p>
        </p:txBody>
      </p:sp>
      <p:sp>
        <p:nvSpPr>
          <p:cNvPr id="80" name="Right Arrow 79"/>
          <p:cNvSpPr/>
          <p:nvPr/>
        </p:nvSpPr>
        <p:spPr>
          <a:xfrm>
            <a:off x="5722620" y="5585460"/>
            <a:ext cx="99060" cy="106680"/>
          </a:xfrm>
          <a:prstGeom prst="rightArrow">
            <a:avLst/>
          </a:prstGeom>
          <a:solidFill>
            <a:srgbClr val="1F293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1" name="Rounded Rectangle 80"/>
          <p:cNvSpPr/>
          <p:nvPr/>
        </p:nvSpPr>
        <p:spPr>
          <a:xfrm>
            <a:off x="5829300" y="5029200"/>
            <a:ext cx="2895600" cy="121920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F07F1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2" name="Rectangle 81"/>
          <p:cNvSpPr/>
          <p:nvPr/>
        </p:nvSpPr>
        <p:spPr>
          <a:xfrm>
            <a:off x="5829300" y="5029200"/>
            <a:ext cx="2895600" cy="38100"/>
          </a:xfrm>
          <a:prstGeom prst="rect">
            <a:avLst/>
          </a:prstGeom>
          <a:solidFill>
            <a:srgbClr val="F07F1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3" name="TextBox 82"/>
          <p:cNvSpPr txBox="1"/>
          <p:nvPr/>
        </p:nvSpPr>
        <p:spPr>
          <a:xfrm>
            <a:off x="5829300" y="5082540"/>
            <a:ext cx="2895600" cy="259080"/>
          </a:xfrm>
          <a:prstGeom prst="rect">
            <a:avLst/>
          </a:prstGeom>
          <a:noFill/>
          <a:ln>
            <a:noFill/>
          </a:ln>
        </p:spPr>
        <p:txBody>
          <a:bodyPr wrap="square" anchor="ctr" lIns="30000" rIns="30000" tIns="10000" bIns="10000">
            <a:spAutoFit/>
          </a:bodyPr>
          <a:lstStyle/>
          <a:p>
            <a:pPr algn="ctr"/>
            <a:r>
              <a:rPr sz="1500" b="1" i="0">
                <a:solidFill>
                  <a:srgbClr val="F07F12"/>
                </a:solidFill>
                <a:latin typeface="Calibri"/>
              </a:rPr>
              <a:t>~ 1.030  (65 %)</a:t>
            </a:r>
          </a:p>
        </p:txBody>
      </p:sp>
      <p:sp>
        <p:nvSpPr>
          <p:cNvPr id="84" name="TextBox 83"/>
          <p:cNvSpPr txBox="1"/>
          <p:nvPr/>
        </p:nvSpPr>
        <p:spPr>
          <a:xfrm>
            <a:off x="5829300" y="5334000"/>
            <a:ext cx="2895600" cy="899160"/>
          </a:xfrm>
          <a:prstGeom prst="rect">
            <a:avLst/>
          </a:prstGeom>
          <a:noFill/>
          <a:ln>
            <a:noFill/>
          </a:ln>
        </p:spPr>
        <p:txBody>
          <a:bodyPr wrap="square" anchor="t" lIns="30000" rIns="30000" tIns="10000" bIns="10000">
            <a:spAutoFit/>
          </a:bodyPr>
          <a:lstStyle/>
          <a:p>
            <a:pPr algn="ctr"/>
            <a:r>
              <a:rPr sz="950" b="0" i="1">
                <a:solidFill>
                  <a:srgbClr val="4B5563"/>
                </a:solidFill>
                <a:latin typeface="Calibri"/>
              </a:rPr>
              <a:t>im Stammhaus</a:t>
            </a:r>
          </a:p>
        </p:txBody>
      </p:sp>
      <p:sp>
        <p:nvSpPr>
          <p:cNvPr id="85" name="Right Arrow 84"/>
          <p:cNvSpPr/>
          <p:nvPr/>
        </p:nvSpPr>
        <p:spPr>
          <a:xfrm>
            <a:off x="8732520" y="5585460"/>
            <a:ext cx="99060" cy="106680"/>
          </a:xfrm>
          <a:prstGeom prst="rightArrow">
            <a:avLst/>
          </a:prstGeom>
          <a:solidFill>
            <a:srgbClr val="1F293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6" name="Rounded Rectangle 85"/>
          <p:cNvSpPr/>
          <p:nvPr/>
        </p:nvSpPr>
        <p:spPr>
          <a:xfrm>
            <a:off x="8839200" y="5029200"/>
            <a:ext cx="2895600" cy="121920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2E7D3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7" name="Rectangle 86"/>
          <p:cNvSpPr/>
          <p:nvPr/>
        </p:nvSpPr>
        <p:spPr>
          <a:xfrm>
            <a:off x="8839200" y="5029200"/>
            <a:ext cx="2895600" cy="38100"/>
          </a:xfrm>
          <a:prstGeom prst="rect">
            <a:avLst/>
          </a:prstGeom>
          <a:solidFill>
            <a:srgbClr val="2E7D3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8" name="TextBox 87"/>
          <p:cNvSpPr txBox="1"/>
          <p:nvPr/>
        </p:nvSpPr>
        <p:spPr>
          <a:xfrm>
            <a:off x="8839200" y="5082540"/>
            <a:ext cx="2895600" cy="259080"/>
          </a:xfrm>
          <a:prstGeom prst="rect">
            <a:avLst/>
          </a:prstGeom>
          <a:noFill/>
          <a:ln>
            <a:noFill/>
          </a:ln>
        </p:spPr>
        <p:txBody>
          <a:bodyPr wrap="square" anchor="ctr" lIns="30000" rIns="30000" tIns="10000" bIns="10000">
            <a:spAutoFit/>
          </a:bodyPr>
          <a:lstStyle/>
          <a:p>
            <a:pPr algn="ctr"/>
            <a:r>
              <a:rPr sz="1500" b="1" i="0">
                <a:solidFill>
                  <a:srgbClr val="2E7D32"/>
                </a:solidFill>
                <a:latin typeface="Calibri"/>
              </a:rPr>
              <a:t>95 %</a:t>
            </a:r>
          </a:p>
        </p:txBody>
      </p:sp>
      <p:sp>
        <p:nvSpPr>
          <p:cNvPr id="89" name="TextBox 88"/>
          <p:cNvSpPr txBox="1"/>
          <p:nvPr/>
        </p:nvSpPr>
        <p:spPr>
          <a:xfrm>
            <a:off x="8839200" y="5334000"/>
            <a:ext cx="2895600" cy="899160"/>
          </a:xfrm>
          <a:prstGeom prst="rect">
            <a:avLst/>
          </a:prstGeom>
          <a:noFill/>
          <a:ln>
            <a:noFill/>
          </a:ln>
        </p:spPr>
        <p:txBody>
          <a:bodyPr wrap="square" anchor="t" lIns="30000" rIns="30000" tIns="10000" bIns="10000">
            <a:spAutoFit/>
          </a:bodyPr>
          <a:lstStyle/>
          <a:p>
            <a:pPr algn="ctr"/>
            <a:r>
              <a:rPr sz="950" b="0" i="1">
                <a:solidFill>
                  <a:srgbClr val="4B5563"/>
                </a:solidFill>
                <a:latin typeface="Calibri"/>
              </a:rPr>
              <a:t>der EV'n mit Projektbezug</a:t>
            </a:r>
          </a:p>
        </p:txBody>
      </p:sp>
      <p:sp>
        <p:nvSpPr>
          <p:cNvPr id="90" name="Rectangle 89"/>
          <p:cNvSpPr/>
          <p:nvPr/>
        </p:nvSpPr>
        <p:spPr>
          <a:xfrm>
            <a:off x="0" y="6804660"/>
            <a:ext cx="12192000" cy="53340"/>
          </a:xfrm>
          <a:prstGeom prst="rect">
            <a:avLst/>
          </a:prstGeom>
          <a:solidFill>
            <a:srgbClr val="F07F1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1" name="TextBox 90"/>
          <p:cNvSpPr txBox="1"/>
          <p:nvPr/>
        </p:nvSpPr>
        <p:spPr>
          <a:xfrm>
            <a:off x="304800" y="6576060"/>
            <a:ext cx="11582400" cy="152400"/>
          </a:xfrm>
          <a:prstGeom prst="rect">
            <a:avLst/>
          </a:prstGeom>
          <a:noFill/>
          <a:ln>
            <a:noFill/>
          </a:ln>
        </p:spPr>
        <p:txBody>
          <a:bodyPr wrap="square" anchor="ctr" lIns="30000" rIns="30000" tIns="10000" bIns="10000">
            <a:spAutoFit/>
          </a:bodyPr>
          <a:lstStyle/>
          <a:p>
            <a:pPr algn="l"/>
            <a:r>
              <a:rPr sz="800" b="0" i="1">
                <a:solidFill>
                  <a:srgbClr val="4B5563"/>
                </a:solidFill>
                <a:latin typeface="Calibri"/>
              </a:rPr>
              <a:t>Mengenangaben aus dem PPM-Workshop;  Sondersystem-User: 4.400 PIT + 600 MSPO (IT/BR) + 300 PowerApp.</a:t>
            </a:r>
          </a:p>
        </p:txBody>
      </p:sp>
    </p:spTree>
    <p:extLst>
      <p:ext uri="{BB962C8B-B14F-4D97-AF65-F5344CB8AC3E}">
        <p14:creationId xmlns:p14="http://schemas.microsoft.com/office/powerpoint/2010/main" val="272770746"/>
      </p:ext>
    </p:extLst>
  </p:cSld>
  <p:clrMapOvr>
    <a:masterClrMapping/>
  </p:clrMapOvr>
  <p:extLst>
    <p:ext uri="{6950BFC3-D8DA-4A85-94F7-54DA5524770B}">
      <p188:commentRel xmlns:p188="http://schemas.microsoft.com/office/powerpoint/2018/8/main" r:id="rId3"/>
    </p:ext>
  </p:extLst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2000" cy="457200"/>
          </a:xfrm>
          <a:prstGeom prst="rect">
            <a:avLst/>
          </a:prstGeom>
          <a:solidFill>
            <a:srgbClr val="1F293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228600" y="30480"/>
            <a:ext cx="10668000" cy="198120"/>
          </a:xfrm>
          <a:prstGeom prst="rect">
            <a:avLst/>
          </a:prstGeom>
          <a:noFill/>
          <a:ln>
            <a:noFill/>
          </a:ln>
        </p:spPr>
        <p:txBody>
          <a:bodyPr wrap="square" anchor="t" lIns="30000" rIns="30000" tIns="10000" bIns="10000">
            <a:spAutoFit/>
          </a:bodyPr>
          <a:lstStyle/>
          <a:p>
            <a:pPr algn="l"/>
            <a:r>
              <a:rPr sz="2000" b="1" i="0">
                <a:solidFill>
                  <a:srgbClr val="FFFFFF"/>
                </a:solidFill>
                <a:latin typeface="Calibri"/>
              </a:rPr>
              <a:t>Bewertung der Plattformstrategie mit ServiceNow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228600" y="243840"/>
            <a:ext cx="10668000" cy="182880"/>
          </a:xfrm>
          <a:prstGeom prst="rect">
            <a:avLst/>
          </a:prstGeom>
          <a:noFill/>
          <a:ln>
            <a:noFill/>
          </a:ln>
        </p:spPr>
        <p:txBody>
          <a:bodyPr wrap="square" anchor="t" lIns="30000" rIns="30000" tIns="10000" bIns="10000">
            <a:spAutoFit/>
          </a:bodyPr>
          <a:lstStyle/>
          <a:p>
            <a:pPr algn="l"/>
            <a:r>
              <a:rPr sz="1200" b="0" i="1">
                <a:solidFill>
                  <a:srgbClr val="D1D5DB"/>
                </a:solidFill>
                <a:latin typeface="Calibri"/>
              </a:rPr>
              <a:t>Wirtschaftlichkeit (TCO) · Vergleich SPM-Plattform vs. Best-of-Breed · Gartner Executive Summary 2025</a:t>
            </a:r>
          </a:p>
        </p:txBody>
      </p:sp>
      <p:sp>
        <p:nvSpPr>
          <p:cNvPr id="5" name="Rectangle 4"/>
          <p:cNvSpPr/>
          <p:nvPr/>
        </p:nvSpPr>
        <p:spPr>
          <a:xfrm>
            <a:off x="11430000" y="0"/>
            <a:ext cx="762000" cy="457200"/>
          </a:xfrm>
          <a:prstGeom prst="rect">
            <a:avLst/>
          </a:prstGeom>
          <a:solidFill>
            <a:srgbClr val="F07F1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1430000" y="0"/>
            <a:ext cx="762000" cy="457200"/>
          </a:xfrm>
          <a:prstGeom prst="rect">
            <a:avLst/>
          </a:prstGeom>
          <a:noFill/>
          <a:ln>
            <a:noFill/>
          </a:ln>
        </p:spPr>
        <p:txBody>
          <a:bodyPr wrap="square" anchor="ctr" lIns="30000" rIns="30000" tIns="10000" bIns="10000">
            <a:spAutoFit/>
          </a:bodyPr>
          <a:lstStyle/>
          <a:p>
            <a:pPr algn="ctr"/>
            <a:r>
              <a:rPr sz="1200" b="1" i="0">
                <a:solidFill>
                  <a:srgbClr val="FFFFFF"/>
                </a:solidFill>
                <a:latin typeface="Calibri"/>
              </a:rPr>
              <a:t>Folie 4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304800" y="533400"/>
            <a:ext cx="11582400" cy="167640"/>
          </a:xfrm>
          <a:prstGeom prst="rect">
            <a:avLst/>
          </a:prstGeom>
          <a:noFill/>
          <a:ln>
            <a:noFill/>
          </a:ln>
        </p:spPr>
        <p:txBody>
          <a:bodyPr wrap="square" anchor="ctr" lIns="30000" rIns="30000" tIns="10000" bIns="10000">
            <a:spAutoFit/>
          </a:bodyPr>
          <a:lstStyle/>
          <a:p>
            <a:pPr algn="l"/>
            <a:r>
              <a:rPr sz="1300" b="1" i="0">
                <a:solidFill>
                  <a:srgbClr val="1F2937"/>
                </a:solidFill>
                <a:latin typeface="Calibri"/>
              </a:rPr>
              <a:t>Funktions-Vergleich – SPM-Plattform vs. Best-of-Breed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304800" y="731520"/>
            <a:ext cx="3200400" cy="266700"/>
          </a:xfrm>
          <a:prstGeom prst="roundRect">
            <a:avLst/>
          </a:prstGeom>
          <a:solidFill>
            <a:srgbClr val="2C3E5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396240" y="731520"/>
            <a:ext cx="3048000" cy="266700"/>
          </a:xfrm>
          <a:prstGeom prst="rect">
            <a:avLst/>
          </a:prstGeom>
          <a:noFill/>
          <a:ln>
            <a:noFill/>
          </a:ln>
        </p:spPr>
        <p:txBody>
          <a:bodyPr wrap="square" anchor="ctr" lIns="30000" rIns="30000" tIns="10000" bIns="10000">
            <a:spAutoFit/>
          </a:bodyPr>
          <a:lstStyle/>
          <a:p>
            <a:pPr algn="l"/>
            <a:r>
              <a:rPr sz="1100" b="1" i="0">
                <a:solidFill>
                  <a:srgbClr val="FFFFFF"/>
                </a:solidFill>
                <a:latin typeface="Calibri"/>
              </a:rPr>
              <a:t>Funktion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3505200" y="731520"/>
            <a:ext cx="3810000" cy="266700"/>
          </a:xfrm>
          <a:prstGeom prst="roundRect">
            <a:avLst/>
          </a:prstGeom>
          <a:solidFill>
            <a:srgbClr val="F07F1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3581400" y="731520"/>
            <a:ext cx="3657600" cy="266700"/>
          </a:xfrm>
          <a:prstGeom prst="rect">
            <a:avLst/>
          </a:prstGeom>
          <a:noFill/>
          <a:ln>
            <a:noFill/>
          </a:ln>
        </p:spPr>
        <p:txBody>
          <a:bodyPr wrap="square" anchor="ctr" lIns="30000" rIns="30000" tIns="10000" bIns="10000">
            <a:spAutoFit/>
          </a:bodyPr>
          <a:lstStyle/>
          <a:p>
            <a:pPr algn="ctr"/>
            <a:r>
              <a:rPr sz="1100" b="1" i="0">
                <a:solidFill>
                  <a:srgbClr val="FFFFFF"/>
                </a:solidFill>
                <a:latin typeface="Calibri"/>
              </a:rPr>
              <a:t>SPM-Plattform (ServiceNow)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7315200" y="731520"/>
            <a:ext cx="4572000" cy="266700"/>
          </a:xfrm>
          <a:prstGeom prst="roundRect">
            <a:avLst/>
          </a:prstGeom>
          <a:solidFill>
            <a:srgbClr val="4B556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7391400" y="731520"/>
            <a:ext cx="4419600" cy="266700"/>
          </a:xfrm>
          <a:prstGeom prst="rect">
            <a:avLst/>
          </a:prstGeom>
          <a:noFill/>
          <a:ln>
            <a:noFill/>
          </a:ln>
        </p:spPr>
        <p:txBody>
          <a:bodyPr wrap="square" anchor="ctr" lIns="30000" rIns="30000" tIns="10000" bIns="10000">
            <a:spAutoFit/>
          </a:bodyPr>
          <a:lstStyle/>
          <a:p>
            <a:pPr algn="ctr"/>
            <a:r>
              <a:rPr sz="1100" b="1" i="0">
                <a:solidFill>
                  <a:srgbClr val="FFFFFF"/>
                </a:solidFill>
                <a:latin typeface="Calibri"/>
              </a:rPr>
              <a:t>Best-of-Breed (Einzeltools)</a:t>
            </a:r>
          </a:p>
        </p:txBody>
      </p:sp>
      <p:sp>
        <p:nvSpPr>
          <p:cNvPr id="14" name="Rectangle 13"/>
          <p:cNvSpPr/>
          <p:nvPr/>
        </p:nvSpPr>
        <p:spPr>
          <a:xfrm>
            <a:off x="304800" y="1021080"/>
            <a:ext cx="11582400" cy="243840"/>
          </a:xfrm>
          <a:prstGeom prst="rect">
            <a:avLst/>
          </a:prstGeom>
          <a:solidFill>
            <a:srgbClr val="F7F7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304800" y="1021080"/>
            <a:ext cx="3200400" cy="243840"/>
          </a:xfrm>
          <a:prstGeom prst="rect">
            <a:avLst/>
          </a:prstGeom>
          <a:solidFill>
            <a:srgbClr val="2C3E5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396240" y="1021080"/>
            <a:ext cx="3048000" cy="243840"/>
          </a:xfrm>
          <a:prstGeom prst="rect">
            <a:avLst/>
          </a:prstGeom>
          <a:noFill/>
          <a:ln>
            <a:noFill/>
          </a:ln>
        </p:spPr>
        <p:txBody>
          <a:bodyPr wrap="square" anchor="ctr" lIns="30000" rIns="30000" tIns="10000" bIns="10000">
            <a:spAutoFit/>
          </a:bodyPr>
          <a:lstStyle/>
          <a:p>
            <a:pPr algn="l"/>
            <a:r>
              <a:rPr sz="1050" b="1" i="0">
                <a:solidFill>
                  <a:srgbClr val="FFFFFF"/>
                </a:solidFill>
                <a:latin typeface="Calibri"/>
              </a:rPr>
              <a:t>Strategie (Ziele, KPI)</a:t>
            </a:r>
          </a:p>
        </p:txBody>
      </p:sp>
      <p:sp>
        <p:nvSpPr>
          <p:cNvPr id="17" name="Rectangle 16"/>
          <p:cNvSpPr/>
          <p:nvPr/>
        </p:nvSpPr>
        <p:spPr>
          <a:xfrm>
            <a:off x="3505200" y="1021080"/>
            <a:ext cx="45720" cy="243840"/>
          </a:xfrm>
          <a:prstGeom prst="rect">
            <a:avLst/>
          </a:prstGeom>
          <a:solidFill>
            <a:srgbClr val="F07F1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Oval 17"/>
          <p:cNvSpPr/>
          <p:nvPr/>
        </p:nvSpPr>
        <p:spPr>
          <a:xfrm>
            <a:off x="3596640" y="1066800"/>
            <a:ext cx="152400" cy="152400"/>
          </a:xfrm>
          <a:prstGeom prst="ellipse">
            <a:avLst/>
          </a:prstGeom>
          <a:solidFill>
            <a:srgbClr val="2E7D3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3596640" y="1066800"/>
            <a:ext cx="152400" cy="152400"/>
          </a:xfrm>
          <a:prstGeom prst="rect">
            <a:avLst/>
          </a:prstGeom>
          <a:noFill/>
          <a:ln>
            <a:noFill/>
          </a:ln>
        </p:spPr>
        <p:txBody>
          <a:bodyPr wrap="square" anchor="ctr" lIns="30000" rIns="30000" tIns="10000" bIns="10000">
            <a:spAutoFit/>
          </a:bodyPr>
          <a:lstStyle/>
          <a:p>
            <a:pPr algn="ctr"/>
            <a:r>
              <a:rPr sz="1200" b="1" i="0">
                <a:solidFill>
                  <a:srgbClr val="FFFFFF"/>
                </a:solidFill>
                <a:latin typeface="Calibri"/>
              </a:rPr>
              <a:t>✓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3794760" y="1021080"/>
            <a:ext cx="3467100" cy="243840"/>
          </a:xfrm>
          <a:prstGeom prst="rect">
            <a:avLst/>
          </a:prstGeom>
          <a:noFill/>
          <a:ln>
            <a:noFill/>
          </a:ln>
        </p:spPr>
        <p:txBody>
          <a:bodyPr wrap="square" anchor="ctr" lIns="30000" rIns="30000" tIns="10000" bIns="10000">
            <a:spAutoFit/>
          </a:bodyPr>
          <a:lstStyle/>
          <a:p>
            <a:pPr algn="l"/>
            <a:r>
              <a:rPr sz="1050" b="1" i="0">
                <a:solidFill>
                  <a:srgbClr val="1F2937"/>
                </a:solidFill>
                <a:latin typeface="Calibri"/>
              </a:rPr>
              <a:t>integriert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7406640" y="1021080"/>
            <a:ext cx="4419600" cy="243840"/>
          </a:xfrm>
          <a:prstGeom prst="rect">
            <a:avLst/>
          </a:prstGeom>
          <a:noFill/>
          <a:ln>
            <a:noFill/>
          </a:ln>
        </p:spPr>
        <p:txBody>
          <a:bodyPr wrap="square" anchor="ctr" lIns="30000" rIns="30000" tIns="10000" bIns="10000">
            <a:spAutoFit/>
          </a:bodyPr>
          <a:lstStyle/>
          <a:p>
            <a:pPr algn="l"/>
            <a:r>
              <a:rPr sz="1050" b="0" i="0">
                <a:solidFill>
                  <a:srgbClr val="4B5563"/>
                </a:solidFill>
                <a:latin typeface="Calibri"/>
              </a:rPr>
              <a:t>Workpath</a:t>
            </a:r>
          </a:p>
        </p:txBody>
      </p:sp>
      <p:sp>
        <p:nvSpPr>
          <p:cNvPr id="22" name="Rectangle 21"/>
          <p:cNvSpPr/>
          <p:nvPr/>
        </p:nvSpPr>
        <p:spPr>
          <a:xfrm>
            <a:off x="304800" y="1280160"/>
            <a:ext cx="11582400" cy="243840"/>
          </a:xfrm>
          <a:prstGeom prst="rect">
            <a:avLst/>
          </a:prstGeom>
          <a:solidFill>
            <a:srgbClr val="EEF1F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ectangle 22"/>
          <p:cNvSpPr/>
          <p:nvPr/>
        </p:nvSpPr>
        <p:spPr>
          <a:xfrm>
            <a:off x="304800" y="1280160"/>
            <a:ext cx="3200400" cy="243840"/>
          </a:xfrm>
          <a:prstGeom prst="rect">
            <a:avLst/>
          </a:prstGeom>
          <a:solidFill>
            <a:srgbClr val="2C3E5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396240" y="1280160"/>
            <a:ext cx="3048000" cy="243840"/>
          </a:xfrm>
          <a:prstGeom prst="rect">
            <a:avLst/>
          </a:prstGeom>
          <a:noFill/>
          <a:ln>
            <a:noFill/>
          </a:ln>
        </p:spPr>
        <p:txBody>
          <a:bodyPr wrap="square" anchor="ctr" lIns="30000" rIns="30000" tIns="10000" bIns="10000">
            <a:spAutoFit/>
          </a:bodyPr>
          <a:lstStyle/>
          <a:p>
            <a:pPr algn="l"/>
            <a:r>
              <a:rPr sz="1050" b="1" i="0">
                <a:solidFill>
                  <a:srgbClr val="FFFFFF"/>
                </a:solidFill>
                <a:latin typeface="Calibri"/>
              </a:rPr>
              <a:t>Demand &amp; Portfolio Management</a:t>
            </a:r>
          </a:p>
        </p:txBody>
      </p:sp>
      <p:sp>
        <p:nvSpPr>
          <p:cNvPr id="25" name="Rectangle 24"/>
          <p:cNvSpPr/>
          <p:nvPr/>
        </p:nvSpPr>
        <p:spPr>
          <a:xfrm>
            <a:off x="3505200" y="1280160"/>
            <a:ext cx="45720" cy="243840"/>
          </a:xfrm>
          <a:prstGeom prst="rect">
            <a:avLst/>
          </a:prstGeom>
          <a:solidFill>
            <a:srgbClr val="F07F1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Oval 25"/>
          <p:cNvSpPr/>
          <p:nvPr/>
        </p:nvSpPr>
        <p:spPr>
          <a:xfrm>
            <a:off x="3596640" y="1325880"/>
            <a:ext cx="152400" cy="152400"/>
          </a:xfrm>
          <a:prstGeom prst="ellipse">
            <a:avLst/>
          </a:prstGeom>
          <a:solidFill>
            <a:srgbClr val="2E7D3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3596640" y="1325880"/>
            <a:ext cx="152400" cy="152400"/>
          </a:xfrm>
          <a:prstGeom prst="rect">
            <a:avLst/>
          </a:prstGeom>
          <a:noFill/>
          <a:ln>
            <a:noFill/>
          </a:ln>
        </p:spPr>
        <p:txBody>
          <a:bodyPr wrap="square" anchor="ctr" lIns="30000" rIns="30000" tIns="10000" bIns="10000">
            <a:spAutoFit/>
          </a:bodyPr>
          <a:lstStyle/>
          <a:p>
            <a:pPr algn="ctr"/>
            <a:r>
              <a:rPr sz="1200" b="1" i="0">
                <a:solidFill>
                  <a:srgbClr val="FFFFFF"/>
                </a:solidFill>
                <a:latin typeface="Calibri"/>
              </a:rPr>
              <a:t>✓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3794760" y="1280160"/>
            <a:ext cx="3467100" cy="243840"/>
          </a:xfrm>
          <a:prstGeom prst="rect">
            <a:avLst/>
          </a:prstGeom>
          <a:noFill/>
          <a:ln>
            <a:noFill/>
          </a:ln>
        </p:spPr>
        <p:txBody>
          <a:bodyPr wrap="square" anchor="ctr" lIns="30000" rIns="30000" tIns="10000" bIns="10000">
            <a:spAutoFit/>
          </a:bodyPr>
          <a:lstStyle/>
          <a:p>
            <a:pPr algn="l"/>
            <a:r>
              <a:rPr sz="1050" b="1" i="0">
                <a:solidFill>
                  <a:srgbClr val="1F2937"/>
                </a:solidFill>
                <a:latin typeface="Calibri"/>
              </a:rPr>
              <a:t>integriert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7406640" y="1280160"/>
            <a:ext cx="4419600" cy="243840"/>
          </a:xfrm>
          <a:prstGeom prst="rect">
            <a:avLst/>
          </a:prstGeom>
          <a:noFill/>
          <a:ln>
            <a:noFill/>
          </a:ln>
        </p:spPr>
        <p:txBody>
          <a:bodyPr wrap="square" anchor="ctr" lIns="30000" rIns="30000" tIns="10000" bIns="10000">
            <a:spAutoFit/>
          </a:bodyPr>
          <a:lstStyle/>
          <a:p>
            <a:pPr algn="l"/>
            <a:r>
              <a:rPr sz="1050" b="0" i="0">
                <a:solidFill>
                  <a:srgbClr val="4B5563"/>
                </a:solidFill>
                <a:latin typeface="Calibri"/>
              </a:rPr>
              <a:t>ServiceNow / SharePoint-Listen / Power-Automate</a:t>
            </a:r>
          </a:p>
        </p:txBody>
      </p:sp>
      <p:sp>
        <p:nvSpPr>
          <p:cNvPr id="30" name="Rectangle 29"/>
          <p:cNvSpPr/>
          <p:nvPr/>
        </p:nvSpPr>
        <p:spPr>
          <a:xfrm>
            <a:off x="304800" y="1539240"/>
            <a:ext cx="11582400" cy="243840"/>
          </a:xfrm>
          <a:prstGeom prst="rect">
            <a:avLst/>
          </a:prstGeom>
          <a:solidFill>
            <a:srgbClr val="F7F7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Rectangle 30"/>
          <p:cNvSpPr/>
          <p:nvPr/>
        </p:nvSpPr>
        <p:spPr>
          <a:xfrm>
            <a:off x="304800" y="1539240"/>
            <a:ext cx="3200400" cy="243840"/>
          </a:xfrm>
          <a:prstGeom prst="rect">
            <a:avLst/>
          </a:prstGeom>
          <a:solidFill>
            <a:srgbClr val="2C3E5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396240" y="1539240"/>
            <a:ext cx="3048000" cy="243840"/>
          </a:xfrm>
          <a:prstGeom prst="rect">
            <a:avLst/>
          </a:prstGeom>
          <a:noFill/>
          <a:ln>
            <a:noFill/>
          </a:ln>
        </p:spPr>
        <p:txBody>
          <a:bodyPr wrap="square" anchor="ctr" lIns="30000" rIns="30000" tIns="10000" bIns="10000">
            <a:spAutoFit/>
          </a:bodyPr>
          <a:lstStyle/>
          <a:p>
            <a:pPr algn="l"/>
            <a:r>
              <a:rPr sz="1050" b="1" i="0">
                <a:solidFill>
                  <a:srgbClr val="FFFFFF"/>
                </a:solidFill>
                <a:latin typeface="Calibri"/>
              </a:rPr>
              <a:t>Workflow Management</a:t>
            </a:r>
          </a:p>
        </p:txBody>
      </p:sp>
      <p:sp>
        <p:nvSpPr>
          <p:cNvPr id="33" name="Rectangle 32"/>
          <p:cNvSpPr/>
          <p:nvPr/>
        </p:nvSpPr>
        <p:spPr>
          <a:xfrm>
            <a:off x="3505200" y="1539240"/>
            <a:ext cx="45720" cy="243840"/>
          </a:xfrm>
          <a:prstGeom prst="rect">
            <a:avLst/>
          </a:prstGeom>
          <a:solidFill>
            <a:srgbClr val="F07F1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Oval 33"/>
          <p:cNvSpPr/>
          <p:nvPr/>
        </p:nvSpPr>
        <p:spPr>
          <a:xfrm>
            <a:off x="3596640" y="1584960"/>
            <a:ext cx="152400" cy="152400"/>
          </a:xfrm>
          <a:prstGeom prst="ellipse">
            <a:avLst/>
          </a:prstGeom>
          <a:solidFill>
            <a:srgbClr val="2E7D3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TextBox 34"/>
          <p:cNvSpPr txBox="1"/>
          <p:nvPr/>
        </p:nvSpPr>
        <p:spPr>
          <a:xfrm>
            <a:off x="3596640" y="1584960"/>
            <a:ext cx="152400" cy="152400"/>
          </a:xfrm>
          <a:prstGeom prst="rect">
            <a:avLst/>
          </a:prstGeom>
          <a:noFill/>
          <a:ln>
            <a:noFill/>
          </a:ln>
        </p:spPr>
        <p:txBody>
          <a:bodyPr wrap="square" anchor="ctr" lIns="30000" rIns="30000" tIns="10000" bIns="10000">
            <a:spAutoFit/>
          </a:bodyPr>
          <a:lstStyle/>
          <a:p>
            <a:pPr algn="ctr"/>
            <a:r>
              <a:rPr sz="1200" b="1" i="0">
                <a:solidFill>
                  <a:srgbClr val="FFFFFF"/>
                </a:solidFill>
                <a:latin typeface="Calibri"/>
              </a:rPr>
              <a:t>✓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3794760" y="1539240"/>
            <a:ext cx="3467100" cy="243840"/>
          </a:xfrm>
          <a:prstGeom prst="rect">
            <a:avLst/>
          </a:prstGeom>
          <a:noFill/>
          <a:ln>
            <a:noFill/>
          </a:ln>
        </p:spPr>
        <p:txBody>
          <a:bodyPr wrap="square" anchor="ctr" lIns="30000" rIns="30000" tIns="10000" bIns="10000">
            <a:spAutoFit/>
          </a:bodyPr>
          <a:lstStyle/>
          <a:p>
            <a:pPr algn="l"/>
            <a:r>
              <a:rPr sz="1050" b="1" i="0">
                <a:solidFill>
                  <a:srgbClr val="1F2937"/>
                </a:solidFill>
                <a:latin typeface="Calibri"/>
              </a:rPr>
              <a:t>integriert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7406640" y="1539240"/>
            <a:ext cx="4419600" cy="243840"/>
          </a:xfrm>
          <a:prstGeom prst="rect">
            <a:avLst/>
          </a:prstGeom>
          <a:noFill/>
          <a:ln>
            <a:noFill/>
          </a:ln>
        </p:spPr>
        <p:txBody>
          <a:bodyPr wrap="square" anchor="ctr" lIns="30000" rIns="30000" tIns="10000" bIns="10000">
            <a:spAutoFit/>
          </a:bodyPr>
          <a:lstStyle/>
          <a:p>
            <a:pPr algn="l"/>
            <a:r>
              <a:rPr sz="1050" b="0" i="0">
                <a:solidFill>
                  <a:srgbClr val="4B5563"/>
                </a:solidFill>
                <a:latin typeface="Calibri"/>
              </a:rPr>
              <a:t>SharePoint-Listen / Power-Automate</a:t>
            </a:r>
          </a:p>
        </p:txBody>
      </p:sp>
      <p:sp>
        <p:nvSpPr>
          <p:cNvPr id="38" name="Rectangle 37"/>
          <p:cNvSpPr/>
          <p:nvPr/>
        </p:nvSpPr>
        <p:spPr>
          <a:xfrm>
            <a:off x="304800" y="1798320"/>
            <a:ext cx="11582400" cy="243840"/>
          </a:xfrm>
          <a:prstGeom prst="rect">
            <a:avLst/>
          </a:prstGeom>
          <a:solidFill>
            <a:srgbClr val="EEF1F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Rectangle 38"/>
          <p:cNvSpPr/>
          <p:nvPr/>
        </p:nvSpPr>
        <p:spPr>
          <a:xfrm>
            <a:off x="304800" y="1798320"/>
            <a:ext cx="3200400" cy="243840"/>
          </a:xfrm>
          <a:prstGeom prst="rect">
            <a:avLst/>
          </a:prstGeom>
          <a:solidFill>
            <a:srgbClr val="2C3E5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TextBox 39"/>
          <p:cNvSpPr txBox="1"/>
          <p:nvPr/>
        </p:nvSpPr>
        <p:spPr>
          <a:xfrm>
            <a:off x="396240" y="1798320"/>
            <a:ext cx="3048000" cy="243840"/>
          </a:xfrm>
          <a:prstGeom prst="rect">
            <a:avLst/>
          </a:prstGeom>
          <a:noFill/>
          <a:ln>
            <a:noFill/>
          </a:ln>
        </p:spPr>
        <p:txBody>
          <a:bodyPr wrap="square" anchor="ctr" lIns="30000" rIns="30000" tIns="10000" bIns="10000">
            <a:spAutoFit/>
          </a:bodyPr>
          <a:lstStyle/>
          <a:p>
            <a:pPr algn="l"/>
            <a:r>
              <a:rPr sz="1050" b="1" i="0">
                <a:solidFill>
                  <a:srgbClr val="FFFFFF"/>
                </a:solidFill>
                <a:latin typeface="Calibri"/>
              </a:rPr>
              <a:t>Projekt-Mgmt. – Ressourcen-Planung</a:t>
            </a:r>
          </a:p>
        </p:txBody>
      </p:sp>
      <p:sp>
        <p:nvSpPr>
          <p:cNvPr id="41" name="Rectangle 40"/>
          <p:cNvSpPr/>
          <p:nvPr/>
        </p:nvSpPr>
        <p:spPr>
          <a:xfrm>
            <a:off x="3505200" y="1798320"/>
            <a:ext cx="45720" cy="243840"/>
          </a:xfrm>
          <a:prstGeom prst="rect">
            <a:avLst/>
          </a:prstGeom>
          <a:solidFill>
            <a:srgbClr val="F07F1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" name="Oval 41"/>
          <p:cNvSpPr/>
          <p:nvPr/>
        </p:nvSpPr>
        <p:spPr>
          <a:xfrm>
            <a:off x="3596640" y="1844040"/>
            <a:ext cx="152400" cy="152400"/>
          </a:xfrm>
          <a:prstGeom prst="ellipse">
            <a:avLst/>
          </a:prstGeom>
          <a:solidFill>
            <a:srgbClr val="2E7D3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3" name="TextBox 42"/>
          <p:cNvSpPr txBox="1"/>
          <p:nvPr/>
        </p:nvSpPr>
        <p:spPr>
          <a:xfrm>
            <a:off x="3596640" y="1844040"/>
            <a:ext cx="152400" cy="152400"/>
          </a:xfrm>
          <a:prstGeom prst="rect">
            <a:avLst/>
          </a:prstGeom>
          <a:noFill/>
          <a:ln>
            <a:noFill/>
          </a:ln>
        </p:spPr>
        <p:txBody>
          <a:bodyPr wrap="square" anchor="ctr" lIns="30000" rIns="30000" tIns="10000" bIns="10000">
            <a:spAutoFit/>
          </a:bodyPr>
          <a:lstStyle/>
          <a:p>
            <a:pPr algn="ctr"/>
            <a:r>
              <a:rPr sz="1200" b="1" i="0">
                <a:solidFill>
                  <a:srgbClr val="FFFFFF"/>
                </a:solidFill>
                <a:latin typeface="Calibri"/>
              </a:rPr>
              <a:t>✓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3794760" y="1798320"/>
            <a:ext cx="3467100" cy="243840"/>
          </a:xfrm>
          <a:prstGeom prst="rect">
            <a:avLst/>
          </a:prstGeom>
          <a:noFill/>
          <a:ln>
            <a:noFill/>
          </a:ln>
        </p:spPr>
        <p:txBody>
          <a:bodyPr wrap="square" anchor="ctr" lIns="30000" rIns="30000" tIns="10000" bIns="10000">
            <a:spAutoFit/>
          </a:bodyPr>
          <a:lstStyle/>
          <a:p>
            <a:pPr algn="l"/>
            <a:r>
              <a:rPr sz="1050" b="1" i="0">
                <a:solidFill>
                  <a:srgbClr val="1F2937"/>
                </a:solidFill>
                <a:latin typeface="Calibri"/>
              </a:rPr>
              <a:t>integriert</a:t>
            </a:r>
          </a:p>
        </p:txBody>
      </p:sp>
      <p:sp>
        <p:nvSpPr>
          <p:cNvPr id="45" name="TextBox 44"/>
          <p:cNvSpPr txBox="1"/>
          <p:nvPr/>
        </p:nvSpPr>
        <p:spPr>
          <a:xfrm>
            <a:off x="7406640" y="1798320"/>
            <a:ext cx="4419600" cy="243840"/>
          </a:xfrm>
          <a:prstGeom prst="rect">
            <a:avLst/>
          </a:prstGeom>
          <a:noFill/>
          <a:ln>
            <a:noFill/>
          </a:ln>
        </p:spPr>
        <p:txBody>
          <a:bodyPr wrap="square" anchor="ctr" lIns="30000" rIns="30000" tIns="10000" bIns="10000">
            <a:spAutoFit/>
          </a:bodyPr>
          <a:lstStyle/>
          <a:p>
            <a:pPr algn="l"/>
            <a:r>
              <a:rPr sz="1050" b="0" i="0">
                <a:solidFill>
                  <a:srgbClr val="4B5563"/>
                </a:solidFill>
                <a:latin typeface="Calibri"/>
              </a:rPr>
              <a:t>Planisware</a:t>
            </a:r>
          </a:p>
        </p:txBody>
      </p:sp>
      <p:sp>
        <p:nvSpPr>
          <p:cNvPr id="46" name="Rectangle 45"/>
          <p:cNvSpPr/>
          <p:nvPr/>
        </p:nvSpPr>
        <p:spPr>
          <a:xfrm>
            <a:off x="304800" y="2057400"/>
            <a:ext cx="11582400" cy="243840"/>
          </a:xfrm>
          <a:prstGeom prst="rect">
            <a:avLst/>
          </a:prstGeom>
          <a:solidFill>
            <a:srgbClr val="F7F7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7" name="Rectangle 46"/>
          <p:cNvSpPr/>
          <p:nvPr/>
        </p:nvSpPr>
        <p:spPr>
          <a:xfrm>
            <a:off x="304800" y="2057400"/>
            <a:ext cx="3200400" cy="243840"/>
          </a:xfrm>
          <a:prstGeom prst="rect">
            <a:avLst/>
          </a:prstGeom>
          <a:solidFill>
            <a:srgbClr val="2C3E5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8" name="TextBox 47"/>
          <p:cNvSpPr txBox="1"/>
          <p:nvPr/>
        </p:nvSpPr>
        <p:spPr>
          <a:xfrm>
            <a:off x="396240" y="2057400"/>
            <a:ext cx="3048000" cy="243840"/>
          </a:xfrm>
          <a:prstGeom prst="rect">
            <a:avLst/>
          </a:prstGeom>
          <a:noFill/>
          <a:ln>
            <a:noFill/>
          </a:ln>
        </p:spPr>
        <p:txBody>
          <a:bodyPr wrap="square" anchor="ctr" lIns="30000" rIns="30000" tIns="10000" bIns="10000">
            <a:spAutoFit/>
          </a:bodyPr>
          <a:lstStyle/>
          <a:p>
            <a:pPr algn="l"/>
            <a:r>
              <a:rPr sz="1050" b="1" i="0">
                <a:solidFill>
                  <a:srgbClr val="FFFFFF"/>
                </a:solidFill>
                <a:latin typeface="Calibri"/>
              </a:rPr>
              <a:t>Aufgaben-Management</a:t>
            </a:r>
          </a:p>
        </p:txBody>
      </p:sp>
      <p:sp>
        <p:nvSpPr>
          <p:cNvPr id="49" name="Rectangle 48"/>
          <p:cNvSpPr/>
          <p:nvPr/>
        </p:nvSpPr>
        <p:spPr>
          <a:xfrm>
            <a:off x="3505200" y="2057400"/>
            <a:ext cx="45720" cy="243840"/>
          </a:xfrm>
          <a:prstGeom prst="rect">
            <a:avLst/>
          </a:prstGeom>
          <a:solidFill>
            <a:srgbClr val="F07F1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0" name="Oval 49"/>
          <p:cNvSpPr/>
          <p:nvPr/>
        </p:nvSpPr>
        <p:spPr>
          <a:xfrm>
            <a:off x="3596640" y="2103120"/>
            <a:ext cx="152400" cy="152400"/>
          </a:xfrm>
          <a:prstGeom prst="ellipse">
            <a:avLst/>
          </a:prstGeom>
          <a:solidFill>
            <a:srgbClr val="2E7D3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1" name="TextBox 50"/>
          <p:cNvSpPr txBox="1"/>
          <p:nvPr/>
        </p:nvSpPr>
        <p:spPr>
          <a:xfrm>
            <a:off x="3596640" y="2103120"/>
            <a:ext cx="152400" cy="152400"/>
          </a:xfrm>
          <a:prstGeom prst="rect">
            <a:avLst/>
          </a:prstGeom>
          <a:noFill/>
          <a:ln>
            <a:noFill/>
          </a:ln>
        </p:spPr>
        <p:txBody>
          <a:bodyPr wrap="square" anchor="ctr" lIns="30000" rIns="30000" tIns="10000" bIns="10000">
            <a:spAutoFit/>
          </a:bodyPr>
          <a:lstStyle/>
          <a:p>
            <a:pPr algn="ctr"/>
            <a:r>
              <a:rPr sz="1200" b="1" i="0">
                <a:solidFill>
                  <a:srgbClr val="FFFFFF"/>
                </a:solidFill>
                <a:latin typeface="Calibri"/>
              </a:rPr>
              <a:t>✓</a:t>
            </a:r>
          </a:p>
        </p:txBody>
      </p:sp>
      <p:sp>
        <p:nvSpPr>
          <p:cNvPr id="52" name="TextBox 51"/>
          <p:cNvSpPr txBox="1"/>
          <p:nvPr/>
        </p:nvSpPr>
        <p:spPr>
          <a:xfrm>
            <a:off x="3794760" y="2057400"/>
            <a:ext cx="3467100" cy="243840"/>
          </a:xfrm>
          <a:prstGeom prst="rect">
            <a:avLst/>
          </a:prstGeom>
          <a:noFill/>
          <a:ln>
            <a:noFill/>
          </a:ln>
        </p:spPr>
        <p:txBody>
          <a:bodyPr wrap="square" anchor="ctr" lIns="30000" rIns="30000" tIns="10000" bIns="10000">
            <a:spAutoFit/>
          </a:bodyPr>
          <a:lstStyle/>
          <a:p>
            <a:pPr algn="l"/>
            <a:r>
              <a:rPr sz="1050" b="1" i="0">
                <a:solidFill>
                  <a:srgbClr val="1F2937"/>
                </a:solidFill>
                <a:latin typeface="Calibri"/>
              </a:rPr>
              <a:t>integriert</a:t>
            </a:r>
          </a:p>
        </p:txBody>
      </p:sp>
      <p:sp>
        <p:nvSpPr>
          <p:cNvPr id="53" name="TextBox 52"/>
          <p:cNvSpPr txBox="1"/>
          <p:nvPr/>
        </p:nvSpPr>
        <p:spPr>
          <a:xfrm>
            <a:off x="7406640" y="2057400"/>
            <a:ext cx="4419600" cy="243840"/>
          </a:xfrm>
          <a:prstGeom prst="rect">
            <a:avLst/>
          </a:prstGeom>
          <a:noFill/>
          <a:ln>
            <a:noFill/>
          </a:ln>
        </p:spPr>
        <p:txBody>
          <a:bodyPr wrap="square" anchor="ctr" lIns="30000" rIns="30000" tIns="10000" bIns="10000">
            <a:spAutoFit/>
          </a:bodyPr>
          <a:lstStyle/>
          <a:p>
            <a:pPr algn="l"/>
            <a:r>
              <a:rPr sz="1050" b="0" i="0">
                <a:solidFill>
                  <a:srgbClr val="4B5563"/>
                </a:solidFill>
                <a:latin typeface="Calibri"/>
              </a:rPr>
              <a:t>MS Planner · Jira</a:t>
            </a:r>
          </a:p>
        </p:txBody>
      </p:sp>
      <p:sp>
        <p:nvSpPr>
          <p:cNvPr id="54" name="Rectangle 53"/>
          <p:cNvSpPr/>
          <p:nvPr/>
        </p:nvSpPr>
        <p:spPr>
          <a:xfrm>
            <a:off x="304800" y="2316480"/>
            <a:ext cx="11582400" cy="243840"/>
          </a:xfrm>
          <a:prstGeom prst="rect">
            <a:avLst/>
          </a:prstGeom>
          <a:solidFill>
            <a:srgbClr val="EEF1F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5" name="Rectangle 54"/>
          <p:cNvSpPr/>
          <p:nvPr/>
        </p:nvSpPr>
        <p:spPr>
          <a:xfrm>
            <a:off x="304800" y="2316480"/>
            <a:ext cx="3200400" cy="243840"/>
          </a:xfrm>
          <a:prstGeom prst="rect">
            <a:avLst/>
          </a:prstGeom>
          <a:solidFill>
            <a:srgbClr val="2C3E5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6" name="TextBox 55"/>
          <p:cNvSpPr txBox="1"/>
          <p:nvPr/>
        </p:nvSpPr>
        <p:spPr>
          <a:xfrm>
            <a:off x="396240" y="2316480"/>
            <a:ext cx="3048000" cy="243840"/>
          </a:xfrm>
          <a:prstGeom prst="rect">
            <a:avLst/>
          </a:prstGeom>
          <a:noFill/>
          <a:ln>
            <a:noFill/>
          </a:ln>
        </p:spPr>
        <p:txBody>
          <a:bodyPr wrap="square" anchor="ctr" lIns="30000" rIns="30000" tIns="10000" bIns="10000">
            <a:spAutoFit/>
          </a:bodyPr>
          <a:lstStyle/>
          <a:p>
            <a:pPr algn="l"/>
            <a:r>
              <a:rPr sz="1050" b="1" i="0">
                <a:solidFill>
                  <a:srgbClr val="FFFFFF"/>
                </a:solidFill>
                <a:latin typeface="Calibri"/>
              </a:rPr>
              <a:t>AI-Fähigkeiten</a:t>
            </a:r>
          </a:p>
        </p:txBody>
      </p:sp>
      <p:sp>
        <p:nvSpPr>
          <p:cNvPr id="57" name="Rectangle 56"/>
          <p:cNvSpPr/>
          <p:nvPr/>
        </p:nvSpPr>
        <p:spPr>
          <a:xfrm>
            <a:off x="3505200" y="2316480"/>
            <a:ext cx="45720" cy="243840"/>
          </a:xfrm>
          <a:prstGeom prst="rect">
            <a:avLst/>
          </a:prstGeom>
          <a:solidFill>
            <a:srgbClr val="F07F1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8" name="Oval 57"/>
          <p:cNvSpPr/>
          <p:nvPr/>
        </p:nvSpPr>
        <p:spPr>
          <a:xfrm>
            <a:off x="3596640" y="2362200"/>
            <a:ext cx="152400" cy="152400"/>
          </a:xfrm>
          <a:prstGeom prst="ellipse">
            <a:avLst/>
          </a:prstGeom>
          <a:solidFill>
            <a:srgbClr val="2E7D3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9" name="TextBox 58"/>
          <p:cNvSpPr txBox="1"/>
          <p:nvPr/>
        </p:nvSpPr>
        <p:spPr>
          <a:xfrm>
            <a:off x="3596640" y="2362200"/>
            <a:ext cx="152400" cy="152400"/>
          </a:xfrm>
          <a:prstGeom prst="rect">
            <a:avLst/>
          </a:prstGeom>
          <a:noFill/>
          <a:ln>
            <a:noFill/>
          </a:ln>
        </p:spPr>
        <p:txBody>
          <a:bodyPr wrap="square" anchor="ctr" lIns="30000" rIns="30000" tIns="10000" bIns="10000">
            <a:spAutoFit/>
          </a:bodyPr>
          <a:lstStyle/>
          <a:p>
            <a:pPr algn="ctr"/>
            <a:r>
              <a:rPr sz="1200" b="1" i="0">
                <a:solidFill>
                  <a:srgbClr val="FFFFFF"/>
                </a:solidFill>
                <a:latin typeface="Calibri"/>
              </a:rPr>
              <a:t>✓</a:t>
            </a:r>
          </a:p>
        </p:txBody>
      </p:sp>
      <p:sp>
        <p:nvSpPr>
          <p:cNvPr id="60" name="TextBox 59"/>
          <p:cNvSpPr txBox="1"/>
          <p:nvPr/>
        </p:nvSpPr>
        <p:spPr>
          <a:xfrm>
            <a:off x="3794760" y="2316480"/>
            <a:ext cx="3467100" cy="243840"/>
          </a:xfrm>
          <a:prstGeom prst="rect">
            <a:avLst/>
          </a:prstGeom>
          <a:noFill/>
          <a:ln>
            <a:noFill/>
          </a:ln>
        </p:spPr>
        <p:txBody>
          <a:bodyPr wrap="square" anchor="ctr" lIns="30000" rIns="30000" tIns="10000" bIns="10000">
            <a:spAutoFit/>
          </a:bodyPr>
          <a:lstStyle/>
          <a:p>
            <a:pPr algn="l"/>
            <a:r>
              <a:rPr sz="1050" b="1" i="0">
                <a:solidFill>
                  <a:srgbClr val="1F2937"/>
                </a:solidFill>
                <a:latin typeface="Calibri"/>
              </a:rPr>
              <a:t>integriert</a:t>
            </a:r>
          </a:p>
        </p:txBody>
      </p:sp>
      <p:sp>
        <p:nvSpPr>
          <p:cNvPr id="61" name="TextBox 60"/>
          <p:cNvSpPr txBox="1"/>
          <p:nvPr/>
        </p:nvSpPr>
        <p:spPr>
          <a:xfrm>
            <a:off x="7406640" y="2316480"/>
            <a:ext cx="4419600" cy="243840"/>
          </a:xfrm>
          <a:prstGeom prst="rect">
            <a:avLst/>
          </a:prstGeom>
          <a:noFill/>
          <a:ln>
            <a:noFill/>
          </a:ln>
        </p:spPr>
        <p:txBody>
          <a:bodyPr wrap="square" anchor="ctr" lIns="30000" rIns="30000" tIns="10000" bIns="10000">
            <a:spAutoFit/>
          </a:bodyPr>
          <a:lstStyle/>
          <a:p>
            <a:pPr algn="l"/>
            <a:r>
              <a:rPr sz="1050" b="0" i="0">
                <a:solidFill>
                  <a:srgbClr val="4B5563"/>
                </a:solidFill>
                <a:latin typeface="Calibri"/>
              </a:rPr>
              <a:t>Je Tool separat, unterschiedliche Reife</a:t>
            </a:r>
          </a:p>
        </p:txBody>
      </p:sp>
      <p:sp>
        <p:nvSpPr>
          <p:cNvPr id="62" name="Rectangle 61"/>
          <p:cNvSpPr/>
          <p:nvPr/>
        </p:nvSpPr>
        <p:spPr>
          <a:xfrm>
            <a:off x="304800" y="2575560"/>
            <a:ext cx="11582400" cy="243840"/>
          </a:xfrm>
          <a:prstGeom prst="rect">
            <a:avLst/>
          </a:prstGeom>
          <a:solidFill>
            <a:srgbClr val="F7F7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3" name="Rectangle 62"/>
          <p:cNvSpPr/>
          <p:nvPr/>
        </p:nvSpPr>
        <p:spPr>
          <a:xfrm>
            <a:off x="304800" y="2575560"/>
            <a:ext cx="3200400" cy="243840"/>
          </a:xfrm>
          <a:prstGeom prst="rect">
            <a:avLst/>
          </a:prstGeom>
          <a:solidFill>
            <a:srgbClr val="2C3E5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4" name="TextBox 63"/>
          <p:cNvSpPr txBox="1"/>
          <p:nvPr/>
        </p:nvSpPr>
        <p:spPr>
          <a:xfrm>
            <a:off x="396240" y="2575560"/>
            <a:ext cx="3048000" cy="243840"/>
          </a:xfrm>
          <a:prstGeom prst="rect">
            <a:avLst/>
          </a:prstGeom>
          <a:noFill/>
          <a:ln>
            <a:noFill/>
          </a:ln>
        </p:spPr>
        <p:txBody>
          <a:bodyPr wrap="square" anchor="ctr" lIns="30000" rIns="30000" tIns="10000" bIns="10000">
            <a:spAutoFit/>
          </a:bodyPr>
          <a:lstStyle/>
          <a:p>
            <a:pPr algn="l"/>
            <a:r>
              <a:rPr sz="1050" b="1" i="0">
                <a:solidFill>
                  <a:srgbClr val="FFFFFF"/>
                </a:solidFill>
                <a:latin typeface="Calibri"/>
              </a:rPr>
              <a:t>Reporting</a:t>
            </a:r>
          </a:p>
        </p:txBody>
      </p:sp>
      <p:sp>
        <p:nvSpPr>
          <p:cNvPr id="65" name="Rectangle 64"/>
          <p:cNvSpPr/>
          <p:nvPr/>
        </p:nvSpPr>
        <p:spPr>
          <a:xfrm>
            <a:off x="3505200" y="2575560"/>
            <a:ext cx="45720" cy="243840"/>
          </a:xfrm>
          <a:prstGeom prst="rect">
            <a:avLst/>
          </a:prstGeom>
          <a:solidFill>
            <a:srgbClr val="F07F1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6" name="Oval 65"/>
          <p:cNvSpPr/>
          <p:nvPr/>
        </p:nvSpPr>
        <p:spPr>
          <a:xfrm>
            <a:off x="3596640" y="2621280"/>
            <a:ext cx="152400" cy="152400"/>
          </a:xfrm>
          <a:prstGeom prst="ellipse">
            <a:avLst/>
          </a:prstGeom>
          <a:solidFill>
            <a:srgbClr val="2E7D3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7" name="TextBox 66"/>
          <p:cNvSpPr txBox="1"/>
          <p:nvPr/>
        </p:nvSpPr>
        <p:spPr>
          <a:xfrm>
            <a:off x="3596640" y="2621280"/>
            <a:ext cx="152400" cy="152400"/>
          </a:xfrm>
          <a:prstGeom prst="rect">
            <a:avLst/>
          </a:prstGeom>
          <a:noFill/>
          <a:ln>
            <a:noFill/>
          </a:ln>
        </p:spPr>
        <p:txBody>
          <a:bodyPr wrap="square" anchor="ctr" lIns="30000" rIns="30000" tIns="10000" bIns="10000">
            <a:spAutoFit/>
          </a:bodyPr>
          <a:lstStyle/>
          <a:p>
            <a:pPr algn="ctr"/>
            <a:r>
              <a:rPr sz="1200" b="1" i="0">
                <a:solidFill>
                  <a:srgbClr val="FFFFFF"/>
                </a:solidFill>
                <a:latin typeface="Calibri"/>
              </a:rPr>
              <a:t>✓</a:t>
            </a:r>
          </a:p>
        </p:txBody>
      </p:sp>
      <p:sp>
        <p:nvSpPr>
          <p:cNvPr id="68" name="TextBox 67"/>
          <p:cNvSpPr txBox="1"/>
          <p:nvPr/>
        </p:nvSpPr>
        <p:spPr>
          <a:xfrm>
            <a:off x="3794760" y="2575560"/>
            <a:ext cx="3467100" cy="243840"/>
          </a:xfrm>
          <a:prstGeom prst="rect">
            <a:avLst/>
          </a:prstGeom>
          <a:noFill/>
          <a:ln>
            <a:noFill/>
          </a:ln>
        </p:spPr>
        <p:txBody>
          <a:bodyPr wrap="square" anchor="ctr" lIns="30000" rIns="30000" tIns="10000" bIns="10000">
            <a:spAutoFit/>
          </a:bodyPr>
          <a:lstStyle/>
          <a:p>
            <a:pPr algn="l"/>
            <a:r>
              <a:rPr sz="1050" b="1" i="0">
                <a:solidFill>
                  <a:srgbClr val="1F2937"/>
                </a:solidFill>
                <a:latin typeface="Calibri"/>
              </a:rPr>
              <a:t>integriert + Power BI</a:t>
            </a:r>
          </a:p>
        </p:txBody>
      </p:sp>
      <p:sp>
        <p:nvSpPr>
          <p:cNvPr id="69" name="TextBox 68"/>
          <p:cNvSpPr txBox="1"/>
          <p:nvPr/>
        </p:nvSpPr>
        <p:spPr>
          <a:xfrm>
            <a:off x="7406640" y="2575560"/>
            <a:ext cx="4419600" cy="243840"/>
          </a:xfrm>
          <a:prstGeom prst="rect">
            <a:avLst/>
          </a:prstGeom>
          <a:noFill/>
          <a:ln>
            <a:noFill/>
          </a:ln>
        </p:spPr>
        <p:txBody>
          <a:bodyPr wrap="square" anchor="ctr" lIns="30000" rIns="30000" tIns="10000" bIns="10000">
            <a:spAutoFit/>
          </a:bodyPr>
          <a:lstStyle/>
          <a:p>
            <a:pPr algn="l"/>
            <a:r>
              <a:rPr sz="1050" b="0" i="0">
                <a:solidFill>
                  <a:srgbClr val="4B5563"/>
                </a:solidFill>
                <a:latin typeface="Calibri"/>
              </a:rPr>
              <a:t>Power BI</a:t>
            </a:r>
          </a:p>
        </p:txBody>
      </p:sp>
      <p:sp>
        <p:nvSpPr>
          <p:cNvPr id="70" name="Rounded Rectangle 69"/>
          <p:cNvSpPr/>
          <p:nvPr/>
        </p:nvSpPr>
        <p:spPr>
          <a:xfrm>
            <a:off x="304800" y="2910840"/>
            <a:ext cx="5791200" cy="274320"/>
          </a:xfrm>
          <a:prstGeom prst="roundRect">
            <a:avLst/>
          </a:prstGeom>
          <a:solidFill>
            <a:srgbClr val="F07F1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1" name="TextBox 70"/>
          <p:cNvSpPr txBox="1"/>
          <p:nvPr/>
        </p:nvSpPr>
        <p:spPr>
          <a:xfrm>
            <a:off x="419100" y="2910840"/>
            <a:ext cx="5562600" cy="274320"/>
          </a:xfrm>
          <a:prstGeom prst="rect">
            <a:avLst/>
          </a:prstGeom>
          <a:noFill/>
          <a:ln>
            <a:noFill/>
          </a:ln>
        </p:spPr>
        <p:txBody>
          <a:bodyPr wrap="square" anchor="ctr" lIns="30000" rIns="30000" tIns="10000" bIns="10000">
            <a:spAutoFit/>
          </a:bodyPr>
          <a:lstStyle/>
          <a:p>
            <a:pPr algn="l"/>
            <a:r>
              <a:rPr sz="1200" b="1" i="0">
                <a:solidFill>
                  <a:srgbClr val="FFFFFF"/>
                </a:solidFill>
                <a:latin typeface="Calibri"/>
              </a:rPr>
              <a:t>Wirtschaftlichkeitsbetrachtung – TCO-Analyse 5 Jahre</a:t>
            </a:r>
          </a:p>
        </p:txBody>
      </p:sp>
      <p:sp>
        <p:nvSpPr>
          <p:cNvPr id="72" name="Rounded Rectangle 71"/>
          <p:cNvSpPr/>
          <p:nvPr/>
        </p:nvSpPr>
        <p:spPr>
          <a:xfrm>
            <a:off x="304800" y="3215640"/>
            <a:ext cx="5791200" cy="3032760"/>
          </a:xfrm>
          <a:prstGeom prst="roundRect">
            <a:avLst/>
          </a:prstGeom>
          <a:solidFill>
            <a:srgbClr val="F7F7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3" name="TextBox 72"/>
          <p:cNvSpPr txBox="1"/>
          <p:nvPr/>
        </p:nvSpPr>
        <p:spPr>
          <a:xfrm>
            <a:off x="441960" y="3352800"/>
            <a:ext cx="3420465" cy="182880"/>
          </a:xfrm>
          <a:prstGeom prst="rect">
            <a:avLst/>
          </a:prstGeom>
          <a:noFill/>
          <a:ln>
            <a:noFill/>
          </a:ln>
        </p:spPr>
        <p:txBody>
          <a:bodyPr wrap="square" anchor="ctr" lIns="30000" rIns="30000" tIns="10000" bIns="10000">
            <a:spAutoFit/>
          </a:bodyPr>
          <a:lstStyle/>
          <a:p>
            <a:pPr algn="l"/>
            <a:r>
              <a:rPr sz="1100" b="1" i="0">
                <a:solidFill>
                  <a:srgbClr val="1F2937"/>
                </a:solidFill>
                <a:latin typeface="Calibri"/>
              </a:rPr>
              <a:t>5-Jahres-TCO  (Year 0–5)</a:t>
            </a:r>
          </a:p>
        </p:txBody>
      </p:sp>
      <p:sp>
        <p:nvSpPr>
          <p:cNvPr id="74" name="Rectangle 73"/>
          <p:cNvSpPr/>
          <p:nvPr/>
        </p:nvSpPr>
        <p:spPr>
          <a:xfrm>
            <a:off x="746760" y="5695949"/>
            <a:ext cx="3077565" cy="7620"/>
          </a:xfrm>
          <a:prstGeom prst="rect">
            <a:avLst/>
          </a:prstGeom>
          <a:solidFill>
            <a:srgbClr val="4B556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5" name="Rectangle 74"/>
          <p:cNvSpPr/>
          <p:nvPr/>
        </p:nvSpPr>
        <p:spPr>
          <a:xfrm>
            <a:off x="746760" y="5696711"/>
            <a:ext cx="3077565" cy="6096"/>
          </a:xfrm>
          <a:prstGeom prst="rect">
            <a:avLst/>
          </a:prstGeom>
          <a:solidFill>
            <a:srgbClr val="E5E7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6" name="TextBox 75"/>
          <p:cNvSpPr txBox="1"/>
          <p:nvPr/>
        </p:nvSpPr>
        <p:spPr>
          <a:xfrm>
            <a:off x="441960" y="5608319"/>
            <a:ext cx="304800" cy="182880"/>
          </a:xfrm>
          <a:prstGeom prst="rect">
            <a:avLst/>
          </a:prstGeom>
          <a:noFill/>
          <a:ln>
            <a:noFill/>
          </a:ln>
        </p:spPr>
        <p:txBody>
          <a:bodyPr wrap="square" anchor="ctr" lIns="30000" rIns="30000" tIns="10000" bIns="10000">
            <a:spAutoFit/>
          </a:bodyPr>
          <a:lstStyle/>
          <a:p>
            <a:pPr algn="r"/>
            <a:r>
              <a:rPr sz="850" b="0" i="0">
                <a:solidFill>
                  <a:srgbClr val="4B5563"/>
                </a:solidFill>
                <a:latin typeface="Calibri"/>
              </a:rPr>
              <a:t>0</a:t>
            </a:r>
          </a:p>
        </p:txBody>
      </p:sp>
      <p:sp>
        <p:nvSpPr>
          <p:cNvPr id="77" name="Rectangle 76"/>
          <p:cNvSpPr/>
          <p:nvPr/>
        </p:nvSpPr>
        <p:spPr>
          <a:xfrm>
            <a:off x="746760" y="5199506"/>
            <a:ext cx="3077565" cy="6096"/>
          </a:xfrm>
          <a:prstGeom prst="rect">
            <a:avLst/>
          </a:prstGeom>
          <a:solidFill>
            <a:srgbClr val="E5E7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8" name="TextBox 77"/>
          <p:cNvSpPr txBox="1"/>
          <p:nvPr/>
        </p:nvSpPr>
        <p:spPr>
          <a:xfrm>
            <a:off x="441960" y="5111114"/>
            <a:ext cx="304800" cy="182880"/>
          </a:xfrm>
          <a:prstGeom prst="rect">
            <a:avLst/>
          </a:prstGeom>
          <a:noFill/>
          <a:ln>
            <a:noFill/>
          </a:ln>
        </p:spPr>
        <p:txBody>
          <a:bodyPr wrap="square" anchor="ctr" lIns="30000" rIns="30000" tIns="10000" bIns="10000">
            <a:spAutoFit/>
          </a:bodyPr>
          <a:lstStyle/>
          <a:p>
            <a:pPr algn="r"/>
            <a:r>
              <a:rPr sz="850" b="0" i="0">
                <a:solidFill>
                  <a:srgbClr val="4B5563"/>
                </a:solidFill>
                <a:latin typeface="Calibri"/>
              </a:rPr>
              <a:t>2</a:t>
            </a:r>
          </a:p>
        </p:txBody>
      </p:sp>
      <p:sp>
        <p:nvSpPr>
          <p:cNvPr id="79" name="Rectangle 78"/>
          <p:cNvSpPr/>
          <p:nvPr/>
        </p:nvSpPr>
        <p:spPr>
          <a:xfrm>
            <a:off x="746760" y="4702301"/>
            <a:ext cx="3077565" cy="6096"/>
          </a:xfrm>
          <a:prstGeom prst="rect">
            <a:avLst/>
          </a:prstGeom>
          <a:solidFill>
            <a:srgbClr val="E5E7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0" name="TextBox 79"/>
          <p:cNvSpPr txBox="1"/>
          <p:nvPr/>
        </p:nvSpPr>
        <p:spPr>
          <a:xfrm>
            <a:off x="441960" y="4613909"/>
            <a:ext cx="304800" cy="182880"/>
          </a:xfrm>
          <a:prstGeom prst="rect">
            <a:avLst/>
          </a:prstGeom>
          <a:noFill/>
          <a:ln>
            <a:noFill/>
          </a:ln>
        </p:spPr>
        <p:txBody>
          <a:bodyPr wrap="square" anchor="ctr" lIns="30000" rIns="30000" tIns="10000" bIns="10000">
            <a:spAutoFit/>
          </a:bodyPr>
          <a:lstStyle/>
          <a:p>
            <a:pPr algn="r"/>
            <a:r>
              <a:rPr sz="850" b="0" i="0">
                <a:solidFill>
                  <a:srgbClr val="4B5563"/>
                </a:solidFill>
                <a:latin typeface="Calibri"/>
              </a:rPr>
              <a:t>4</a:t>
            </a:r>
          </a:p>
        </p:txBody>
      </p:sp>
      <p:sp>
        <p:nvSpPr>
          <p:cNvPr id="81" name="Rectangle 80"/>
          <p:cNvSpPr/>
          <p:nvPr/>
        </p:nvSpPr>
        <p:spPr>
          <a:xfrm>
            <a:off x="746760" y="4205097"/>
            <a:ext cx="3077565" cy="6096"/>
          </a:xfrm>
          <a:prstGeom prst="rect">
            <a:avLst/>
          </a:prstGeom>
          <a:solidFill>
            <a:srgbClr val="E5E7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2" name="TextBox 81"/>
          <p:cNvSpPr txBox="1"/>
          <p:nvPr/>
        </p:nvSpPr>
        <p:spPr>
          <a:xfrm>
            <a:off x="441960" y="4116704"/>
            <a:ext cx="304800" cy="182880"/>
          </a:xfrm>
          <a:prstGeom prst="rect">
            <a:avLst/>
          </a:prstGeom>
          <a:noFill/>
          <a:ln>
            <a:noFill/>
          </a:ln>
        </p:spPr>
        <p:txBody>
          <a:bodyPr wrap="square" anchor="ctr" lIns="30000" rIns="30000" tIns="10000" bIns="10000">
            <a:spAutoFit/>
          </a:bodyPr>
          <a:lstStyle/>
          <a:p>
            <a:pPr algn="r"/>
            <a:r>
              <a:rPr sz="850" b="0" i="0">
                <a:solidFill>
                  <a:srgbClr val="4B5563"/>
                </a:solidFill>
                <a:latin typeface="Calibri"/>
              </a:rPr>
              <a:t>6</a:t>
            </a:r>
          </a:p>
        </p:txBody>
      </p:sp>
      <p:sp>
        <p:nvSpPr>
          <p:cNvPr id="83" name="Rectangle 82"/>
          <p:cNvSpPr/>
          <p:nvPr/>
        </p:nvSpPr>
        <p:spPr>
          <a:xfrm>
            <a:off x="746760" y="3707891"/>
            <a:ext cx="3077565" cy="6096"/>
          </a:xfrm>
          <a:prstGeom prst="rect">
            <a:avLst/>
          </a:prstGeom>
          <a:solidFill>
            <a:srgbClr val="E5E7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4" name="TextBox 83"/>
          <p:cNvSpPr txBox="1"/>
          <p:nvPr/>
        </p:nvSpPr>
        <p:spPr>
          <a:xfrm>
            <a:off x="441960" y="3619499"/>
            <a:ext cx="304800" cy="182880"/>
          </a:xfrm>
          <a:prstGeom prst="rect">
            <a:avLst/>
          </a:prstGeom>
          <a:noFill/>
          <a:ln>
            <a:noFill/>
          </a:ln>
        </p:spPr>
        <p:txBody>
          <a:bodyPr wrap="square" anchor="ctr" lIns="30000" rIns="30000" tIns="10000" bIns="10000">
            <a:spAutoFit/>
          </a:bodyPr>
          <a:lstStyle/>
          <a:p>
            <a:pPr algn="r"/>
            <a:r>
              <a:rPr sz="850" b="0" i="0">
                <a:solidFill>
                  <a:srgbClr val="4B5563"/>
                </a:solidFill>
                <a:latin typeface="Calibri"/>
              </a:rPr>
              <a:t>8</a:t>
            </a:r>
          </a:p>
        </p:txBody>
      </p:sp>
      <p:sp>
        <p:nvSpPr>
          <p:cNvPr id="85" name="TextBox 84"/>
          <p:cNvSpPr txBox="1"/>
          <p:nvPr/>
        </p:nvSpPr>
        <p:spPr>
          <a:xfrm>
            <a:off x="441960" y="3550920"/>
            <a:ext cx="457200" cy="137160"/>
          </a:xfrm>
          <a:prstGeom prst="rect">
            <a:avLst/>
          </a:prstGeom>
          <a:noFill/>
          <a:ln>
            <a:noFill/>
          </a:ln>
        </p:spPr>
        <p:txBody>
          <a:bodyPr wrap="square" anchor="ctr" lIns="30000" rIns="30000" tIns="10000" bIns="10000">
            <a:spAutoFit/>
          </a:bodyPr>
          <a:lstStyle/>
          <a:p>
            <a:pPr algn="l"/>
            <a:r>
              <a:rPr sz="850" b="0" i="1">
                <a:solidFill>
                  <a:srgbClr val="4B5563"/>
                </a:solidFill>
                <a:latin typeface="Calibri"/>
              </a:rPr>
              <a:t>Mio. €</a:t>
            </a:r>
          </a:p>
        </p:txBody>
      </p:sp>
      <p:sp>
        <p:nvSpPr>
          <p:cNvPr id="86" name="Rounded Rectangle 85"/>
          <p:cNvSpPr/>
          <p:nvPr/>
        </p:nvSpPr>
        <p:spPr>
          <a:xfrm>
            <a:off x="1157386" y="4511440"/>
            <a:ext cx="888979" cy="1188319"/>
          </a:xfrm>
          <a:prstGeom prst="roundRect">
            <a:avLst/>
          </a:prstGeom>
          <a:solidFill>
            <a:srgbClr val="F07F1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7" name="TextBox 86"/>
          <p:cNvSpPr txBox="1"/>
          <p:nvPr/>
        </p:nvSpPr>
        <p:spPr>
          <a:xfrm>
            <a:off x="1081186" y="4343800"/>
            <a:ext cx="1041379" cy="152400"/>
          </a:xfrm>
          <a:prstGeom prst="rect">
            <a:avLst/>
          </a:prstGeom>
          <a:noFill/>
          <a:ln>
            <a:noFill/>
          </a:ln>
        </p:spPr>
        <p:txBody>
          <a:bodyPr wrap="square" anchor="b" lIns="30000" rIns="30000" tIns="10000" bIns="10000">
            <a:spAutoFit/>
          </a:bodyPr>
          <a:lstStyle/>
          <a:p>
            <a:pPr algn="ctr"/>
            <a:r>
              <a:rPr sz="1100" b="1" i="0">
                <a:solidFill>
                  <a:srgbClr val="1F2937"/>
                </a:solidFill>
                <a:latin typeface="Calibri"/>
              </a:rPr>
              <a:t>4.78 M€</a:t>
            </a:r>
          </a:p>
        </p:txBody>
      </p:sp>
      <p:sp>
        <p:nvSpPr>
          <p:cNvPr id="88" name="TextBox 87"/>
          <p:cNvSpPr txBox="1"/>
          <p:nvPr/>
        </p:nvSpPr>
        <p:spPr>
          <a:xfrm>
            <a:off x="1004986" y="5730239"/>
            <a:ext cx="1193779" cy="228600"/>
          </a:xfrm>
          <a:prstGeom prst="rect">
            <a:avLst/>
          </a:prstGeom>
          <a:noFill/>
          <a:ln>
            <a:noFill/>
          </a:ln>
        </p:spPr>
        <p:txBody>
          <a:bodyPr wrap="square" anchor="t" lIns="30000" rIns="30000" tIns="10000" bIns="10000">
            <a:spAutoFit/>
          </a:bodyPr>
          <a:lstStyle/>
          <a:p>
            <a:pPr algn="ctr"/>
            <a:r>
              <a:rPr sz="1000" b="0" i="0">
                <a:solidFill>
                  <a:srgbClr val="1F2937"/>
                </a:solidFill>
                <a:latin typeface="Calibri"/>
              </a:rPr>
              <a:t>ServiceNow</a:t>
            </a:r>
          </a:p>
          <a:p>
            <a:pPr algn="ctr"/>
            <a:r>
              <a:rPr sz="850" b="0" i="1">
                <a:solidFill>
                  <a:srgbClr val="4B5563"/>
                </a:solidFill>
                <a:latin typeface="Calibri"/>
              </a:rPr>
              <a:t>(SPM-Plattform)</a:t>
            </a:r>
          </a:p>
        </p:txBody>
      </p:sp>
      <p:sp>
        <p:nvSpPr>
          <p:cNvPr id="89" name="Rounded Rectangle 88"/>
          <p:cNvSpPr/>
          <p:nvPr/>
        </p:nvSpPr>
        <p:spPr>
          <a:xfrm>
            <a:off x="2639019" y="3954570"/>
            <a:ext cx="888979" cy="1745189"/>
          </a:xfrm>
          <a:prstGeom prst="roundRect">
            <a:avLst/>
          </a:prstGeom>
          <a:solidFill>
            <a:srgbClr val="2C3E5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0" name="TextBox 89"/>
          <p:cNvSpPr txBox="1"/>
          <p:nvPr/>
        </p:nvSpPr>
        <p:spPr>
          <a:xfrm>
            <a:off x="2562819" y="3786930"/>
            <a:ext cx="1041379" cy="152400"/>
          </a:xfrm>
          <a:prstGeom prst="rect">
            <a:avLst/>
          </a:prstGeom>
          <a:noFill/>
          <a:ln>
            <a:noFill/>
          </a:ln>
        </p:spPr>
        <p:txBody>
          <a:bodyPr wrap="square" anchor="b" lIns="30000" rIns="30000" tIns="10000" bIns="10000">
            <a:spAutoFit/>
          </a:bodyPr>
          <a:lstStyle/>
          <a:p>
            <a:pPr algn="ctr"/>
            <a:r>
              <a:rPr sz="1100" b="1" i="0">
                <a:solidFill>
                  <a:srgbClr val="1F2937"/>
                </a:solidFill>
                <a:latin typeface="Calibri"/>
              </a:rPr>
              <a:t>7.02 M€</a:t>
            </a:r>
          </a:p>
        </p:txBody>
      </p:sp>
      <p:sp>
        <p:nvSpPr>
          <p:cNvPr id="91" name="TextBox 90"/>
          <p:cNvSpPr txBox="1"/>
          <p:nvPr/>
        </p:nvSpPr>
        <p:spPr>
          <a:xfrm>
            <a:off x="2486619" y="5730239"/>
            <a:ext cx="1193779" cy="228600"/>
          </a:xfrm>
          <a:prstGeom prst="rect">
            <a:avLst/>
          </a:prstGeom>
          <a:noFill/>
          <a:ln>
            <a:noFill/>
          </a:ln>
        </p:spPr>
        <p:txBody>
          <a:bodyPr wrap="square" anchor="t" lIns="30000" rIns="30000" tIns="10000" bIns="10000">
            <a:spAutoFit/>
          </a:bodyPr>
          <a:lstStyle/>
          <a:p>
            <a:pPr algn="ctr"/>
            <a:r>
              <a:rPr sz="1000" b="0" i="0">
                <a:solidFill>
                  <a:srgbClr val="1F2937"/>
                </a:solidFill>
                <a:latin typeface="Calibri"/>
              </a:rPr>
              <a:t>Best-of-Breed</a:t>
            </a:r>
          </a:p>
          <a:p>
            <a:pPr algn="ctr"/>
            <a:r>
              <a:rPr sz="850" b="0" i="1">
                <a:solidFill>
                  <a:srgbClr val="4B5563"/>
                </a:solidFill>
                <a:latin typeface="Calibri"/>
              </a:rPr>
              <a:t>Einzeltools</a:t>
            </a:r>
          </a:p>
        </p:txBody>
      </p:sp>
      <p:cxnSp>
        <p:nvCxnSpPr>
          <p:cNvPr id="92" name="Connector 91"/>
          <p:cNvCxnSpPr/>
          <p:nvPr/>
        </p:nvCxnSpPr>
        <p:spPr>
          <a:xfrm>
            <a:off x="2061606" y="5105600"/>
            <a:ext cx="562173" cy="0"/>
          </a:xfrm>
          <a:prstGeom prst="line">
            <a:avLst/>
          </a:prstGeom>
          <a:ln w="25400">
            <a:solidFill>
              <a:srgbClr val="2E7D32"/>
            </a:solidFill>
            <a:headEnd type="triangle" w="med" len="med"/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93" name="TextBox 92"/>
          <p:cNvSpPr txBox="1"/>
          <p:nvPr/>
        </p:nvSpPr>
        <p:spPr>
          <a:xfrm>
            <a:off x="1589166" y="4686500"/>
            <a:ext cx="1507053" cy="289560"/>
          </a:xfrm>
          <a:prstGeom prst="rect">
            <a:avLst/>
          </a:prstGeom>
          <a:noFill/>
          <a:ln>
            <a:noFill/>
          </a:ln>
        </p:spPr>
        <p:txBody>
          <a:bodyPr wrap="square" anchor="b" lIns="30000" rIns="30000" tIns="10000" bIns="10000">
            <a:spAutoFit/>
          </a:bodyPr>
          <a:lstStyle/>
          <a:p>
            <a:pPr algn="ctr"/>
            <a:r>
              <a:rPr sz="1050" b="1" i="0">
                <a:solidFill>
                  <a:srgbClr val="2E7D32"/>
                </a:solidFill>
                <a:latin typeface="Calibri"/>
              </a:rPr>
              <a:t>Ersparnis  −2.24 M€</a:t>
            </a:r>
          </a:p>
          <a:p>
            <a:pPr algn="ctr"/>
            <a:r>
              <a:rPr sz="1000" b="1" i="0">
                <a:solidFill>
                  <a:srgbClr val="2E7D32"/>
                </a:solidFill>
                <a:latin typeface="Calibri"/>
              </a:rPr>
              <a:t>( −32 % )</a:t>
            </a:r>
          </a:p>
        </p:txBody>
      </p:sp>
      <p:sp>
        <p:nvSpPr>
          <p:cNvPr id="94" name="TextBox 93"/>
          <p:cNvSpPr txBox="1"/>
          <p:nvPr/>
        </p:nvSpPr>
        <p:spPr>
          <a:xfrm>
            <a:off x="3938625" y="3352800"/>
            <a:ext cx="2020214" cy="182880"/>
          </a:xfrm>
          <a:prstGeom prst="rect">
            <a:avLst/>
          </a:prstGeom>
          <a:noFill/>
          <a:ln>
            <a:noFill/>
          </a:ln>
        </p:spPr>
        <p:txBody>
          <a:bodyPr wrap="square" anchor="t" lIns="30000" rIns="30000" tIns="10000" bIns="10000">
            <a:spAutoFit/>
          </a:bodyPr>
          <a:lstStyle/>
          <a:p>
            <a:pPr algn="ctr"/>
            <a:r>
              <a:rPr sz="1100" b="1" i="0">
                <a:solidFill>
                  <a:srgbClr val="1F2937"/>
                </a:solidFill>
                <a:latin typeface="Calibri"/>
              </a:rPr>
              <a:t>Laufend p.a.</a:t>
            </a:r>
          </a:p>
          <a:p>
            <a:pPr algn="ctr"/>
            <a:r>
              <a:rPr sz="1100" b="1" i="0">
                <a:solidFill>
                  <a:srgbClr val="1F2937"/>
                </a:solidFill>
                <a:latin typeface="Calibri"/>
              </a:rPr>
              <a:t>ab Jahr 3</a:t>
            </a:r>
          </a:p>
        </p:txBody>
      </p:sp>
      <p:sp>
        <p:nvSpPr>
          <p:cNvPr id="95" name="Rounded Rectangle 94"/>
          <p:cNvSpPr/>
          <p:nvPr/>
        </p:nvSpPr>
        <p:spPr>
          <a:xfrm>
            <a:off x="3969105" y="3573780"/>
            <a:ext cx="1959254" cy="2346960"/>
          </a:xfrm>
          <a:prstGeom prst="roundRect">
            <a:avLst/>
          </a:prstGeom>
          <a:solidFill>
            <a:srgbClr val="FFFFFF"/>
          </a:solidFill>
          <a:ln w="25400">
            <a:solidFill>
              <a:srgbClr val="2E7D3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6" name="TextBox 95"/>
          <p:cNvSpPr txBox="1"/>
          <p:nvPr/>
        </p:nvSpPr>
        <p:spPr>
          <a:xfrm>
            <a:off x="3969105" y="3808475"/>
            <a:ext cx="1959254" cy="1173480"/>
          </a:xfrm>
          <a:prstGeom prst="rect">
            <a:avLst/>
          </a:prstGeom>
          <a:noFill/>
          <a:ln>
            <a:noFill/>
          </a:ln>
        </p:spPr>
        <p:txBody>
          <a:bodyPr wrap="square" anchor="ctr" lIns="30000" rIns="30000" tIns="10000" bIns="10000">
            <a:spAutoFit/>
          </a:bodyPr>
          <a:lstStyle/>
          <a:p>
            <a:pPr algn="ctr"/>
            <a:r>
              <a:rPr sz="3600" b="1" i="0">
                <a:solidFill>
                  <a:srgbClr val="2E7D32"/>
                </a:solidFill>
                <a:latin typeface="Calibri"/>
              </a:rPr>
              <a:t>−26 %</a:t>
            </a:r>
          </a:p>
        </p:txBody>
      </p:sp>
      <p:sp>
        <p:nvSpPr>
          <p:cNvPr id="97" name="TextBox 96"/>
          <p:cNvSpPr txBox="1"/>
          <p:nvPr/>
        </p:nvSpPr>
        <p:spPr>
          <a:xfrm>
            <a:off x="3969105" y="5028895"/>
            <a:ext cx="1959254" cy="228600"/>
          </a:xfrm>
          <a:prstGeom prst="rect">
            <a:avLst/>
          </a:prstGeom>
          <a:noFill/>
          <a:ln>
            <a:noFill/>
          </a:ln>
        </p:spPr>
        <p:txBody>
          <a:bodyPr wrap="square" anchor="ctr" lIns="30000" rIns="30000" tIns="10000" bIns="10000">
            <a:spAutoFit/>
          </a:bodyPr>
          <a:lstStyle/>
          <a:p>
            <a:pPr algn="ctr"/>
            <a:r>
              <a:rPr sz="1200" b="1" i="0">
                <a:solidFill>
                  <a:srgbClr val="1F2937"/>
                </a:solidFill>
                <a:latin typeface="Calibri"/>
              </a:rPr>
              <a:t>= −345 k€ p.a.</a:t>
            </a:r>
          </a:p>
        </p:txBody>
      </p:sp>
      <p:sp>
        <p:nvSpPr>
          <p:cNvPr id="98" name="TextBox 97"/>
          <p:cNvSpPr txBox="1"/>
          <p:nvPr/>
        </p:nvSpPr>
        <p:spPr>
          <a:xfrm>
            <a:off x="3969105" y="5404408"/>
            <a:ext cx="1959254" cy="190500"/>
          </a:xfrm>
          <a:prstGeom prst="rect">
            <a:avLst/>
          </a:prstGeom>
          <a:noFill/>
          <a:ln>
            <a:noFill/>
          </a:ln>
        </p:spPr>
        <p:txBody>
          <a:bodyPr wrap="square" anchor="ctr" lIns="30000" rIns="30000" tIns="10000" bIns="10000">
            <a:spAutoFit/>
          </a:bodyPr>
          <a:lstStyle/>
          <a:p>
            <a:pPr algn="ctr"/>
            <a:r>
              <a:rPr sz="900" b="0" i="1">
                <a:solidFill>
                  <a:srgbClr val="4B5563"/>
                </a:solidFill>
                <a:latin typeface="Calibri"/>
              </a:rPr>
              <a:t>weniger Betriebskosten</a:t>
            </a:r>
          </a:p>
        </p:txBody>
      </p:sp>
      <p:sp>
        <p:nvSpPr>
          <p:cNvPr id="99" name="TextBox 98"/>
          <p:cNvSpPr txBox="1"/>
          <p:nvPr/>
        </p:nvSpPr>
        <p:spPr>
          <a:xfrm>
            <a:off x="441960" y="5974079"/>
            <a:ext cx="5516880" cy="152400"/>
          </a:xfrm>
          <a:prstGeom prst="rect">
            <a:avLst/>
          </a:prstGeom>
          <a:noFill/>
          <a:ln>
            <a:noFill/>
          </a:ln>
        </p:spPr>
        <p:txBody>
          <a:bodyPr wrap="square" anchor="ctr" lIns="30000" rIns="30000" tIns="10000" bIns="10000">
            <a:spAutoFit/>
          </a:bodyPr>
          <a:lstStyle/>
          <a:p>
            <a:pPr algn="ctr"/>
            <a:r>
              <a:rPr sz="750" b="0" i="1">
                <a:solidFill>
                  <a:srgbClr val="4B5563"/>
                </a:solidFill>
                <a:latin typeface="Calibri"/>
              </a:rPr>
              <a:t>Quelle: TCO_Vergleich_5J_SN_vs_BoB.xlsx — Tab 'Auswertung'   |   Werte basieren auf Annahmen / Schätzungen</a:t>
            </a:r>
          </a:p>
        </p:txBody>
      </p:sp>
      <p:sp>
        <p:nvSpPr>
          <p:cNvPr id="100" name="Rounded Rectangle 99"/>
          <p:cNvSpPr/>
          <p:nvPr/>
        </p:nvSpPr>
        <p:spPr>
          <a:xfrm>
            <a:off x="6248400" y="2910840"/>
            <a:ext cx="5638800" cy="274320"/>
          </a:xfrm>
          <a:prstGeom prst="roundRect">
            <a:avLst/>
          </a:prstGeom>
          <a:solidFill>
            <a:srgbClr val="2C3E5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1" name="TextBox 100"/>
          <p:cNvSpPr txBox="1"/>
          <p:nvPr/>
        </p:nvSpPr>
        <p:spPr>
          <a:xfrm>
            <a:off x="6362700" y="2910840"/>
            <a:ext cx="5410200" cy="274320"/>
          </a:xfrm>
          <a:prstGeom prst="rect">
            <a:avLst/>
          </a:prstGeom>
          <a:noFill/>
          <a:ln>
            <a:noFill/>
          </a:ln>
        </p:spPr>
        <p:txBody>
          <a:bodyPr wrap="square" anchor="ctr" lIns="30000" rIns="30000" tIns="10000" bIns="10000">
            <a:spAutoFit/>
          </a:bodyPr>
          <a:lstStyle/>
          <a:p>
            <a:pPr algn="l"/>
            <a:r>
              <a:rPr sz="1200" b="1" i="0">
                <a:solidFill>
                  <a:srgbClr val="FFFFFF"/>
                </a:solidFill>
                <a:latin typeface="Calibri"/>
              </a:rPr>
              <a:t>Gartner Executive Summary 2025  (Pure-Play vs. Platform)</a:t>
            </a:r>
          </a:p>
        </p:txBody>
      </p:sp>
      <p:sp>
        <p:nvSpPr>
          <p:cNvPr id="102" name="Rounded Rectangle 101"/>
          <p:cNvSpPr/>
          <p:nvPr/>
        </p:nvSpPr>
        <p:spPr>
          <a:xfrm>
            <a:off x="6248400" y="3215640"/>
            <a:ext cx="5638800" cy="3032760"/>
          </a:xfrm>
          <a:prstGeom prst="roundRect">
            <a:avLst/>
          </a:prstGeom>
          <a:solidFill>
            <a:srgbClr val="F7F7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3" name="Rounded Rectangle 102"/>
          <p:cNvSpPr/>
          <p:nvPr/>
        </p:nvSpPr>
        <p:spPr>
          <a:xfrm>
            <a:off x="6362700" y="3276600"/>
            <a:ext cx="5410200" cy="889000"/>
          </a:xfrm>
          <a:prstGeom prst="roundRect">
            <a:avLst/>
          </a:prstGeom>
          <a:solidFill>
            <a:srgbClr val="FFFFFF"/>
          </a:solidFill>
          <a:ln w="15240">
            <a:solidFill>
              <a:srgbClr val="F07F1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4" name="Oval 103"/>
          <p:cNvSpPr/>
          <p:nvPr/>
        </p:nvSpPr>
        <p:spPr>
          <a:xfrm>
            <a:off x="6438900" y="3345180"/>
            <a:ext cx="198120" cy="198120"/>
          </a:xfrm>
          <a:prstGeom prst="ellipse">
            <a:avLst/>
          </a:prstGeom>
          <a:solidFill>
            <a:srgbClr val="2C3E5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5" name="TextBox 104"/>
          <p:cNvSpPr txBox="1"/>
          <p:nvPr/>
        </p:nvSpPr>
        <p:spPr>
          <a:xfrm>
            <a:off x="6438900" y="3345180"/>
            <a:ext cx="198120" cy="198120"/>
          </a:xfrm>
          <a:prstGeom prst="rect">
            <a:avLst/>
          </a:prstGeom>
          <a:noFill/>
          <a:ln>
            <a:noFill/>
          </a:ln>
        </p:spPr>
        <p:txBody>
          <a:bodyPr wrap="square" anchor="ctr" lIns="30000" rIns="30000" tIns="10000" bIns="10000">
            <a:spAutoFit/>
          </a:bodyPr>
          <a:lstStyle/>
          <a:p>
            <a:pPr algn="ctr"/>
            <a:r>
              <a:rPr sz="1200" b="1" i="0">
                <a:solidFill>
                  <a:srgbClr val="FFFFFF"/>
                </a:solidFill>
                <a:latin typeface="Calibri"/>
              </a:rPr>
              <a:t>1</a:t>
            </a:r>
          </a:p>
        </p:txBody>
      </p:sp>
      <p:sp>
        <p:nvSpPr>
          <p:cNvPr id="106" name="TextBox 105"/>
          <p:cNvSpPr txBox="1"/>
          <p:nvPr/>
        </p:nvSpPr>
        <p:spPr>
          <a:xfrm>
            <a:off x="6705600" y="3314700"/>
            <a:ext cx="5029200" cy="213360"/>
          </a:xfrm>
          <a:prstGeom prst="rect">
            <a:avLst/>
          </a:prstGeom>
          <a:noFill/>
          <a:ln>
            <a:noFill/>
          </a:ln>
        </p:spPr>
        <p:txBody>
          <a:bodyPr wrap="square" anchor="ctr" lIns="30000" rIns="30000" tIns="10000" bIns="10000">
            <a:spAutoFit/>
          </a:bodyPr>
          <a:lstStyle/>
          <a:p>
            <a:pPr algn="l"/>
            <a:r>
              <a:rPr sz="1100" b="1" i="0">
                <a:solidFill>
                  <a:srgbClr val="1F2937"/>
                </a:solidFill>
                <a:latin typeface="Calibri"/>
              </a:rPr>
              <a:t>Integration schlägt Funktionsbreite</a:t>
            </a:r>
          </a:p>
        </p:txBody>
      </p:sp>
      <p:sp>
        <p:nvSpPr>
          <p:cNvPr id="107" name="TextBox 106"/>
          <p:cNvSpPr txBox="1"/>
          <p:nvPr/>
        </p:nvSpPr>
        <p:spPr>
          <a:xfrm>
            <a:off x="6705600" y="3505200"/>
            <a:ext cx="5029200" cy="660400"/>
          </a:xfrm>
          <a:prstGeom prst="rect">
            <a:avLst/>
          </a:prstGeom>
          <a:noFill/>
          <a:ln>
            <a:noFill/>
          </a:ln>
        </p:spPr>
        <p:txBody>
          <a:bodyPr wrap="square" anchor="t" lIns="30000" rIns="30000" tIns="10000" bIns="10000">
            <a:spAutoFit/>
          </a:bodyPr>
          <a:lstStyle/>
          <a:p>
            <a:pPr algn="l"/>
            <a:r>
              <a:rPr sz="950" b="0" i="0">
                <a:solidFill>
                  <a:srgbClr val="4B5563"/>
                </a:solidFill>
                <a:latin typeface="Calibri"/>
              </a:rPr>
              <a:t>Nur eine Plattform ermöglicht echte End-to-End-Governance über Strategie, Projekte, Produkte, IT &amp; Finance hinweg.</a:t>
            </a:r>
          </a:p>
        </p:txBody>
      </p:sp>
      <p:sp>
        <p:nvSpPr>
          <p:cNvPr id="108" name="Rounded Rectangle 107"/>
          <p:cNvSpPr/>
          <p:nvPr/>
        </p:nvSpPr>
        <p:spPr>
          <a:xfrm>
            <a:off x="6362700" y="4226560"/>
            <a:ext cx="5410200" cy="889000"/>
          </a:xfrm>
          <a:prstGeom prst="roundRect">
            <a:avLst/>
          </a:prstGeom>
          <a:solidFill>
            <a:srgbClr val="FFFFFF"/>
          </a:solidFill>
          <a:ln w="15240">
            <a:solidFill>
              <a:srgbClr val="F07F1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9" name="Oval 108"/>
          <p:cNvSpPr/>
          <p:nvPr/>
        </p:nvSpPr>
        <p:spPr>
          <a:xfrm>
            <a:off x="6438900" y="4295140"/>
            <a:ext cx="198120" cy="198120"/>
          </a:xfrm>
          <a:prstGeom prst="ellipse">
            <a:avLst/>
          </a:prstGeom>
          <a:solidFill>
            <a:srgbClr val="2C3E5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0" name="TextBox 109"/>
          <p:cNvSpPr txBox="1"/>
          <p:nvPr/>
        </p:nvSpPr>
        <p:spPr>
          <a:xfrm>
            <a:off x="6438900" y="4295140"/>
            <a:ext cx="198120" cy="198120"/>
          </a:xfrm>
          <a:prstGeom prst="rect">
            <a:avLst/>
          </a:prstGeom>
          <a:noFill/>
          <a:ln>
            <a:noFill/>
          </a:ln>
        </p:spPr>
        <p:txBody>
          <a:bodyPr wrap="square" anchor="ctr" lIns="30000" rIns="30000" tIns="10000" bIns="10000">
            <a:spAutoFit/>
          </a:bodyPr>
          <a:lstStyle/>
          <a:p>
            <a:pPr algn="ctr"/>
            <a:r>
              <a:rPr sz="1200" b="1" i="0">
                <a:solidFill>
                  <a:srgbClr val="FFFFFF"/>
                </a:solidFill>
                <a:latin typeface="Calibri"/>
              </a:rPr>
              <a:t>2</a:t>
            </a:r>
          </a:p>
        </p:txBody>
      </p:sp>
      <p:sp>
        <p:nvSpPr>
          <p:cNvPr id="111" name="TextBox 110"/>
          <p:cNvSpPr txBox="1"/>
          <p:nvPr/>
        </p:nvSpPr>
        <p:spPr>
          <a:xfrm>
            <a:off x="6705600" y="4264660"/>
            <a:ext cx="5029200" cy="213360"/>
          </a:xfrm>
          <a:prstGeom prst="rect">
            <a:avLst/>
          </a:prstGeom>
          <a:noFill/>
          <a:ln>
            <a:noFill/>
          </a:ln>
        </p:spPr>
        <p:txBody>
          <a:bodyPr wrap="square" anchor="ctr" lIns="30000" rIns="30000" tIns="10000" bIns="10000">
            <a:spAutoFit/>
          </a:bodyPr>
          <a:lstStyle/>
          <a:p>
            <a:pPr algn="l"/>
            <a:r>
              <a:rPr sz="1100" b="1" i="0">
                <a:solidFill>
                  <a:srgbClr val="1F2937"/>
                </a:solidFill>
                <a:latin typeface="Calibri"/>
              </a:rPr>
              <a:t>TCO + Governance-Vorteile</a:t>
            </a:r>
          </a:p>
        </p:txBody>
      </p:sp>
      <p:sp>
        <p:nvSpPr>
          <p:cNvPr id="112" name="TextBox 111"/>
          <p:cNvSpPr txBox="1"/>
          <p:nvPr/>
        </p:nvSpPr>
        <p:spPr>
          <a:xfrm>
            <a:off x="6705600" y="4455160"/>
            <a:ext cx="5029200" cy="660400"/>
          </a:xfrm>
          <a:prstGeom prst="rect">
            <a:avLst/>
          </a:prstGeom>
          <a:noFill/>
          <a:ln>
            <a:noFill/>
          </a:ln>
        </p:spPr>
        <p:txBody>
          <a:bodyPr wrap="square" anchor="t" lIns="30000" rIns="30000" tIns="10000" bIns="10000">
            <a:spAutoFit/>
          </a:bodyPr>
          <a:lstStyle/>
          <a:p>
            <a:pPr algn="l"/>
            <a:r>
              <a:rPr sz="950" b="0" i="0">
                <a:solidFill>
                  <a:srgbClr val="4B5563"/>
                </a:solidFill>
                <a:latin typeface="Calibri"/>
              </a:rPr>
              <a:t>Weniger Tools · weniger Schnittstellen · konsistente KPIs.</a:t>
            </a:r>
          </a:p>
        </p:txBody>
      </p:sp>
      <p:sp>
        <p:nvSpPr>
          <p:cNvPr id="113" name="Rounded Rectangle 112"/>
          <p:cNvSpPr/>
          <p:nvPr/>
        </p:nvSpPr>
        <p:spPr>
          <a:xfrm>
            <a:off x="6362700" y="5176520"/>
            <a:ext cx="5410200" cy="889000"/>
          </a:xfrm>
          <a:prstGeom prst="roundRect">
            <a:avLst/>
          </a:prstGeom>
          <a:solidFill>
            <a:srgbClr val="FFFFFF"/>
          </a:solidFill>
          <a:ln w="15240">
            <a:solidFill>
              <a:srgbClr val="F07F1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4" name="Oval 113"/>
          <p:cNvSpPr/>
          <p:nvPr/>
        </p:nvSpPr>
        <p:spPr>
          <a:xfrm>
            <a:off x="6438900" y="5245100"/>
            <a:ext cx="198120" cy="198120"/>
          </a:xfrm>
          <a:prstGeom prst="ellipse">
            <a:avLst/>
          </a:prstGeom>
          <a:solidFill>
            <a:srgbClr val="2C3E5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5" name="TextBox 114"/>
          <p:cNvSpPr txBox="1"/>
          <p:nvPr/>
        </p:nvSpPr>
        <p:spPr>
          <a:xfrm>
            <a:off x="6438900" y="5245100"/>
            <a:ext cx="198120" cy="198120"/>
          </a:xfrm>
          <a:prstGeom prst="rect">
            <a:avLst/>
          </a:prstGeom>
          <a:noFill/>
          <a:ln>
            <a:noFill/>
          </a:ln>
        </p:spPr>
        <p:txBody>
          <a:bodyPr wrap="square" anchor="ctr" lIns="30000" rIns="30000" tIns="10000" bIns="10000">
            <a:spAutoFit/>
          </a:bodyPr>
          <a:lstStyle/>
          <a:p>
            <a:pPr algn="ctr"/>
            <a:r>
              <a:rPr sz="1200" b="1" i="0">
                <a:solidFill>
                  <a:srgbClr val="FFFFFF"/>
                </a:solidFill>
                <a:latin typeface="Calibri"/>
              </a:rPr>
              <a:t>3</a:t>
            </a:r>
          </a:p>
        </p:txBody>
      </p:sp>
      <p:sp>
        <p:nvSpPr>
          <p:cNvPr id="116" name="TextBox 115"/>
          <p:cNvSpPr txBox="1"/>
          <p:nvPr/>
        </p:nvSpPr>
        <p:spPr>
          <a:xfrm>
            <a:off x="6705600" y="5214620"/>
            <a:ext cx="5029200" cy="213360"/>
          </a:xfrm>
          <a:prstGeom prst="rect">
            <a:avLst/>
          </a:prstGeom>
          <a:noFill/>
          <a:ln>
            <a:noFill/>
          </a:ln>
        </p:spPr>
        <p:txBody>
          <a:bodyPr wrap="square" anchor="ctr" lIns="30000" rIns="30000" tIns="10000" bIns="10000">
            <a:spAutoFit/>
          </a:bodyPr>
          <a:lstStyle/>
          <a:p>
            <a:pPr algn="l"/>
            <a:r>
              <a:rPr sz="1100" b="1" i="0">
                <a:solidFill>
                  <a:srgbClr val="1F2937"/>
                </a:solidFill>
                <a:latin typeface="Calibri"/>
              </a:rPr>
              <a:t>Zukunftssicherheit</a:t>
            </a:r>
          </a:p>
        </p:txBody>
      </p:sp>
      <p:sp>
        <p:nvSpPr>
          <p:cNvPr id="117" name="TextBox 116"/>
          <p:cNvSpPr txBox="1"/>
          <p:nvPr/>
        </p:nvSpPr>
        <p:spPr>
          <a:xfrm>
            <a:off x="6705600" y="5405120"/>
            <a:ext cx="5029200" cy="660400"/>
          </a:xfrm>
          <a:prstGeom prst="rect">
            <a:avLst/>
          </a:prstGeom>
          <a:noFill/>
          <a:ln>
            <a:noFill/>
          </a:ln>
        </p:spPr>
        <p:txBody>
          <a:bodyPr wrap="square" anchor="t" lIns="30000" rIns="30000" tIns="10000" bIns="10000">
            <a:spAutoFit/>
          </a:bodyPr>
          <a:lstStyle/>
          <a:p>
            <a:pPr algn="l"/>
            <a:r>
              <a:rPr sz="950" b="0" i="0">
                <a:solidFill>
                  <a:srgbClr val="4B5563"/>
                </a:solidFill>
                <a:latin typeface="Calibri"/>
              </a:rPr>
              <a:t>Plattformen wie ServiceNow erweitern SPM nativ um AI und Workflow-Automatisierung.</a:t>
            </a:r>
          </a:p>
        </p:txBody>
      </p:sp>
      <p:sp>
        <p:nvSpPr>
          <p:cNvPr id="118" name="TextBox 117"/>
          <p:cNvSpPr txBox="1"/>
          <p:nvPr/>
        </p:nvSpPr>
        <p:spPr>
          <a:xfrm>
            <a:off x="6400800" y="6096000"/>
            <a:ext cx="5334000" cy="137160"/>
          </a:xfrm>
          <a:prstGeom prst="rect">
            <a:avLst/>
          </a:prstGeom>
          <a:noFill/>
          <a:ln>
            <a:noFill/>
          </a:ln>
        </p:spPr>
        <p:txBody>
          <a:bodyPr wrap="square" anchor="ctr" lIns="30000" rIns="30000" tIns="10000" bIns="10000">
            <a:spAutoFit/>
          </a:bodyPr>
          <a:lstStyle/>
          <a:p>
            <a:pPr algn="l"/>
            <a:r>
              <a:rPr sz="800" b="0" i="1">
                <a:solidFill>
                  <a:srgbClr val="4B5563"/>
                </a:solidFill>
                <a:latin typeface="Calibri"/>
              </a:rPr>
              <a:t>Quelle: Gartner 2025 – Pure-Play Versus Platform, Comparing SPM and APMR Solutions</a:t>
            </a:r>
          </a:p>
        </p:txBody>
      </p:sp>
      <p:sp>
        <p:nvSpPr>
          <p:cNvPr id="119" name="Rectangle 118"/>
          <p:cNvSpPr/>
          <p:nvPr/>
        </p:nvSpPr>
        <p:spPr>
          <a:xfrm>
            <a:off x="281940" y="510540"/>
            <a:ext cx="11628120" cy="2308860"/>
          </a:xfrm>
          <a:prstGeom prst="rect">
            <a:avLst/>
          </a:prstGeom>
          <a:solidFill>
            <a:srgbClr val="000000">
              <a:alpha val="45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0" name="Rectangle 119"/>
          <p:cNvSpPr/>
          <p:nvPr/>
        </p:nvSpPr>
        <p:spPr>
          <a:xfrm>
            <a:off x="0" y="6804660"/>
            <a:ext cx="12192000" cy="53340"/>
          </a:xfrm>
          <a:prstGeom prst="rect">
            <a:avLst/>
          </a:prstGeom>
          <a:solidFill>
            <a:srgbClr val="F07F1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1" name="TextBox 120"/>
          <p:cNvSpPr txBox="1"/>
          <p:nvPr/>
        </p:nvSpPr>
        <p:spPr>
          <a:xfrm>
            <a:off x="304800" y="6576060"/>
            <a:ext cx="11582400" cy="152400"/>
          </a:xfrm>
          <a:prstGeom prst="rect">
            <a:avLst/>
          </a:prstGeom>
          <a:noFill/>
          <a:ln>
            <a:noFill/>
          </a:ln>
        </p:spPr>
        <p:txBody>
          <a:bodyPr wrap="square" anchor="ctr" lIns="30000" rIns="30000" tIns="10000" bIns="10000">
            <a:spAutoFit/>
          </a:bodyPr>
          <a:lstStyle/>
          <a:p>
            <a:pPr algn="l"/>
            <a:r>
              <a:rPr sz="800" b="0" i="1">
                <a:solidFill>
                  <a:srgbClr val="4B5563"/>
                </a:solidFill>
                <a:latin typeface="Calibri"/>
              </a:rPr>
              <a:t>Konsolidiert aus 'Bewertung_der_Plattformstrategie' + TCO_Vergleich_5J_SN_vs_BoB.xlsx (Tab: Auswertung).</a:t>
            </a:r>
          </a:p>
        </p:txBody>
      </p:sp>
    </p:spTree>
    <p:extLst>
      <p:ext uri="{BB962C8B-B14F-4D97-AF65-F5344CB8AC3E}">
        <p14:creationId xmlns:p14="http://schemas.microsoft.com/office/powerpoint/2010/main" val="1358613195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5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5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5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5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5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6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6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6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7" fill="hold">
                      <p:stCondLst>
                        <p:cond delay="indefinite"/>
                      </p:stCondLst>
                      <p:childTnLst>
                        <p:par>
                          <p:cTn id="68" fill="hold">
                            <p:stCondLst>
                              <p:cond delay="0"/>
                            </p:stCondLst>
                            <p:childTnLst>
                              <p:par>
                                <p:cTn id="6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8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8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8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8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8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0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0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0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19" grpId="0"/>
      <p:bldP spid="70" grpId="0"/>
      <p:bldP spid="71" grpId="0"/>
      <p:bldP spid="72" grpId="0"/>
      <p:bldP spid="73" grpId="0"/>
      <p:bldP spid="74" grpId="0"/>
      <p:bldP spid="75" grpId="0"/>
      <p:bldP spid="76" grpId="0"/>
      <p:bldP spid="77" grpId="0"/>
      <p:bldP spid="78" grpId="0"/>
      <p:bldP spid="79" grpId="0"/>
      <p:bldP spid="80" grpId="0"/>
      <p:bldP spid="81" grpId="0"/>
      <p:bldP spid="82" grpId="0"/>
      <p:bldP spid="83" grpId="0"/>
      <p:bldP spid="84" grpId="0"/>
      <p:bldP spid="85" grpId="0"/>
      <p:bldP spid="86" grpId="0"/>
      <p:bldP spid="87" grpId="0"/>
      <p:bldP spid="88" grpId="0"/>
      <p:bldP spid="89" grpId="0"/>
      <p:bldP spid="90" grpId="0"/>
      <p:bldP spid="91" grpId="0"/>
      <p:bldP spid="92" grpId="0"/>
      <p:bldP spid="93" grpId="0"/>
      <p:bldP spid="94" grpId="0"/>
      <p:bldP spid="95" grpId="0"/>
      <p:bldP spid="96" grpId="0"/>
      <p:bldP spid="97" grpId="0"/>
      <p:bldP spid="98" grpId="0"/>
      <p:bldP spid="99" grpId="0"/>
      <p:bldP spid="100" grpId="0"/>
      <p:bldP spid="101" grpId="0"/>
      <p:bldP spid="102" grpId="0"/>
      <p:bldP spid="103" grpId="0"/>
      <p:bldP spid="104" grpId="0"/>
      <p:bldP spid="105" grpId="0"/>
      <p:bldP spid="106" grpId="0"/>
      <p:bldP spid="107" grpId="0"/>
      <p:bldP spid="108" grpId="0"/>
      <p:bldP spid="109" grpId="0"/>
      <p:bldP spid="110" grpId="0"/>
      <p:bldP spid="111" grpId="0"/>
      <p:bldP spid="112" grpId="0"/>
      <p:bldP spid="113" grpId="0"/>
      <p:bldP spid="114" grpId="0"/>
      <p:bldP spid="115" grpId="0"/>
      <p:bldP spid="116" grpId="0"/>
      <p:bldP spid="117" grpId="0"/>
      <p:bldP spid="118" grpId="0"/>
    </p:bld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ACA11A9-E2CD-6C66-1269-5F5D941F011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3" name="think-cell data - do not delete" hidden="1">
            <a:extLst>
              <a:ext uri="{FF2B5EF4-FFF2-40B4-BE49-F238E27FC236}">
                <a16:creationId xmlns:a16="http://schemas.microsoft.com/office/drawing/2014/main" id="{1EFFDBAF-85F0-6612-2D08-2A8099F98E0F}"/>
              </a:ext>
            </a:extLst>
          </p:cNvPr>
          <p:cNvGraphicFramePr>
            <a:graphicFrameLocks/>
          </p:cNvGraphicFramePr>
          <p:nvPr>
            <p:custDataLst>
              <p:tags r:id="rId1"/>
            </p:custDataLst>
            <p:extLst>
              <p:ext uri="{D42A27DB-BD31-4B8C-83A1-F6EECF244321}">
                <p14:modId xmlns:p14="http://schemas.microsoft.com/office/powerpoint/2010/main" val="61662327"/>
              </p:ext>
            </p:extLst>
          </p:nvPr>
        </p:nvGraphicFramePr>
        <p:xfrm>
          <a:off x="1588" y="1588"/>
          <a:ext cx="1588" cy="15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think-cell Slide" r:id="rId3" imgW="408" imgH="408" progId="TCLayout.ActiveDocument.1">
                  <p:embed/>
                </p:oleObj>
              </mc:Choice>
              <mc:Fallback>
                <p:oleObj name="think-cell Slide" r:id="rId3" imgW="408" imgH="408" progId="TCLayout.ActiveDocument.1">
                  <p:embed/>
                  <p:pic>
                    <p:nvPicPr>
                      <p:cNvPr id="3" name="think-cell data - do not delete" hidden="1">
                        <a:extLst>
                          <a:ext uri="{FF2B5EF4-FFF2-40B4-BE49-F238E27FC236}">
                            <a16:creationId xmlns:a16="http://schemas.microsoft.com/office/drawing/2014/main" id="{1EFFDBAF-85F0-6612-2D08-2A8099F98E0F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4"/>
                      <a:stretch>
                        <a:fillRect/>
                      </a:stretch>
                    </p:blipFill>
                    <p:spPr>
                      <a:xfrm>
                        <a:off x="1588" y="1588"/>
                        <a:ext cx="1588" cy="1588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2" name="Titel 1">
            <a:extLst>
              <a:ext uri="{FF2B5EF4-FFF2-40B4-BE49-F238E27FC236}">
                <a16:creationId xmlns:a16="http://schemas.microsoft.com/office/drawing/2014/main" id="{2F77F361-B21B-1A43-53ED-0F1D1AF5D1E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 vert="horz" rIns="0"/>
          <a:lstStyle/>
          <a:p>
            <a:r>
              <a:rPr lang="de-DE" sz="2400"/>
              <a:t>Herausforderungen im Status Quo</a:t>
            </a:r>
            <a:endParaRPr lang="de-DE" b="0"/>
          </a:p>
        </p:txBody>
      </p:sp>
      <p:grpSp>
        <p:nvGrpSpPr>
          <p:cNvPr id="7" name="Gruppieren 6">
            <a:extLst>
              <a:ext uri="{FF2B5EF4-FFF2-40B4-BE49-F238E27FC236}">
                <a16:creationId xmlns:a16="http://schemas.microsoft.com/office/drawing/2014/main" id="{108BC5A2-1D99-A6C2-8F54-DF1038A989A6}"/>
              </a:ext>
            </a:extLst>
          </p:cNvPr>
          <p:cNvGrpSpPr/>
          <p:nvPr/>
        </p:nvGrpSpPr>
        <p:grpSpPr>
          <a:xfrm>
            <a:off x="535528" y="1296926"/>
            <a:ext cx="3878565" cy="2539437"/>
            <a:chOff x="400276" y="1423040"/>
            <a:chExt cx="6815864" cy="4520560"/>
          </a:xfrm>
        </p:grpSpPr>
        <p:pic>
          <p:nvPicPr>
            <p:cNvPr id="6" name="Picture 2" descr="Ipad PNGs zum kostenlosen Download">
              <a:extLst>
                <a:ext uri="{FF2B5EF4-FFF2-40B4-BE49-F238E27FC236}">
                  <a16:creationId xmlns:a16="http://schemas.microsoft.com/office/drawing/2014/main" id="{88601911-0384-C0B0-3F65-AFD6067FE950}"/>
                </a:ext>
              </a:extLst>
            </p:cNvPr>
            <p:cNvPicPr>
              <a:picLocks noChangeAspect="1" noChangeArrowheads="1"/>
            </p:cNvPicPr>
            <p:nvPr/>
          </p:nvPicPr>
          <p:blipFill rotWithShape="1">
            <a:blip r:embed="rId5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l="13961" t="1884" r="13961" b="1884"/>
            <a:stretch>
              <a:fillRect/>
            </a:stretch>
          </p:blipFill>
          <p:spPr bwMode="auto">
            <a:xfrm rot="16200000">
              <a:off x="1547928" y="275388"/>
              <a:ext cx="4520560" cy="6815864"/>
            </a:xfrm>
            <a:prstGeom prst="rect">
              <a:avLst/>
            </a:prstGeom>
            <a:noFill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  <p:pic>
          <p:nvPicPr>
            <p:cNvPr id="5" name="Grafik 4">
              <a:extLst>
                <a:ext uri="{FF2B5EF4-FFF2-40B4-BE49-F238E27FC236}">
                  <a16:creationId xmlns:a16="http://schemas.microsoft.com/office/drawing/2014/main" id="{70F22F91-45E0-C55F-8F04-2F70DBC455E0}"/>
                </a:ext>
              </a:extLst>
            </p:cNvPr>
            <p:cNvPicPr>
              <a:picLocks noChangeAspect="1"/>
            </p:cNvPicPr>
            <p:nvPr/>
          </p:nvPicPr>
          <p:blipFill>
            <a:blip r:embed="rId6"/>
            <a:stretch>
              <a:fillRect/>
            </a:stretch>
          </p:blipFill>
          <p:spPr>
            <a:xfrm>
              <a:off x="769745" y="1761817"/>
              <a:ext cx="6095875" cy="3863672"/>
            </a:xfrm>
            <a:prstGeom prst="rect">
              <a:avLst/>
            </a:prstGeom>
          </p:spPr>
        </p:pic>
      </p:grpSp>
      <p:grpSp>
        <p:nvGrpSpPr>
          <p:cNvPr id="16" name="Gruppieren 15">
            <a:extLst>
              <a:ext uri="{FF2B5EF4-FFF2-40B4-BE49-F238E27FC236}">
                <a16:creationId xmlns:a16="http://schemas.microsoft.com/office/drawing/2014/main" id="{EBA77F6A-22B9-0C75-B9FB-6B212B459230}"/>
              </a:ext>
            </a:extLst>
          </p:cNvPr>
          <p:cNvGrpSpPr/>
          <p:nvPr/>
        </p:nvGrpSpPr>
        <p:grpSpPr>
          <a:xfrm>
            <a:off x="7768082" y="1772469"/>
            <a:ext cx="3940843" cy="747897"/>
            <a:chOff x="7768082" y="1772469"/>
            <a:chExt cx="3940843" cy="747897"/>
          </a:xfrm>
        </p:grpSpPr>
        <p:grpSp>
          <p:nvGrpSpPr>
            <p:cNvPr id="14" name="Gruppieren 13">
              <a:extLst>
                <a:ext uri="{FF2B5EF4-FFF2-40B4-BE49-F238E27FC236}">
                  <a16:creationId xmlns:a16="http://schemas.microsoft.com/office/drawing/2014/main" id="{0521DDB4-BC15-9C32-6FF4-37D1B35AAC18}"/>
                </a:ext>
              </a:extLst>
            </p:cNvPr>
            <p:cNvGrpSpPr/>
            <p:nvPr/>
          </p:nvGrpSpPr>
          <p:grpSpPr>
            <a:xfrm>
              <a:off x="7768082" y="1954397"/>
              <a:ext cx="384037" cy="384037"/>
              <a:chOff x="9742942" y="3484588"/>
              <a:chExt cx="384037" cy="384037"/>
            </a:xfrm>
          </p:grpSpPr>
          <p:sp>
            <p:nvSpPr>
              <p:cNvPr id="13" name="HarveyBase">
                <a:extLst>
                  <a:ext uri="{FF2B5EF4-FFF2-40B4-BE49-F238E27FC236}">
                    <a16:creationId xmlns:a16="http://schemas.microsoft.com/office/drawing/2014/main" id="{AD5486F1-FB88-A03E-0A40-6F7203D5AB91}"/>
                  </a:ext>
                </a:extLst>
              </p:cNvPr>
              <p:cNvSpPr>
                <a:spLocks/>
              </p:cNvSpPr>
              <p:nvPr/>
            </p:nvSpPr>
            <p:spPr>
              <a:xfrm>
                <a:off x="9742942" y="3484588"/>
                <a:ext cx="384037" cy="384037"/>
              </a:xfrm>
              <a:prstGeom prst="ellipse">
                <a:avLst/>
              </a:prstGeom>
              <a:solidFill>
                <a:srgbClr val="C00000"/>
              </a:solidFill>
              <a:ln w="12700" cmpd="sng">
                <a:solidFill>
                  <a:srgbClr val="C00000"/>
                </a:solidFill>
              </a:ln>
            </p:spPr>
            <p:txBody>
              <a:bodyPr wrap="none" lIns="0" tIns="0" rIns="0" bIns="0" rtlCol="0" anchor="ctr">
                <a:noAutofit/>
              </a:bodyPr>
              <a:lstStyle/>
              <a:p>
                <a:pPr algn="ctr"/>
                <a:endParaRPr lang="de-DE" b="0">
                  <a:latin typeface="+mn-lt"/>
                  <a:cs typeface="Arial" pitchFamily="34" charset="0"/>
                </a:endParaRPr>
              </a:p>
            </p:txBody>
          </p:sp>
          <p:sp>
            <p:nvSpPr>
              <p:cNvPr id="9" name="Freeform 236">
                <a:extLst>
                  <a:ext uri="{FF2B5EF4-FFF2-40B4-BE49-F238E27FC236}">
                    <a16:creationId xmlns:a16="http://schemas.microsoft.com/office/drawing/2014/main" id="{DE79A149-C1BB-7240-EBFE-9D231B158918}"/>
                  </a:ext>
                </a:extLst>
              </p:cNvPr>
              <p:cNvSpPr>
                <a:spLocks/>
              </p:cNvSpPr>
              <p:nvPr/>
            </p:nvSpPr>
            <p:spPr bwMode="gray">
              <a:xfrm>
                <a:off x="9853725" y="3535458"/>
                <a:ext cx="162470" cy="282297"/>
              </a:xfrm>
              <a:custGeom>
                <a:avLst/>
                <a:gdLst>
                  <a:gd name="T0" fmla="*/ 1915 w 4131"/>
                  <a:gd name="T1" fmla="*/ 0 h 7179"/>
                  <a:gd name="T2" fmla="*/ 4131 w 4131"/>
                  <a:gd name="T3" fmla="*/ 0 h 7179"/>
                  <a:gd name="T4" fmla="*/ 2194 w 4131"/>
                  <a:gd name="T5" fmla="*/ 2771 h 7179"/>
                  <a:gd name="T6" fmla="*/ 4107 w 4131"/>
                  <a:gd name="T7" fmla="*/ 2771 h 7179"/>
                  <a:gd name="T8" fmla="*/ 623 w 4131"/>
                  <a:gd name="T9" fmla="*/ 7179 h 7179"/>
                  <a:gd name="T10" fmla="*/ 2099 w 4131"/>
                  <a:gd name="T11" fmla="*/ 4155 h 7179"/>
                  <a:gd name="T12" fmla="*/ 0 w 4131"/>
                  <a:gd name="T13" fmla="*/ 4155 h 7179"/>
                  <a:gd name="T14" fmla="*/ 1915 w 4131"/>
                  <a:gd name="T15" fmla="*/ 0 h 7179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</a:cxnLst>
                <a:rect l="0" t="0" r="r" b="b"/>
                <a:pathLst>
                  <a:path w="4131" h="7179">
                    <a:moveTo>
                      <a:pt x="1915" y="0"/>
                    </a:moveTo>
                    <a:lnTo>
                      <a:pt x="4131" y="0"/>
                    </a:lnTo>
                    <a:lnTo>
                      <a:pt x="2194" y="2771"/>
                    </a:lnTo>
                    <a:lnTo>
                      <a:pt x="4107" y="2771"/>
                    </a:lnTo>
                    <a:lnTo>
                      <a:pt x="623" y="7179"/>
                    </a:lnTo>
                    <a:lnTo>
                      <a:pt x="2099" y="4155"/>
                    </a:lnTo>
                    <a:lnTo>
                      <a:pt x="0" y="4155"/>
                    </a:lnTo>
                    <a:lnTo>
                      <a:pt x="1915" y="0"/>
                    </a:lnTo>
                    <a:close/>
                  </a:path>
                </a:pathLst>
              </a:custGeom>
              <a:solidFill>
                <a:schemeClr val="bg1"/>
              </a:solidFill>
              <a:ln>
                <a:noFill/>
              </a:ln>
            </p:spPr>
            <p:txBody>
              <a:bodyPr/>
              <a:lstStyle/>
              <a:p>
                <a:endParaRPr lang="de-DE"/>
              </a:p>
            </p:txBody>
          </p:sp>
        </p:grpSp>
        <p:sp>
          <p:nvSpPr>
            <p:cNvPr id="15" name="Textfeld 14">
              <a:extLst>
                <a:ext uri="{FF2B5EF4-FFF2-40B4-BE49-F238E27FC236}">
                  <a16:creationId xmlns:a16="http://schemas.microsoft.com/office/drawing/2014/main" id="{6D33BE0E-A9A9-66D8-9839-3746F80A9670}"/>
                </a:ext>
              </a:extLst>
            </p:cNvPr>
            <p:cNvSpPr txBox="1"/>
            <p:nvPr/>
          </p:nvSpPr>
          <p:spPr>
            <a:xfrm>
              <a:off x="8339102" y="1772469"/>
              <a:ext cx="3369823" cy="747897"/>
            </a:xfrm>
            <a:prstGeom prst="rect">
              <a:avLst/>
            </a:prstGeom>
            <a:noFill/>
          </p:spPr>
          <p:txBody>
            <a:bodyPr wrap="square" lIns="0" tIns="0" rIns="0" bIns="0" rtlCol="0" anchor="ctr">
              <a:spAutoFit/>
            </a:bodyPr>
            <a:lstStyle/>
            <a:p>
              <a:pPr marL="0" lvl="2">
                <a:lnSpc>
                  <a:spcPct val="90000"/>
                </a:lnSpc>
                <a:spcBef>
                  <a:spcPts val="1200"/>
                </a:spcBef>
              </a:pPr>
              <a:r>
                <a:rPr lang="en-US" err="1"/>
                <a:t>Zeitlich</a:t>
              </a:r>
              <a:r>
                <a:rPr lang="en-US"/>
                <a:t> und </a:t>
              </a:r>
              <a:r>
                <a:rPr lang="en-US" err="1"/>
                <a:t>inhaltlich</a:t>
              </a:r>
              <a:r>
                <a:rPr lang="en-US"/>
                <a:t> </a:t>
              </a:r>
              <a:r>
                <a:rPr lang="en-US" b="1" err="1"/>
                <a:t>unabgestimmte</a:t>
              </a:r>
              <a:r>
                <a:rPr lang="en-US" b="1"/>
                <a:t>, </a:t>
              </a:r>
              <a:r>
                <a:rPr lang="en-US" b="1" err="1"/>
                <a:t>manuelle</a:t>
              </a:r>
              <a:r>
                <a:rPr lang="en-US" b="1"/>
                <a:t> Parallel-</a:t>
              </a:r>
              <a:r>
                <a:rPr lang="en-US" b="1" err="1"/>
                <a:t>Prozesse</a:t>
              </a:r>
              <a:r>
                <a:rPr lang="en-US" b="1"/>
                <a:t> </a:t>
              </a:r>
            </a:p>
          </p:txBody>
        </p:sp>
      </p:grpSp>
      <p:grpSp>
        <p:nvGrpSpPr>
          <p:cNvPr id="17" name="Gruppieren 16">
            <a:extLst>
              <a:ext uri="{FF2B5EF4-FFF2-40B4-BE49-F238E27FC236}">
                <a16:creationId xmlns:a16="http://schemas.microsoft.com/office/drawing/2014/main" id="{71211042-7491-40F4-A0DD-8D6711624249}"/>
              </a:ext>
            </a:extLst>
          </p:cNvPr>
          <p:cNvGrpSpPr/>
          <p:nvPr/>
        </p:nvGrpSpPr>
        <p:grpSpPr>
          <a:xfrm>
            <a:off x="7768082" y="2657016"/>
            <a:ext cx="3940843" cy="664797"/>
            <a:chOff x="7768082" y="1814019"/>
            <a:chExt cx="3940843" cy="664797"/>
          </a:xfrm>
        </p:grpSpPr>
        <p:grpSp>
          <p:nvGrpSpPr>
            <p:cNvPr id="18" name="Gruppieren 17">
              <a:extLst>
                <a:ext uri="{FF2B5EF4-FFF2-40B4-BE49-F238E27FC236}">
                  <a16:creationId xmlns:a16="http://schemas.microsoft.com/office/drawing/2014/main" id="{32384FA7-6226-3E22-12F1-5FAED82F17A3}"/>
                </a:ext>
              </a:extLst>
            </p:cNvPr>
            <p:cNvGrpSpPr/>
            <p:nvPr/>
          </p:nvGrpSpPr>
          <p:grpSpPr>
            <a:xfrm>
              <a:off x="7768082" y="1954397"/>
              <a:ext cx="384037" cy="384037"/>
              <a:chOff x="9742942" y="3484588"/>
              <a:chExt cx="384037" cy="384037"/>
            </a:xfrm>
          </p:grpSpPr>
          <p:sp>
            <p:nvSpPr>
              <p:cNvPr id="20" name="HarveyBase">
                <a:extLst>
                  <a:ext uri="{FF2B5EF4-FFF2-40B4-BE49-F238E27FC236}">
                    <a16:creationId xmlns:a16="http://schemas.microsoft.com/office/drawing/2014/main" id="{C51BCB12-BCA2-4213-7B39-C9BAB1EAEF21}"/>
                  </a:ext>
                </a:extLst>
              </p:cNvPr>
              <p:cNvSpPr>
                <a:spLocks/>
              </p:cNvSpPr>
              <p:nvPr/>
            </p:nvSpPr>
            <p:spPr>
              <a:xfrm>
                <a:off x="9742942" y="3484588"/>
                <a:ext cx="384037" cy="384037"/>
              </a:xfrm>
              <a:prstGeom prst="ellipse">
                <a:avLst/>
              </a:prstGeom>
              <a:solidFill>
                <a:srgbClr val="C00000"/>
              </a:solidFill>
              <a:ln w="12700" cmpd="sng">
                <a:solidFill>
                  <a:srgbClr val="C00000"/>
                </a:solidFill>
              </a:ln>
            </p:spPr>
            <p:txBody>
              <a:bodyPr wrap="none" lIns="0" tIns="0" rIns="0" bIns="0" rtlCol="0" anchor="ctr">
                <a:noAutofit/>
              </a:bodyPr>
              <a:lstStyle/>
              <a:p>
                <a:pPr algn="ctr"/>
                <a:endParaRPr lang="de-DE" b="0">
                  <a:latin typeface="+mn-lt"/>
                  <a:cs typeface="Arial" pitchFamily="34" charset="0"/>
                </a:endParaRPr>
              </a:p>
            </p:txBody>
          </p:sp>
          <p:sp>
            <p:nvSpPr>
              <p:cNvPr id="21" name="Freeform 236">
                <a:extLst>
                  <a:ext uri="{FF2B5EF4-FFF2-40B4-BE49-F238E27FC236}">
                    <a16:creationId xmlns:a16="http://schemas.microsoft.com/office/drawing/2014/main" id="{CBA23343-9E1A-383E-71EA-3BD560602A4F}"/>
                  </a:ext>
                </a:extLst>
              </p:cNvPr>
              <p:cNvSpPr>
                <a:spLocks/>
              </p:cNvSpPr>
              <p:nvPr/>
            </p:nvSpPr>
            <p:spPr bwMode="gray">
              <a:xfrm>
                <a:off x="9853725" y="3535458"/>
                <a:ext cx="162470" cy="282297"/>
              </a:xfrm>
              <a:custGeom>
                <a:avLst/>
                <a:gdLst>
                  <a:gd name="T0" fmla="*/ 1915 w 4131"/>
                  <a:gd name="T1" fmla="*/ 0 h 7179"/>
                  <a:gd name="T2" fmla="*/ 4131 w 4131"/>
                  <a:gd name="T3" fmla="*/ 0 h 7179"/>
                  <a:gd name="T4" fmla="*/ 2194 w 4131"/>
                  <a:gd name="T5" fmla="*/ 2771 h 7179"/>
                  <a:gd name="T6" fmla="*/ 4107 w 4131"/>
                  <a:gd name="T7" fmla="*/ 2771 h 7179"/>
                  <a:gd name="T8" fmla="*/ 623 w 4131"/>
                  <a:gd name="T9" fmla="*/ 7179 h 7179"/>
                  <a:gd name="T10" fmla="*/ 2099 w 4131"/>
                  <a:gd name="T11" fmla="*/ 4155 h 7179"/>
                  <a:gd name="T12" fmla="*/ 0 w 4131"/>
                  <a:gd name="T13" fmla="*/ 4155 h 7179"/>
                  <a:gd name="T14" fmla="*/ 1915 w 4131"/>
                  <a:gd name="T15" fmla="*/ 0 h 7179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</a:cxnLst>
                <a:rect l="0" t="0" r="r" b="b"/>
                <a:pathLst>
                  <a:path w="4131" h="7179">
                    <a:moveTo>
                      <a:pt x="1915" y="0"/>
                    </a:moveTo>
                    <a:lnTo>
                      <a:pt x="4131" y="0"/>
                    </a:lnTo>
                    <a:lnTo>
                      <a:pt x="2194" y="2771"/>
                    </a:lnTo>
                    <a:lnTo>
                      <a:pt x="4107" y="2771"/>
                    </a:lnTo>
                    <a:lnTo>
                      <a:pt x="623" y="7179"/>
                    </a:lnTo>
                    <a:lnTo>
                      <a:pt x="2099" y="4155"/>
                    </a:lnTo>
                    <a:lnTo>
                      <a:pt x="0" y="4155"/>
                    </a:lnTo>
                    <a:lnTo>
                      <a:pt x="1915" y="0"/>
                    </a:lnTo>
                    <a:close/>
                  </a:path>
                </a:pathLst>
              </a:custGeom>
              <a:solidFill>
                <a:schemeClr val="bg1"/>
              </a:solidFill>
              <a:ln>
                <a:noFill/>
              </a:ln>
            </p:spPr>
            <p:txBody>
              <a:bodyPr/>
              <a:lstStyle/>
              <a:p>
                <a:endParaRPr lang="de-DE"/>
              </a:p>
            </p:txBody>
          </p:sp>
        </p:grpSp>
        <p:sp>
          <p:nvSpPr>
            <p:cNvPr id="19" name="Textfeld 18">
              <a:extLst>
                <a:ext uri="{FF2B5EF4-FFF2-40B4-BE49-F238E27FC236}">
                  <a16:creationId xmlns:a16="http://schemas.microsoft.com/office/drawing/2014/main" id="{F074E0E5-ACEB-9516-058B-9F6A5957CD57}"/>
                </a:ext>
              </a:extLst>
            </p:cNvPr>
            <p:cNvSpPr txBox="1"/>
            <p:nvPr/>
          </p:nvSpPr>
          <p:spPr>
            <a:xfrm>
              <a:off x="8339102" y="1814019"/>
              <a:ext cx="3369823" cy="664797"/>
            </a:xfrm>
            <a:prstGeom prst="rect">
              <a:avLst/>
            </a:prstGeom>
            <a:noFill/>
          </p:spPr>
          <p:txBody>
            <a:bodyPr wrap="square" lIns="0" tIns="0" rIns="0" bIns="0" rtlCol="0" anchor="ctr">
              <a:spAutoFit/>
            </a:bodyPr>
            <a:lstStyle/>
            <a:p>
              <a:pPr algn="l">
                <a:lnSpc>
                  <a:spcPct val="90000"/>
                </a:lnSpc>
                <a:spcBef>
                  <a:spcPts val="400"/>
                </a:spcBef>
              </a:pPr>
              <a:r>
                <a:rPr lang="en-US" sz="1600" b="1"/>
                <a:t>Medien- und </a:t>
              </a:r>
              <a:r>
                <a:rPr lang="en-US" sz="1600" b="1" err="1"/>
                <a:t>Systembrüche</a:t>
              </a:r>
              <a:r>
                <a:rPr lang="en-US" sz="1600" b="1"/>
                <a:t> </a:t>
              </a:r>
              <a:r>
                <a:rPr lang="en-US" sz="1600" err="1"/>
                <a:t>verursachen</a:t>
              </a:r>
              <a:r>
                <a:rPr lang="en-US" sz="1600"/>
                <a:t> </a:t>
              </a:r>
              <a:r>
                <a:rPr lang="en-US" sz="1600" b="1" err="1"/>
                <a:t>aufwendige</a:t>
              </a:r>
              <a:r>
                <a:rPr lang="en-US" sz="1600"/>
                <a:t> </a:t>
              </a:r>
              <a:r>
                <a:rPr lang="en-US" sz="1600" err="1"/>
                <a:t>Datenhaltung</a:t>
              </a:r>
              <a:endParaRPr lang="en-US" sz="1600"/>
            </a:p>
          </p:txBody>
        </p:sp>
      </p:grpSp>
      <p:grpSp>
        <p:nvGrpSpPr>
          <p:cNvPr id="22" name="Gruppieren 21">
            <a:extLst>
              <a:ext uri="{FF2B5EF4-FFF2-40B4-BE49-F238E27FC236}">
                <a16:creationId xmlns:a16="http://schemas.microsoft.com/office/drawing/2014/main" id="{DE870064-9541-22E4-CE66-D37E0F4784CA}"/>
              </a:ext>
            </a:extLst>
          </p:cNvPr>
          <p:cNvGrpSpPr/>
          <p:nvPr/>
        </p:nvGrpSpPr>
        <p:grpSpPr>
          <a:xfrm>
            <a:off x="7768082" y="3610812"/>
            <a:ext cx="3940843" cy="443198"/>
            <a:chOff x="7768082" y="1924818"/>
            <a:chExt cx="3940843" cy="443198"/>
          </a:xfrm>
        </p:grpSpPr>
        <p:grpSp>
          <p:nvGrpSpPr>
            <p:cNvPr id="23" name="Gruppieren 22">
              <a:extLst>
                <a:ext uri="{FF2B5EF4-FFF2-40B4-BE49-F238E27FC236}">
                  <a16:creationId xmlns:a16="http://schemas.microsoft.com/office/drawing/2014/main" id="{CE9B2FE7-013C-9022-9398-D5F248384C7E}"/>
                </a:ext>
              </a:extLst>
            </p:cNvPr>
            <p:cNvGrpSpPr/>
            <p:nvPr/>
          </p:nvGrpSpPr>
          <p:grpSpPr>
            <a:xfrm>
              <a:off x="7768082" y="1954397"/>
              <a:ext cx="384037" cy="384037"/>
              <a:chOff x="9742942" y="3484588"/>
              <a:chExt cx="384037" cy="384037"/>
            </a:xfrm>
          </p:grpSpPr>
          <p:sp>
            <p:nvSpPr>
              <p:cNvPr id="25" name="HarveyBase">
                <a:extLst>
                  <a:ext uri="{FF2B5EF4-FFF2-40B4-BE49-F238E27FC236}">
                    <a16:creationId xmlns:a16="http://schemas.microsoft.com/office/drawing/2014/main" id="{927C19DC-F047-545F-0512-A0E4BA0716C5}"/>
                  </a:ext>
                </a:extLst>
              </p:cNvPr>
              <p:cNvSpPr>
                <a:spLocks/>
              </p:cNvSpPr>
              <p:nvPr/>
            </p:nvSpPr>
            <p:spPr>
              <a:xfrm>
                <a:off x="9742942" y="3484588"/>
                <a:ext cx="384037" cy="384037"/>
              </a:xfrm>
              <a:prstGeom prst="ellipse">
                <a:avLst/>
              </a:prstGeom>
              <a:solidFill>
                <a:srgbClr val="C00000"/>
              </a:solidFill>
              <a:ln w="12700" cmpd="sng">
                <a:solidFill>
                  <a:srgbClr val="C00000"/>
                </a:solidFill>
              </a:ln>
            </p:spPr>
            <p:txBody>
              <a:bodyPr wrap="none" lIns="0" tIns="0" rIns="0" bIns="0" rtlCol="0" anchor="ctr">
                <a:noAutofit/>
              </a:bodyPr>
              <a:lstStyle/>
              <a:p>
                <a:pPr algn="ctr"/>
                <a:endParaRPr lang="de-DE" b="0">
                  <a:latin typeface="+mn-lt"/>
                  <a:cs typeface="Arial" pitchFamily="34" charset="0"/>
                </a:endParaRPr>
              </a:p>
            </p:txBody>
          </p:sp>
          <p:sp>
            <p:nvSpPr>
              <p:cNvPr id="26" name="Freeform 236">
                <a:extLst>
                  <a:ext uri="{FF2B5EF4-FFF2-40B4-BE49-F238E27FC236}">
                    <a16:creationId xmlns:a16="http://schemas.microsoft.com/office/drawing/2014/main" id="{C6E7F9E6-7EB1-DF98-86E5-CB1EB8510171}"/>
                  </a:ext>
                </a:extLst>
              </p:cNvPr>
              <p:cNvSpPr>
                <a:spLocks/>
              </p:cNvSpPr>
              <p:nvPr/>
            </p:nvSpPr>
            <p:spPr bwMode="gray">
              <a:xfrm>
                <a:off x="9853725" y="3535458"/>
                <a:ext cx="162470" cy="282297"/>
              </a:xfrm>
              <a:custGeom>
                <a:avLst/>
                <a:gdLst>
                  <a:gd name="T0" fmla="*/ 1915 w 4131"/>
                  <a:gd name="T1" fmla="*/ 0 h 7179"/>
                  <a:gd name="T2" fmla="*/ 4131 w 4131"/>
                  <a:gd name="T3" fmla="*/ 0 h 7179"/>
                  <a:gd name="T4" fmla="*/ 2194 w 4131"/>
                  <a:gd name="T5" fmla="*/ 2771 h 7179"/>
                  <a:gd name="T6" fmla="*/ 4107 w 4131"/>
                  <a:gd name="T7" fmla="*/ 2771 h 7179"/>
                  <a:gd name="T8" fmla="*/ 623 w 4131"/>
                  <a:gd name="T9" fmla="*/ 7179 h 7179"/>
                  <a:gd name="T10" fmla="*/ 2099 w 4131"/>
                  <a:gd name="T11" fmla="*/ 4155 h 7179"/>
                  <a:gd name="T12" fmla="*/ 0 w 4131"/>
                  <a:gd name="T13" fmla="*/ 4155 h 7179"/>
                  <a:gd name="T14" fmla="*/ 1915 w 4131"/>
                  <a:gd name="T15" fmla="*/ 0 h 7179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</a:cxnLst>
                <a:rect l="0" t="0" r="r" b="b"/>
                <a:pathLst>
                  <a:path w="4131" h="7179">
                    <a:moveTo>
                      <a:pt x="1915" y="0"/>
                    </a:moveTo>
                    <a:lnTo>
                      <a:pt x="4131" y="0"/>
                    </a:lnTo>
                    <a:lnTo>
                      <a:pt x="2194" y="2771"/>
                    </a:lnTo>
                    <a:lnTo>
                      <a:pt x="4107" y="2771"/>
                    </a:lnTo>
                    <a:lnTo>
                      <a:pt x="623" y="7179"/>
                    </a:lnTo>
                    <a:lnTo>
                      <a:pt x="2099" y="4155"/>
                    </a:lnTo>
                    <a:lnTo>
                      <a:pt x="0" y="4155"/>
                    </a:lnTo>
                    <a:lnTo>
                      <a:pt x="1915" y="0"/>
                    </a:lnTo>
                    <a:close/>
                  </a:path>
                </a:pathLst>
              </a:custGeom>
              <a:solidFill>
                <a:schemeClr val="bg1"/>
              </a:solidFill>
              <a:ln>
                <a:noFill/>
              </a:ln>
            </p:spPr>
            <p:txBody>
              <a:bodyPr/>
              <a:lstStyle/>
              <a:p>
                <a:endParaRPr lang="de-DE"/>
              </a:p>
            </p:txBody>
          </p:sp>
        </p:grpSp>
        <p:sp>
          <p:nvSpPr>
            <p:cNvPr id="24" name="Textfeld 23">
              <a:extLst>
                <a:ext uri="{FF2B5EF4-FFF2-40B4-BE49-F238E27FC236}">
                  <a16:creationId xmlns:a16="http://schemas.microsoft.com/office/drawing/2014/main" id="{3AAF7598-0007-D687-C1F8-92A8B14B353D}"/>
                </a:ext>
              </a:extLst>
            </p:cNvPr>
            <p:cNvSpPr txBox="1"/>
            <p:nvPr/>
          </p:nvSpPr>
          <p:spPr>
            <a:xfrm>
              <a:off x="8339102" y="1924818"/>
              <a:ext cx="3369823" cy="443198"/>
            </a:xfrm>
            <a:prstGeom prst="rect">
              <a:avLst/>
            </a:prstGeom>
            <a:noFill/>
          </p:spPr>
          <p:txBody>
            <a:bodyPr wrap="square" lIns="0" tIns="0" rIns="0" bIns="0" rtlCol="0" anchor="ctr">
              <a:spAutoFit/>
            </a:bodyPr>
            <a:lstStyle/>
            <a:p>
              <a:pPr algn="l">
                <a:lnSpc>
                  <a:spcPct val="90000"/>
                </a:lnSpc>
                <a:spcBef>
                  <a:spcPts val="400"/>
                </a:spcBef>
              </a:pPr>
              <a:r>
                <a:rPr lang="en-US" sz="1600" err="1"/>
                <a:t>Unheitliche</a:t>
              </a:r>
              <a:r>
                <a:rPr lang="en-US" sz="1600"/>
                <a:t> </a:t>
              </a:r>
              <a:r>
                <a:rPr lang="en-US" sz="1600" b="1" err="1"/>
                <a:t>Datenstrukturen</a:t>
              </a:r>
              <a:r>
                <a:rPr lang="en-US" sz="1600"/>
                <a:t> / </a:t>
              </a:r>
              <a:r>
                <a:rPr lang="en-US" sz="1600" err="1"/>
                <a:t>fehlende</a:t>
              </a:r>
              <a:r>
                <a:rPr lang="en-US" sz="1600"/>
                <a:t> </a:t>
              </a:r>
              <a:r>
                <a:rPr lang="en-US" sz="1600" b="1" err="1"/>
                <a:t>Datenbanken</a:t>
              </a:r>
              <a:endParaRPr lang="en-US" sz="1600" b="1"/>
            </a:p>
          </p:txBody>
        </p:sp>
      </p:grpSp>
      <p:grpSp>
        <p:nvGrpSpPr>
          <p:cNvPr id="27" name="Gruppieren 26">
            <a:extLst>
              <a:ext uri="{FF2B5EF4-FFF2-40B4-BE49-F238E27FC236}">
                <a16:creationId xmlns:a16="http://schemas.microsoft.com/office/drawing/2014/main" id="{4103521E-039C-E6EF-44F6-AD3AEF004AB1}"/>
              </a:ext>
            </a:extLst>
          </p:cNvPr>
          <p:cNvGrpSpPr/>
          <p:nvPr/>
        </p:nvGrpSpPr>
        <p:grpSpPr>
          <a:xfrm>
            <a:off x="7768082" y="4343010"/>
            <a:ext cx="3940843" cy="664797"/>
            <a:chOff x="7768082" y="1814019"/>
            <a:chExt cx="3940843" cy="664797"/>
          </a:xfrm>
        </p:grpSpPr>
        <p:grpSp>
          <p:nvGrpSpPr>
            <p:cNvPr id="28" name="Gruppieren 27">
              <a:extLst>
                <a:ext uri="{FF2B5EF4-FFF2-40B4-BE49-F238E27FC236}">
                  <a16:creationId xmlns:a16="http://schemas.microsoft.com/office/drawing/2014/main" id="{45A51C00-5511-C807-14FF-6E5EF99942F7}"/>
                </a:ext>
              </a:extLst>
            </p:cNvPr>
            <p:cNvGrpSpPr/>
            <p:nvPr/>
          </p:nvGrpSpPr>
          <p:grpSpPr>
            <a:xfrm>
              <a:off x="7768082" y="1954397"/>
              <a:ext cx="384037" cy="384037"/>
              <a:chOff x="9742942" y="3484588"/>
              <a:chExt cx="384037" cy="384037"/>
            </a:xfrm>
          </p:grpSpPr>
          <p:sp>
            <p:nvSpPr>
              <p:cNvPr id="30" name="HarveyBase">
                <a:extLst>
                  <a:ext uri="{FF2B5EF4-FFF2-40B4-BE49-F238E27FC236}">
                    <a16:creationId xmlns:a16="http://schemas.microsoft.com/office/drawing/2014/main" id="{4AD7858C-C69E-0F6B-6FA6-8B8B27863A67}"/>
                  </a:ext>
                </a:extLst>
              </p:cNvPr>
              <p:cNvSpPr>
                <a:spLocks/>
              </p:cNvSpPr>
              <p:nvPr/>
            </p:nvSpPr>
            <p:spPr>
              <a:xfrm>
                <a:off x="9742942" y="3484588"/>
                <a:ext cx="384037" cy="384037"/>
              </a:xfrm>
              <a:prstGeom prst="ellipse">
                <a:avLst/>
              </a:prstGeom>
              <a:solidFill>
                <a:srgbClr val="C00000"/>
              </a:solidFill>
              <a:ln w="12700" cmpd="sng">
                <a:solidFill>
                  <a:srgbClr val="C00000"/>
                </a:solidFill>
              </a:ln>
            </p:spPr>
            <p:txBody>
              <a:bodyPr wrap="none" lIns="0" tIns="0" rIns="0" bIns="0" rtlCol="0" anchor="ctr">
                <a:noAutofit/>
              </a:bodyPr>
              <a:lstStyle/>
              <a:p>
                <a:pPr algn="ctr"/>
                <a:endParaRPr lang="de-DE" b="0">
                  <a:latin typeface="+mn-lt"/>
                  <a:cs typeface="Arial" pitchFamily="34" charset="0"/>
                </a:endParaRPr>
              </a:p>
            </p:txBody>
          </p:sp>
          <p:sp>
            <p:nvSpPr>
              <p:cNvPr id="31" name="Freeform 236">
                <a:extLst>
                  <a:ext uri="{FF2B5EF4-FFF2-40B4-BE49-F238E27FC236}">
                    <a16:creationId xmlns:a16="http://schemas.microsoft.com/office/drawing/2014/main" id="{7BDBCB6D-32CF-49BB-EA6F-5F19076CA2FB}"/>
                  </a:ext>
                </a:extLst>
              </p:cNvPr>
              <p:cNvSpPr>
                <a:spLocks/>
              </p:cNvSpPr>
              <p:nvPr/>
            </p:nvSpPr>
            <p:spPr bwMode="gray">
              <a:xfrm>
                <a:off x="9853725" y="3535458"/>
                <a:ext cx="162470" cy="282297"/>
              </a:xfrm>
              <a:custGeom>
                <a:avLst/>
                <a:gdLst>
                  <a:gd name="T0" fmla="*/ 1915 w 4131"/>
                  <a:gd name="T1" fmla="*/ 0 h 7179"/>
                  <a:gd name="T2" fmla="*/ 4131 w 4131"/>
                  <a:gd name="T3" fmla="*/ 0 h 7179"/>
                  <a:gd name="T4" fmla="*/ 2194 w 4131"/>
                  <a:gd name="T5" fmla="*/ 2771 h 7179"/>
                  <a:gd name="T6" fmla="*/ 4107 w 4131"/>
                  <a:gd name="T7" fmla="*/ 2771 h 7179"/>
                  <a:gd name="T8" fmla="*/ 623 w 4131"/>
                  <a:gd name="T9" fmla="*/ 7179 h 7179"/>
                  <a:gd name="T10" fmla="*/ 2099 w 4131"/>
                  <a:gd name="T11" fmla="*/ 4155 h 7179"/>
                  <a:gd name="T12" fmla="*/ 0 w 4131"/>
                  <a:gd name="T13" fmla="*/ 4155 h 7179"/>
                  <a:gd name="T14" fmla="*/ 1915 w 4131"/>
                  <a:gd name="T15" fmla="*/ 0 h 7179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</a:cxnLst>
                <a:rect l="0" t="0" r="r" b="b"/>
                <a:pathLst>
                  <a:path w="4131" h="7179">
                    <a:moveTo>
                      <a:pt x="1915" y="0"/>
                    </a:moveTo>
                    <a:lnTo>
                      <a:pt x="4131" y="0"/>
                    </a:lnTo>
                    <a:lnTo>
                      <a:pt x="2194" y="2771"/>
                    </a:lnTo>
                    <a:lnTo>
                      <a:pt x="4107" y="2771"/>
                    </a:lnTo>
                    <a:lnTo>
                      <a:pt x="623" y="7179"/>
                    </a:lnTo>
                    <a:lnTo>
                      <a:pt x="2099" y="4155"/>
                    </a:lnTo>
                    <a:lnTo>
                      <a:pt x="0" y="4155"/>
                    </a:lnTo>
                    <a:lnTo>
                      <a:pt x="1915" y="0"/>
                    </a:lnTo>
                    <a:close/>
                  </a:path>
                </a:pathLst>
              </a:custGeom>
              <a:solidFill>
                <a:schemeClr val="bg1"/>
              </a:solidFill>
              <a:ln>
                <a:noFill/>
              </a:ln>
            </p:spPr>
            <p:txBody>
              <a:bodyPr/>
              <a:lstStyle/>
              <a:p>
                <a:endParaRPr lang="de-DE"/>
              </a:p>
            </p:txBody>
          </p:sp>
        </p:grpSp>
        <p:sp>
          <p:nvSpPr>
            <p:cNvPr id="29" name="Textfeld 28">
              <a:extLst>
                <a:ext uri="{FF2B5EF4-FFF2-40B4-BE49-F238E27FC236}">
                  <a16:creationId xmlns:a16="http://schemas.microsoft.com/office/drawing/2014/main" id="{B32F8B86-DAF9-3145-BA53-4BF6AE70A16F}"/>
                </a:ext>
              </a:extLst>
            </p:cNvPr>
            <p:cNvSpPr txBox="1"/>
            <p:nvPr/>
          </p:nvSpPr>
          <p:spPr>
            <a:xfrm>
              <a:off x="8339102" y="1814019"/>
              <a:ext cx="3369823" cy="664797"/>
            </a:xfrm>
            <a:prstGeom prst="rect">
              <a:avLst/>
            </a:prstGeom>
            <a:noFill/>
          </p:spPr>
          <p:txBody>
            <a:bodyPr wrap="square" lIns="0" tIns="0" rIns="0" bIns="0" rtlCol="0" anchor="ctr">
              <a:spAutoFit/>
            </a:bodyPr>
            <a:lstStyle/>
            <a:p>
              <a:pPr algn="l">
                <a:lnSpc>
                  <a:spcPct val="90000"/>
                </a:lnSpc>
                <a:spcBef>
                  <a:spcPts val="400"/>
                </a:spcBef>
              </a:pPr>
              <a:r>
                <a:rPr lang="en-US" sz="1600" b="1" err="1"/>
                <a:t>Intransparenz</a:t>
              </a:r>
              <a:r>
                <a:rPr lang="en-US" sz="1600"/>
                <a:t> in </a:t>
              </a:r>
              <a:r>
                <a:rPr lang="en-US" sz="1600" err="1"/>
                <a:t>bereichsübergreifenden</a:t>
              </a:r>
              <a:r>
                <a:rPr lang="en-US" sz="1600"/>
                <a:t> Status für </a:t>
              </a:r>
              <a:r>
                <a:rPr lang="en-US" sz="1600" err="1"/>
                <a:t>Ressourcen</a:t>
              </a:r>
              <a:r>
                <a:rPr lang="en-US" sz="1600"/>
                <a:t> und Kosten </a:t>
              </a:r>
            </a:p>
          </p:txBody>
        </p:sp>
      </p:grpSp>
      <p:grpSp>
        <p:nvGrpSpPr>
          <p:cNvPr id="32" name="Gruppieren 31">
            <a:extLst>
              <a:ext uri="{FF2B5EF4-FFF2-40B4-BE49-F238E27FC236}">
                <a16:creationId xmlns:a16="http://schemas.microsoft.com/office/drawing/2014/main" id="{53CD1520-8390-210E-D97B-6D971B9271DE}"/>
              </a:ext>
            </a:extLst>
          </p:cNvPr>
          <p:cNvGrpSpPr/>
          <p:nvPr/>
        </p:nvGrpSpPr>
        <p:grpSpPr>
          <a:xfrm>
            <a:off x="7768082" y="5025964"/>
            <a:ext cx="3940843" cy="984885"/>
            <a:chOff x="7768082" y="1653975"/>
            <a:chExt cx="3940843" cy="984885"/>
          </a:xfrm>
        </p:grpSpPr>
        <p:grpSp>
          <p:nvGrpSpPr>
            <p:cNvPr id="33" name="Gruppieren 32">
              <a:extLst>
                <a:ext uri="{FF2B5EF4-FFF2-40B4-BE49-F238E27FC236}">
                  <a16:creationId xmlns:a16="http://schemas.microsoft.com/office/drawing/2014/main" id="{588A8BF0-4636-9503-60E3-72D2004C6737}"/>
                </a:ext>
              </a:extLst>
            </p:cNvPr>
            <p:cNvGrpSpPr/>
            <p:nvPr/>
          </p:nvGrpSpPr>
          <p:grpSpPr>
            <a:xfrm>
              <a:off x="7768082" y="1954397"/>
              <a:ext cx="384037" cy="384037"/>
              <a:chOff x="9742942" y="3484588"/>
              <a:chExt cx="384037" cy="384037"/>
            </a:xfrm>
          </p:grpSpPr>
          <p:sp>
            <p:nvSpPr>
              <p:cNvPr id="35" name="HarveyBase">
                <a:extLst>
                  <a:ext uri="{FF2B5EF4-FFF2-40B4-BE49-F238E27FC236}">
                    <a16:creationId xmlns:a16="http://schemas.microsoft.com/office/drawing/2014/main" id="{20EF357C-8B80-F33C-7599-3D9A8A86E556}"/>
                  </a:ext>
                </a:extLst>
              </p:cNvPr>
              <p:cNvSpPr>
                <a:spLocks/>
              </p:cNvSpPr>
              <p:nvPr/>
            </p:nvSpPr>
            <p:spPr>
              <a:xfrm>
                <a:off x="9742942" y="3484588"/>
                <a:ext cx="384037" cy="384037"/>
              </a:xfrm>
              <a:prstGeom prst="ellipse">
                <a:avLst/>
              </a:prstGeom>
              <a:solidFill>
                <a:srgbClr val="C00000"/>
              </a:solidFill>
              <a:ln w="12700" cmpd="sng">
                <a:solidFill>
                  <a:srgbClr val="C00000"/>
                </a:solidFill>
              </a:ln>
            </p:spPr>
            <p:txBody>
              <a:bodyPr wrap="none" lIns="0" tIns="0" rIns="0" bIns="0" rtlCol="0" anchor="ctr">
                <a:noAutofit/>
              </a:bodyPr>
              <a:lstStyle/>
              <a:p>
                <a:pPr algn="ctr"/>
                <a:endParaRPr lang="de-DE" b="0">
                  <a:latin typeface="+mn-lt"/>
                  <a:cs typeface="Arial" pitchFamily="34" charset="0"/>
                </a:endParaRPr>
              </a:p>
            </p:txBody>
          </p:sp>
          <p:sp>
            <p:nvSpPr>
              <p:cNvPr id="36" name="Freeform 236">
                <a:extLst>
                  <a:ext uri="{FF2B5EF4-FFF2-40B4-BE49-F238E27FC236}">
                    <a16:creationId xmlns:a16="http://schemas.microsoft.com/office/drawing/2014/main" id="{8239D445-081F-1B09-F9A1-46396C8D954A}"/>
                  </a:ext>
                </a:extLst>
              </p:cNvPr>
              <p:cNvSpPr>
                <a:spLocks/>
              </p:cNvSpPr>
              <p:nvPr/>
            </p:nvSpPr>
            <p:spPr bwMode="gray">
              <a:xfrm>
                <a:off x="9853725" y="3535458"/>
                <a:ext cx="162470" cy="282297"/>
              </a:xfrm>
              <a:custGeom>
                <a:avLst/>
                <a:gdLst>
                  <a:gd name="T0" fmla="*/ 1915 w 4131"/>
                  <a:gd name="T1" fmla="*/ 0 h 7179"/>
                  <a:gd name="T2" fmla="*/ 4131 w 4131"/>
                  <a:gd name="T3" fmla="*/ 0 h 7179"/>
                  <a:gd name="T4" fmla="*/ 2194 w 4131"/>
                  <a:gd name="T5" fmla="*/ 2771 h 7179"/>
                  <a:gd name="T6" fmla="*/ 4107 w 4131"/>
                  <a:gd name="T7" fmla="*/ 2771 h 7179"/>
                  <a:gd name="T8" fmla="*/ 623 w 4131"/>
                  <a:gd name="T9" fmla="*/ 7179 h 7179"/>
                  <a:gd name="T10" fmla="*/ 2099 w 4131"/>
                  <a:gd name="T11" fmla="*/ 4155 h 7179"/>
                  <a:gd name="T12" fmla="*/ 0 w 4131"/>
                  <a:gd name="T13" fmla="*/ 4155 h 7179"/>
                  <a:gd name="T14" fmla="*/ 1915 w 4131"/>
                  <a:gd name="T15" fmla="*/ 0 h 7179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</a:cxnLst>
                <a:rect l="0" t="0" r="r" b="b"/>
                <a:pathLst>
                  <a:path w="4131" h="7179">
                    <a:moveTo>
                      <a:pt x="1915" y="0"/>
                    </a:moveTo>
                    <a:lnTo>
                      <a:pt x="4131" y="0"/>
                    </a:lnTo>
                    <a:lnTo>
                      <a:pt x="2194" y="2771"/>
                    </a:lnTo>
                    <a:lnTo>
                      <a:pt x="4107" y="2771"/>
                    </a:lnTo>
                    <a:lnTo>
                      <a:pt x="623" y="7179"/>
                    </a:lnTo>
                    <a:lnTo>
                      <a:pt x="2099" y="4155"/>
                    </a:lnTo>
                    <a:lnTo>
                      <a:pt x="0" y="4155"/>
                    </a:lnTo>
                    <a:lnTo>
                      <a:pt x="1915" y="0"/>
                    </a:lnTo>
                    <a:close/>
                  </a:path>
                </a:pathLst>
              </a:custGeom>
              <a:solidFill>
                <a:schemeClr val="bg1"/>
              </a:solidFill>
              <a:ln>
                <a:noFill/>
              </a:ln>
            </p:spPr>
            <p:txBody>
              <a:bodyPr/>
              <a:lstStyle/>
              <a:p>
                <a:endParaRPr lang="de-DE"/>
              </a:p>
            </p:txBody>
          </p:sp>
        </p:grpSp>
        <p:sp>
          <p:nvSpPr>
            <p:cNvPr id="34" name="Textfeld 33">
              <a:extLst>
                <a:ext uri="{FF2B5EF4-FFF2-40B4-BE49-F238E27FC236}">
                  <a16:creationId xmlns:a16="http://schemas.microsoft.com/office/drawing/2014/main" id="{A0AC76CF-8518-2E43-E31B-F1D36AC597D5}"/>
                </a:ext>
              </a:extLst>
            </p:cNvPr>
            <p:cNvSpPr txBox="1"/>
            <p:nvPr/>
          </p:nvSpPr>
          <p:spPr>
            <a:xfrm>
              <a:off x="8339102" y="1653975"/>
              <a:ext cx="3369823" cy="984885"/>
            </a:xfrm>
            <a:prstGeom prst="rect">
              <a:avLst/>
            </a:prstGeom>
            <a:noFill/>
          </p:spPr>
          <p:txBody>
            <a:bodyPr wrap="square" lIns="0" tIns="0" rIns="0" bIns="0" rtlCol="0" anchor="ctr">
              <a:spAutoFit/>
            </a:bodyPr>
            <a:lstStyle/>
            <a:p>
              <a:pPr marL="88900" lvl="1">
                <a:buClr>
                  <a:schemeClr val="accent2"/>
                </a:buClr>
              </a:pPr>
              <a:r>
                <a:rPr lang="de-DE" sz="1600" b="1"/>
                <a:t>Abgekündigte</a:t>
              </a:r>
              <a:r>
                <a:rPr lang="de-DE" sz="1600"/>
                <a:t> / </a:t>
              </a:r>
              <a:r>
                <a:rPr lang="de-DE" sz="1600" b="1"/>
                <a:t>nicht mehr supportete Tools</a:t>
              </a:r>
              <a:br>
                <a:rPr lang="de-DE" sz="1600"/>
              </a:br>
              <a:r>
                <a:rPr lang="de-DE" sz="1600"/>
                <a:t>(PIT xx/xx </a:t>
              </a:r>
              <a:br>
                <a:rPr lang="de-DE" sz="1600"/>
              </a:br>
              <a:r>
                <a:rPr lang="de-DE" sz="1600"/>
                <a:t>Microsoft Project Online 10/26)</a:t>
              </a:r>
            </a:p>
          </p:txBody>
        </p:sp>
      </p:grpSp>
      <p:grpSp>
        <p:nvGrpSpPr>
          <p:cNvPr id="10" name="Group 9">
            <a:extLst>
              <a:ext uri="{FF2B5EF4-FFF2-40B4-BE49-F238E27FC236}">
                <a16:creationId xmlns:a16="http://schemas.microsoft.com/office/drawing/2014/main" id="{D2C59000-6939-A396-92B4-91D77D31DB88}"/>
              </a:ext>
            </a:extLst>
          </p:cNvPr>
          <p:cNvGrpSpPr/>
          <p:nvPr/>
        </p:nvGrpSpPr>
        <p:grpSpPr>
          <a:xfrm>
            <a:off x="2950980" y="3324496"/>
            <a:ext cx="4234746" cy="2856167"/>
            <a:chOff x="438376" y="1423040"/>
            <a:chExt cx="6815864" cy="4520560"/>
          </a:xfrm>
        </p:grpSpPr>
        <p:pic>
          <p:nvPicPr>
            <p:cNvPr id="11" name="Picture 2" descr="Ipad PNGs zum kostenlosen Download">
              <a:extLst>
                <a:ext uri="{FF2B5EF4-FFF2-40B4-BE49-F238E27FC236}">
                  <a16:creationId xmlns:a16="http://schemas.microsoft.com/office/drawing/2014/main" id="{2137FC22-B623-38FC-1174-6F2EB60EF813}"/>
                </a:ext>
              </a:extLst>
            </p:cNvPr>
            <p:cNvPicPr>
              <a:picLocks noChangeAspect="1" noChangeArrowheads="1"/>
            </p:cNvPicPr>
            <p:nvPr/>
          </p:nvPicPr>
          <p:blipFill rotWithShape="1">
            <a:blip r:embed="rId5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l="13961" t="1884" r="13961" b="1884"/>
            <a:stretch>
              <a:fillRect/>
            </a:stretch>
          </p:blipFill>
          <p:spPr bwMode="auto">
            <a:xfrm rot="16200000">
              <a:off x="1586028" y="275388"/>
              <a:ext cx="4520560" cy="6815864"/>
            </a:xfrm>
            <a:prstGeom prst="rect">
              <a:avLst/>
            </a:prstGeom>
            <a:noFill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  <p:pic>
          <p:nvPicPr>
            <p:cNvPr id="12" name="Grafik 4">
              <a:extLst>
                <a:ext uri="{FF2B5EF4-FFF2-40B4-BE49-F238E27FC236}">
                  <a16:creationId xmlns:a16="http://schemas.microsoft.com/office/drawing/2014/main" id="{D151F65E-DB6D-E8CE-492F-B2EF59516AAB}"/>
                </a:ext>
              </a:extLst>
            </p:cNvPr>
            <p:cNvPicPr>
              <a:picLocks noChangeAspect="1"/>
            </p:cNvPicPr>
            <p:nvPr/>
          </p:nvPicPr>
          <p:blipFill>
            <a:blip r:embed="rId7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l="7246"/>
            <a:stretch>
              <a:fillRect/>
            </a:stretch>
          </p:blipFill>
          <p:spPr>
            <a:xfrm>
              <a:off x="789411" y="2177501"/>
              <a:ext cx="6142399" cy="3116336"/>
            </a:xfrm>
            <a:prstGeom prst="rect">
              <a:avLst/>
            </a:prstGeom>
          </p:spPr>
        </p:pic>
      </p:grpSp>
      <p:sp>
        <p:nvSpPr>
          <p:cNvPr id="38" name="TextBox 37">
            <a:extLst>
              <a:ext uri="{FF2B5EF4-FFF2-40B4-BE49-F238E27FC236}">
                <a16:creationId xmlns:a16="http://schemas.microsoft.com/office/drawing/2014/main" id="{A83AA403-60D4-2F89-09FD-9F0D5A939CB2}"/>
              </a:ext>
            </a:extLst>
          </p:cNvPr>
          <p:cNvSpPr txBox="1"/>
          <p:nvPr/>
        </p:nvSpPr>
        <p:spPr>
          <a:xfrm>
            <a:off x="590146" y="3836363"/>
            <a:ext cx="1952017" cy="174851"/>
          </a:xfrm>
          <a:prstGeom prst="rect">
            <a:avLst/>
          </a:prstGeom>
          <a:noFill/>
        </p:spPr>
        <p:txBody>
          <a:bodyPr wrap="square" lIns="18000" tIns="18000" rIns="18000" bIns="18000" rtlCol="0">
            <a:spAutoFit/>
          </a:bodyPr>
          <a:lstStyle/>
          <a:p>
            <a:pPr algn="l">
              <a:lnSpc>
                <a:spcPct val="90000"/>
              </a:lnSpc>
              <a:spcBef>
                <a:spcPts val="400"/>
              </a:spcBef>
            </a:pPr>
            <a:r>
              <a:rPr lang="en-US" sz="1000" i="1"/>
              <a:t>(</a:t>
            </a:r>
            <a:r>
              <a:rPr lang="en-US" sz="1000" i="1" err="1"/>
              <a:t>vereinfachtes</a:t>
            </a:r>
            <a:r>
              <a:rPr lang="en-US" sz="1000" i="1"/>
              <a:t> </a:t>
            </a:r>
            <a:r>
              <a:rPr lang="en-US" sz="1000" i="1" err="1"/>
              <a:t>Prozessschaubild</a:t>
            </a:r>
            <a:r>
              <a:rPr lang="en-US" sz="1000" i="1"/>
              <a:t>)</a:t>
            </a:r>
          </a:p>
        </p:txBody>
      </p:sp>
      <p:sp>
        <p:nvSpPr>
          <p:cNvPr id="39" name="TextBox 38">
            <a:extLst>
              <a:ext uri="{FF2B5EF4-FFF2-40B4-BE49-F238E27FC236}">
                <a16:creationId xmlns:a16="http://schemas.microsoft.com/office/drawing/2014/main" id="{55F0961F-AB5F-BD75-A71E-19B1C72BD1C0}"/>
              </a:ext>
            </a:extLst>
          </p:cNvPr>
          <p:cNvSpPr txBox="1"/>
          <p:nvPr/>
        </p:nvSpPr>
        <p:spPr>
          <a:xfrm>
            <a:off x="3022315" y="6173914"/>
            <a:ext cx="1952017" cy="174851"/>
          </a:xfrm>
          <a:prstGeom prst="rect">
            <a:avLst/>
          </a:prstGeom>
          <a:noFill/>
        </p:spPr>
        <p:txBody>
          <a:bodyPr wrap="square" lIns="18000" tIns="18000" rIns="18000" bIns="18000" rtlCol="0">
            <a:spAutoFit/>
          </a:bodyPr>
          <a:lstStyle/>
          <a:p>
            <a:pPr algn="l">
              <a:lnSpc>
                <a:spcPct val="90000"/>
              </a:lnSpc>
              <a:spcBef>
                <a:spcPts val="400"/>
              </a:spcBef>
            </a:pPr>
            <a:r>
              <a:rPr lang="en-US" sz="1000" i="1"/>
              <a:t>(</a:t>
            </a:r>
            <a:r>
              <a:rPr lang="en-US" sz="1000" i="1" err="1"/>
              <a:t>vereinfachtes</a:t>
            </a:r>
            <a:r>
              <a:rPr lang="en-US" sz="1000" i="1"/>
              <a:t> </a:t>
            </a:r>
            <a:r>
              <a:rPr lang="en-US" sz="1000" i="1" err="1"/>
              <a:t>Systemschaubild</a:t>
            </a:r>
            <a:r>
              <a:rPr lang="en-US" sz="1000" i="1"/>
              <a:t>)</a:t>
            </a:r>
          </a:p>
        </p:txBody>
      </p:sp>
    </p:spTree>
    <p:extLst>
      <p:ext uri="{BB962C8B-B14F-4D97-AF65-F5344CB8AC3E}">
        <p14:creationId xmlns:p14="http://schemas.microsoft.com/office/powerpoint/2010/main" val="1350282927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28744A7-AC92-C849-8475-06101177DC0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3" name="think-cell data - do not delete" hidden="1">
            <a:extLst>
              <a:ext uri="{FF2B5EF4-FFF2-40B4-BE49-F238E27FC236}">
                <a16:creationId xmlns:a16="http://schemas.microsoft.com/office/drawing/2014/main" id="{5E850B5B-13A0-62DD-2688-3C7C07F29939}"/>
              </a:ext>
            </a:extLst>
          </p:cNvPr>
          <p:cNvGraphicFramePr>
            <a:graphicFrameLocks/>
          </p:cNvGraphicFramePr>
          <p:nvPr>
            <p:custDataLst>
              <p:tags r:id="rId1"/>
            </p:custDataLst>
          </p:nvPr>
        </p:nvGraphicFramePr>
        <p:xfrm>
          <a:off x="1588" y="1588"/>
          <a:ext cx="1588" cy="15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think-cell Slide" r:id="rId3" imgW="408" imgH="408" progId="TCLayout.ActiveDocument.1">
                  <p:embed/>
                </p:oleObj>
              </mc:Choice>
              <mc:Fallback>
                <p:oleObj name="think-cell Slide" r:id="rId3" imgW="408" imgH="408" progId="TCLayout.ActiveDocument.1">
                  <p:embed/>
                  <p:pic>
                    <p:nvPicPr>
                      <p:cNvPr id="3" name="think-cell data - do not delete" hidden="1">
                        <a:extLst>
                          <a:ext uri="{FF2B5EF4-FFF2-40B4-BE49-F238E27FC236}">
                            <a16:creationId xmlns:a16="http://schemas.microsoft.com/office/drawing/2014/main" id="{5E850B5B-13A0-62DD-2688-3C7C07F29939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4"/>
                      <a:stretch>
                        <a:fillRect/>
                      </a:stretch>
                    </p:blipFill>
                    <p:spPr>
                      <a:xfrm>
                        <a:off x="1588" y="1588"/>
                        <a:ext cx="1588" cy="1588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2" name="Titel 1">
            <a:extLst>
              <a:ext uri="{FF2B5EF4-FFF2-40B4-BE49-F238E27FC236}">
                <a16:creationId xmlns:a16="http://schemas.microsoft.com/office/drawing/2014/main" id="{332CF36E-C444-BE16-78C1-050016AD315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79426" y="503546"/>
            <a:ext cx="9579925" cy="304699"/>
          </a:xfrm>
        </p:spPr>
        <p:txBody>
          <a:bodyPr vert="horz" rIns="0"/>
          <a:lstStyle/>
          <a:p>
            <a:r>
              <a:rPr lang="de-DE" sz="2400"/>
              <a:t>Vorgehen / Ansatz / Prämissen</a:t>
            </a:r>
            <a:endParaRPr lang="de-DE" b="0"/>
          </a:p>
        </p:txBody>
      </p:sp>
      <p:grpSp>
        <p:nvGrpSpPr>
          <p:cNvPr id="6" name="Gruppieren 5">
            <a:extLst>
              <a:ext uri="{FF2B5EF4-FFF2-40B4-BE49-F238E27FC236}">
                <a16:creationId xmlns:a16="http://schemas.microsoft.com/office/drawing/2014/main" id="{6C4B8393-D82C-6643-9125-25C55F2B30AA}"/>
              </a:ext>
            </a:extLst>
          </p:cNvPr>
          <p:cNvGrpSpPr/>
          <p:nvPr/>
        </p:nvGrpSpPr>
        <p:grpSpPr>
          <a:xfrm>
            <a:off x="479426" y="2739732"/>
            <a:ext cx="5092699" cy="313200"/>
            <a:chOff x="479426" y="1653882"/>
            <a:chExt cx="5092699" cy="313200"/>
          </a:xfrm>
        </p:grpSpPr>
        <p:sp>
          <p:nvSpPr>
            <p:cNvPr id="7" name="Rechteck 6">
              <a:extLst>
                <a:ext uri="{FF2B5EF4-FFF2-40B4-BE49-F238E27FC236}">
                  <a16:creationId xmlns:a16="http://schemas.microsoft.com/office/drawing/2014/main" id="{18D6BF3E-7811-0A07-5736-1431D25F2AB8}"/>
                </a:ext>
              </a:extLst>
            </p:cNvPr>
            <p:cNvSpPr/>
            <p:nvPr/>
          </p:nvSpPr>
          <p:spPr>
            <a:xfrm>
              <a:off x="910770" y="1653882"/>
              <a:ext cx="4661355" cy="276999"/>
            </a:xfrm>
            <a:prstGeom prst="rect">
              <a:avLst/>
            </a:prstGeom>
          </p:spPr>
          <p:txBody>
            <a:bodyPr wrap="square" lIns="0" tIns="0" rIns="0" bIns="0">
              <a:spAutoFit/>
            </a:bodyPr>
            <a:lstStyle/>
            <a:p>
              <a:r>
                <a:rPr lang="de-DE"/>
                <a:t>Standardisierte, </a:t>
              </a:r>
              <a:r>
                <a:rPr lang="de-DE" err="1"/>
                <a:t>releasefähige</a:t>
              </a:r>
              <a:r>
                <a:rPr lang="de-DE"/>
                <a:t> Software</a:t>
              </a:r>
            </a:p>
          </p:txBody>
        </p:sp>
        <p:grpSp>
          <p:nvGrpSpPr>
            <p:cNvPr id="8" name="Group 182">
              <a:extLst>
                <a:ext uri="{FF2B5EF4-FFF2-40B4-BE49-F238E27FC236}">
                  <a16:creationId xmlns:a16="http://schemas.microsoft.com/office/drawing/2014/main" id="{5DF3F981-DF43-B70B-AA48-4A25C9EA63CB}"/>
                </a:ext>
              </a:extLst>
            </p:cNvPr>
            <p:cNvGrpSpPr>
              <a:grpSpLocks/>
            </p:cNvGrpSpPr>
            <p:nvPr/>
          </p:nvGrpSpPr>
          <p:grpSpPr>
            <a:xfrm>
              <a:off x="479426" y="1653882"/>
              <a:ext cx="313200" cy="313200"/>
              <a:chOff x="1003302" y="1257302"/>
              <a:chExt cx="396228" cy="396228"/>
            </a:xfrm>
          </p:grpSpPr>
          <p:sp>
            <p:nvSpPr>
              <p:cNvPr id="9" name="Oval 183">
                <a:extLst>
                  <a:ext uri="{FF2B5EF4-FFF2-40B4-BE49-F238E27FC236}">
                    <a16:creationId xmlns:a16="http://schemas.microsoft.com/office/drawing/2014/main" id="{DCF6E96C-6FEE-6ECF-7AAF-AB9D407728A1}"/>
                  </a:ext>
                </a:extLst>
              </p:cNvPr>
              <p:cNvSpPr/>
              <p:nvPr/>
            </p:nvSpPr>
            <p:spPr>
              <a:xfrm>
                <a:off x="1003302" y="1257302"/>
                <a:ext cx="396228" cy="396228"/>
              </a:xfrm>
              <a:prstGeom prst="ellipse">
                <a:avLst/>
              </a:prstGeom>
              <a:solidFill>
                <a:schemeClr val="accent2"/>
              </a:solidFill>
              <a:ln w="6350"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72000" tIns="72000" rIns="72000" bIns="72000" rtlCol="0" anchor="ctr"/>
              <a:lstStyle/>
              <a:p>
                <a:pPr algn="ctr">
                  <a:lnSpc>
                    <a:spcPct val="90000"/>
                  </a:lnSpc>
                </a:pPr>
                <a:endParaRPr lang="de-DE" sz="1600">
                  <a:solidFill>
                    <a:schemeClr val="tx1"/>
                  </a:solidFill>
                </a:endParaRPr>
              </a:p>
            </p:txBody>
          </p:sp>
          <p:pic>
            <p:nvPicPr>
              <p:cNvPr id="10" name="Graphic 148">
                <a:extLst>
                  <a:ext uri="{FF2B5EF4-FFF2-40B4-BE49-F238E27FC236}">
                    <a16:creationId xmlns:a16="http://schemas.microsoft.com/office/drawing/2014/main" id="{0F1F7EB4-7BDE-1ADF-68E7-4182FBC13FB2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cstate="print">
                <a:extLst>
                  <a:ext uri="{28A0092B-C50C-407E-A947-70E740481C1C}">
                    <a14:useLocalDpi xmlns:a14="http://schemas.microsoft.com/office/drawing/2010/main" val="0"/>
                  </a:ext>
                  <a:ext uri="{96DAC541-7B7A-43D3-8B79-37D633B846F1}">
                    <asvg:svgBlip xmlns:asvg="http://schemas.microsoft.com/office/drawing/2016/SVG/main" r:embed="rId5"/>
                  </a:ext>
                </a:extLst>
              </a:blip>
              <a:stretch>
                <a:fillRect/>
              </a:stretch>
            </p:blipFill>
            <p:spPr>
              <a:xfrm>
                <a:off x="1010914" y="1264914"/>
                <a:ext cx="381000" cy="381000"/>
              </a:xfrm>
              <a:prstGeom prst="rect">
                <a:avLst/>
              </a:prstGeom>
            </p:spPr>
          </p:pic>
        </p:grpSp>
      </p:grpSp>
      <p:grpSp>
        <p:nvGrpSpPr>
          <p:cNvPr id="11" name="Gruppieren 10">
            <a:extLst>
              <a:ext uri="{FF2B5EF4-FFF2-40B4-BE49-F238E27FC236}">
                <a16:creationId xmlns:a16="http://schemas.microsoft.com/office/drawing/2014/main" id="{C042300F-97B7-04E5-701D-CE384AD25B1E}"/>
              </a:ext>
            </a:extLst>
          </p:cNvPr>
          <p:cNvGrpSpPr/>
          <p:nvPr/>
        </p:nvGrpSpPr>
        <p:grpSpPr>
          <a:xfrm>
            <a:off x="479426" y="3353118"/>
            <a:ext cx="5092699" cy="313200"/>
            <a:chOff x="479426" y="1653882"/>
            <a:chExt cx="5092699" cy="313200"/>
          </a:xfrm>
        </p:grpSpPr>
        <p:sp>
          <p:nvSpPr>
            <p:cNvPr id="12" name="Rechteck 11">
              <a:extLst>
                <a:ext uri="{FF2B5EF4-FFF2-40B4-BE49-F238E27FC236}">
                  <a16:creationId xmlns:a16="http://schemas.microsoft.com/office/drawing/2014/main" id="{F68531C1-E204-CEB3-8BA0-695BD9720867}"/>
                </a:ext>
              </a:extLst>
            </p:cNvPr>
            <p:cNvSpPr/>
            <p:nvPr/>
          </p:nvSpPr>
          <p:spPr>
            <a:xfrm>
              <a:off x="910770" y="1653882"/>
              <a:ext cx="4661355" cy="276999"/>
            </a:xfrm>
            <a:prstGeom prst="rect">
              <a:avLst/>
            </a:prstGeom>
          </p:spPr>
          <p:txBody>
            <a:bodyPr wrap="square" lIns="0" tIns="0" rIns="0" bIns="0">
              <a:spAutoFit/>
            </a:bodyPr>
            <a:lstStyle/>
            <a:p>
              <a:r>
                <a:rPr lang="de-DE"/>
                <a:t>Keine Eigenentwicklung</a:t>
              </a:r>
            </a:p>
          </p:txBody>
        </p:sp>
        <p:grpSp>
          <p:nvGrpSpPr>
            <p:cNvPr id="13" name="Group 182">
              <a:extLst>
                <a:ext uri="{FF2B5EF4-FFF2-40B4-BE49-F238E27FC236}">
                  <a16:creationId xmlns:a16="http://schemas.microsoft.com/office/drawing/2014/main" id="{C474BEA1-FFDD-54F3-5723-3A3D8234D1B0}"/>
                </a:ext>
              </a:extLst>
            </p:cNvPr>
            <p:cNvGrpSpPr>
              <a:grpSpLocks/>
            </p:cNvGrpSpPr>
            <p:nvPr/>
          </p:nvGrpSpPr>
          <p:grpSpPr>
            <a:xfrm>
              <a:off x="479426" y="1653882"/>
              <a:ext cx="313200" cy="313200"/>
              <a:chOff x="1003302" y="1257302"/>
              <a:chExt cx="396228" cy="396228"/>
            </a:xfrm>
          </p:grpSpPr>
          <p:sp>
            <p:nvSpPr>
              <p:cNvPr id="14" name="Oval 183">
                <a:extLst>
                  <a:ext uri="{FF2B5EF4-FFF2-40B4-BE49-F238E27FC236}">
                    <a16:creationId xmlns:a16="http://schemas.microsoft.com/office/drawing/2014/main" id="{4856CE53-55CE-2F1F-196F-3B97787E1347}"/>
                  </a:ext>
                </a:extLst>
              </p:cNvPr>
              <p:cNvSpPr/>
              <p:nvPr/>
            </p:nvSpPr>
            <p:spPr>
              <a:xfrm>
                <a:off x="1003302" y="1257302"/>
                <a:ext cx="396228" cy="396228"/>
              </a:xfrm>
              <a:prstGeom prst="ellipse">
                <a:avLst/>
              </a:prstGeom>
              <a:solidFill>
                <a:schemeClr val="accent2"/>
              </a:solidFill>
              <a:ln w="6350"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72000" tIns="72000" rIns="72000" bIns="72000" rtlCol="0" anchor="ctr"/>
              <a:lstStyle/>
              <a:p>
                <a:pPr algn="ctr">
                  <a:lnSpc>
                    <a:spcPct val="90000"/>
                  </a:lnSpc>
                </a:pPr>
                <a:endParaRPr lang="de-DE" sz="1600">
                  <a:solidFill>
                    <a:schemeClr val="tx1"/>
                  </a:solidFill>
                </a:endParaRPr>
              </a:p>
            </p:txBody>
          </p:sp>
          <p:pic>
            <p:nvPicPr>
              <p:cNvPr id="15" name="Graphic 148">
                <a:extLst>
                  <a:ext uri="{FF2B5EF4-FFF2-40B4-BE49-F238E27FC236}">
                    <a16:creationId xmlns:a16="http://schemas.microsoft.com/office/drawing/2014/main" id="{50577C30-61D8-4AC2-5E4D-D237D3A5A978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cstate="print">
                <a:extLst>
                  <a:ext uri="{28A0092B-C50C-407E-A947-70E740481C1C}">
                    <a14:useLocalDpi xmlns:a14="http://schemas.microsoft.com/office/drawing/2010/main" val="0"/>
                  </a:ext>
                  <a:ext uri="{96DAC541-7B7A-43D3-8B79-37D633B846F1}">
                    <asvg:svgBlip xmlns:asvg="http://schemas.microsoft.com/office/drawing/2016/SVG/main" r:embed="rId5"/>
                  </a:ext>
                </a:extLst>
              </a:blip>
              <a:stretch>
                <a:fillRect/>
              </a:stretch>
            </p:blipFill>
            <p:spPr>
              <a:xfrm>
                <a:off x="1010914" y="1264914"/>
                <a:ext cx="381000" cy="381000"/>
              </a:xfrm>
              <a:prstGeom prst="rect">
                <a:avLst/>
              </a:prstGeom>
            </p:spPr>
          </p:pic>
        </p:grpSp>
      </p:grpSp>
      <p:grpSp>
        <p:nvGrpSpPr>
          <p:cNvPr id="16" name="Gruppieren 15">
            <a:extLst>
              <a:ext uri="{FF2B5EF4-FFF2-40B4-BE49-F238E27FC236}">
                <a16:creationId xmlns:a16="http://schemas.microsoft.com/office/drawing/2014/main" id="{AF7D10F2-6013-E328-725B-90383206A76B}"/>
              </a:ext>
            </a:extLst>
          </p:cNvPr>
          <p:cNvGrpSpPr/>
          <p:nvPr/>
        </p:nvGrpSpPr>
        <p:grpSpPr>
          <a:xfrm>
            <a:off x="479426" y="3966504"/>
            <a:ext cx="5092699" cy="313200"/>
            <a:chOff x="479426" y="1653882"/>
            <a:chExt cx="5092699" cy="313200"/>
          </a:xfrm>
        </p:grpSpPr>
        <p:sp>
          <p:nvSpPr>
            <p:cNvPr id="17" name="Rechteck 16">
              <a:extLst>
                <a:ext uri="{FF2B5EF4-FFF2-40B4-BE49-F238E27FC236}">
                  <a16:creationId xmlns:a16="http://schemas.microsoft.com/office/drawing/2014/main" id="{CC48C9BD-4FBE-24E5-794C-DAC84DFC8D10}"/>
                </a:ext>
              </a:extLst>
            </p:cNvPr>
            <p:cNvSpPr/>
            <p:nvPr/>
          </p:nvSpPr>
          <p:spPr>
            <a:xfrm>
              <a:off x="910770" y="1653882"/>
              <a:ext cx="4661355" cy="276999"/>
            </a:xfrm>
            <a:prstGeom prst="rect">
              <a:avLst/>
            </a:prstGeom>
          </p:spPr>
          <p:txBody>
            <a:bodyPr wrap="square" lIns="0" tIns="0" rIns="0" bIns="0">
              <a:spAutoFit/>
            </a:bodyPr>
            <a:lstStyle/>
            <a:p>
              <a:r>
                <a:rPr lang="de-DE"/>
                <a:t>Lorem </a:t>
              </a:r>
              <a:r>
                <a:rPr lang="de-DE" err="1"/>
                <a:t>ipsum</a:t>
              </a:r>
              <a:r>
                <a:rPr lang="de-DE"/>
                <a:t> </a:t>
              </a:r>
              <a:r>
                <a:rPr lang="de-DE" err="1"/>
                <a:t>dolor</a:t>
              </a:r>
              <a:endParaRPr lang="de-DE"/>
            </a:p>
          </p:txBody>
        </p:sp>
        <p:grpSp>
          <p:nvGrpSpPr>
            <p:cNvPr id="18" name="Group 182">
              <a:extLst>
                <a:ext uri="{FF2B5EF4-FFF2-40B4-BE49-F238E27FC236}">
                  <a16:creationId xmlns:a16="http://schemas.microsoft.com/office/drawing/2014/main" id="{82B53572-85AB-D8C8-D4CE-174B9577D01C}"/>
                </a:ext>
              </a:extLst>
            </p:cNvPr>
            <p:cNvGrpSpPr>
              <a:grpSpLocks/>
            </p:cNvGrpSpPr>
            <p:nvPr/>
          </p:nvGrpSpPr>
          <p:grpSpPr>
            <a:xfrm>
              <a:off x="479426" y="1653882"/>
              <a:ext cx="313200" cy="313200"/>
              <a:chOff x="1003302" y="1257302"/>
              <a:chExt cx="396228" cy="396228"/>
            </a:xfrm>
          </p:grpSpPr>
          <p:sp>
            <p:nvSpPr>
              <p:cNvPr id="19" name="Oval 183">
                <a:extLst>
                  <a:ext uri="{FF2B5EF4-FFF2-40B4-BE49-F238E27FC236}">
                    <a16:creationId xmlns:a16="http://schemas.microsoft.com/office/drawing/2014/main" id="{7E7FB989-AAE1-5506-9B2B-9A6053366654}"/>
                  </a:ext>
                </a:extLst>
              </p:cNvPr>
              <p:cNvSpPr/>
              <p:nvPr/>
            </p:nvSpPr>
            <p:spPr>
              <a:xfrm>
                <a:off x="1003302" y="1257302"/>
                <a:ext cx="396228" cy="396228"/>
              </a:xfrm>
              <a:prstGeom prst="ellipse">
                <a:avLst/>
              </a:prstGeom>
              <a:solidFill>
                <a:schemeClr val="accent2"/>
              </a:solidFill>
              <a:ln w="6350"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72000" tIns="72000" rIns="72000" bIns="72000" rtlCol="0" anchor="ctr"/>
              <a:lstStyle/>
              <a:p>
                <a:pPr algn="ctr">
                  <a:lnSpc>
                    <a:spcPct val="90000"/>
                  </a:lnSpc>
                </a:pPr>
                <a:endParaRPr lang="de-DE" sz="1600">
                  <a:solidFill>
                    <a:schemeClr val="tx1"/>
                  </a:solidFill>
                </a:endParaRPr>
              </a:p>
            </p:txBody>
          </p:sp>
          <p:pic>
            <p:nvPicPr>
              <p:cNvPr id="20" name="Graphic 148">
                <a:extLst>
                  <a:ext uri="{FF2B5EF4-FFF2-40B4-BE49-F238E27FC236}">
                    <a16:creationId xmlns:a16="http://schemas.microsoft.com/office/drawing/2014/main" id="{608D1611-E4DE-2D76-4850-A7D44505DFC6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cstate="print">
                <a:extLst>
                  <a:ext uri="{28A0092B-C50C-407E-A947-70E740481C1C}">
                    <a14:useLocalDpi xmlns:a14="http://schemas.microsoft.com/office/drawing/2010/main" val="0"/>
                  </a:ext>
                  <a:ext uri="{96DAC541-7B7A-43D3-8B79-37D633B846F1}">
                    <asvg:svgBlip xmlns:asvg="http://schemas.microsoft.com/office/drawing/2016/SVG/main" r:embed="rId5"/>
                  </a:ext>
                </a:extLst>
              </a:blip>
              <a:stretch>
                <a:fillRect/>
              </a:stretch>
            </p:blipFill>
            <p:spPr>
              <a:xfrm>
                <a:off x="1010914" y="1264914"/>
                <a:ext cx="381000" cy="381000"/>
              </a:xfrm>
              <a:prstGeom prst="rect">
                <a:avLst/>
              </a:prstGeom>
            </p:spPr>
          </p:pic>
        </p:grpSp>
      </p:grpSp>
      <p:grpSp>
        <p:nvGrpSpPr>
          <p:cNvPr id="21" name="Gruppieren 20">
            <a:extLst>
              <a:ext uri="{FF2B5EF4-FFF2-40B4-BE49-F238E27FC236}">
                <a16:creationId xmlns:a16="http://schemas.microsoft.com/office/drawing/2014/main" id="{52F263DD-E83D-5215-ED67-6FA28A7B73C5}"/>
              </a:ext>
            </a:extLst>
          </p:cNvPr>
          <p:cNvGrpSpPr/>
          <p:nvPr/>
        </p:nvGrpSpPr>
        <p:grpSpPr>
          <a:xfrm>
            <a:off x="479426" y="4579890"/>
            <a:ext cx="5092699" cy="313200"/>
            <a:chOff x="479426" y="1653882"/>
            <a:chExt cx="5092699" cy="313200"/>
          </a:xfrm>
        </p:grpSpPr>
        <p:sp>
          <p:nvSpPr>
            <p:cNvPr id="22" name="Rechteck 21">
              <a:extLst>
                <a:ext uri="{FF2B5EF4-FFF2-40B4-BE49-F238E27FC236}">
                  <a16:creationId xmlns:a16="http://schemas.microsoft.com/office/drawing/2014/main" id="{0DA184FD-8CAA-4B07-97DA-44F8F70E3C2C}"/>
                </a:ext>
              </a:extLst>
            </p:cNvPr>
            <p:cNvSpPr/>
            <p:nvPr/>
          </p:nvSpPr>
          <p:spPr>
            <a:xfrm>
              <a:off x="910770" y="1653882"/>
              <a:ext cx="4661355" cy="276999"/>
            </a:xfrm>
            <a:prstGeom prst="rect">
              <a:avLst/>
            </a:prstGeom>
          </p:spPr>
          <p:txBody>
            <a:bodyPr wrap="square" lIns="0" tIns="0" rIns="0" bIns="0">
              <a:spAutoFit/>
            </a:bodyPr>
            <a:lstStyle/>
            <a:p>
              <a:r>
                <a:rPr lang="de-DE"/>
                <a:t>Lorem </a:t>
              </a:r>
              <a:r>
                <a:rPr lang="de-DE" err="1"/>
                <a:t>ipsum</a:t>
              </a:r>
              <a:r>
                <a:rPr lang="de-DE"/>
                <a:t> </a:t>
              </a:r>
              <a:r>
                <a:rPr lang="de-DE" err="1"/>
                <a:t>dolor</a:t>
              </a:r>
              <a:endParaRPr lang="de-DE"/>
            </a:p>
          </p:txBody>
        </p:sp>
        <p:grpSp>
          <p:nvGrpSpPr>
            <p:cNvPr id="23" name="Group 182">
              <a:extLst>
                <a:ext uri="{FF2B5EF4-FFF2-40B4-BE49-F238E27FC236}">
                  <a16:creationId xmlns:a16="http://schemas.microsoft.com/office/drawing/2014/main" id="{E3E60E8A-6E28-46F0-7170-647673BD26A2}"/>
                </a:ext>
              </a:extLst>
            </p:cNvPr>
            <p:cNvGrpSpPr>
              <a:grpSpLocks/>
            </p:cNvGrpSpPr>
            <p:nvPr/>
          </p:nvGrpSpPr>
          <p:grpSpPr>
            <a:xfrm>
              <a:off x="479426" y="1653882"/>
              <a:ext cx="313200" cy="313200"/>
              <a:chOff x="1003302" y="1257302"/>
              <a:chExt cx="396228" cy="396228"/>
            </a:xfrm>
          </p:grpSpPr>
          <p:sp>
            <p:nvSpPr>
              <p:cNvPr id="24" name="Oval 183">
                <a:extLst>
                  <a:ext uri="{FF2B5EF4-FFF2-40B4-BE49-F238E27FC236}">
                    <a16:creationId xmlns:a16="http://schemas.microsoft.com/office/drawing/2014/main" id="{0A267940-E870-0F34-DCA9-559E9BC6ADF5}"/>
                  </a:ext>
                </a:extLst>
              </p:cNvPr>
              <p:cNvSpPr/>
              <p:nvPr/>
            </p:nvSpPr>
            <p:spPr>
              <a:xfrm>
                <a:off x="1003302" y="1257302"/>
                <a:ext cx="396228" cy="396228"/>
              </a:xfrm>
              <a:prstGeom prst="ellipse">
                <a:avLst/>
              </a:prstGeom>
              <a:solidFill>
                <a:schemeClr val="accent2"/>
              </a:solidFill>
              <a:ln w="6350"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72000" tIns="72000" rIns="72000" bIns="72000" rtlCol="0" anchor="ctr"/>
              <a:lstStyle/>
              <a:p>
                <a:pPr algn="ctr">
                  <a:lnSpc>
                    <a:spcPct val="90000"/>
                  </a:lnSpc>
                </a:pPr>
                <a:endParaRPr lang="de-DE" sz="1600">
                  <a:solidFill>
                    <a:schemeClr val="tx1"/>
                  </a:solidFill>
                </a:endParaRPr>
              </a:p>
            </p:txBody>
          </p:sp>
          <p:pic>
            <p:nvPicPr>
              <p:cNvPr id="25" name="Graphic 148">
                <a:extLst>
                  <a:ext uri="{FF2B5EF4-FFF2-40B4-BE49-F238E27FC236}">
                    <a16:creationId xmlns:a16="http://schemas.microsoft.com/office/drawing/2014/main" id="{60C9101C-559E-7703-9E98-BDA8A105FD74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cstate="print">
                <a:extLst>
                  <a:ext uri="{28A0092B-C50C-407E-A947-70E740481C1C}">
                    <a14:useLocalDpi xmlns:a14="http://schemas.microsoft.com/office/drawing/2010/main" val="0"/>
                  </a:ext>
                  <a:ext uri="{96DAC541-7B7A-43D3-8B79-37D633B846F1}">
                    <asvg:svgBlip xmlns:asvg="http://schemas.microsoft.com/office/drawing/2016/SVG/main" r:embed="rId5"/>
                  </a:ext>
                </a:extLst>
              </a:blip>
              <a:stretch>
                <a:fillRect/>
              </a:stretch>
            </p:blipFill>
            <p:spPr>
              <a:xfrm>
                <a:off x="1010914" y="1264914"/>
                <a:ext cx="381000" cy="381000"/>
              </a:xfrm>
              <a:prstGeom prst="rect">
                <a:avLst/>
              </a:prstGeom>
            </p:spPr>
          </p:pic>
        </p:grpSp>
      </p:grpSp>
      <p:grpSp>
        <p:nvGrpSpPr>
          <p:cNvPr id="26" name="Gruppieren 25">
            <a:extLst>
              <a:ext uri="{FF2B5EF4-FFF2-40B4-BE49-F238E27FC236}">
                <a16:creationId xmlns:a16="http://schemas.microsoft.com/office/drawing/2014/main" id="{41DC73BB-C5A8-F8CF-6962-CDE01E6E5691}"/>
              </a:ext>
            </a:extLst>
          </p:cNvPr>
          <p:cNvGrpSpPr/>
          <p:nvPr/>
        </p:nvGrpSpPr>
        <p:grpSpPr>
          <a:xfrm>
            <a:off x="479426" y="5193275"/>
            <a:ext cx="5092699" cy="313200"/>
            <a:chOff x="479426" y="1653882"/>
            <a:chExt cx="5092699" cy="313200"/>
          </a:xfrm>
        </p:grpSpPr>
        <p:sp>
          <p:nvSpPr>
            <p:cNvPr id="27" name="Rechteck 26">
              <a:extLst>
                <a:ext uri="{FF2B5EF4-FFF2-40B4-BE49-F238E27FC236}">
                  <a16:creationId xmlns:a16="http://schemas.microsoft.com/office/drawing/2014/main" id="{38CCF0E1-13BA-1697-E581-B8527C9ACBC4}"/>
                </a:ext>
              </a:extLst>
            </p:cNvPr>
            <p:cNvSpPr/>
            <p:nvPr/>
          </p:nvSpPr>
          <p:spPr>
            <a:xfrm>
              <a:off x="910770" y="1653882"/>
              <a:ext cx="4661355" cy="276999"/>
            </a:xfrm>
            <a:prstGeom prst="rect">
              <a:avLst/>
            </a:prstGeom>
          </p:spPr>
          <p:txBody>
            <a:bodyPr wrap="square" lIns="0" tIns="0" rIns="0" bIns="0">
              <a:spAutoFit/>
            </a:bodyPr>
            <a:lstStyle/>
            <a:p>
              <a:r>
                <a:rPr lang="de-DE"/>
                <a:t>Lorem </a:t>
              </a:r>
              <a:r>
                <a:rPr lang="de-DE" err="1"/>
                <a:t>ipsum</a:t>
              </a:r>
              <a:r>
                <a:rPr lang="de-DE"/>
                <a:t> </a:t>
              </a:r>
              <a:r>
                <a:rPr lang="de-DE" err="1"/>
                <a:t>dolor</a:t>
              </a:r>
              <a:endParaRPr lang="de-DE"/>
            </a:p>
          </p:txBody>
        </p:sp>
        <p:grpSp>
          <p:nvGrpSpPr>
            <p:cNvPr id="28" name="Group 182">
              <a:extLst>
                <a:ext uri="{FF2B5EF4-FFF2-40B4-BE49-F238E27FC236}">
                  <a16:creationId xmlns:a16="http://schemas.microsoft.com/office/drawing/2014/main" id="{C22305B8-F063-B2DF-4043-57ABCDD174F9}"/>
                </a:ext>
              </a:extLst>
            </p:cNvPr>
            <p:cNvGrpSpPr>
              <a:grpSpLocks/>
            </p:cNvGrpSpPr>
            <p:nvPr/>
          </p:nvGrpSpPr>
          <p:grpSpPr>
            <a:xfrm>
              <a:off x="479426" y="1653882"/>
              <a:ext cx="313200" cy="313200"/>
              <a:chOff x="1003302" y="1257302"/>
              <a:chExt cx="396228" cy="396228"/>
            </a:xfrm>
          </p:grpSpPr>
          <p:sp>
            <p:nvSpPr>
              <p:cNvPr id="29" name="Oval 183">
                <a:extLst>
                  <a:ext uri="{FF2B5EF4-FFF2-40B4-BE49-F238E27FC236}">
                    <a16:creationId xmlns:a16="http://schemas.microsoft.com/office/drawing/2014/main" id="{EC2968FB-4466-3B39-54C7-E0251C01EA44}"/>
                  </a:ext>
                </a:extLst>
              </p:cNvPr>
              <p:cNvSpPr/>
              <p:nvPr/>
            </p:nvSpPr>
            <p:spPr>
              <a:xfrm>
                <a:off x="1003302" y="1257302"/>
                <a:ext cx="396228" cy="396228"/>
              </a:xfrm>
              <a:prstGeom prst="ellipse">
                <a:avLst/>
              </a:prstGeom>
              <a:solidFill>
                <a:schemeClr val="accent2"/>
              </a:solidFill>
              <a:ln w="6350"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72000" tIns="72000" rIns="72000" bIns="72000" rtlCol="0" anchor="ctr"/>
              <a:lstStyle/>
              <a:p>
                <a:pPr algn="ctr">
                  <a:lnSpc>
                    <a:spcPct val="90000"/>
                  </a:lnSpc>
                </a:pPr>
                <a:endParaRPr lang="de-DE" sz="1600">
                  <a:solidFill>
                    <a:schemeClr val="tx1"/>
                  </a:solidFill>
                </a:endParaRPr>
              </a:p>
            </p:txBody>
          </p:sp>
          <p:pic>
            <p:nvPicPr>
              <p:cNvPr id="30" name="Graphic 148">
                <a:extLst>
                  <a:ext uri="{FF2B5EF4-FFF2-40B4-BE49-F238E27FC236}">
                    <a16:creationId xmlns:a16="http://schemas.microsoft.com/office/drawing/2014/main" id="{6F1C5C3A-6141-FC6E-8057-D225FD80C147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cstate="print">
                <a:extLst>
                  <a:ext uri="{28A0092B-C50C-407E-A947-70E740481C1C}">
                    <a14:useLocalDpi xmlns:a14="http://schemas.microsoft.com/office/drawing/2010/main" val="0"/>
                  </a:ext>
                  <a:ext uri="{96DAC541-7B7A-43D3-8B79-37D633B846F1}">
                    <asvg:svgBlip xmlns:asvg="http://schemas.microsoft.com/office/drawing/2016/SVG/main" r:embed="rId5"/>
                  </a:ext>
                </a:extLst>
              </a:blip>
              <a:stretch>
                <a:fillRect/>
              </a:stretch>
            </p:blipFill>
            <p:spPr>
              <a:xfrm>
                <a:off x="1010914" y="1264914"/>
                <a:ext cx="381000" cy="381000"/>
              </a:xfrm>
              <a:prstGeom prst="rect">
                <a:avLst/>
              </a:prstGeom>
            </p:spPr>
          </p:pic>
        </p:grpSp>
      </p:grpSp>
      <p:grpSp>
        <p:nvGrpSpPr>
          <p:cNvPr id="31" name="Gruppieren 30">
            <a:extLst>
              <a:ext uri="{FF2B5EF4-FFF2-40B4-BE49-F238E27FC236}">
                <a16:creationId xmlns:a16="http://schemas.microsoft.com/office/drawing/2014/main" id="{1D0E389E-122B-D5E9-EC0E-0C79825B65E4}"/>
              </a:ext>
            </a:extLst>
          </p:cNvPr>
          <p:cNvGrpSpPr/>
          <p:nvPr/>
        </p:nvGrpSpPr>
        <p:grpSpPr>
          <a:xfrm>
            <a:off x="6621464" y="2739732"/>
            <a:ext cx="5092699" cy="313200"/>
            <a:chOff x="479426" y="1653882"/>
            <a:chExt cx="5092699" cy="313200"/>
          </a:xfrm>
        </p:grpSpPr>
        <p:sp>
          <p:nvSpPr>
            <p:cNvPr id="32" name="Rechteck 31">
              <a:extLst>
                <a:ext uri="{FF2B5EF4-FFF2-40B4-BE49-F238E27FC236}">
                  <a16:creationId xmlns:a16="http://schemas.microsoft.com/office/drawing/2014/main" id="{A69E1696-194E-F36E-5AED-05CF287D26C9}"/>
                </a:ext>
              </a:extLst>
            </p:cNvPr>
            <p:cNvSpPr/>
            <p:nvPr/>
          </p:nvSpPr>
          <p:spPr>
            <a:xfrm>
              <a:off x="910770" y="1653882"/>
              <a:ext cx="4661355" cy="276999"/>
            </a:xfrm>
            <a:prstGeom prst="rect">
              <a:avLst/>
            </a:prstGeom>
          </p:spPr>
          <p:txBody>
            <a:bodyPr wrap="square" lIns="0" tIns="0" rIns="0" bIns="0">
              <a:spAutoFit/>
            </a:bodyPr>
            <a:lstStyle/>
            <a:p>
              <a:r>
                <a:rPr lang="de-DE"/>
                <a:t>Keine aufwendige Überverwaltung</a:t>
              </a:r>
            </a:p>
          </p:txBody>
        </p:sp>
        <p:grpSp>
          <p:nvGrpSpPr>
            <p:cNvPr id="33" name="Group 182">
              <a:extLst>
                <a:ext uri="{FF2B5EF4-FFF2-40B4-BE49-F238E27FC236}">
                  <a16:creationId xmlns:a16="http://schemas.microsoft.com/office/drawing/2014/main" id="{7A7AE393-7DE6-3AE5-4E70-46884275FE51}"/>
                </a:ext>
              </a:extLst>
            </p:cNvPr>
            <p:cNvGrpSpPr>
              <a:grpSpLocks/>
            </p:cNvGrpSpPr>
            <p:nvPr/>
          </p:nvGrpSpPr>
          <p:grpSpPr>
            <a:xfrm>
              <a:off x="479426" y="1653882"/>
              <a:ext cx="313200" cy="313200"/>
              <a:chOff x="1003302" y="1257302"/>
              <a:chExt cx="396228" cy="396228"/>
            </a:xfrm>
          </p:grpSpPr>
          <p:sp>
            <p:nvSpPr>
              <p:cNvPr id="34" name="Oval 183">
                <a:extLst>
                  <a:ext uri="{FF2B5EF4-FFF2-40B4-BE49-F238E27FC236}">
                    <a16:creationId xmlns:a16="http://schemas.microsoft.com/office/drawing/2014/main" id="{873F7B97-0C5C-554C-81A4-C76AF16838BB}"/>
                  </a:ext>
                </a:extLst>
              </p:cNvPr>
              <p:cNvSpPr/>
              <p:nvPr/>
            </p:nvSpPr>
            <p:spPr>
              <a:xfrm>
                <a:off x="1003302" y="1257302"/>
                <a:ext cx="396228" cy="396228"/>
              </a:xfrm>
              <a:prstGeom prst="ellipse">
                <a:avLst/>
              </a:prstGeom>
              <a:solidFill>
                <a:schemeClr val="accent2"/>
              </a:solidFill>
              <a:ln w="6350"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72000" tIns="72000" rIns="72000" bIns="72000" rtlCol="0" anchor="ctr"/>
              <a:lstStyle/>
              <a:p>
                <a:pPr algn="ctr">
                  <a:lnSpc>
                    <a:spcPct val="90000"/>
                  </a:lnSpc>
                </a:pPr>
                <a:endParaRPr lang="de-DE" sz="1600">
                  <a:solidFill>
                    <a:schemeClr val="tx1"/>
                  </a:solidFill>
                </a:endParaRPr>
              </a:p>
            </p:txBody>
          </p:sp>
          <p:pic>
            <p:nvPicPr>
              <p:cNvPr id="35" name="Graphic 148">
                <a:extLst>
                  <a:ext uri="{FF2B5EF4-FFF2-40B4-BE49-F238E27FC236}">
                    <a16:creationId xmlns:a16="http://schemas.microsoft.com/office/drawing/2014/main" id="{5DC811ED-7EC1-4401-1B5B-5CB598621BA1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cstate="print">
                <a:extLst>
                  <a:ext uri="{28A0092B-C50C-407E-A947-70E740481C1C}">
                    <a14:useLocalDpi xmlns:a14="http://schemas.microsoft.com/office/drawing/2010/main" val="0"/>
                  </a:ext>
                  <a:ext uri="{96DAC541-7B7A-43D3-8B79-37D633B846F1}">
                    <asvg:svgBlip xmlns:asvg="http://schemas.microsoft.com/office/drawing/2016/SVG/main" r:embed="rId5"/>
                  </a:ext>
                </a:extLst>
              </a:blip>
              <a:stretch>
                <a:fillRect/>
              </a:stretch>
            </p:blipFill>
            <p:spPr>
              <a:xfrm>
                <a:off x="1010914" y="1264914"/>
                <a:ext cx="381000" cy="381000"/>
              </a:xfrm>
              <a:prstGeom prst="rect">
                <a:avLst/>
              </a:prstGeom>
            </p:spPr>
          </p:pic>
        </p:grpSp>
      </p:grpSp>
      <p:grpSp>
        <p:nvGrpSpPr>
          <p:cNvPr id="36" name="Gruppieren 35">
            <a:extLst>
              <a:ext uri="{FF2B5EF4-FFF2-40B4-BE49-F238E27FC236}">
                <a16:creationId xmlns:a16="http://schemas.microsoft.com/office/drawing/2014/main" id="{5F0C707A-14BB-0A33-7B94-CC10BDC805B7}"/>
              </a:ext>
            </a:extLst>
          </p:cNvPr>
          <p:cNvGrpSpPr/>
          <p:nvPr/>
        </p:nvGrpSpPr>
        <p:grpSpPr>
          <a:xfrm>
            <a:off x="6621464" y="3353118"/>
            <a:ext cx="5092699" cy="553998"/>
            <a:chOff x="479426" y="1653882"/>
            <a:chExt cx="5092699" cy="553998"/>
          </a:xfrm>
        </p:grpSpPr>
        <p:sp>
          <p:nvSpPr>
            <p:cNvPr id="37" name="Rechteck 36">
              <a:extLst>
                <a:ext uri="{FF2B5EF4-FFF2-40B4-BE49-F238E27FC236}">
                  <a16:creationId xmlns:a16="http://schemas.microsoft.com/office/drawing/2014/main" id="{D8F26AA0-B20F-83DE-4EB1-CE430AB2FA6A}"/>
                </a:ext>
              </a:extLst>
            </p:cNvPr>
            <p:cNvSpPr/>
            <p:nvPr/>
          </p:nvSpPr>
          <p:spPr>
            <a:xfrm>
              <a:off x="910770" y="1653882"/>
              <a:ext cx="4661355" cy="553998"/>
            </a:xfrm>
            <a:prstGeom prst="rect">
              <a:avLst/>
            </a:prstGeom>
          </p:spPr>
          <p:txBody>
            <a:bodyPr wrap="square" lIns="0" tIns="0" rIns="0" bIns="0">
              <a:spAutoFit/>
            </a:bodyPr>
            <a:lstStyle/>
            <a:p>
              <a:r>
                <a:rPr lang="de-DE"/>
                <a:t>Orientierung am Industriestandard /  Best Practice</a:t>
              </a:r>
            </a:p>
          </p:txBody>
        </p:sp>
        <p:grpSp>
          <p:nvGrpSpPr>
            <p:cNvPr id="38" name="Group 182">
              <a:extLst>
                <a:ext uri="{FF2B5EF4-FFF2-40B4-BE49-F238E27FC236}">
                  <a16:creationId xmlns:a16="http://schemas.microsoft.com/office/drawing/2014/main" id="{E3C97295-65BF-5525-0B70-4208F83E1FD4}"/>
                </a:ext>
              </a:extLst>
            </p:cNvPr>
            <p:cNvGrpSpPr>
              <a:grpSpLocks/>
            </p:cNvGrpSpPr>
            <p:nvPr/>
          </p:nvGrpSpPr>
          <p:grpSpPr>
            <a:xfrm>
              <a:off x="479426" y="1653882"/>
              <a:ext cx="313200" cy="313200"/>
              <a:chOff x="1003302" y="1257302"/>
              <a:chExt cx="396228" cy="396228"/>
            </a:xfrm>
          </p:grpSpPr>
          <p:sp>
            <p:nvSpPr>
              <p:cNvPr id="39" name="Oval 183">
                <a:extLst>
                  <a:ext uri="{FF2B5EF4-FFF2-40B4-BE49-F238E27FC236}">
                    <a16:creationId xmlns:a16="http://schemas.microsoft.com/office/drawing/2014/main" id="{5359FF2B-65BA-6938-A0E2-7C5E24C3EFAE}"/>
                  </a:ext>
                </a:extLst>
              </p:cNvPr>
              <p:cNvSpPr/>
              <p:nvPr/>
            </p:nvSpPr>
            <p:spPr>
              <a:xfrm>
                <a:off x="1003302" y="1257302"/>
                <a:ext cx="396228" cy="396228"/>
              </a:xfrm>
              <a:prstGeom prst="ellipse">
                <a:avLst/>
              </a:prstGeom>
              <a:solidFill>
                <a:schemeClr val="accent2"/>
              </a:solidFill>
              <a:ln w="6350"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72000" tIns="72000" rIns="72000" bIns="72000" rtlCol="0" anchor="ctr"/>
              <a:lstStyle/>
              <a:p>
                <a:pPr algn="ctr">
                  <a:lnSpc>
                    <a:spcPct val="90000"/>
                  </a:lnSpc>
                </a:pPr>
                <a:endParaRPr lang="de-DE" sz="1600">
                  <a:solidFill>
                    <a:schemeClr val="tx1"/>
                  </a:solidFill>
                </a:endParaRPr>
              </a:p>
            </p:txBody>
          </p:sp>
          <p:pic>
            <p:nvPicPr>
              <p:cNvPr id="40" name="Graphic 148">
                <a:extLst>
                  <a:ext uri="{FF2B5EF4-FFF2-40B4-BE49-F238E27FC236}">
                    <a16:creationId xmlns:a16="http://schemas.microsoft.com/office/drawing/2014/main" id="{BDE6F54A-A06B-228F-C309-DCB3789BECAD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cstate="print">
                <a:extLst>
                  <a:ext uri="{28A0092B-C50C-407E-A947-70E740481C1C}">
                    <a14:useLocalDpi xmlns:a14="http://schemas.microsoft.com/office/drawing/2010/main" val="0"/>
                  </a:ext>
                  <a:ext uri="{96DAC541-7B7A-43D3-8B79-37D633B846F1}">
                    <asvg:svgBlip xmlns:asvg="http://schemas.microsoft.com/office/drawing/2016/SVG/main" r:embed="rId5"/>
                  </a:ext>
                </a:extLst>
              </a:blip>
              <a:stretch>
                <a:fillRect/>
              </a:stretch>
            </p:blipFill>
            <p:spPr>
              <a:xfrm>
                <a:off x="1010914" y="1264914"/>
                <a:ext cx="381000" cy="381000"/>
              </a:xfrm>
              <a:prstGeom prst="rect">
                <a:avLst/>
              </a:prstGeom>
            </p:spPr>
          </p:pic>
        </p:grpSp>
      </p:grpSp>
      <p:grpSp>
        <p:nvGrpSpPr>
          <p:cNvPr id="41" name="Gruppieren 40">
            <a:extLst>
              <a:ext uri="{FF2B5EF4-FFF2-40B4-BE49-F238E27FC236}">
                <a16:creationId xmlns:a16="http://schemas.microsoft.com/office/drawing/2014/main" id="{749E0D28-D99A-3695-2522-59D621E44ED4}"/>
              </a:ext>
            </a:extLst>
          </p:cNvPr>
          <p:cNvGrpSpPr/>
          <p:nvPr/>
        </p:nvGrpSpPr>
        <p:grpSpPr>
          <a:xfrm>
            <a:off x="6621464" y="3966504"/>
            <a:ext cx="5092699" cy="313200"/>
            <a:chOff x="479426" y="1653882"/>
            <a:chExt cx="5092699" cy="313200"/>
          </a:xfrm>
        </p:grpSpPr>
        <p:sp>
          <p:nvSpPr>
            <p:cNvPr id="42" name="Rechteck 41">
              <a:extLst>
                <a:ext uri="{FF2B5EF4-FFF2-40B4-BE49-F238E27FC236}">
                  <a16:creationId xmlns:a16="http://schemas.microsoft.com/office/drawing/2014/main" id="{87594237-35E6-9AAA-EBE8-F0C5B657A54B}"/>
                </a:ext>
              </a:extLst>
            </p:cNvPr>
            <p:cNvSpPr/>
            <p:nvPr/>
          </p:nvSpPr>
          <p:spPr>
            <a:xfrm>
              <a:off x="910770" y="1653882"/>
              <a:ext cx="4661355" cy="276999"/>
            </a:xfrm>
            <a:prstGeom prst="rect">
              <a:avLst/>
            </a:prstGeom>
          </p:spPr>
          <p:txBody>
            <a:bodyPr wrap="square" lIns="0" tIns="0" rIns="0" bIns="0">
              <a:spAutoFit/>
            </a:bodyPr>
            <a:lstStyle/>
            <a:p>
              <a:r>
                <a:rPr lang="de-DE"/>
                <a:t>Klare Verantwortlichkeiten</a:t>
              </a:r>
            </a:p>
          </p:txBody>
        </p:sp>
        <p:grpSp>
          <p:nvGrpSpPr>
            <p:cNvPr id="43" name="Group 182">
              <a:extLst>
                <a:ext uri="{FF2B5EF4-FFF2-40B4-BE49-F238E27FC236}">
                  <a16:creationId xmlns:a16="http://schemas.microsoft.com/office/drawing/2014/main" id="{7CDD8E08-03DB-1C29-C2B6-8070146A0541}"/>
                </a:ext>
              </a:extLst>
            </p:cNvPr>
            <p:cNvGrpSpPr>
              <a:grpSpLocks/>
            </p:cNvGrpSpPr>
            <p:nvPr/>
          </p:nvGrpSpPr>
          <p:grpSpPr>
            <a:xfrm>
              <a:off x="479426" y="1653882"/>
              <a:ext cx="313200" cy="313200"/>
              <a:chOff x="1003302" y="1257302"/>
              <a:chExt cx="396228" cy="396228"/>
            </a:xfrm>
          </p:grpSpPr>
          <p:sp>
            <p:nvSpPr>
              <p:cNvPr id="44" name="Oval 183">
                <a:extLst>
                  <a:ext uri="{FF2B5EF4-FFF2-40B4-BE49-F238E27FC236}">
                    <a16:creationId xmlns:a16="http://schemas.microsoft.com/office/drawing/2014/main" id="{2AAA9C23-20E2-CA56-E1ED-21351DA0976B}"/>
                  </a:ext>
                </a:extLst>
              </p:cNvPr>
              <p:cNvSpPr/>
              <p:nvPr/>
            </p:nvSpPr>
            <p:spPr>
              <a:xfrm>
                <a:off x="1003302" y="1257302"/>
                <a:ext cx="396228" cy="396228"/>
              </a:xfrm>
              <a:prstGeom prst="ellipse">
                <a:avLst/>
              </a:prstGeom>
              <a:solidFill>
                <a:schemeClr val="accent2"/>
              </a:solidFill>
              <a:ln w="6350"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72000" tIns="72000" rIns="72000" bIns="72000" rtlCol="0" anchor="ctr"/>
              <a:lstStyle/>
              <a:p>
                <a:pPr algn="ctr">
                  <a:lnSpc>
                    <a:spcPct val="90000"/>
                  </a:lnSpc>
                </a:pPr>
                <a:endParaRPr lang="de-DE" sz="1600">
                  <a:solidFill>
                    <a:schemeClr val="tx1"/>
                  </a:solidFill>
                </a:endParaRPr>
              </a:p>
            </p:txBody>
          </p:sp>
          <p:pic>
            <p:nvPicPr>
              <p:cNvPr id="45" name="Graphic 148">
                <a:extLst>
                  <a:ext uri="{FF2B5EF4-FFF2-40B4-BE49-F238E27FC236}">
                    <a16:creationId xmlns:a16="http://schemas.microsoft.com/office/drawing/2014/main" id="{6BA91677-F2D6-C061-F8E3-541DD17C2D69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cstate="print">
                <a:extLst>
                  <a:ext uri="{28A0092B-C50C-407E-A947-70E740481C1C}">
                    <a14:useLocalDpi xmlns:a14="http://schemas.microsoft.com/office/drawing/2010/main" val="0"/>
                  </a:ext>
                  <a:ext uri="{96DAC541-7B7A-43D3-8B79-37D633B846F1}">
                    <asvg:svgBlip xmlns:asvg="http://schemas.microsoft.com/office/drawing/2016/SVG/main" r:embed="rId5"/>
                  </a:ext>
                </a:extLst>
              </a:blip>
              <a:stretch>
                <a:fillRect/>
              </a:stretch>
            </p:blipFill>
            <p:spPr>
              <a:xfrm>
                <a:off x="1010914" y="1264914"/>
                <a:ext cx="381000" cy="381000"/>
              </a:xfrm>
              <a:prstGeom prst="rect">
                <a:avLst/>
              </a:prstGeom>
            </p:spPr>
          </p:pic>
        </p:grpSp>
      </p:grpSp>
      <p:grpSp>
        <p:nvGrpSpPr>
          <p:cNvPr id="46" name="Gruppieren 45">
            <a:extLst>
              <a:ext uri="{FF2B5EF4-FFF2-40B4-BE49-F238E27FC236}">
                <a16:creationId xmlns:a16="http://schemas.microsoft.com/office/drawing/2014/main" id="{B9AB0A57-66E9-B9CE-8FB3-AE5CD2872C61}"/>
              </a:ext>
            </a:extLst>
          </p:cNvPr>
          <p:cNvGrpSpPr/>
          <p:nvPr/>
        </p:nvGrpSpPr>
        <p:grpSpPr>
          <a:xfrm>
            <a:off x="6621464" y="4579890"/>
            <a:ext cx="5092699" cy="313200"/>
            <a:chOff x="479426" y="1653882"/>
            <a:chExt cx="5092699" cy="313200"/>
          </a:xfrm>
        </p:grpSpPr>
        <p:sp>
          <p:nvSpPr>
            <p:cNvPr id="47" name="Rechteck 46">
              <a:extLst>
                <a:ext uri="{FF2B5EF4-FFF2-40B4-BE49-F238E27FC236}">
                  <a16:creationId xmlns:a16="http://schemas.microsoft.com/office/drawing/2014/main" id="{4EC37065-ABD0-0C22-E9E8-779F8FE5CE88}"/>
                </a:ext>
              </a:extLst>
            </p:cNvPr>
            <p:cNvSpPr/>
            <p:nvPr/>
          </p:nvSpPr>
          <p:spPr>
            <a:xfrm>
              <a:off x="910770" y="1653882"/>
              <a:ext cx="4661355" cy="276999"/>
            </a:xfrm>
            <a:prstGeom prst="rect">
              <a:avLst/>
            </a:prstGeom>
          </p:spPr>
          <p:txBody>
            <a:bodyPr wrap="square" lIns="0" tIns="0" rIns="0" bIns="0">
              <a:spAutoFit/>
            </a:bodyPr>
            <a:lstStyle/>
            <a:p>
              <a:r>
                <a:rPr lang="de-DE"/>
                <a:t>Etablierte und gelebte Kultur</a:t>
              </a:r>
            </a:p>
          </p:txBody>
        </p:sp>
        <p:grpSp>
          <p:nvGrpSpPr>
            <p:cNvPr id="48" name="Group 182">
              <a:extLst>
                <a:ext uri="{FF2B5EF4-FFF2-40B4-BE49-F238E27FC236}">
                  <a16:creationId xmlns:a16="http://schemas.microsoft.com/office/drawing/2014/main" id="{501D94E2-8D62-0ED8-A149-D6143C7A10B5}"/>
                </a:ext>
              </a:extLst>
            </p:cNvPr>
            <p:cNvGrpSpPr>
              <a:grpSpLocks/>
            </p:cNvGrpSpPr>
            <p:nvPr/>
          </p:nvGrpSpPr>
          <p:grpSpPr>
            <a:xfrm>
              <a:off x="479426" y="1653882"/>
              <a:ext cx="313200" cy="313200"/>
              <a:chOff x="1003302" y="1257302"/>
              <a:chExt cx="396228" cy="396228"/>
            </a:xfrm>
          </p:grpSpPr>
          <p:sp>
            <p:nvSpPr>
              <p:cNvPr id="49" name="Oval 183">
                <a:extLst>
                  <a:ext uri="{FF2B5EF4-FFF2-40B4-BE49-F238E27FC236}">
                    <a16:creationId xmlns:a16="http://schemas.microsoft.com/office/drawing/2014/main" id="{D3BFA291-66E2-9436-9995-51A89572C01C}"/>
                  </a:ext>
                </a:extLst>
              </p:cNvPr>
              <p:cNvSpPr/>
              <p:nvPr/>
            </p:nvSpPr>
            <p:spPr>
              <a:xfrm>
                <a:off x="1003302" y="1257302"/>
                <a:ext cx="396228" cy="396228"/>
              </a:xfrm>
              <a:prstGeom prst="ellipse">
                <a:avLst/>
              </a:prstGeom>
              <a:solidFill>
                <a:schemeClr val="accent2"/>
              </a:solidFill>
              <a:ln w="6350"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72000" tIns="72000" rIns="72000" bIns="72000" rtlCol="0" anchor="ctr"/>
              <a:lstStyle/>
              <a:p>
                <a:pPr algn="ctr">
                  <a:lnSpc>
                    <a:spcPct val="90000"/>
                  </a:lnSpc>
                </a:pPr>
                <a:endParaRPr lang="de-DE" sz="1600">
                  <a:solidFill>
                    <a:schemeClr val="tx1"/>
                  </a:solidFill>
                </a:endParaRPr>
              </a:p>
            </p:txBody>
          </p:sp>
          <p:pic>
            <p:nvPicPr>
              <p:cNvPr id="50" name="Graphic 148">
                <a:extLst>
                  <a:ext uri="{FF2B5EF4-FFF2-40B4-BE49-F238E27FC236}">
                    <a16:creationId xmlns:a16="http://schemas.microsoft.com/office/drawing/2014/main" id="{06F8194C-69FC-00F9-F03D-1FB238B2937F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cstate="print">
                <a:extLst>
                  <a:ext uri="{28A0092B-C50C-407E-A947-70E740481C1C}">
                    <a14:useLocalDpi xmlns:a14="http://schemas.microsoft.com/office/drawing/2010/main" val="0"/>
                  </a:ext>
                  <a:ext uri="{96DAC541-7B7A-43D3-8B79-37D633B846F1}">
                    <asvg:svgBlip xmlns:asvg="http://schemas.microsoft.com/office/drawing/2016/SVG/main" r:embed="rId5"/>
                  </a:ext>
                </a:extLst>
              </a:blip>
              <a:stretch>
                <a:fillRect/>
              </a:stretch>
            </p:blipFill>
            <p:spPr>
              <a:xfrm>
                <a:off x="1010914" y="1264914"/>
                <a:ext cx="381000" cy="381000"/>
              </a:xfrm>
              <a:prstGeom prst="rect">
                <a:avLst/>
              </a:prstGeom>
            </p:spPr>
          </p:pic>
        </p:grpSp>
      </p:grpSp>
      <p:grpSp>
        <p:nvGrpSpPr>
          <p:cNvPr id="51" name="Gruppieren 50">
            <a:extLst>
              <a:ext uri="{FF2B5EF4-FFF2-40B4-BE49-F238E27FC236}">
                <a16:creationId xmlns:a16="http://schemas.microsoft.com/office/drawing/2014/main" id="{7EBA4D88-890B-B591-AA83-E8F8B8DF7FD5}"/>
              </a:ext>
            </a:extLst>
          </p:cNvPr>
          <p:cNvGrpSpPr/>
          <p:nvPr/>
        </p:nvGrpSpPr>
        <p:grpSpPr>
          <a:xfrm>
            <a:off x="6621464" y="5193275"/>
            <a:ext cx="5092699" cy="313200"/>
            <a:chOff x="479426" y="1653882"/>
            <a:chExt cx="5092699" cy="313200"/>
          </a:xfrm>
        </p:grpSpPr>
        <p:sp>
          <p:nvSpPr>
            <p:cNvPr id="52" name="Rechteck 51">
              <a:extLst>
                <a:ext uri="{FF2B5EF4-FFF2-40B4-BE49-F238E27FC236}">
                  <a16:creationId xmlns:a16="http://schemas.microsoft.com/office/drawing/2014/main" id="{D3B2A1C2-D2F7-88A7-414D-97C964B50FF9}"/>
                </a:ext>
              </a:extLst>
            </p:cNvPr>
            <p:cNvSpPr/>
            <p:nvPr/>
          </p:nvSpPr>
          <p:spPr>
            <a:xfrm>
              <a:off x="910770" y="1653882"/>
              <a:ext cx="4661355" cy="276999"/>
            </a:xfrm>
            <a:prstGeom prst="rect">
              <a:avLst/>
            </a:prstGeom>
          </p:spPr>
          <p:txBody>
            <a:bodyPr wrap="square" lIns="0" tIns="0" rIns="0" bIns="0">
              <a:spAutoFit/>
            </a:bodyPr>
            <a:lstStyle/>
            <a:p>
              <a:r>
                <a:rPr lang="de-DE"/>
                <a:t>Lorem </a:t>
              </a:r>
              <a:r>
                <a:rPr lang="de-DE" err="1"/>
                <a:t>ipsum</a:t>
              </a:r>
              <a:r>
                <a:rPr lang="de-DE"/>
                <a:t> </a:t>
              </a:r>
              <a:r>
                <a:rPr lang="de-DE" err="1"/>
                <a:t>dolor</a:t>
              </a:r>
              <a:endParaRPr lang="de-DE"/>
            </a:p>
          </p:txBody>
        </p:sp>
        <p:grpSp>
          <p:nvGrpSpPr>
            <p:cNvPr id="53" name="Group 182">
              <a:extLst>
                <a:ext uri="{FF2B5EF4-FFF2-40B4-BE49-F238E27FC236}">
                  <a16:creationId xmlns:a16="http://schemas.microsoft.com/office/drawing/2014/main" id="{11531A35-7860-FFE1-161E-71E77936F258}"/>
                </a:ext>
              </a:extLst>
            </p:cNvPr>
            <p:cNvGrpSpPr>
              <a:grpSpLocks/>
            </p:cNvGrpSpPr>
            <p:nvPr/>
          </p:nvGrpSpPr>
          <p:grpSpPr>
            <a:xfrm>
              <a:off x="479426" y="1653882"/>
              <a:ext cx="313200" cy="313200"/>
              <a:chOff x="1003302" y="1257302"/>
              <a:chExt cx="396228" cy="396228"/>
            </a:xfrm>
          </p:grpSpPr>
          <p:sp>
            <p:nvSpPr>
              <p:cNvPr id="54" name="Oval 183">
                <a:extLst>
                  <a:ext uri="{FF2B5EF4-FFF2-40B4-BE49-F238E27FC236}">
                    <a16:creationId xmlns:a16="http://schemas.microsoft.com/office/drawing/2014/main" id="{8F149A27-11F0-AFD9-1DCC-E5436AAC89DA}"/>
                  </a:ext>
                </a:extLst>
              </p:cNvPr>
              <p:cNvSpPr/>
              <p:nvPr/>
            </p:nvSpPr>
            <p:spPr>
              <a:xfrm>
                <a:off x="1003302" y="1257302"/>
                <a:ext cx="396228" cy="396228"/>
              </a:xfrm>
              <a:prstGeom prst="ellipse">
                <a:avLst/>
              </a:prstGeom>
              <a:solidFill>
                <a:schemeClr val="accent2"/>
              </a:solidFill>
              <a:ln w="6350"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72000" tIns="72000" rIns="72000" bIns="72000" rtlCol="0" anchor="ctr"/>
              <a:lstStyle/>
              <a:p>
                <a:pPr algn="ctr">
                  <a:lnSpc>
                    <a:spcPct val="90000"/>
                  </a:lnSpc>
                </a:pPr>
                <a:endParaRPr lang="de-DE" sz="1600">
                  <a:solidFill>
                    <a:schemeClr val="tx1"/>
                  </a:solidFill>
                </a:endParaRPr>
              </a:p>
            </p:txBody>
          </p:sp>
          <p:pic>
            <p:nvPicPr>
              <p:cNvPr id="55" name="Graphic 148">
                <a:extLst>
                  <a:ext uri="{FF2B5EF4-FFF2-40B4-BE49-F238E27FC236}">
                    <a16:creationId xmlns:a16="http://schemas.microsoft.com/office/drawing/2014/main" id="{FD370D0B-8C34-91A5-6EBC-D48C0BF56052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cstate="print">
                <a:extLst>
                  <a:ext uri="{28A0092B-C50C-407E-A947-70E740481C1C}">
                    <a14:useLocalDpi xmlns:a14="http://schemas.microsoft.com/office/drawing/2010/main" val="0"/>
                  </a:ext>
                  <a:ext uri="{96DAC541-7B7A-43D3-8B79-37D633B846F1}">
                    <asvg:svgBlip xmlns:asvg="http://schemas.microsoft.com/office/drawing/2016/SVG/main" r:embed="rId5"/>
                  </a:ext>
                </a:extLst>
              </a:blip>
              <a:stretch>
                <a:fillRect/>
              </a:stretch>
            </p:blipFill>
            <p:spPr>
              <a:xfrm>
                <a:off x="1010914" y="1264914"/>
                <a:ext cx="381000" cy="381000"/>
              </a:xfrm>
              <a:prstGeom prst="rect">
                <a:avLst/>
              </a:prstGeom>
            </p:spPr>
          </p:pic>
        </p:grpSp>
      </p:grpSp>
      <p:sp>
        <p:nvSpPr>
          <p:cNvPr id="56" name="RbLeanShape Right U-Shape 17">
            <a:extLst>
              <a:ext uri="{FF2B5EF4-FFF2-40B4-BE49-F238E27FC236}">
                <a16:creationId xmlns:a16="http://schemas.microsoft.com/office/drawing/2014/main" id="{9E661E89-1AC8-1B3C-BFFA-9B5790A8C41E}"/>
              </a:ext>
            </a:extLst>
          </p:cNvPr>
          <p:cNvSpPr>
            <a:spLocks/>
          </p:cNvSpPr>
          <p:nvPr/>
        </p:nvSpPr>
        <p:spPr>
          <a:xfrm>
            <a:off x="6216650" y="1603375"/>
            <a:ext cx="5497513" cy="4847271"/>
          </a:xfrm>
          <a:custGeom>
            <a:avLst/>
            <a:gdLst>
              <a:gd name="connsiteX0" fmla="*/ 1270000 w 1270000"/>
              <a:gd name="connsiteY0" fmla="*/ 0 h 3175000"/>
              <a:gd name="connsiteX1" fmla="*/ 0 w 1270000"/>
              <a:gd name="connsiteY1" fmla="*/ 0 h 3175000"/>
              <a:gd name="connsiteX2" fmla="*/ 0 w 1270000"/>
              <a:gd name="connsiteY2" fmla="*/ 3175000 h 3175000"/>
              <a:gd name="connsiteX3" fmla="*/ 1270000 w 1270000"/>
              <a:gd name="connsiteY3" fmla="*/ 3175000 h 3175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1270000" h="3175000">
                <a:moveTo>
                  <a:pt x="1270000" y="0"/>
                </a:moveTo>
                <a:lnTo>
                  <a:pt x="0" y="0"/>
                </a:lnTo>
                <a:lnTo>
                  <a:pt x="0" y="3175000"/>
                </a:lnTo>
                <a:lnTo>
                  <a:pt x="1270000" y="3175000"/>
                </a:lnTo>
              </a:path>
            </a:pathLst>
          </a:custGeom>
          <a:ln w="6350">
            <a:solidFill>
              <a:schemeClr val="accent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lIns="0" tIns="0" rIns="0" bIns="0" rtlCol="0" anchor="ctr"/>
          <a:lstStyle/>
          <a:p>
            <a:pPr fontAlgn="base">
              <a:lnSpc>
                <a:spcPct val="90000"/>
              </a:lnSpc>
              <a:spcAft>
                <a:spcPct val="0"/>
              </a:spcAft>
            </a:pPr>
            <a:endParaRPr lang="de-DE"/>
          </a:p>
        </p:txBody>
      </p:sp>
      <p:sp>
        <p:nvSpPr>
          <p:cNvPr id="57" name="RbLeanShape Right U-Shape 17">
            <a:extLst>
              <a:ext uri="{FF2B5EF4-FFF2-40B4-BE49-F238E27FC236}">
                <a16:creationId xmlns:a16="http://schemas.microsoft.com/office/drawing/2014/main" id="{E00F47B4-DAD4-09E8-2BD6-82C2B06D3C63}"/>
              </a:ext>
            </a:extLst>
          </p:cNvPr>
          <p:cNvSpPr>
            <a:spLocks/>
          </p:cNvSpPr>
          <p:nvPr/>
        </p:nvSpPr>
        <p:spPr>
          <a:xfrm flipH="1">
            <a:off x="479426" y="1603375"/>
            <a:ext cx="5497513" cy="4847271"/>
          </a:xfrm>
          <a:custGeom>
            <a:avLst/>
            <a:gdLst>
              <a:gd name="connsiteX0" fmla="*/ 1270000 w 1270000"/>
              <a:gd name="connsiteY0" fmla="*/ 0 h 3175000"/>
              <a:gd name="connsiteX1" fmla="*/ 0 w 1270000"/>
              <a:gd name="connsiteY1" fmla="*/ 0 h 3175000"/>
              <a:gd name="connsiteX2" fmla="*/ 0 w 1270000"/>
              <a:gd name="connsiteY2" fmla="*/ 3175000 h 3175000"/>
              <a:gd name="connsiteX3" fmla="*/ 1270000 w 1270000"/>
              <a:gd name="connsiteY3" fmla="*/ 3175000 h 3175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1270000" h="3175000">
                <a:moveTo>
                  <a:pt x="1270000" y="0"/>
                </a:moveTo>
                <a:lnTo>
                  <a:pt x="0" y="0"/>
                </a:lnTo>
                <a:lnTo>
                  <a:pt x="0" y="3175000"/>
                </a:lnTo>
                <a:lnTo>
                  <a:pt x="1270000" y="3175000"/>
                </a:lnTo>
              </a:path>
            </a:pathLst>
          </a:custGeom>
          <a:ln w="6350">
            <a:solidFill>
              <a:schemeClr val="accent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lIns="0" tIns="0" rIns="0" bIns="0" rtlCol="0" anchor="ctr"/>
          <a:lstStyle/>
          <a:p>
            <a:pPr fontAlgn="base">
              <a:lnSpc>
                <a:spcPct val="90000"/>
              </a:lnSpc>
              <a:spcAft>
                <a:spcPct val="0"/>
              </a:spcAft>
            </a:pPr>
            <a:endParaRPr lang="de-DE"/>
          </a:p>
        </p:txBody>
      </p:sp>
      <p:sp>
        <p:nvSpPr>
          <p:cNvPr id="61" name="ListLeanHorizontalTextDetail2">
            <a:extLst>
              <a:ext uri="{FF2B5EF4-FFF2-40B4-BE49-F238E27FC236}">
                <a16:creationId xmlns:a16="http://schemas.microsoft.com/office/drawing/2014/main" id="{AEF86CE4-6D00-6407-4349-A11EC1C7F9A2}"/>
              </a:ext>
            </a:extLst>
          </p:cNvPr>
          <p:cNvSpPr txBox="1">
            <a:spLocks/>
          </p:cNvSpPr>
          <p:nvPr/>
        </p:nvSpPr>
        <p:spPr>
          <a:xfrm>
            <a:off x="7068607" y="1944602"/>
            <a:ext cx="4643967" cy="335605"/>
          </a:xfrm>
          <a:prstGeom prst="rect">
            <a:avLst/>
          </a:prstGeom>
          <a:noFill/>
        </p:spPr>
        <p:txBody>
          <a:bodyPr vert="horz" wrap="square" lIns="0" tIns="0" rIns="0" bIns="0" rtlCol="0" anchor="t" anchorCtr="0">
            <a:noAutofit/>
          </a:bodyPr>
          <a:lstStyle>
            <a:defPPr>
              <a:defRPr lang="en-US"/>
            </a:defPPr>
            <a:lvl1pPr marL="0" algn="l" defTabSz="914354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178" algn="l" defTabSz="914354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354" algn="l" defTabSz="914354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532" algn="l" defTabSz="914354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709" algn="l" defTabSz="914354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5886" algn="l" defTabSz="914354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062" algn="l" defTabSz="914354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240" algn="l" defTabSz="914354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418" algn="l" defTabSz="914354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fontAlgn="base">
              <a:lnSpc>
                <a:spcPct val="90000"/>
              </a:lnSpc>
              <a:spcAft>
                <a:spcPts val="600"/>
              </a:spcAft>
              <a:buClr>
                <a:srgbClr val="000000"/>
              </a:buClr>
              <a:buSzPct val="100000"/>
            </a:pPr>
            <a:r>
              <a:rPr lang="en-US" sz="2400" b="1" err="1">
                <a:latin typeface="STIHL Contraface Display Title" panose="02000600040000020004" pitchFamily="50" charset="0"/>
              </a:rPr>
              <a:t>Prozess</a:t>
            </a:r>
            <a:r>
              <a:rPr lang="en-US" sz="2400" b="1">
                <a:latin typeface="STIHL Contraface Display Title" panose="02000600040000020004" pitchFamily="50" charset="0"/>
              </a:rPr>
              <a:t> &amp; governance</a:t>
            </a:r>
            <a:endParaRPr lang="en-US" sz="1400" b="1">
              <a:latin typeface="STIHL Contraface Display Title" panose="02000600040000020004" pitchFamily="50" charset="0"/>
            </a:endParaRPr>
          </a:p>
        </p:txBody>
      </p:sp>
      <p:sp>
        <p:nvSpPr>
          <p:cNvPr id="58" name="ListLeanHorizontalTextDetail2">
            <a:extLst>
              <a:ext uri="{FF2B5EF4-FFF2-40B4-BE49-F238E27FC236}">
                <a16:creationId xmlns:a16="http://schemas.microsoft.com/office/drawing/2014/main" id="{FF287C19-A269-C0AB-71CE-CD8FB4A8EAFF}"/>
              </a:ext>
            </a:extLst>
          </p:cNvPr>
          <p:cNvSpPr txBox="1">
            <a:spLocks/>
          </p:cNvSpPr>
          <p:nvPr/>
        </p:nvSpPr>
        <p:spPr>
          <a:xfrm>
            <a:off x="981145" y="1944602"/>
            <a:ext cx="3349495" cy="335605"/>
          </a:xfrm>
          <a:prstGeom prst="rect">
            <a:avLst/>
          </a:prstGeom>
          <a:noFill/>
        </p:spPr>
        <p:txBody>
          <a:bodyPr vert="horz" wrap="square" lIns="0" tIns="0" rIns="0" bIns="0" rtlCol="0" anchor="t" anchorCtr="0">
            <a:noAutofit/>
          </a:bodyPr>
          <a:lstStyle>
            <a:defPPr>
              <a:defRPr lang="en-US"/>
            </a:defPPr>
            <a:lvl1pPr marL="0" algn="l" defTabSz="914354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178" algn="l" defTabSz="914354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354" algn="l" defTabSz="914354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532" algn="l" defTabSz="914354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709" algn="l" defTabSz="914354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5886" algn="l" defTabSz="914354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062" algn="l" defTabSz="914354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240" algn="l" defTabSz="914354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418" algn="l" defTabSz="914354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fontAlgn="base">
              <a:lnSpc>
                <a:spcPct val="90000"/>
              </a:lnSpc>
              <a:spcAft>
                <a:spcPts val="600"/>
              </a:spcAft>
              <a:buClr>
                <a:srgbClr val="000000"/>
              </a:buClr>
              <a:buSzPct val="100000"/>
            </a:pPr>
            <a:r>
              <a:rPr lang="en-US" sz="2400" b="1">
                <a:latin typeface="STIHL Contraface Display Title" panose="02000600040000020004" pitchFamily="50" charset="0"/>
              </a:rPr>
              <a:t>SOFTWARE</a:t>
            </a:r>
            <a:endParaRPr lang="en-US" sz="1400" b="1">
              <a:latin typeface="STIHL Contraface Display Title" panose="02000600040000020004" pitchFamily="50" charset="0"/>
            </a:endParaRPr>
          </a:p>
        </p:txBody>
      </p:sp>
      <p:sp>
        <p:nvSpPr>
          <p:cNvPr id="62" name="ListLeanHorizontalTextDetail2">
            <a:extLst>
              <a:ext uri="{FF2B5EF4-FFF2-40B4-BE49-F238E27FC236}">
                <a16:creationId xmlns:a16="http://schemas.microsoft.com/office/drawing/2014/main" id="{4EDDDF80-17A4-82CB-D4CC-0ED42098FE8E}"/>
              </a:ext>
            </a:extLst>
          </p:cNvPr>
          <p:cNvSpPr txBox="1">
            <a:spLocks/>
          </p:cNvSpPr>
          <p:nvPr/>
        </p:nvSpPr>
        <p:spPr>
          <a:xfrm>
            <a:off x="479426" y="1944602"/>
            <a:ext cx="334800" cy="335605"/>
          </a:xfrm>
          <a:prstGeom prst="rect">
            <a:avLst/>
          </a:prstGeom>
          <a:solidFill>
            <a:schemeClr val="bg2"/>
          </a:solidFill>
        </p:spPr>
        <p:txBody>
          <a:bodyPr vert="horz" wrap="square" lIns="0" tIns="0" rIns="0" bIns="0" rtlCol="0" anchor="ctr" anchorCtr="0">
            <a:noAutofit/>
          </a:bodyPr>
          <a:lstStyle>
            <a:defPPr>
              <a:defRPr lang="en-US"/>
            </a:defPPr>
            <a:lvl1pPr marL="0" algn="l" defTabSz="914354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178" algn="l" defTabSz="914354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354" algn="l" defTabSz="914354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532" algn="l" defTabSz="914354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709" algn="l" defTabSz="914354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5886" algn="l" defTabSz="914354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062" algn="l" defTabSz="914354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240" algn="l" defTabSz="914354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418" algn="l" defTabSz="914354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 fontAlgn="base">
              <a:spcAft>
                <a:spcPts val="600"/>
              </a:spcAft>
              <a:buClr>
                <a:srgbClr val="000000"/>
              </a:buClr>
              <a:buSzPct val="100000"/>
            </a:pPr>
            <a:r>
              <a:rPr lang="en-US" sz="2400" b="1">
                <a:solidFill>
                  <a:schemeClr val="accent2"/>
                </a:solidFill>
                <a:latin typeface="STIHL Contraface Display Title" panose="02000600040000020004" pitchFamily="50" charset="0"/>
              </a:rPr>
              <a:t>A</a:t>
            </a:r>
            <a:endParaRPr lang="en-US" sz="1400" b="1">
              <a:solidFill>
                <a:schemeClr val="accent2"/>
              </a:solidFill>
              <a:latin typeface="STIHL Contraface Display Title" panose="02000600040000020004" pitchFamily="50" charset="0"/>
            </a:endParaRPr>
          </a:p>
        </p:txBody>
      </p:sp>
      <p:sp>
        <p:nvSpPr>
          <p:cNvPr id="63" name="ListLeanHorizontalTextDetail2">
            <a:extLst>
              <a:ext uri="{FF2B5EF4-FFF2-40B4-BE49-F238E27FC236}">
                <a16:creationId xmlns:a16="http://schemas.microsoft.com/office/drawing/2014/main" id="{CB2CDAE3-4F76-BEA6-7F2F-0F94BDB91A5C}"/>
              </a:ext>
            </a:extLst>
          </p:cNvPr>
          <p:cNvSpPr txBox="1">
            <a:spLocks/>
          </p:cNvSpPr>
          <p:nvPr/>
        </p:nvSpPr>
        <p:spPr>
          <a:xfrm>
            <a:off x="6621464" y="1944602"/>
            <a:ext cx="334800" cy="335605"/>
          </a:xfrm>
          <a:prstGeom prst="rect">
            <a:avLst/>
          </a:prstGeom>
          <a:solidFill>
            <a:schemeClr val="bg2"/>
          </a:solidFill>
        </p:spPr>
        <p:txBody>
          <a:bodyPr vert="horz" wrap="square" lIns="0" tIns="0" rIns="0" bIns="0" rtlCol="0" anchor="ctr" anchorCtr="0">
            <a:noAutofit/>
          </a:bodyPr>
          <a:lstStyle>
            <a:defPPr>
              <a:defRPr lang="en-US"/>
            </a:defPPr>
            <a:lvl1pPr marL="0" algn="l" defTabSz="914354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178" algn="l" defTabSz="914354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354" algn="l" defTabSz="914354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532" algn="l" defTabSz="914354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709" algn="l" defTabSz="914354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5886" algn="l" defTabSz="914354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062" algn="l" defTabSz="914354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240" algn="l" defTabSz="914354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418" algn="l" defTabSz="914354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 fontAlgn="base">
              <a:spcAft>
                <a:spcPts val="600"/>
              </a:spcAft>
              <a:buClr>
                <a:srgbClr val="000000"/>
              </a:buClr>
              <a:buSzPct val="100000"/>
            </a:pPr>
            <a:r>
              <a:rPr lang="en-US" sz="2400" b="1">
                <a:solidFill>
                  <a:schemeClr val="accent2"/>
                </a:solidFill>
                <a:latin typeface="STIHL Contraface Display Title" panose="02000600040000020004" pitchFamily="50" charset="0"/>
              </a:rPr>
              <a:t>B</a:t>
            </a:r>
            <a:endParaRPr lang="en-US" sz="1400" b="1">
              <a:solidFill>
                <a:schemeClr val="accent2"/>
              </a:solidFill>
              <a:latin typeface="STIHL Contraface Display Title" panose="02000600040000020004" pitchFamily="50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766594334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A28E327-4776-E6CB-065D-FD93039E555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3" name="think-cell data - do not delete" hidden="1">
            <a:extLst>
              <a:ext uri="{FF2B5EF4-FFF2-40B4-BE49-F238E27FC236}">
                <a16:creationId xmlns:a16="http://schemas.microsoft.com/office/drawing/2014/main" id="{4AF0C6F4-554A-EBBB-3CC2-1100573FE72A}"/>
              </a:ext>
            </a:extLst>
          </p:cNvPr>
          <p:cNvGraphicFramePr>
            <a:graphicFrameLocks/>
          </p:cNvGraphicFramePr>
          <p:nvPr>
            <p:custDataLst>
              <p:tags r:id="rId1"/>
            </p:custDataLst>
            <p:extLst>
              <p:ext uri="{D42A27DB-BD31-4B8C-83A1-F6EECF244321}">
                <p14:modId xmlns:p14="http://schemas.microsoft.com/office/powerpoint/2010/main" val="887471225"/>
              </p:ext>
            </p:extLst>
          </p:nvPr>
        </p:nvGraphicFramePr>
        <p:xfrm>
          <a:off x="1588" y="1588"/>
          <a:ext cx="1588" cy="15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think-cell Slide" r:id="rId4" imgW="408" imgH="408" progId="TCLayout.ActiveDocument.1">
                  <p:embed/>
                </p:oleObj>
              </mc:Choice>
              <mc:Fallback>
                <p:oleObj name="think-cell Slide" r:id="rId4" imgW="408" imgH="408" progId="TCLayout.ActiveDocument.1">
                  <p:embed/>
                  <p:pic>
                    <p:nvPicPr>
                      <p:cNvPr id="3" name="think-cell data - do not delete" hidden="1">
                        <a:extLst>
                          <a:ext uri="{FF2B5EF4-FFF2-40B4-BE49-F238E27FC236}">
                            <a16:creationId xmlns:a16="http://schemas.microsoft.com/office/drawing/2014/main" id="{4AF0C6F4-554A-EBBB-3CC2-1100573FE72A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5"/>
                      <a:stretch>
                        <a:fillRect/>
                      </a:stretch>
                    </p:blipFill>
                    <p:spPr>
                      <a:xfrm>
                        <a:off x="1588" y="1588"/>
                        <a:ext cx="1588" cy="1588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2" name="Titel 1">
            <a:extLst>
              <a:ext uri="{FF2B5EF4-FFF2-40B4-BE49-F238E27FC236}">
                <a16:creationId xmlns:a16="http://schemas.microsoft.com/office/drawing/2014/main" id="{FEEF5E8F-E7E6-6BFC-89D5-28456653C9F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995363" y="503546"/>
            <a:ext cx="9063988" cy="304699"/>
          </a:xfrm>
        </p:spPr>
        <p:txBody>
          <a:bodyPr vert="horz" rIns="0"/>
          <a:lstStyle/>
          <a:p>
            <a:r>
              <a:rPr lang="en-US" sz="2400"/>
              <a:t>Vorprojekt SNOW – </a:t>
            </a:r>
            <a:r>
              <a:rPr lang="en-US" sz="2400">
                <a:solidFill>
                  <a:schemeClr val="accent2"/>
                </a:solidFill>
              </a:rPr>
              <a:t>Überblick</a:t>
            </a:r>
            <a:endParaRPr lang="en-US" b="0">
              <a:solidFill>
                <a:schemeClr val="accent2"/>
              </a:solidFill>
            </a:endParaRPr>
          </a:p>
        </p:txBody>
      </p:sp>
      <p:sp>
        <p:nvSpPr>
          <p:cNvPr id="4" name="ListLeanHorizontalTextDetail2">
            <a:extLst>
              <a:ext uri="{FF2B5EF4-FFF2-40B4-BE49-F238E27FC236}">
                <a16:creationId xmlns:a16="http://schemas.microsoft.com/office/drawing/2014/main" id="{10CEE9D7-C502-5404-46DB-E9C53CDE23A0}"/>
              </a:ext>
            </a:extLst>
          </p:cNvPr>
          <p:cNvSpPr txBox="1">
            <a:spLocks/>
          </p:cNvSpPr>
          <p:nvPr/>
        </p:nvSpPr>
        <p:spPr>
          <a:xfrm>
            <a:off x="479426" y="487817"/>
            <a:ext cx="334800" cy="335605"/>
          </a:xfrm>
          <a:prstGeom prst="rect">
            <a:avLst/>
          </a:prstGeom>
          <a:solidFill>
            <a:schemeClr val="bg2"/>
          </a:solidFill>
        </p:spPr>
        <p:txBody>
          <a:bodyPr vert="horz" wrap="square" lIns="0" tIns="0" rIns="0" bIns="0" rtlCol="0" anchor="ctr" anchorCtr="0">
            <a:noAutofit/>
          </a:bodyPr>
          <a:lstStyle>
            <a:defPPr>
              <a:defRPr lang="en-US"/>
            </a:defPPr>
            <a:lvl1pPr marL="0" algn="l" defTabSz="914354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178" algn="l" defTabSz="914354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354" algn="l" defTabSz="914354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532" algn="l" defTabSz="914354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709" algn="l" defTabSz="914354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5886" algn="l" defTabSz="914354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062" algn="l" defTabSz="914354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240" algn="l" defTabSz="914354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418" algn="l" defTabSz="914354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 fontAlgn="base">
              <a:spcAft>
                <a:spcPts val="600"/>
              </a:spcAft>
              <a:buClr>
                <a:srgbClr val="000000"/>
              </a:buClr>
              <a:buSzPct val="100000"/>
            </a:pPr>
            <a:r>
              <a:rPr lang="en-US" sz="2400" b="1">
                <a:solidFill>
                  <a:schemeClr val="accent2"/>
                </a:solidFill>
                <a:latin typeface="STIHL Contraface Display Title" panose="02000600040000020004" pitchFamily="50" charset="0"/>
              </a:rPr>
              <a:t>A</a:t>
            </a:r>
            <a:endParaRPr lang="en-US" sz="1400" b="1">
              <a:solidFill>
                <a:schemeClr val="accent2"/>
              </a:solidFill>
              <a:latin typeface="STIHL Contraface Display Title" panose="02000600040000020004" pitchFamily="50" charset="0"/>
            </a:endParaRPr>
          </a:p>
        </p:txBody>
      </p:sp>
      <p:sp>
        <p:nvSpPr>
          <p:cNvPr id="5" name="Rechteck 4">
            <a:extLst>
              <a:ext uri="{FF2B5EF4-FFF2-40B4-BE49-F238E27FC236}">
                <a16:creationId xmlns:a16="http://schemas.microsoft.com/office/drawing/2014/main" id="{72D1F170-D581-C10C-237A-3BF1731414EE}"/>
              </a:ext>
            </a:extLst>
          </p:cNvPr>
          <p:cNvSpPr/>
          <p:nvPr/>
        </p:nvSpPr>
        <p:spPr>
          <a:xfrm>
            <a:off x="479426" y="1603375"/>
            <a:ext cx="3240000" cy="3311525"/>
          </a:xfrm>
          <a:prstGeom prst="rect">
            <a:avLst/>
          </a:prstGeom>
          <a:solidFill>
            <a:schemeClr val="accent2">
              <a:lumMod val="40000"/>
              <a:lumOff val="60000"/>
            </a:schemeClr>
          </a:solidFill>
          <a:ln w="6350">
            <a:solidFill>
              <a:schemeClr val="accent2">
                <a:lumMod val="40000"/>
                <a:lumOff val="6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72000" tIns="72000" rIns="72000" bIns="72000" rtlCol="0" anchor="ctr"/>
          <a:lstStyle/>
          <a:p>
            <a:pPr algn="ctr">
              <a:lnSpc>
                <a:spcPct val="90000"/>
              </a:lnSpc>
            </a:pPr>
            <a:endParaRPr lang="en-US" sz="1600" b="1">
              <a:solidFill>
                <a:schemeClr val="tx1"/>
              </a:solidFill>
            </a:endParaRPr>
          </a:p>
        </p:txBody>
      </p:sp>
      <p:sp>
        <p:nvSpPr>
          <p:cNvPr id="6" name="Rechteck 5">
            <a:extLst>
              <a:ext uri="{FF2B5EF4-FFF2-40B4-BE49-F238E27FC236}">
                <a16:creationId xmlns:a16="http://schemas.microsoft.com/office/drawing/2014/main" id="{035AD424-F22A-D9C3-9969-9F66DA02C828}"/>
              </a:ext>
            </a:extLst>
          </p:cNvPr>
          <p:cNvSpPr/>
          <p:nvPr/>
        </p:nvSpPr>
        <p:spPr>
          <a:xfrm>
            <a:off x="8472574" y="1603375"/>
            <a:ext cx="3240000" cy="4851400"/>
          </a:xfrm>
          <a:prstGeom prst="rect">
            <a:avLst/>
          </a:prstGeom>
          <a:solidFill>
            <a:schemeClr val="bg2"/>
          </a:solidFill>
          <a:ln w="6350">
            <a:solidFill>
              <a:schemeClr val="bg2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72000" tIns="72000" rIns="72000" bIns="72000" rtlCol="0" anchor="ctr"/>
          <a:lstStyle/>
          <a:p>
            <a:pPr algn="ctr">
              <a:lnSpc>
                <a:spcPct val="90000"/>
              </a:lnSpc>
            </a:pPr>
            <a:endParaRPr lang="en-US" sz="1600" b="1">
              <a:solidFill>
                <a:schemeClr val="tx1"/>
              </a:solidFill>
            </a:endParaRPr>
          </a:p>
        </p:txBody>
      </p:sp>
      <p:sp>
        <p:nvSpPr>
          <p:cNvPr id="7" name="Rechteck 6">
            <a:extLst>
              <a:ext uri="{FF2B5EF4-FFF2-40B4-BE49-F238E27FC236}">
                <a16:creationId xmlns:a16="http://schemas.microsoft.com/office/drawing/2014/main" id="{C3668B76-0FF5-2F76-F91B-BAD84739529B}"/>
              </a:ext>
            </a:extLst>
          </p:cNvPr>
          <p:cNvSpPr/>
          <p:nvPr/>
        </p:nvSpPr>
        <p:spPr>
          <a:xfrm>
            <a:off x="3954780" y="1603375"/>
            <a:ext cx="4294187" cy="4851400"/>
          </a:xfrm>
          <a:prstGeom prst="rect">
            <a:avLst/>
          </a:prstGeom>
          <a:solidFill>
            <a:schemeClr val="bg1"/>
          </a:solidFill>
          <a:ln w="635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72000" tIns="72000" rIns="72000" bIns="72000" rtlCol="0" anchor="ctr"/>
          <a:lstStyle/>
          <a:p>
            <a:pPr algn="ctr">
              <a:lnSpc>
                <a:spcPct val="90000"/>
              </a:lnSpc>
            </a:pPr>
            <a:endParaRPr lang="en-US" sz="1600" b="1">
              <a:solidFill>
                <a:schemeClr val="tx1"/>
              </a:solidFill>
            </a:endParaRPr>
          </a:p>
        </p:txBody>
      </p:sp>
      <p:sp>
        <p:nvSpPr>
          <p:cNvPr id="8" name="Rechteck 7">
            <a:extLst>
              <a:ext uri="{FF2B5EF4-FFF2-40B4-BE49-F238E27FC236}">
                <a16:creationId xmlns:a16="http://schemas.microsoft.com/office/drawing/2014/main" id="{E8C94B4B-CF48-532F-CE3A-611563F07E08}"/>
              </a:ext>
            </a:extLst>
          </p:cNvPr>
          <p:cNvSpPr/>
          <p:nvPr/>
        </p:nvSpPr>
        <p:spPr>
          <a:xfrm>
            <a:off x="479426" y="5135880"/>
            <a:ext cx="3240000" cy="1318895"/>
          </a:xfrm>
          <a:prstGeom prst="rect">
            <a:avLst/>
          </a:prstGeom>
          <a:solidFill>
            <a:schemeClr val="bg1"/>
          </a:solidFill>
          <a:ln w="635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72000" tIns="72000" rIns="72000" bIns="72000" rtlCol="0" anchor="ctr"/>
          <a:lstStyle/>
          <a:p>
            <a:pPr algn="ctr">
              <a:lnSpc>
                <a:spcPct val="90000"/>
              </a:lnSpc>
            </a:pPr>
            <a:endParaRPr lang="en-US" sz="1600" b="1">
              <a:solidFill>
                <a:schemeClr val="tx1"/>
              </a:solidFill>
            </a:endParaRPr>
          </a:p>
        </p:txBody>
      </p:sp>
      <p:pic>
        <p:nvPicPr>
          <p:cNvPr id="9" name="Grafik 8">
            <a:extLst>
              <a:ext uri="{FF2B5EF4-FFF2-40B4-BE49-F238E27FC236}">
                <a16:creationId xmlns:a16="http://schemas.microsoft.com/office/drawing/2014/main" id="{C1FD92FC-610E-8F71-E629-9A2544D5D0A9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8932105" y="1737360"/>
            <a:ext cx="2436809" cy="461952"/>
          </a:xfrm>
          <a:prstGeom prst="rect">
            <a:avLst/>
          </a:prstGeom>
        </p:spPr>
      </p:pic>
      <p:sp>
        <p:nvSpPr>
          <p:cNvPr id="10" name="Textfeld 9">
            <a:extLst>
              <a:ext uri="{FF2B5EF4-FFF2-40B4-BE49-F238E27FC236}">
                <a16:creationId xmlns:a16="http://schemas.microsoft.com/office/drawing/2014/main" id="{67F566D8-AF3E-2229-19FF-67C6C52E4327}"/>
              </a:ext>
            </a:extLst>
          </p:cNvPr>
          <p:cNvSpPr txBox="1"/>
          <p:nvPr/>
        </p:nvSpPr>
        <p:spPr>
          <a:xfrm>
            <a:off x="8709660" y="2956900"/>
            <a:ext cx="2804159" cy="1040285"/>
          </a:xfrm>
          <a:prstGeom prst="rect">
            <a:avLst/>
          </a:prstGeom>
          <a:noFill/>
        </p:spPr>
        <p:txBody>
          <a:bodyPr wrap="square" lIns="0" tIns="0" rIns="0" bIns="0" rtlCol="0" anchor="ctr">
            <a:spAutoFit/>
          </a:bodyPr>
          <a:lstStyle/>
          <a:p>
            <a:pPr marL="182563" indent="-182563" algn="l">
              <a:lnSpc>
                <a:spcPct val="90000"/>
              </a:lnSpc>
              <a:spcBef>
                <a:spcPts val="400"/>
              </a:spcBef>
              <a:buFont typeface="Arial" panose="020B0604020202020204" pitchFamily="34" charset="0"/>
              <a:buChar char="•"/>
            </a:pPr>
            <a:r>
              <a:rPr lang="en-US" sz="1600"/>
              <a:t>…</a:t>
            </a:r>
          </a:p>
          <a:p>
            <a:pPr marL="182563" indent="-182563" algn="l">
              <a:lnSpc>
                <a:spcPct val="90000"/>
              </a:lnSpc>
              <a:spcBef>
                <a:spcPts val="400"/>
              </a:spcBef>
              <a:buFont typeface="Arial" panose="020B0604020202020204" pitchFamily="34" charset="0"/>
              <a:buChar char="•"/>
            </a:pPr>
            <a:r>
              <a:rPr lang="en-US" sz="1600"/>
              <a:t>…</a:t>
            </a:r>
          </a:p>
          <a:p>
            <a:pPr marL="182563" indent="-182563" algn="l">
              <a:lnSpc>
                <a:spcPct val="90000"/>
              </a:lnSpc>
              <a:spcBef>
                <a:spcPts val="400"/>
              </a:spcBef>
              <a:buFont typeface="Arial" panose="020B0604020202020204" pitchFamily="34" charset="0"/>
              <a:buChar char="•"/>
            </a:pPr>
            <a:r>
              <a:rPr lang="en-US" sz="1600"/>
              <a:t>…</a:t>
            </a:r>
          </a:p>
          <a:p>
            <a:pPr marL="182563" indent="-182563" algn="l">
              <a:lnSpc>
                <a:spcPct val="90000"/>
              </a:lnSpc>
              <a:spcBef>
                <a:spcPts val="400"/>
              </a:spcBef>
              <a:buFont typeface="Arial" panose="020B0604020202020204" pitchFamily="34" charset="0"/>
              <a:buChar char="•"/>
            </a:pPr>
            <a:r>
              <a:rPr lang="en-US" sz="1600"/>
              <a:t>…</a:t>
            </a:r>
          </a:p>
        </p:txBody>
      </p:sp>
      <p:sp>
        <p:nvSpPr>
          <p:cNvPr id="11" name="Rechteck 10">
            <a:extLst>
              <a:ext uri="{FF2B5EF4-FFF2-40B4-BE49-F238E27FC236}">
                <a16:creationId xmlns:a16="http://schemas.microsoft.com/office/drawing/2014/main" id="{E8080061-DA54-0177-A3CF-F9C03FE03ABA}"/>
              </a:ext>
            </a:extLst>
          </p:cNvPr>
          <p:cNvSpPr/>
          <p:nvPr/>
        </p:nvSpPr>
        <p:spPr>
          <a:xfrm>
            <a:off x="606314" y="1716112"/>
            <a:ext cx="2986224" cy="276999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/>
          <a:p>
            <a:r>
              <a:rPr lang="en-US" b="1"/>
              <a:t>Zielsetzung:</a:t>
            </a:r>
          </a:p>
        </p:txBody>
      </p:sp>
      <p:sp>
        <p:nvSpPr>
          <p:cNvPr id="12" name="Rechteck 11">
            <a:extLst>
              <a:ext uri="{FF2B5EF4-FFF2-40B4-BE49-F238E27FC236}">
                <a16:creationId xmlns:a16="http://schemas.microsoft.com/office/drawing/2014/main" id="{E24DF227-CCA8-54FC-2822-E8E226818300}"/>
              </a:ext>
            </a:extLst>
          </p:cNvPr>
          <p:cNvSpPr/>
          <p:nvPr/>
        </p:nvSpPr>
        <p:spPr>
          <a:xfrm>
            <a:off x="606314" y="2119972"/>
            <a:ext cx="2986224" cy="984885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/>
          <a:p>
            <a:pPr lvl="0">
              <a:lnSpc>
                <a:spcPct val="100000"/>
              </a:lnSpc>
              <a:spcAft>
                <a:spcPts val="0"/>
              </a:spcAft>
              <a:defRPr/>
            </a:pPr>
            <a:r>
              <a:rPr lang="en-US" sz="1600" b="1" err="1"/>
              <a:t>Erarbeitung</a:t>
            </a:r>
            <a:r>
              <a:rPr lang="en-US" sz="1600" b="1"/>
              <a:t> </a:t>
            </a:r>
            <a:r>
              <a:rPr lang="en-US" sz="1600" err="1"/>
              <a:t>eines</a:t>
            </a:r>
            <a:r>
              <a:rPr lang="en-US" sz="1600" b="1"/>
              <a:t> Zielbildes „Strategy to Execution Portfolio/Project Management” </a:t>
            </a:r>
            <a:r>
              <a:rPr lang="en-US" sz="1600" err="1"/>
              <a:t>durch</a:t>
            </a:r>
            <a:r>
              <a:rPr lang="en-US" sz="1600"/>
              <a:t> Collaboration</a:t>
            </a:r>
          </a:p>
        </p:txBody>
      </p:sp>
      <p:sp>
        <p:nvSpPr>
          <p:cNvPr id="13" name="Rechteck 12">
            <a:extLst>
              <a:ext uri="{FF2B5EF4-FFF2-40B4-BE49-F238E27FC236}">
                <a16:creationId xmlns:a16="http://schemas.microsoft.com/office/drawing/2014/main" id="{4ABB571B-8FBA-58EF-D69E-D60CE804A82A}"/>
              </a:ext>
            </a:extLst>
          </p:cNvPr>
          <p:cNvSpPr/>
          <p:nvPr/>
        </p:nvSpPr>
        <p:spPr>
          <a:xfrm>
            <a:off x="606314" y="5251792"/>
            <a:ext cx="2986224" cy="276999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/>
          <a:p>
            <a:r>
              <a:rPr lang="en-US" b="1" err="1"/>
              <a:t>Zeitleiste</a:t>
            </a:r>
            <a:r>
              <a:rPr lang="en-US" b="1"/>
              <a:t>:</a:t>
            </a:r>
          </a:p>
        </p:txBody>
      </p:sp>
      <p:sp>
        <p:nvSpPr>
          <p:cNvPr id="14" name="Rechteck 13">
            <a:extLst>
              <a:ext uri="{FF2B5EF4-FFF2-40B4-BE49-F238E27FC236}">
                <a16:creationId xmlns:a16="http://schemas.microsoft.com/office/drawing/2014/main" id="{CAA5560B-1B52-0CF2-0CDF-7093E8C754C6}"/>
              </a:ext>
            </a:extLst>
          </p:cNvPr>
          <p:cNvSpPr/>
          <p:nvPr/>
        </p:nvSpPr>
        <p:spPr>
          <a:xfrm>
            <a:off x="606314" y="5749771"/>
            <a:ext cx="2986224" cy="246221"/>
          </a:xfrm>
          <a:prstGeom prst="rect">
            <a:avLst/>
          </a:prstGeom>
        </p:spPr>
        <p:txBody>
          <a:bodyPr wrap="square" lIns="0" tIns="0" rIns="0" bIns="0" anchor="t">
            <a:spAutoFit/>
          </a:bodyPr>
          <a:lstStyle/>
          <a:p>
            <a:r>
              <a:rPr lang="en-US" sz="1600"/>
              <a:t>01 /2026 - 04 /2026</a:t>
            </a:r>
          </a:p>
        </p:txBody>
      </p:sp>
      <p:sp>
        <p:nvSpPr>
          <p:cNvPr id="15" name="Rechteck 14">
            <a:extLst>
              <a:ext uri="{FF2B5EF4-FFF2-40B4-BE49-F238E27FC236}">
                <a16:creationId xmlns:a16="http://schemas.microsoft.com/office/drawing/2014/main" id="{72132586-AB17-ABC5-147C-4CFCBA156520}"/>
              </a:ext>
            </a:extLst>
          </p:cNvPr>
          <p:cNvSpPr/>
          <p:nvPr/>
        </p:nvSpPr>
        <p:spPr>
          <a:xfrm>
            <a:off x="4111410" y="1716112"/>
            <a:ext cx="3980926" cy="276999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/>
          <a:p>
            <a:r>
              <a:rPr lang="en-US" b="1"/>
              <a:t>Umfang:</a:t>
            </a:r>
          </a:p>
        </p:txBody>
      </p:sp>
      <p:sp>
        <p:nvSpPr>
          <p:cNvPr id="16" name="Rechteck 15">
            <a:extLst>
              <a:ext uri="{FF2B5EF4-FFF2-40B4-BE49-F238E27FC236}">
                <a16:creationId xmlns:a16="http://schemas.microsoft.com/office/drawing/2014/main" id="{8BFCDF41-0112-321C-884C-8ADF2B4A3E5A}"/>
              </a:ext>
            </a:extLst>
          </p:cNvPr>
          <p:cNvSpPr/>
          <p:nvPr/>
        </p:nvSpPr>
        <p:spPr>
          <a:xfrm>
            <a:off x="4111410" y="2119972"/>
            <a:ext cx="3980926" cy="1969770"/>
          </a:xfrm>
          <a:prstGeom prst="rect">
            <a:avLst/>
          </a:prstGeom>
        </p:spPr>
        <p:txBody>
          <a:bodyPr wrap="square" lIns="0" tIns="0" rIns="0" bIns="0" anchor="t">
            <a:spAutoFit/>
          </a:bodyPr>
          <a:lstStyle/>
          <a:p>
            <a:r>
              <a:rPr lang="en-US" sz="1600"/>
              <a:t>Prüfung sämtlicher Perspektiven:</a:t>
            </a:r>
          </a:p>
          <a:p>
            <a:pPr marL="342900" indent="-342900">
              <a:buFont typeface="STIHL Contraface Text"/>
              <a:buAutoNum type="arabicPeriod"/>
            </a:pPr>
            <a:r>
              <a:rPr lang="en-US" sz="1600"/>
              <a:t>Strategische Produktplanung</a:t>
            </a:r>
          </a:p>
          <a:p>
            <a:pPr marL="342900" indent="-342900">
              <a:buAutoNum type="arabicPeriod"/>
            </a:pPr>
            <a:r>
              <a:rPr lang="en-US" sz="1600"/>
              <a:t>Produktprojekte</a:t>
            </a:r>
          </a:p>
          <a:p>
            <a:pPr marL="342900" indent="-342900">
              <a:buFont typeface="+mj-lt"/>
              <a:buAutoNum type="arabicPeriod"/>
            </a:pPr>
            <a:r>
              <a:rPr lang="en-US" sz="1600"/>
              <a:t>Infrastruktur-Projekte</a:t>
            </a:r>
          </a:p>
          <a:p>
            <a:pPr marL="342900" indent="-342900">
              <a:buFont typeface="+mj-lt"/>
              <a:buAutoNum type="arabicPeriod"/>
            </a:pPr>
            <a:r>
              <a:rPr lang="en-US" sz="1600"/>
              <a:t>Sonderprojekte</a:t>
            </a:r>
          </a:p>
          <a:p>
            <a:pPr marL="342900" indent="-342900">
              <a:buAutoNum type="arabicPeriod"/>
            </a:pPr>
            <a:r>
              <a:rPr lang="en-US" sz="1600"/>
              <a:t>Strategische Verzielung</a:t>
            </a:r>
          </a:p>
          <a:p>
            <a:pPr marL="342900" indent="-342900">
              <a:buFont typeface="+mj-lt"/>
              <a:buAutoNum type="arabicPeriod"/>
            </a:pPr>
            <a:r>
              <a:rPr lang="en-US" sz="1600"/>
              <a:t>IT-Projekte</a:t>
            </a:r>
          </a:p>
          <a:p>
            <a:pPr marL="342900" indent="-342900">
              <a:buFont typeface="+mj-lt"/>
              <a:buAutoNum type="arabicPeriod"/>
            </a:pPr>
            <a:r>
              <a:rPr lang="en-US" sz="1600"/>
              <a:t>EV-Prozess</a:t>
            </a:r>
          </a:p>
        </p:txBody>
      </p:sp>
      <p:sp>
        <p:nvSpPr>
          <p:cNvPr id="17" name="Textfeld 16">
            <a:extLst>
              <a:ext uri="{FF2B5EF4-FFF2-40B4-BE49-F238E27FC236}">
                <a16:creationId xmlns:a16="http://schemas.microsoft.com/office/drawing/2014/main" id="{926772F8-733D-DB31-84CA-9EC0171BF5B0}"/>
              </a:ext>
            </a:extLst>
          </p:cNvPr>
          <p:cNvSpPr txBox="1"/>
          <p:nvPr/>
        </p:nvSpPr>
        <p:spPr>
          <a:xfrm>
            <a:off x="8709660" y="4650021"/>
            <a:ext cx="2804159" cy="249299"/>
          </a:xfrm>
          <a:prstGeom prst="rect">
            <a:avLst/>
          </a:prstGeom>
          <a:noFill/>
        </p:spPr>
        <p:txBody>
          <a:bodyPr wrap="square" lIns="0" tIns="0" rIns="0" bIns="0" rtlCol="0" anchor="ctr">
            <a:spAutoFit/>
          </a:bodyPr>
          <a:lstStyle/>
          <a:p>
            <a:pPr algn="l">
              <a:lnSpc>
                <a:spcPct val="90000"/>
              </a:lnSpc>
              <a:spcBef>
                <a:spcPts val="400"/>
              </a:spcBef>
            </a:pPr>
            <a:r>
              <a:rPr lang="en-US" b="1" err="1"/>
              <a:t>Referenzen</a:t>
            </a:r>
            <a:r>
              <a:rPr lang="en-US" b="1"/>
              <a:t>:</a:t>
            </a:r>
          </a:p>
        </p:txBody>
      </p:sp>
      <p:sp>
        <p:nvSpPr>
          <p:cNvPr id="23" name="Rechteck 11">
            <a:extLst>
              <a:ext uri="{FF2B5EF4-FFF2-40B4-BE49-F238E27FC236}">
                <a16:creationId xmlns:a16="http://schemas.microsoft.com/office/drawing/2014/main" id="{3BB50875-B87D-24B7-A618-B6373E449281}"/>
              </a:ext>
            </a:extLst>
          </p:cNvPr>
          <p:cNvSpPr/>
          <p:nvPr/>
        </p:nvSpPr>
        <p:spPr>
          <a:xfrm>
            <a:off x="606314" y="3220769"/>
            <a:ext cx="2986224" cy="1231106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/>
          <a:p>
            <a:pPr lvl="0">
              <a:defRPr/>
            </a:pPr>
            <a:r>
              <a:rPr lang="en-US" sz="1600" err="1"/>
              <a:t>Umsetzung</a:t>
            </a:r>
            <a:r>
              <a:rPr lang="en-US" sz="1600"/>
              <a:t> </a:t>
            </a:r>
            <a:r>
              <a:rPr lang="en-US" sz="1600" err="1"/>
              <a:t>eines</a:t>
            </a:r>
            <a:r>
              <a:rPr lang="en-US" sz="1600"/>
              <a:t> </a:t>
            </a:r>
            <a:r>
              <a:rPr lang="en-US" sz="1600" b="1" err="1"/>
              <a:t>Prüfauftrages</a:t>
            </a:r>
            <a:r>
              <a:rPr lang="en-US" sz="1600" b="1"/>
              <a:t> </a:t>
            </a:r>
            <a:r>
              <a:rPr lang="en-US" sz="1600"/>
              <a:t>für die </a:t>
            </a:r>
            <a:r>
              <a:rPr lang="en-US" sz="1600" b="1" err="1"/>
              <a:t>Konsolidierung</a:t>
            </a:r>
            <a:r>
              <a:rPr lang="en-US" sz="1600" b="1"/>
              <a:t> von </a:t>
            </a:r>
            <a:r>
              <a:rPr lang="en-US" sz="1600" b="1" err="1"/>
              <a:t>Einzellösungen</a:t>
            </a:r>
            <a:r>
              <a:rPr lang="en-US" sz="1600"/>
              <a:t> in </a:t>
            </a:r>
            <a:r>
              <a:rPr lang="en-US" sz="1600" err="1"/>
              <a:t>eine</a:t>
            </a:r>
            <a:r>
              <a:rPr lang="en-US" sz="1600"/>
              <a:t> </a:t>
            </a:r>
          </a:p>
          <a:p>
            <a:pPr lvl="0">
              <a:defRPr/>
            </a:pPr>
            <a:r>
              <a:rPr lang="en-US" sz="1600" err="1"/>
              <a:t>strategische</a:t>
            </a:r>
            <a:r>
              <a:rPr lang="en-US" sz="1600"/>
              <a:t> </a:t>
            </a:r>
            <a:r>
              <a:rPr lang="en-US" sz="1600" err="1"/>
              <a:t>Plattform</a:t>
            </a:r>
            <a:r>
              <a:rPr lang="en-US" sz="1600"/>
              <a:t> </a:t>
            </a:r>
            <a:r>
              <a:rPr lang="en-US" sz="1600" err="1"/>
              <a:t>mit</a:t>
            </a:r>
            <a:r>
              <a:rPr lang="en-US" sz="1600"/>
              <a:t> </a:t>
            </a:r>
            <a:r>
              <a:rPr lang="en-US" sz="1600" b="1"/>
              <a:t>ServiceNow</a:t>
            </a:r>
          </a:p>
        </p:txBody>
      </p:sp>
      <p:pic>
        <p:nvPicPr>
          <p:cNvPr id="24" name="Grafik 9">
            <a:extLst>
              <a:ext uri="{FF2B5EF4-FFF2-40B4-BE49-F238E27FC236}">
                <a16:creationId xmlns:a16="http://schemas.microsoft.com/office/drawing/2014/main" id="{F7ED6A9B-2B20-82A1-B2A6-C0734415442D}"/>
              </a:ext>
            </a:extLst>
      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8942338" y="2248068"/>
            <a:ext cx="2412000" cy="384132"/>
          </a:xfrm>
          <a:prstGeom prst="rect">
            <a:avLst/>
          </a:prstGeom>
        </p:spPr>
      </p:pic>
      <p:pic>
        <p:nvPicPr>
          <p:cNvPr id="22" name="Picture 21">
            <a:extLst>
              <a:ext uri="{FF2B5EF4-FFF2-40B4-BE49-F238E27FC236}">
                <a16:creationId xmlns:a16="http://schemas.microsoft.com/office/drawing/2014/main" id="{CCC2FB42-53A8-3B38-6B26-FE92FCFE8AC2}"/>
              </a:ext>
            </a:extLst>
      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8640536" y="4994275"/>
            <a:ext cx="2721429" cy="525236"/>
          </a:xfrm>
          <a:prstGeom prst="rect">
            <a:avLst/>
          </a:prstGeom>
        </p:spPr>
      </p:pic>
      <p:pic>
        <p:nvPicPr>
          <p:cNvPr id="25" name="Picture 24">
            <a:extLst>
              <a:ext uri="{FF2B5EF4-FFF2-40B4-BE49-F238E27FC236}">
                <a16:creationId xmlns:a16="http://schemas.microsoft.com/office/drawing/2014/main" id="{26954225-519D-353D-C5EB-B8784E445B8A}"/>
              </a:ext>
            </a:extLst>
          </p:cNvPr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8639855" y="5682342"/>
            <a:ext cx="1552575" cy="609600"/>
          </a:xfrm>
          <a:prstGeom prst="rect">
            <a:avLst/>
          </a:prstGeom>
        </p:spPr>
      </p:pic>
      <p:pic>
        <p:nvPicPr>
          <p:cNvPr id="26" name="Picture 25">
            <a:extLst>
              <a:ext uri="{FF2B5EF4-FFF2-40B4-BE49-F238E27FC236}">
                <a16:creationId xmlns:a16="http://schemas.microsoft.com/office/drawing/2014/main" id="{39CD86D7-2C82-B1E0-F948-F9D1B5399E52}"/>
              </a:ext>
            </a:extLst>
          </p:cNvPr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10349139" y="5684157"/>
            <a:ext cx="1363436" cy="23404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21103678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9D9749B-B6E5-1C74-9F74-27B933C33A9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2000" cy="457200"/>
          </a:xfrm>
          <a:prstGeom prst="rect">
            <a:avLst/>
          </a:prstGeom>
          <a:solidFill>
            <a:srgbClr val="1F293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228600" y="30480"/>
            <a:ext cx="10668000" cy="198120"/>
          </a:xfrm>
          <a:prstGeom prst="rect">
            <a:avLst/>
          </a:prstGeom>
          <a:noFill/>
          <a:ln>
            <a:noFill/>
          </a:ln>
        </p:spPr>
        <p:txBody>
          <a:bodyPr wrap="square" lIns="50000" tIns="20000" rIns="50000" bIns="20000" anchor="t">
            <a:spAutoFit/>
          </a:bodyPr>
          <a:lstStyle/>
          <a:p>
            <a:pPr algn="l"/>
            <a:r>
              <a:rPr sz="2200" b="1" i="0">
                <a:solidFill>
                  <a:srgbClr val="FFFFFF"/>
                </a:solidFill>
                <a:latin typeface="Calibri"/>
              </a:rPr>
              <a:t>ServiceNow SPM – Eine Plattform von der Strategie bis zur Umsetzung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228600" y="243840"/>
            <a:ext cx="10668000" cy="182880"/>
          </a:xfrm>
          <a:prstGeom prst="rect">
            <a:avLst/>
          </a:prstGeom>
          <a:noFill/>
          <a:ln>
            <a:noFill/>
          </a:ln>
        </p:spPr>
        <p:txBody>
          <a:bodyPr wrap="square" lIns="50000" tIns="20000" rIns="50000" bIns="20000" anchor="t">
            <a:spAutoFit/>
          </a:bodyPr>
          <a:lstStyle/>
          <a:p>
            <a:pPr algn="l"/>
            <a:r>
              <a:rPr sz="1300" b="0" i="1">
                <a:solidFill>
                  <a:srgbClr val="D1D5DB"/>
                </a:solidFill>
                <a:latin typeface="Calibri"/>
              </a:rPr>
              <a:t>Integrierter Leistungsumfang zur Ablösung fragmentierter Einzeltools</a:t>
            </a:r>
          </a:p>
        </p:txBody>
      </p:sp>
      <p:sp>
        <p:nvSpPr>
          <p:cNvPr id="5" name="Rectangle 4"/>
          <p:cNvSpPr/>
          <p:nvPr/>
        </p:nvSpPr>
        <p:spPr>
          <a:xfrm>
            <a:off x="11430000" y="0"/>
            <a:ext cx="762000" cy="457200"/>
          </a:xfrm>
          <a:prstGeom prst="rect">
            <a:avLst/>
          </a:prstGeom>
          <a:solidFill>
            <a:srgbClr val="F07F1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11430000" y="0"/>
            <a:ext cx="762000" cy="457200"/>
          </a:xfrm>
          <a:prstGeom prst="rect">
            <a:avLst/>
          </a:prstGeom>
          <a:noFill/>
          <a:ln>
            <a:noFill/>
          </a:ln>
        </p:spPr>
        <p:txBody>
          <a:bodyPr wrap="square" lIns="50000" tIns="20000" rIns="50000" bIns="20000" anchor="ctr">
            <a:spAutoFit/>
          </a:bodyPr>
          <a:lstStyle/>
          <a:p>
            <a:pPr algn="ctr"/>
            <a:r>
              <a:rPr sz="1200" b="1" i="0">
                <a:solidFill>
                  <a:srgbClr val="FFFFFF"/>
                </a:solidFill>
                <a:latin typeface="Calibri"/>
              </a:rPr>
              <a:t>Folie 8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335280" y="647700"/>
            <a:ext cx="2834640" cy="419100"/>
          </a:xfrm>
          <a:prstGeom prst="roundRect">
            <a:avLst/>
          </a:prstGeom>
          <a:solidFill>
            <a:srgbClr val="F07F1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304800" y="678180"/>
            <a:ext cx="2895600" cy="182880"/>
          </a:xfrm>
          <a:prstGeom prst="rect">
            <a:avLst/>
          </a:prstGeom>
          <a:noFill/>
          <a:ln>
            <a:noFill/>
          </a:ln>
        </p:spPr>
        <p:txBody>
          <a:bodyPr wrap="square" lIns="50000" tIns="20000" rIns="50000" bIns="20000" anchor="t">
            <a:spAutoFit/>
          </a:bodyPr>
          <a:lstStyle/>
          <a:p>
            <a:pPr algn="ctr"/>
            <a:r>
              <a:rPr sz="1600" b="1" i="0">
                <a:solidFill>
                  <a:srgbClr val="FFFFFF"/>
                </a:solidFill>
                <a:latin typeface="Calibri"/>
              </a:rPr>
              <a:t>STRATEGY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304800" y="861060"/>
            <a:ext cx="2895600" cy="182880"/>
          </a:xfrm>
          <a:prstGeom prst="rect">
            <a:avLst/>
          </a:prstGeom>
          <a:noFill/>
          <a:ln>
            <a:noFill/>
          </a:ln>
        </p:spPr>
        <p:txBody>
          <a:bodyPr wrap="square" lIns="50000" tIns="20000" rIns="50000" bIns="20000" anchor="t">
            <a:spAutoFit/>
          </a:bodyPr>
          <a:lstStyle/>
          <a:p>
            <a:pPr algn="ctr"/>
            <a:r>
              <a:rPr sz="1100" b="0" i="1">
                <a:solidFill>
                  <a:srgbClr val="FFFFFF"/>
                </a:solidFill>
                <a:latin typeface="Calibri"/>
              </a:rPr>
              <a:t>Ziele setzen</a:t>
            </a:r>
          </a:p>
        </p:txBody>
      </p:sp>
      <p:sp>
        <p:nvSpPr>
          <p:cNvPr id="10" name="Right Arrow 9"/>
          <p:cNvSpPr/>
          <p:nvPr/>
        </p:nvSpPr>
        <p:spPr>
          <a:xfrm>
            <a:off x="3154680" y="803910"/>
            <a:ext cx="91440" cy="106680"/>
          </a:xfrm>
          <a:prstGeom prst="rightArrow">
            <a:avLst/>
          </a:prstGeom>
          <a:solidFill>
            <a:srgbClr val="1F293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Rounded Rectangle 10"/>
          <p:cNvSpPr/>
          <p:nvPr/>
        </p:nvSpPr>
        <p:spPr>
          <a:xfrm>
            <a:off x="3230880" y="647700"/>
            <a:ext cx="2834640" cy="419100"/>
          </a:xfrm>
          <a:prstGeom prst="roundRect">
            <a:avLst/>
          </a:prstGeom>
          <a:solidFill>
            <a:srgbClr val="E96C0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TextBox 11"/>
          <p:cNvSpPr txBox="1"/>
          <p:nvPr/>
        </p:nvSpPr>
        <p:spPr>
          <a:xfrm>
            <a:off x="3200400" y="678180"/>
            <a:ext cx="2895600" cy="182880"/>
          </a:xfrm>
          <a:prstGeom prst="rect">
            <a:avLst/>
          </a:prstGeom>
          <a:noFill/>
          <a:ln>
            <a:noFill/>
          </a:ln>
        </p:spPr>
        <p:txBody>
          <a:bodyPr wrap="square" lIns="50000" tIns="20000" rIns="50000" bIns="20000" anchor="t">
            <a:spAutoFit/>
          </a:bodyPr>
          <a:lstStyle/>
          <a:p>
            <a:pPr algn="ctr"/>
            <a:r>
              <a:rPr sz="1600" b="1" i="0">
                <a:solidFill>
                  <a:srgbClr val="FFFFFF"/>
                </a:solidFill>
                <a:latin typeface="Calibri"/>
              </a:rPr>
              <a:t>PLAN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3200400" y="861060"/>
            <a:ext cx="2895600" cy="182880"/>
          </a:xfrm>
          <a:prstGeom prst="rect">
            <a:avLst/>
          </a:prstGeom>
          <a:noFill/>
          <a:ln>
            <a:noFill/>
          </a:ln>
        </p:spPr>
        <p:txBody>
          <a:bodyPr wrap="square" lIns="50000" tIns="20000" rIns="50000" bIns="20000" anchor="t">
            <a:spAutoFit/>
          </a:bodyPr>
          <a:lstStyle/>
          <a:p>
            <a:pPr algn="ctr"/>
            <a:r>
              <a:rPr sz="1100" b="0" i="1">
                <a:solidFill>
                  <a:srgbClr val="FFFFFF"/>
                </a:solidFill>
                <a:latin typeface="Calibri"/>
              </a:rPr>
              <a:t>Priorisieren</a:t>
            </a:r>
          </a:p>
        </p:txBody>
      </p:sp>
      <p:sp>
        <p:nvSpPr>
          <p:cNvPr id="14" name="Right Arrow 13"/>
          <p:cNvSpPr/>
          <p:nvPr/>
        </p:nvSpPr>
        <p:spPr>
          <a:xfrm>
            <a:off x="6050280" y="803910"/>
            <a:ext cx="91440" cy="106680"/>
          </a:xfrm>
          <a:prstGeom prst="rightArrow">
            <a:avLst/>
          </a:prstGeom>
          <a:solidFill>
            <a:srgbClr val="1F293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Rounded Rectangle 14"/>
          <p:cNvSpPr/>
          <p:nvPr/>
        </p:nvSpPr>
        <p:spPr>
          <a:xfrm>
            <a:off x="6126480" y="647700"/>
            <a:ext cx="2834640" cy="419100"/>
          </a:xfrm>
          <a:prstGeom prst="roundRect">
            <a:avLst/>
          </a:prstGeom>
          <a:solidFill>
            <a:srgbClr val="C953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TextBox 15"/>
          <p:cNvSpPr txBox="1"/>
          <p:nvPr/>
        </p:nvSpPr>
        <p:spPr>
          <a:xfrm>
            <a:off x="6096000" y="678180"/>
            <a:ext cx="2895600" cy="182880"/>
          </a:xfrm>
          <a:prstGeom prst="rect">
            <a:avLst/>
          </a:prstGeom>
          <a:noFill/>
          <a:ln>
            <a:noFill/>
          </a:ln>
        </p:spPr>
        <p:txBody>
          <a:bodyPr wrap="square" lIns="50000" tIns="20000" rIns="50000" bIns="20000" anchor="t">
            <a:spAutoFit/>
          </a:bodyPr>
          <a:lstStyle/>
          <a:p>
            <a:pPr algn="ctr"/>
            <a:r>
              <a:rPr sz="1600" b="1" i="0">
                <a:solidFill>
                  <a:srgbClr val="FFFFFF"/>
                </a:solidFill>
                <a:latin typeface="Calibri"/>
              </a:rPr>
              <a:t>EXECUTE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096000" y="861060"/>
            <a:ext cx="2895600" cy="182880"/>
          </a:xfrm>
          <a:prstGeom prst="rect">
            <a:avLst/>
          </a:prstGeom>
          <a:noFill/>
          <a:ln>
            <a:noFill/>
          </a:ln>
        </p:spPr>
        <p:txBody>
          <a:bodyPr wrap="square" lIns="50000" tIns="20000" rIns="50000" bIns="20000" anchor="t">
            <a:spAutoFit/>
          </a:bodyPr>
          <a:lstStyle/>
          <a:p>
            <a:pPr algn="ctr"/>
            <a:r>
              <a:rPr sz="1100" b="0" i="1">
                <a:solidFill>
                  <a:srgbClr val="FFFFFF"/>
                </a:solidFill>
                <a:latin typeface="Calibri"/>
              </a:rPr>
              <a:t>Umsetzen</a:t>
            </a:r>
          </a:p>
        </p:txBody>
      </p:sp>
      <p:sp>
        <p:nvSpPr>
          <p:cNvPr id="18" name="Right Arrow 17"/>
          <p:cNvSpPr/>
          <p:nvPr/>
        </p:nvSpPr>
        <p:spPr>
          <a:xfrm>
            <a:off x="8945880" y="803910"/>
            <a:ext cx="91440" cy="106680"/>
          </a:xfrm>
          <a:prstGeom prst="rightArrow">
            <a:avLst/>
          </a:prstGeom>
          <a:solidFill>
            <a:srgbClr val="1F293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9" name="Rounded Rectangle 18"/>
          <p:cNvSpPr/>
          <p:nvPr/>
        </p:nvSpPr>
        <p:spPr>
          <a:xfrm>
            <a:off x="9022080" y="647700"/>
            <a:ext cx="2834640" cy="419100"/>
          </a:xfrm>
          <a:prstGeom prst="roundRect">
            <a:avLst/>
          </a:prstGeom>
          <a:solidFill>
            <a:srgbClr val="9C3F0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0" name="TextBox 19"/>
          <p:cNvSpPr txBox="1"/>
          <p:nvPr/>
        </p:nvSpPr>
        <p:spPr>
          <a:xfrm>
            <a:off x="8991600" y="678180"/>
            <a:ext cx="2895600" cy="182880"/>
          </a:xfrm>
          <a:prstGeom prst="rect">
            <a:avLst/>
          </a:prstGeom>
          <a:noFill/>
          <a:ln>
            <a:noFill/>
          </a:ln>
        </p:spPr>
        <p:txBody>
          <a:bodyPr wrap="square" lIns="50000" tIns="20000" rIns="50000" bIns="20000" anchor="t">
            <a:spAutoFit/>
          </a:bodyPr>
          <a:lstStyle/>
          <a:p>
            <a:pPr algn="ctr"/>
            <a:r>
              <a:rPr sz="1600" b="1" i="0">
                <a:solidFill>
                  <a:srgbClr val="FFFFFF"/>
                </a:solidFill>
                <a:latin typeface="Calibri"/>
              </a:rPr>
              <a:t>DELIVER &amp; RUN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8991600" y="861060"/>
            <a:ext cx="2895600" cy="182880"/>
          </a:xfrm>
          <a:prstGeom prst="rect">
            <a:avLst/>
          </a:prstGeom>
          <a:noFill/>
          <a:ln>
            <a:noFill/>
          </a:ln>
        </p:spPr>
        <p:txBody>
          <a:bodyPr wrap="square" lIns="50000" tIns="20000" rIns="50000" bIns="20000" anchor="t">
            <a:spAutoFit/>
          </a:bodyPr>
          <a:lstStyle/>
          <a:p>
            <a:pPr algn="ctr"/>
            <a:r>
              <a:rPr sz="1100" b="0" i="1">
                <a:solidFill>
                  <a:srgbClr val="FFFFFF"/>
                </a:solidFill>
                <a:latin typeface="Calibri"/>
              </a:rPr>
              <a:t>Wertbeitrag sichern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381000" y="1112520"/>
            <a:ext cx="2743200" cy="381000"/>
          </a:xfrm>
          <a:prstGeom prst="roundRect">
            <a:avLst/>
          </a:prstGeom>
          <a:solidFill>
            <a:srgbClr val="FFFFFF"/>
          </a:solidFill>
          <a:ln w="15240">
            <a:solidFill>
              <a:srgbClr val="F07F1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3" name="TextBox 22"/>
          <p:cNvSpPr txBox="1"/>
          <p:nvPr/>
        </p:nvSpPr>
        <p:spPr>
          <a:xfrm>
            <a:off x="381000" y="1112520"/>
            <a:ext cx="2743200" cy="381000"/>
          </a:xfrm>
          <a:prstGeom prst="rect">
            <a:avLst/>
          </a:prstGeom>
          <a:noFill/>
          <a:ln>
            <a:noFill/>
          </a:ln>
        </p:spPr>
        <p:txBody>
          <a:bodyPr wrap="square" lIns="50000" tIns="20000" rIns="50000" bIns="20000" anchor="ctr">
            <a:spAutoFit/>
          </a:bodyPr>
          <a:lstStyle/>
          <a:p>
            <a:pPr algn="ctr"/>
            <a:r>
              <a:rPr sz="1200" b="0" i="0" dirty="0">
                <a:solidFill>
                  <a:srgbClr val="1F2937"/>
                </a:solidFill>
                <a:latin typeface="Calibri"/>
              </a:rPr>
              <a:t>Strategic Planning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381000" y="1569720"/>
            <a:ext cx="2743200" cy="381000"/>
          </a:xfrm>
          <a:prstGeom prst="roundRect">
            <a:avLst/>
          </a:prstGeom>
          <a:solidFill>
            <a:srgbClr val="FFFFFF"/>
          </a:solidFill>
          <a:ln w="15240">
            <a:solidFill>
              <a:srgbClr val="F07F1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5" name="TextBox 24"/>
          <p:cNvSpPr txBox="1"/>
          <p:nvPr/>
        </p:nvSpPr>
        <p:spPr>
          <a:xfrm>
            <a:off x="381000" y="1569720"/>
            <a:ext cx="2743200" cy="381000"/>
          </a:xfrm>
          <a:prstGeom prst="rect">
            <a:avLst/>
          </a:prstGeom>
          <a:noFill/>
          <a:ln>
            <a:noFill/>
          </a:ln>
        </p:spPr>
        <p:txBody>
          <a:bodyPr wrap="square" lIns="50000" tIns="20000" rIns="50000" bIns="20000" anchor="ctr">
            <a:spAutoFit/>
          </a:bodyPr>
          <a:lstStyle/>
          <a:p>
            <a:pPr algn="ctr"/>
            <a:r>
              <a:rPr sz="1200" b="0" i="0">
                <a:solidFill>
                  <a:srgbClr val="1F2937"/>
                </a:solidFill>
                <a:latin typeface="Calibri"/>
              </a:rPr>
              <a:t>Goal Framework / OKR</a:t>
            </a:r>
          </a:p>
        </p:txBody>
      </p:sp>
      <p:sp>
        <p:nvSpPr>
          <p:cNvPr id="26" name="Rounded Rectangle 25"/>
          <p:cNvSpPr/>
          <p:nvPr/>
        </p:nvSpPr>
        <p:spPr>
          <a:xfrm>
            <a:off x="381000" y="2026920"/>
            <a:ext cx="2743200" cy="381000"/>
          </a:xfrm>
          <a:prstGeom prst="roundRect">
            <a:avLst/>
          </a:prstGeom>
          <a:solidFill>
            <a:srgbClr val="FFFFFF"/>
          </a:solidFill>
          <a:ln w="15240">
            <a:solidFill>
              <a:srgbClr val="F07F1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7" name="TextBox 26"/>
          <p:cNvSpPr txBox="1"/>
          <p:nvPr/>
        </p:nvSpPr>
        <p:spPr>
          <a:xfrm>
            <a:off x="381000" y="2026920"/>
            <a:ext cx="2743200" cy="381000"/>
          </a:xfrm>
          <a:prstGeom prst="rect">
            <a:avLst/>
          </a:prstGeom>
          <a:noFill/>
          <a:ln>
            <a:noFill/>
          </a:ln>
        </p:spPr>
        <p:txBody>
          <a:bodyPr wrap="square" lIns="50000" tIns="20000" rIns="50000" bIns="20000" anchor="ctr">
            <a:spAutoFit/>
          </a:bodyPr>
          <a:lstStyle/>
          <a:p>
            <a:pPr algn="ctr"/>
            <a:r>
              <a:rPr sz="1200" b="0" i="0">
                <a:solidFill>
                  <a:srgbClr val="1F2937"/>
                </a:solidFill>
                <a:latin typeface="Calibri"/>
              </a:rPr>
              <a:t>Investment Funding</a:t>
            </a:r>
          </a:p>
        </p:txBody>
      </p:sp>
      <p:sp>
        <p:nvSpPr>
          <p:cNvPr id="28" name="Rounded Rectangle 27"/>
          <p:cNvSpPr/>
          <p:nvPr/>
        </p:nvSpPr>
        <p:spPr>
          <a:xfrm>
            <a:off x="3276600" y="1112520"/>
            <a:ext cx="2743200" cy="381000"/>
          </a:xfrm>
          <a:prstGeom prst="roundRect">
            <a:avLst/>
          </a:prstGeom>
          <a:solidFill>
            <a:srgbClr val="FFFFFF"/>
          </a:solidFill>
          <a:ln w="15240">
            <a:solidFill>
              <a:srgbClr val="E96C0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9" name="TextBox 28"/>
          <p:cNvSpPr txBox="1"/>
          <p:nvPr/>
        </p:nvSpPr>
        <p:spPr>
          <a:xfrm>
            <a:off x="3276600" y="1112520"/>
            <a:ext cx="2743200" cy="381000"/>
          </a:xfrm>
          <a:prstGeom prst="rect">
            <a:avLst/>
          </a:prstGeom>
          <a:noFill/>
          <a:ln>
            <a:noFill/>
          </a:ln>
        </p:spPr>
        <p:txBody>
          <a:bodyPr wrap="square" lIns="50000" tIns="20000" rIns="50000" bIns="20000" anchor="ctr">
            <a:spAutoFit/>
          </a:bodyPr>
          <a:lstStyle/>
          <a:p>
            <a:pPr algn="ctr"/>
            <a:r>
              <a:rPr sz="1200" b="1" i="0">
                <a:solidFill>
                  <a:srgbClr val="1F2937"/>
                </a:solidFill>
                <a:latin typeface="Calibri"/>
              </a:rPr>
              <a:t>Demand Management ★</a:t>
            </a:r>
          </a:p>
        </p:txBody>
      </p:sp>
      <p:sp>
        <p:nvSpPr>
          <p:cNvPr id="30" name="Rounded Rectangle 29"/>
          <p:cNvSpPr/>
          <p:nvPr/>
        </p:nvSpPr>
        <p:spPr>
          <a:xfrm>
            <a:off x="3276600" y="1569720"/>
            <a:ext cx="2743200" cy="381000"/>
          </a:xfrm>
          <a:prstGeom prst="roundRect">
            <a:avLst/>
          </a:prstGeom>
          <a:solidFill>
            <a:srgbClr val="FFFFFF"/>
          </a:solidFill>
          <a:ln w="15240">
            <a:solidFill>
              <a:srgbClr val="E96C0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1" name="TextBox 30"/>
          <p:cNvSpPr txBox="1"/>
          <p:nvPr/>
        </p:nvSpPr>
        <p:spPr>
          <a:xfrm>
            <a:off x="3276600" y="1569720"/>
            <a:ext cx="2743200" cy="381000"/>
          </a:xfrm>
          <a:prstGeom prst="rect">
            <a:avLst/>
          </a:prstGeom>
          <a:noFill/>
          <a:ln>
            <a:noFill/>
          </a:ln>
        </p:spPr>
        <p:txBody>
          <a:bodyPr wrap="square" lIns="50000" tIns="20000" rIns="50000" bIns="20000" anchor="ctr">
            <a:spAutoFit/>
          </a:bodyPr>
          <a:lstStyle/>
          <a:p>
            <a:pPr algn="ctr"/>
            <a:r>
              <a:rPr sz="1200" b="0" i="0">
                <a:solidFill>
                  <a:srgbClr val="1F2937"/>
                </a:solidFill>
                <a:latin typeface="Calibri"/>
              </a:rPr>
              <a:t>Portfolio Management</a:t>
            </a:r>
          </a:p>
        </p:txBody>
      </p:sp>
      <p:sp>
        <p:nvSpPr>
          <p:cNvPr id="32" name="Rounded Rectangle 31"/>
          <p:cNvSpPr/>
          <p:nvPr/>
        </p:nvSpPr>
        <p:spPr>
          <a:xfrm>
            <a:off x="3276600" y="2026920"/>
            <a:ext cx="2743200" cy="381000"/>
          </a:xfrm>
          <a:prstGeom prst="roundRect">
            <a:avLst/>
          </a:prstGeom>
          <a:solidFill>
            <a:srgbClr val="FFFFFF"/>
          </a:solidFill>
          <a:ln w="15240">
            <a:solidFill>
              <a:srgbClr val="E96C0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3" name="TextBox 32"/>
          <p:cNvSpPr txBox="1"/>
          <p:nvPr/>
        </p:nvSpPr>
        <p:spPr>
          <a:xfrm>
            <a:off x="3276600" y="2026920"/>
            <a:ext cx="2743200" cy="381000"/>
          </a:xfrm>
          <a:prstGeom prst="rect">
            <a:avLst/>
          </a:prstGeom>
          <a:noFill/>
          <a:ln>
            <a:noFill/>
          </a:ln>
        </p:spPr>
        <p:txBody>
          <a:bodyPr wrap="square" lIns="50000" tIns="20000" rIns="50000" bIns="20000" anchor="ctr">
            <a:spAutoFit/>
          </a:bodyPr>
          <a:lstStyle/>
          <a:p>
            <a:pPr algn="ctr"/>
            <a:r>
              <a:rPr sz="1200" b="0" i="0">
                <a:solidFill>
                  <a:srgbClr val="1F2937"/>
                </a:solidFill>
                <a:latin typeface="Calibri"/>
              </a:rPr>
              <a:t>Innovation / Idea Mgmt</a:t>
            </a:r>
          </a:p>
        </p:txBody>
      </p:sp>
      <p:sp>
        <p:nvSpPr>
          <p:cNvPr id="34" name="Rounded Rectangle 33"/>
          <p:cNvSpPr/>
          <p:nvPr/>
        </p:nvSpPr>
        <p:spPr>
          <a:xfrm>
            <a:off x="6172200" y="1112520"/>
            <a:ext cx="2743200" cy="381000"/>
          </a:xfrm>
          <a:prstGeom prst="roundRect">
            <a:avLst/>
          </a:prstGeom>
          <a:solidFill>
            <a:srgbClr val="FFFFFF"/>
          </a:solidFill>
          <a:ln w="15240">
            <a:solidFill>
              <a:srgbClr val="C953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5" name="TextBox 34"/>
          <p:cNvSpPr txBox="1"/>
          <p:nvPr/>
        </p:nvSpPr>
        <p:spPr>
          <a:xfrm>
            <a:off x="6172200" y="1112520"/>
            <a:ext cx="2743200" cy="381000"/>
          </a:xfrm>
          <a:prstGeom prst="rect">
            <a:avLst/>
          </a:prstGeom>
          <a:noFill/>
          <a:ln>
            <a:noFill/>
          </a:ln>
        </p:spPr>
        <p:txBody>
          <a:bodyPr wrap="square" lIns="50000" tIns="20000" rIns="50000" bIns="20000" anchor="ctr">
            <a:spAutoFit/>
          </a:bodyPr>
          <a:lstStyle/>
          <a:p>
            <a:pPr algn="ctr"/>
            <a:r>
              <a:rPr sz="1200" b="0" i="0">
                <a:solidFill>
                  <a:srgbClr val="1F2937"/>
                </a:solidFill>
                <a:latin typeface="Calibri"/>
              </a:rPr>
              <a:t>Project Management</a:t>
            </a:r>
          </a:p>
        </p:txBody>
      </p:sp>
      <p:sp>
        <p:nvSpPr>
          <p:cNvPr id="36" name="Rounded Rectangle 35"/>
          <p:cNvSpPr/>
          <p:nvPr/>
        </p:nvSpPr>
        <p:spPr>
          <a:xfrm>
            <a:off x="6172200" y="1569720"/>
            <a:ext cx="2743200" cy="381000"/>
          </a:xfrm>
          <a:prstGeom prst="roundRect">
            <a:avLst/>
          </a:prstGeom>
          <a:solidFill>
            <a:srgbClr val="FFFFFF"/>
          </a:solidFill>
          <a:ln w="15240">
            <a:solidFill>
              <a:srgbClr val="C953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7" name="TextBox 36"/>
          <p:cNvSpPr txBox="1"/>
          <p:nvPr/>
        </p:nvSpPr>
        <p:spPr>
          <a:xfrm>
            <a:off x="6172200" y="1569720"/>
            <a:ext cx="2743200" cy="381000"/>
          </a:xfrm>
          <a:prstGeom prst="rect">
            <a:avLst/>
          </a:prstGeom>
          <a:noFill/>
          <a:ln>
            <a:noFill/>
          </a:ln>
        </p:spPr>
        <p:txBody>
          <a:bodyPr wrap="square" lIns="50000" tIns="20000" rIns="50000" bIns="20000" anchor="ctr">
            <a:spAutoFit/>
          </a:bodyPr>
          <a:lstStyle/>
          <a:p>
            <a:pPr algn="ctr"/>
            <a:r>
              <a:rPr sz="1200" b="0" i="0">
                <a:solidFill>
                  <a:srgbClr val="1F2937"/>
                </a:solidFill>
                <a:latin typeface="Calibri"/>
              </a:rPr>
              <a:t>Resource Management</a:t>
            </a:r>
          </a:p>
        </p:txBody>
      </p:sp>
      <p:sp>
        <p:nvSpPr>
          <p:cNvPr id="38" name="Rounded Rectangle 37"/>
          <p:cNvSpPr/>
          <p:nvPr/>
        </p:nvSpPr>
        <p:spPr>
          <a:xfrm>
            <a:off x="6172200" y="2026920"/>
            <a:ext cx="2743200" cy="381000"/>
          </a:xfrm>
          <a:prstGeom prst="roundRect">
            <a:avLst/>
          </a:prstGeom>
          <a:solidFill>
            <a:srgbClr val="FFFFFF"/>
          </a:solidFill>
          <a:ln w="15240">
            <a:solidFill>
              <a:srgbClr val="C953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9" name="TextBox 38"/>
          <p:cNvSpPr txBox="1"/>
          <p:nvPr/>
        </p:nvSpPr>
        <p:spPr>
          <a:xfrm>
            <a:off x="6172200" y="2026920"/>
            <a:ext cx="2743200" cy="381000"/>
          </a:xfrm>
          <a:prstGeom prst="rect">
            <a:avLst/>
          </a:prstGeom>
          <a:noFill/>
          <a:ln>
            <a:noFill/>
          </a:ln>
        </p:spPr>
        <p:txBody>
          <a:bodyPr wrap="square" lIns="50000" tIns="20000" rIns="50000" bIns="20000" anchor="ctr">
            <a:spAutoFit/>
          </a:bodyPr>
          <a:lstStyle/>
          <a:p>
            <a:pPr algn="ctr"/>
            <a:r>
              <a:rPr sz="1200" b="0" i="0">
                <a:solidFill>
                  <a:srgbClr val="1F2937"/>
                </a:solidFill>
                <a:latin typeface="Calibri"/>
              </a:rPr>
              <a:t>Agile / SAFe Workflows</a:t>
            </a:r>
          </a:p>
        </p:txBody>
      </p:sp>
      <p:sp>
        <p:nvSpPr>
          <p:cNvPr id="40" name="Rounded Rectangle 39"/>
          <p:cNvSpPr/>
          <p:nvPr/>
        </p:nvSpPr>
        <p:spPr>
          <a:xfrm>
            <a:off x="9067800" y="1112520"/>
            <a:ext cx="2743200" cy="381000"/>
          </a:xfrm>
          <a:prstGeom prst="roundRect">
            <a:avLst/>
          </a:prstGeom>
          <a:solidFill>
            <a:srgbClr val="FFFFFF"/>
          </a:solidFill>
          <a:ln w="15240">
            <a:solidFill>
              <a:srgbClr val="9C3F0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1" name="TextBox 40"/>
          <p:cNvSpPr txBox="1"/>
          <p:nvPr/>
        </p:nvSpPr>
        <p:spPr>
          <a:xfrm>
            <a:off x="9067800" y="1112520"/>
            <a:ext cx="2743200" cy="381000"/>
          </a:xfrm>
          <a:prstGeom prst="rect">
            <a:avLst/>
          </a:prstGeom>
          <a:noFill/>
          <a:ln>
            <a:noFill/>
          </a:ln>
        </p:spPr>
        <p:txBody>
          <a:bodyPr wrap="square" lIns="50000" tIns="20000" rIns="50000" bIns="20000" anchor="ctr">
            <a:spAutoFit/>
          </a:bodyPr>
          <a:lstStyle/>
          <a:p>
            <a:pPr algn="ctr"/>
            <a:r>
              <a:rPr sz="1200" b="0" i="0">
                <a:solidFill>
                  <a:srgbClr val="1F2937"/>
                </a:solidFill>
                <a:latin typeface="Calibri"/>
              </a:rPr>
              <a:t>Application Portfolio</a:t>
            </a:r>
          </a:p>
        </p:txBody>
      </p:sp>
      <p:sp>
        <p:nvSpPr>
          <p:cNvPr id="42" name="Rounded Rectangle 41"/>
          <p:cNvSpPr/>
          <p:nvPr/>
        </p:nvSpPr>
        <p:spPr>
          <a:xfrm>
            <a:off x="9067800" y="1569720"/>
            <a:ext cx="2743200" cy="381000"/>
          </a:xfrm>
          <a:prstGeom prst="roundRect">
            <a:avLst/>
          </a:prstGeom>
          <a:solidFill>
            <a:srgbClr val="FFFFFF"/>
          </a:solidFill>
          <a:ln w="15240">
            <a:solidFill>
              <a:srgbClr val="9C3F0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3" name="TextBox 42"/>
          <p:cNvSpPr txBox="1"/>
          <p:nvPr/>
        </p:nvSpPr>
        <p:spPr>
          <a:xfrm>
            <a:off x="9067800" y="1569720"/>
            <a:ext cx="2743200" cy="381000"/>
          </a:xfrm>
          <a:prstGeom prst="rect">
            <a:avLst/>
          </a:prstGeom>
          <a:noFill/>
          <a:ln>
            <a:noFill/>
          </a:ln>
        </p:spPr>
        <p:txBody>
          <a:bodyPr wrap="square" lIns="50000" tIns="20000" rIns="50000" bIns="20000" anchor="ctr">
            <a:spAutoFit/>
          </a:bodyPr>
          <a:lstStyle/>
          <a:p>
            <a:pPr algn="ctr"/>
            <a:r>
              <a:rPr sz="1200" b="0" i="0">
                <a:solidFill>
                  <a:srgbClr val="1F2937"/>
                </a:solidFill>
                <a:latin typeface="Calibri"/>
              </a:rPr>
              <a:t>Benefits / Outcomes</a:t>
            </a:r>
          </a:p>
        </p:txBody>
      </p:sp>
      <p:sp>
        <p:nvSpPr>
          <p:cNvPr id="44" name="Rounded Rectangle 43"/>
          <p:cNvSpPr/>
          <p:nvPr/>
        </p:nvSpPr>
        <p:spPr>
          <a:xfrm>
            <a:off x="9067800" y="2026920"/>
            <a:ext cx="2743200" cy="381000"/>
          </a:xfrm>
          <a:prstGeom prst="roundRect">
            <a:avLst/>
          </a:prstGeom>
          <a:solidFill>
            <a:srgbClr val="FFFFFF"/>
          </a:solidFill>
          <a:ln w="15240">
            <a:solidFill>
              <a:srgbClr val="9C3F0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5" name="TextBox 44"/>
          <p:cNvSpPr txBox="1"/>
          <p:nvPr/>
        </p:nvSpPr>
        <p:spPr>
          <a:xfrm>
            <a:off x="9067800" y="2026920"/>
            <a:ext cx="2743200" cy="381000"/>
          </a:xfrm>
          <a:prstGeom prst="rect">
            <a:avLst/>
          </a:prstGeom>
          <a:noFill/>
          <a:ln>
            <a:noFill/>
          </a:ln>
        </p:spPr>
        <p:txBody>
          <a:bodyPr wrap="square" lIns="50000" tIns="20000" rIns="50000" bIns="20000" anchor="ctr">
            <a:spAutoFit/>
          </a:bodyPr>
          <a:lstStyle/>
          <a:p>
            <a:pPr algn="ctr"/>
            <a:r>
              <a:rPr sz="1200" b="0" i="0">
                <a:solidFill>
                  <a:srgbClr val="1F2937"/>
                </a:solidFill>
                <a:latin typeface="Calibri"/>
              </a:rPr>
              <a:t>Reporting &amp; Dashboards</a:t>
            </a:r>
          </a:p>
        </p:txBody>
      </p:sp>
      <p:sp>
        <p:nvSpPr>
          <p:cNvPr id="46" name="TextBox 45"/>
          <p:cNvSpPr txBox="1"/>
          <p:nvPr/>
        </p:nvSpPr>
        <p:spPr>
          <a:xfrm>
            <a:off x="304800" y="2545080"/>
            <a:ext cx="11582400" cy="152400"/>
          </a:xfrm>
          <a:prstGeom prst="rect">
            <a:avLst/>
          </a:prstGeom>
          <a:noFill/>
          <a:ln>
            <a:noFill/>
          </a:ln>
        </p:spPr>
        <p:txBody>
          <a:bodyPr wrap="square" lIns="50000" tIns="20000" rIns="50000" bIns="20000" anchor="ctr">
            <a:spAutoFit/>
          </a:bodyPr>
          <a:lstStyle/>
          <a:p>
            <a:pPr algn="ctr"/>
            <a:r>
              <a:rPr sz="1000" b="0" i="1">
                <a:solidFill>
                  <a:srgbClr val="F07F12"/>
                </a:solidFill>
                <a:latin typeface="Calibri"/>
              </a:rPr>
              <a:t>★ Demand = Connector zwischen Backlog und Portfolio  (vgl. Zielbild PPM, Folie 22)</a:t>
            </a:r>
          </a:p>
        </p:txBody>
      </p:sp>
      <p:sp>
        <p:nvSpPr>
          <p:cNvPr id="47" name="Rounded Rectangle 46"/>
          <p:cNvSpPr/>
          <p:nvPr/>
        </p:nvSpPr>
        <p:spPr>
          <a:xfrm>
            <a:off x="304800" y="2743200"/>
            <a:ext cx="11582400" cy="419100"/>
          </a:xfrm>
          <a:prstGeom prst="roundRect">
            <a:avLst/>
          </a:prstGeom>
          <a:solidFill>
            <a:srgbClr val="2C3E5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8" name="TextBox 47"/>
          <p:cNvSpPr txBox="1"/>
          <p:nvPr/>
        </p:nvSpPr>
        <p:spPr>
          <a:xfrm>
            <a:off x="495300" y="2781300"/>
            <a:ext cx="3048000" cy="182880"/>
          </a:xfrm>
          <a:prstGeom prst="rect">
            <a:avLst/>
          </a:prstGeom>
          <a:noFill/>
          <a:ln>
            <a:noFill/>
          </a:ln>
        </p:spPr>
        <p:txBody>
          <a:bodyPr wrap="square" lIns="50000" tIns="20000" rIns="50000" bIns="20000" anchor="t">
            <a:spAutoFit/>
          </a:bodyPr>
          <a:lstStyle/>
          <a:p>
            <a:pPr algn="l"/>
            <a:r>
              <a:rPr sz="1400" b="1" i="0">
                <a:solidFill>
                  <a:srgbClr val="FFFFFF"/>
                </a:solidFill>
                <a:latin typeface="Calibri"/>
              </a:rPr>
              <a:t>Plattform-Fundament</a:t>
            </a:r>
          </a:p>
        </p:txBody>
      </p:sp>
      <p:sp>
        <p:nvSpPr>
          <p:cNvPr id="49" name="TextBox 48"/>
          <p:cNvSpPr txBox="1"/>
          <p:nvPr/>
        </p:nvSpPr>
        <p:spPr>
          <a:xfrm>
            <a:off x="495300" y="2948940"/>
            <a:ext cx="11201400" cy="182880"/>
          </a:xfrm>
          <a:prstGeom prst="rect">
            <a:avLst/>
          </a:prstGeom>
          <a:noFill/>
          <a:ln>
            <a:noFill/>
          </a:ln>
        </p:spPr>
        <p:txBody>
          <a:bodyPr wrap="square" lIns="50000" tIns="20000" rIns="50000" bIns="20000" anchor="t">
            <a:spAutoFit/>
          </a:bodyPr>
          <a:lstStyle/>
          <a:p>
            <a:pPr algn="l"/>
            <a:r>
              <a:rPr sz="1100" b="0" i="0">
                <a:solidFill>
                  <a:srgbClr val="E5E7EB"/>
                </a:solidFill>
                <a:latin typeface="Calibri"/>
              </a:rPr>
              <a:t>Eine Datenbasis  ·  Workflows  ·  Rollenmodell  ·  Dashboards  ·  KI / Now Assist  ·  Integrationen (SAP, PIT, EV)</a:t>
            </a:r>
          </a:p>
        </p:txBody>
      </p:sp>
      <p:sp>
        <p:nvSpPr>
          <p:cNvPr id="50" name="TextBox 49"/>
          <p:cNvSpPr txBox="1"/>
          <p:nvPr/>
        </p:nvSpPr>
        <p:spPr>
          <a:xfrm>
            <a:off x="304800" y="3276600"/>
            <a:ext cx="11582400" cy="182880"/>
          </a:xfrm>
          <a:prstGeom prst="rect">
            <a:avLst/>
          </a:prstGeom>
          <a:noFill/>
          <a:ln>
            <a:noFill/>
          </a:ln>
        </p:spPr>
        <p:txBody>
          <a:bodyPr wrap="square" lIns="50000" tIns="20000" rIns="50000" bIns="20000" anchor="t">
            <a:spAutoFit/>
          </a:bodyPr>
          <a:lstStyle/>
          <a:p>
            <a:pPr algn="l"/>
            <a:r>
              <a:rPr sz="1400" b="1" i="0">
                <a:solidFill>
                  <a:srgbClr val="1F2937"/>
                </a:solidFill>
                <a:latin typeface="Calibri"/>
              </a:rPr>
              <a:t>Was leistet ServiceNow SPM – und welchen STIHL-Pain-Point löst es?</a:t>
            </a:r>
          </a:p>
        </p:txBody>
      </p:sp>
      <p:sp>
        <p:nvSpPr>
          <p:cNvPr id="51" name="Rounded Rectangle 50"/>
          <p:cNvSpPr/>
          <p:nvPr/>
        </p:nvSpPr>
        <p:spPr>
          <a:xfrm>
            <a:off x="304800" y="3474720"/>
            <a:ext cx="5715000" cy="563880"/>
          </a:xfrm>
          <a:prstGeom prst="roundRect">
            <a:avLst/>
          </a:prstGeom>
          <a:solidFill>
            <a:srgbClr val="F7F7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2" name="Rectangle 51"/>
          <p:cNvSpPr/>
          <p:nvPr/>
        </p:nvSpPr>
        <p:spPr>
          <a:xfrm>
            <a:off x="304800" y="3474720"/>
            <a:ext cx="68580" cy="563880"/>
          </a:xfrm>
          <a:prstGeom prst="rect">
            <a:avLst/>
          </a:prstGeom>
          <a:solidFill>
            <a:srgbClr val="F07F1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3" name="TextBox 52"/>
          <p:cNvSpPr txBox="1"/>
          <p:nvPr/>
        </p:nvSpPr>
        <p:spPr>
          <a:xfrm>
            <a:off x="426720" y="3512820"/>
            <a:ext cx="5562600" cy="152400"/>
          </a:xfrm>
          <a:prstGeom prst="rect">
            <a:avLst/>
          </a:prstGeom>
          <a:noFill/>
          <a:ln>
            <a:noFill/>
          </a:ln>
        </p:spPr>
        <p:txBody>
          <a:bodyPr wrap="square" lIns="50000" tIns="20000" rIns="50000" bIns="20000" anchor="t">
            <a:spAutoFit/>
          </a:bodyPr>
          <a:lstStyle/>
          <a:p>
            <a:pPr algn="l"/>
            <a:r>
              <a:rPr sz="1200" b="1" i="0">
                <a:solidFill>
                  <a:srgbClr val="1F2937"/>
                </a:solidFill>
                <a:latin typeface="Calibri"/>
              </a:rPr>
              <a:t>Strategy</a:t>
            </a:r>
          </a:p>
        </p:txBody>
      </p:sp>
      <p:sp>
        <p:nvSpPr>
          <p:cNvPr id="54" name="TextBox 53"/>
          <p:cNvSpPr txBox="1"/>
          <p:nvPr/>
        </p:nvSpPr>
        <p:spPr>
          <a:xfrm>
            <a:off x="426720" y="3657600"/>
            <a:ext cx="5562600" cy="259080"/>
          </a:xfrm>
          <a:prstGeom prst="rect">
            <a:avLst/>
          </a:prstGeom>
          <a:noFill/>
          <a:ln>
            <a:noFill/>
          </a:ln>
        </p:spPr>
        <p:txBody>
          <a:bodyPr wrap="square" lIns="50000" tIns="20000" rIns="50000" bIns="20000" anchor="t">
            <a:spAutoFit/>
          </a:bodyPr>
          <a:lstStyle/>
          <a:p>
            <a:pPr algn="l"/>
            <a:r>
              <a:rPr sz="1050" b="0" i="0">
                <a:solidFill>
                  <a:srgbClr val="1F2937"/>
                </a:solidFill>
                <a:latin typeface="Calibri"/>
              </a:rPr>
              <a:t>Strategische Ziele, OKRs und Investitionsrahmen direkt mit dem Portfolio verknüpft.</a:t>
            </a:r>
          </a:p>
        </p:txBody>
      </p:sp>
      <p:sp>
        <p:nvSpPr>
          <p:cNvPr id="55" name="TextBox 54"/>
          <p:cNvSpPr txBox="1"/>
          <p:nvPr/>
        </p:nvSpPr>
        <p:spPr>
          <a:xfrm>
            <a:off x="426720" y="3886200"/>
            <a:ext cx="5562600" cy="137160"/>
          </a:xfrm>
          <a:prstGeom prst="rect">
            <a:avLst/>
          </a:prstGeom>
          <a:noFill/>
          <a:ln>
            <a:noFill/>
          </a:ln>
        </p:spPr>
        <p:txBody>
          <a:bodyPr wrap="square" lIns="50000" tIns="20000" rIns="50000" bIns="20000" anchor="t">
            <a:spAutoFit/>
          </a:bodyPr>
          <a:lstStyle/>
          <a:p>
            <a:pPr algn="l"/>
            <a:r>
              <a:rPr sz="1000" b="0" i="1">
                <a:solidFill>
                  <a:srgbClr val="B91C1C"/>
                </a:solidFill>
                <a:latin typeface="Calibri"/>
              </a:rPr>
              <a:t>→ heute: keine durchgängige Priorisierungslogik</a:t>
            </a:r>
          </a:p>
        </p:txBody>
      </p:sp>
      <p:sp>
        <p:nvSpPr>
          <p:cNvPr id="56" name="Rounded Rectangle 55"/>
          <p:cNvSpPr/>
          <p:nvPr/>
        </p:nvSpPr>
        <p:spPr>
          <a:xfrm>
            <a:off x="6172200" y="3474720"/>
            <a:ext cx="5715000" cy="563880"/>
          </a:xfrm>
          <a:prstGeom prst="roundRect">
            <a:avLst/>
          </a:prstGeom>
          <a:solidFill>
            <a:srgbClr val="F7F7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7" name="Rectangle 56"/>
          <p:cNvSpPr/>
          <p:nvPr/>
        </p:nvSpPr>
        <p:spPr>
          <a:xfrm>
            <a:off x="6172200" y="3474720"/>
            <a:ext cx="68580" cy="563880"/>
          </a:xfrm>
          <a:prstGeom prst="rect">
            <a:avLst/>
          </a:prstGeom>
          <a:solidFill>
            <a:srgbClr val="E96C0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8" name="TextBox 57"/>
          <p:cNvSpPr txBox="1"/>
          <p:nvPr/>
        </p:nvSpPr>
        <p:spPr>
          <a:xfrm>
            <a:off x="6294120" y="3512820"/>
            <a:ext cx="5562600" cy="152400"/>
          </a:xfrm>
          <a:prstGeom prst="rect">
            <a:avLst/>
          </a:prstGeom>
          <a:noFill/>
          <a:ln>
            <a:noFill/>
          </a:ln>
        </p:spPr>
        <p:txBody>
          <a:bodyPr wrap="square" lIns="50000" tIns="20000" rIns="50000" bIns="20000" anchor="t">
            <a:spAutoFit/>
          </a:bodyPr>
          <a:lstStyle/>
          <a:p>
            <a:pPr algn="l"/>
            <a:r>
              <a:rPr sz="1200" b="1" i="0">
                <a:solidFill>
                  <a:srgbClr val="1F2937"/>
                </a:solidFill>
                <a:latin typeface="Calibri"/>
              </a:rPr>
              <a:t>Plan</a:t>
            </a:r>
          </a:p>
        </p:txBody>
      </p:sp>
      <p:sp>
        <p:nvSpPr>
          <p:cNvPr id="59" name="TextBox 58"/>
          <p:cNvSpPr txBox="1"/>
          <p:nvPr/>
        </p:nvSpPr>
        <p:spPr>
          <a:xfrm>
            <a:off x="6294120" y="3657600"/>
            <a:ext cx="5562600" cy="259080"/>
          </a:xfrm>
          <a:prstGeom prst="rect">
            <a:avLst/>
          </a:prstGeom>
          <a:noFill/>
          <a:ln>
            <a:noFill/>
          </a:ln>
        </p:spPr>
        <p:txBody>
          <a:bodyPr wrap="square" lIns="50000" tIns="20000" rIns="50000" bIns="20000" anchor="t">
            <a:spAutoFit/>
          </a:bodyPr>
          <a:lstStyle/>
          <a:p>
            <a:pPr algn="l"/>
            <a:r>
              <a:rPr sz="1050" b="0" i="0">
                <a:solidFill>
                  <a:srgbClr val="1F2937"/>
                </a:solidFill>
                <a:latin typeface="Calibri"/>
              </a:rPr>
              <a:t>Demands, Ideen und Projekte zentral erfassen, bewerten und priorisieren.</a:t>
            </a:r>
          </a:p>
        </p:txBody>
      </p:sp>
      <p:sp>
        <p:nvSpPr>
          <p:cNvPr id="60" name="TextBox 59"/>
          <p:cNvSpPr txBox="1"/>
          <p:nvPr/>
        </p:nvSpPr>
        <p:spPr>
          <a:xfrm>
            <a:off x="6294120" y="3886200"/>
            <a:ext cx="5562600" cy="137160"/>
          </a:xfrm>
          <a:prstGeom prst="rect">
            <a:avLst/>
          </a:prstGeom>
          <a:noFill/>
          <a:ln>
            <a:noFill/>
          </a:ln>
        </p:spPr>
        <p:txBody>
          <a:bodyPr wrap="square" lIns="50000" tIns="20000" rIns="50000" bIns="20000" anchor="t">
            <a:spAutoFit/>
          </a:bodyPr>
          <a:lstStyle/>
          <a:p>
            <a:pPr algn="l"/>
            <a:r>
              <a:rPr sz="1000" b="0" i="1">
                <a:solidFill>
                  <a:srgbClr val="B91C1C"/>
                </a:solidFill>
                <a:latin typeface="Calibri"/>
              </a:rPr>
              <a:t>→ heute: Parallel-Prozesse, intransparente Gremien</a:t>
            </a:r>
          </a:p>
        </p:txBody>
      </p:sp>
      <p:sp>
        <p:nvSpPr>
          <p:cNvPr id="61" name="Rounded Rectangle 60"/>
          <p:cNvSpPr/>
          <p:nvPr/>
        </p:nvSpPr>
        <p:spPr>
          <a:xfrm>
            <a:off x="304800" y="4114800"/>
            <a:ext cx="5715000" cy="563880"/>
          </a:xfrm>
          <a:prstGeom prst="roundRect">
            <a:avLst/>
          </a:prstGeom>
          <a:solidFill>
            <a:srgbClr val="F7F7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2" name="Rectangle 61"/>
          <p:cNvSpPr/>
          <p:nvPr/>
        </p:nvSpPr>
        <p:spPr>
          <a:xfrm>
            <a:off x="304800" y="4114800"/>
            <a:ext cx="68580" cy="563880"/>
          </a:xfrm>
          <a:prstGeom prst="rect">
            <a:avLst/>
          </a:prstGeom>
          <a:solidFill>
            <a:srgbClr val="C953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3" name="TextBox 62"/>
          <p:cNvSpPr txBox="1"/>
          <p:nvPr/>
        </p:nvSpPr>
        <p:spPr>
          <a:xfrm>
            <a:off x="426720" y="4152900"/>
            <a:ext cx="5562600" cy="152400"/>
          </a:xfrm>
          <a:prstGeom prst="rect">
            <a:avLst/>
          </a:prstGeom>
          <a:noFill/>
          <a:ln>
            <a:noFill/>
          </a:ln>
        </p:spPr>
        <p:txBody>
          <a:bodyPr wrap="square" lIns="50000" tIns="20000" rIns="50000" bIns="20000" anchor="t">
            <a:spAutoFit/>
          </a:bodyPr>
          <a:lstStyle/>
          <a:p>
            <a:pPr algn="l"/>
            <a:r>
              <a:rPr sz="1200" b="1" i="0">
                <a:solidFill>
                  <a:srgbClr val="1F2937"/>
                </a:solidFill>
                <a:latin typeface="Calibri"/>
              </a:rPr>
              <a:t>Execute</a:t>
            </a:r>
          </a:p>
        </p:txBody>
      </p:sp>
      <p:sp>
        <p:nvSpPr>
          <p:cNvPr id="64" name="TextBox 63"/>
          <p:cNvSpPr txBox="1"/>
          <p:nvPr/>
        </p:nvSpPr>
        <p:spPr>
          <a:xfrm>
            <a:off x="426720" y="4297680"/>
            <a:ext cx="5562600" cy="259080"/>
          </a:xfrm>
          <a:prstGeom prst="rect">
            <a:avLst/>
          </a:prstGeom>
          <a:noFill/>
          <a:ln>
            <a:noFill/>
          </a:ln>
        </p:spPr>
        <p:txBody>
          <a:bodyPr wrap="square" lIns="50000" tIns="20000" rIns="50000" bIns="20000" anchor="t">
            <a:spAutoFit/>
          </a:bodyPr>
          <a:lstStyle/>
          <a:p>
            <a:pPr algn="l"/>
            <a:r>
              <a:rPr sz="1050" b="0" i="0">
                <a:solidFill>
                  <a:srgbClr val="1F2937"/>
                </a:solidFill>
                <a:latin typeface="Calibri"/>
              </a:rPr>
              <a:t>Klassisches, agiles und hybrides PM inkl. Ressourcen- und Finanzsteuerung in einem System.</a:t>
            </a:r>
          </a:p>
        </p:txBody>
      </p:sp>
      <p:sp>
        <p:nvSpPr>
          <p:cNvPr id="65" name="TextBox 64"/>
          <p:cNvSpPr txBox="1"/>
          <p:nvPr/>
        </p:nvSpPr>
        <p:spPr>
          <a:xfrm>
            <a:off x="426720" y="4526280"/>
            <a:ext cx="5562600" cy="137160"/>
          </a:xfrm>
          <a:prstGeom prst="rect">
            <a:avLst/>
          </a:prstGeom>
          <a:noFill/>
          <a:ln>
            <a:noFill/>
          </a:ln>
        </p:spPr>
        <p:txBody>
          <a:bodyPr wrap="square" lIns="50000" tIns="20000" rIns="50000" bIns="20000" anchor="t">
            <a:spAutoFit/>
          </a:bodyPr>
          <a:lstStyle/>
          <a:p>
            <a:pPr algn="l"/>
            <a:r>
              <a:rPr sz="1000" b="0" i="1">
                <a:solidFill>
                  <a:srgbClr val="B91C1C"/>
                </a:solidFill>
                <a:latin typeface="Calibri"/>
              </a:rPr>
              <a:t>→ heute: PIT / MSPO abgekündigt, manuelle Datenhaltung</a:t>
            </a:r>
          </a:p>
        </p:txBody>
      </p:sp>
      <p:sp>
        <p:nvSpPr>
          <p:cNvPr id="66" name="Rounded Rectangle 65"/>
          <p:cNvSpPr/>
          <p:nvPr/>
        </p:nvSpPr>
        <p:spPr>
          <a:xfrm>
            <a:off x="6172200" y="4114800"/>
            <a:ext cx="5715000" cy="563880"/>
          </a:xfrm>
          <a:prstGeom prst="roundRect">
            <a:avLst/>
          </a:prstGeom>
          <a:solidFill>
            <a:srgbClr val="F7F7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7" name="Rectangle 66"/>
          <p:cNvSpPr/>
          <p:nvPr/>
        </p:nvSpPr>
        <p:spPr>
          <a:xfrm>
            <a:off x="6172200" y="4114800"/>
            <a:ext cx="68580" cy="563880"/>
          </a:xfrm>
          <a:prstGeom prst="rect">
            <a:avLst/>
          </a:prstGeom>
          <a:solidFill>
            <a:srgbClr val="9C3F0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8" name="TextBox 67"/>
          <p:cNvSpPr txBox="1"/>
          <p:nvPr/>
        </p:nvSpPr>
        <p:spPr>
          <a:xfrm>
            <a:off x="6294120" y="4152900"/>
            <a:ext cx="5562600" cy="152400"/>
          </a:xfrm>
          <a:prstGeom prst="rect">
            <a:avLst/>
          </a:prstGeom>
          <a:noFill/>
          <a:ln>
            <a:noFill/>
          </a:ln>
        </p:spPr>
        <p:txBody>
          <a:bodyPr wrap="square" lIns="50000" tIns="20000" rIns="50000" bIns="20000" anchor="t">
            <a:spAutoFit/>
          </a:bodyPr>
          <a:lstStyle/>
          <a:p>
            <a:pPr algn="l"/>
            <a:r>
              <a:rPr sz="1200" b="1" i="0">
                <a:solidFill>
                  <a:srgbClr val="1F2937"/>
                </a:solidFill>
                <a:latin typeface="Calibri"/>
              </a:rPr>
              <a:t>Deliver &amp; Run</a:t>
            </a:r>
          </a:p>
        </p:txBody>
      </p:sp>
      <p:sp>
        <p:nvSpPr>
          <p:cNvPr id="69" name="TextBox 68"/>
          <p:cNvSpPr txBox="1"/>
          <p:nvPr/>
        </p:nvSpPr>
        <p:spPr>
          <a:xfrm>
            <a:off x="6294120" y="4297680"/>
            <a:ext cx="5562600" cy="259080"/>
          </a:xfrm>
          <a:prstGeom prst="rect">
            <a:avLst/>
          </a:prstGeom>
          <a:noFill/>
          <a:ln>
            <a:noFill/>
          </a:ln>
        </p:spPr>
        <p:txBody>
          <a:bodyPr wrap="square" lIns="50000" tIns="20000" rIns="50000" bIns="20000" anchor="t">
            <a:spAutoFit/>
          </a:bodyPr>
          <a:lstStyle/>
          <a:p>
            <a:pPr algn="l"/>
            <a:r>
              <a:rPr sz="1050" b="0" i="0">
                <a:solidFill>
                  <a:srgbClr val="1F2937"/>
                </a:solidFill>
                <a:latin typeface="Calibri"/>
              </a:rPr>
              <a:t>Nutzen-Tracking, Anwendungsportfolio und Live-Reporting für Vorstand und Bereiche.</a:t>
            </a:r>
          </a:p>
        </p:txBody>
      </p:sp>
      <p:sp>
        <p:nvSpPr>
          <p:cNvPr id="70" name="TextBox 69"/>
          <p:cNvSpPr txBox="1"/>
          <p:nvPr/>
        </p:nvSpPr>
        <p:spPr>
          <a:xfrm>
            <a:off x="6294120" y="4526280"/>
            <a:ext cx="5562600" cy="137160"/>
          </a:xfrm>
          <a:prstGeom prst="rect">
            <a:avLst/>
          </a:prstGeom>
          <a:noFill/>
          <a:ln>
            <a:noFill/>
          </a:ln>
        </p:spPr>
        <p:txBody>
          <a:bodyPr wrap="square" lIns="50000" tIns="20000" rIns="50000" bIns="20000" anchor="t">
            <a:spAutoFit/>
          </a:bodyPr>
          <a:lstStyle/>
          <a:p>
            <a:pPr algn="l"/>
            <a:r>
              <a:rPr sz="1000" b="0" i="1">
                <a:solidFill>
                  <a:srgbClr val="B91C1C"/>
                </a:solidFill>
                <a:latin typeface="Calibri"/>
              </a:rPr>
              <a:t>→ heute: bereichsübergreifende Intransparenz</a:t>
            </a:r>
          </a:p>
        </p:txBody>
      </p:sp>
      <p:sp>
        <p:nvSpPr>
          <p:cNvPr id="71" name="TextBox 70"/>
          <p:cNvSpPr txBox="1"/>
          <p:nvPr/>
        </p:nvSpPr>
        <p:spPr>
          <a:xfrm>
            <a:off x="304800" y="4876800"/>
            <a:ext cx="11582400" cy="167640"/>
          </a:xfrm>
          <a:prstGeom prst="rect">
            <a:avLst/>
          </a:prstGeom>
          <a:noFill/>
          <a:ln>
            <a:noFill/>
          </a:ln>
        </p:spPr>
        <p:txBody>
          <a:bodyPr wrap="square" lIns="50000" tIns="20000" rIns="50000" bIns="20000" anchor="t">
            <a:spAutoFit/>
          </a:bodyPr>
          <a:lstStyle/>
          <a:p>
            <a:pPr algn="l"/>
            <a:r>
              <a:rPr sz="1400" b="1" i="0">
                <a:solidFill>
                  <a:srgbClr val="1F2937"/>
                </a:solidFill>
                <a:latin typeface="Calibri"/>
              </a:rPr>
              <a:t>Kernbotschaften</a:t>
            </a:r>
          </a:p>
        </p:txBody>
      </p:sp>
      <p:sp>
        <p:nvSpPr>
          <p:cNvPr id="72" name="Rounded Rectangle 71"/>
          <p:cNvSpPr/>
          <p:nvPr/>
        </p:nvSpPr>
        <p:spPr>
          <a:xfrm>
            <a:off x="304800" y="5044440"/>
            <a:ext cx="3784600" cy="655320"/>
          </a:xfrm>
          <a:prstGeom prst="roundRect">
            <a:avLst/>
          </a:prstGeom>
          <a:solidFill>
            <a:srgbClr val="FFFFFF"/>
          </a:solidFill>
          <a:ln w="15240">
            <a:solidFill>
              <a:srgbClr val="F07F1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3" name="Oval 72"/>
          <p:cNvSpPr/>
          <p:nvPr/>
        </p:nvSpPr>
        <p:spPr>
          <a:xfrm>
            <a:off x="365760" y="5105400"/>
            <a:ext cx="228600" cy="228600"/>
          </a:xfrm>
          <a:prstGeom prst="ellipse">
            <a:avLst/>
          </a:prstGeom>
          <a:solidFill>
            <a:srgbClr val="F07F1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50000" tIns="20000" rIns="50000" bIns="20000" rtlCol="0" anchor="ctr"/>
          <a:lstStyle/>
          <a:p>
            <a:pPr algn="ctr"/>
            <a:r>
              <a:rPr sz="1600" b="1" i="0">
                <a:solidFill>
                  <a:srgbClr val="FFFFFF"/>
                </a:solidFill>
                <a:latin typeface="Calibri"/>
              </a:rPr>
              <a:t>1</a:t>
            </a:r>
          </a:p>
        </p:txBody>
      </p:sp>
      <p:sp>
        <p:nvSpPr>
          <p:cNvPr id="74" name="TextBox 73"/>
          <p:cNvSpPr txBox="1"/>
          <p:nvPr/>
        </p:nvSpPr>
        <p:spPr>
          <a:xfrm>
            <a:off x="624840" y="5097780"/>
            <a:ext cx="3441700" cy="198120"/>
          </a:xfrm>
          <a:prstGeom prst="rect">
            <a:avLst/>
          </a:prstGeom>
          <a:noFill/>
          <a:ln>
            <a:noFill/>
          </a:ln>
        </p:spPr>
        <p:txBody>
          <a:bodyPr wrap="square" lIns="50000" tIns="20000" rIns="50000" bIns="20000" anchor="t">
            <a:spAutoFit/>
          </a:bodyPr>
          <a:lstStyle/>
          <a:p>
            <a:pPr algn="l"/>
            <a:r>
              <a:rPr sz="1200" b="1" i="0">
                <a:solidFill>
                  <a:srgbClr val="1F2937"/>
                </a:solidFill>
                <a:latin typeface="Calibri"/>
              </a:rPr>
              <a:t>End-to-end statt Insellösung</a:t>
            </a:r>
          </a:p>
        </p:txBody>
      </p:sp>
      <p:sp>
        <p:nvSpPr>
          <p:cNvPr id="75" name="TextBox 74"/>
          <p:cNvSpPr txBox="1"/>
          <p:nvPr/>
        </p:nvSpPr>
        <p:spPr>
          <a:xfrm>
            <a:off x="624840" y="5273040"/>
            <a:ext cx="3441700" cy="381000"/>
          </a:xfrm>
          <a:prstGeom prst="rect">
            <a:avLst/>
          </a:prstGeom>
          <a:noFill/>
          <a:ln>
            <a:noFill/>
          </a:ln>
        </p:spPr>
        <p:txBody>
          <a:bodyPr wrap="square" lIns="50000" tIns="20000" rIns="50000" bIns="20000" anchor="t">
            <a:spAutoFit/>
          </a:bodyPr>
          <a:lstStyle/>
          <a:p>
            <a:pPr algn="l"/>
            <a:r>
              <a:rPr sz="1050" b="0" i="0">
                <a:solidFill>
                  <a:srgbClr val="4B5563"/>
                </a:solidFill>
                <a:latin typeface="Calibri"/>
              </a:rPr>
              <a:t>Durchgängiger Prozess von Strategie bis Betrieb – ohne Medienbrüche.</a:t>
            </a:r>
          </a:p>
        </p:txBody>
      </p:sp>
      <p:sp>
        <p:nvSpPr>
          <p:cNvPr id="76" name="Rounded Rectangle 75"/>
          <p:cNvSpPr/>
          <p:nvPr/>
        </p:nvSpPr>
        <p:spPr>
          <a:xfrm>
            <a:off x="4203700" y="5044440"/>
            <a:ext cx="3784600" cy="655320"/>
          </a:xfrm>
          <a:prstGeom prst="roundRect">
            <a:avLst/>
          </a:prstGeom>
          <a:solidFill>
            <a:srgbClr val="FFFFFF"/>
          </a:solidFill>
          <a:ln w="15240">
            <a:solidFill>
              <a:srgbClr val="F07F1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7" name="Oval 76"/>
          <p:cNvSpPr/>
          <p:nvPr/>
        </p:nvSpPr>
        <p:spPr>
          <a:xfrm>
            <a:off x="4264660" y="5105400"/>
            <a:ext cx="228600" cy="228600"/>
          </a:xfrm>
          <a:prstGeom prst="ellipse">
            <a:avLst/>
          </a:prstGeom>
          <a:solidFill>
            <a:srgbClr val="F07F1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50000" tIns="20000" rIns="50000" bIns="20000" rtlCol="0" anchor="ctr"/>
          <a:lstStyle/>
          <a:p>
            <a:pPr algn="ctr"/>
            <a:r>
              <a:rPr sz="1600" b="1" i="0">
                <a:solidFill>
                  <a:srgbClr val="FFFFFF"/>
                </a:solidFill>
                <a:latin typeface="Calibri"/>
              </a:rPr>
              <a:t>2</a:t>
            </a:r>
          </a:p>
        </p:txBody>
      </p:sp>
      <p:sp>
        <p:nvSpPr>
          <p:cNvPr id="78" name="TextBox 77"/>
          <p:cNvSpPr txBox="1"/>
          <p:nvPr/>
        </p:nvSpPr>
        <p:spPr>
          <a:xfrm>
            <a:off x="4523740" y="5097780"/>
            <a:ext cx="3441700" cy="198120"/>
          </a:xfrm>
          <a:prstGeom prst="rect">
            <a:avLst/>
          </a:prstGeom>
          <a:noFill/>
          <a:ln>
            <a:noFill/>
          </a:ln>
        </p:spPr>
        <p:txBody>
          <a:bodyPr wrap="square" lIns="50000" tIns="20000" rIns="50000" bIns="20000" anchor="t">
            <a:spAutoFit/>
          </a:bodyPr>
          <a:lstStyle/>
          <a:p>
            <a:pPr algn="l"/>
            <a:r>
              <a:rPr sz="1200" b="1" i="0">
                <a:solidFill>
                  <a:srgbClr val="1F2937"/>
                </a:solidFill>
                <a:latin typeface="Calibri"/>
              </a:rPr>
              <a:t>Standard statt Eigenbau</a:t>
            </a:r>
          </a:p>
        </p:txBody>
      </p:sp>
      <p:sp>
        <p:nvSpPr>
          <p:cNvPr id="79" name="TextBox 78"/>
          <p:cNvSpPr txBox="1"/>
          <p:nvPr/>
        </p:nvSpPr>
        <p:spPr>
          <a:xfrm>
            <a:off x="4523740" y="5273040"/>
            <a:ext cx="3441700" cy="381000"/>
          </a:xfrm>
          <a:prstGeom prst="rect">
            <a:avLst/>
          </a:prstGeom>
          <a:noFill/>
          <a:ln>
            <a:noFill/>
          </a:ln>
        </p:spPr>
        <p:txBody>
          <a:bodyPr wrap="square" lIns="50000" tIns="20000" rIns="50000" bIns="20000" anchor="t">
            <a:spAutoFit/>
          </a:bodyPr>
          <a:lstStyle/>
          <a:p>
            <a:pPr algn="l"/>
            <a:r>
              <a:rPr sz="1050" b="0" i="0">
                <a:solidFill>
                  <a:srgbClr val="4B5563"/>
                </a:solidFill>
                <a:latin typeface="Calibri"/>
              </a:rPr>
              <a:t>Releasefähige Module, Best-Practice-Workflows; Phase 1: Demand, Strategy, MDM, Portfolio.</a:t>
            </a:r>
          </a:p>
        </p:txBody>
      </p:sp>
      <p:sp>
        <p:nvSpPr>
          <p:cNvPr id="80" name="Rounded Rectangle 79"/>
          <p:cNvSpPr/>
          <p:nvPr/>
        </p:nvSpPr>
        <p:spPr>
          <a:xfrm>
            <a:off x="8102600" y="5044440"/>
            <a:ext cx="3784600" cy="655320"/>
          </a:xfrm>
          <a:prstGeom prst="roundRect">
            <a:avLst/>
          </a:prstGeom>
          <a:solidFill>
            <a:srgbClr val="FFFFFF"/>
          </a:solidFill>
          <a:ln w="15240">
            <a:solidFill>
              <a:srgbClr val="F07F1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1" name="Oval 80"/>
          <p:cNvSpPr/>
          <p:nvPr/>
        </p:nvSpPr>
        <p:spPr>
          <a:xfrm>
            <a:off x="8163559" y="5105400"/>
            <a:ext cx="228600" cy="228600"/>
          </a:xfrm>
          <a:prstGeom prst="ellipse">
            <a:avLst/>
          </a:prstGeom>
          <a:solidFill>
            <a:srgbClr val="F07F1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50000" tIns="20000" rIns="50000" bIns="20000" rtlCol="0" anchor="ctr"/>
          <a:lstStyle/>
          <a:p>
            <a:pPr algn="ctr"/>
            <a:r>
              <a:rPr sz="1600" b="1" i="0">
                <a:solidFill>
                  <a:srgbClr val="FFFFFF"/>
                </a:solidFill>
                <a:latin typeface="Calibri"/>
              </a:rPr>
              <a:t>3</a:t>
            </a:r>
          </a:p>
        </p:txBody>
      </p:sp>
      <p:sp>
        <p:nvSpPr>
          <p:cNvPr id="82" name="TextBox 81"/>
          <p:cNvSpPr txBox="1"/>
          <p:nvPr/>
        </p:nvSpPr>
        <p:spPr>
          <a:xfrm>
            <a:off x="8422640" y="5097780"/>
            <a:ext cx="3441700" cy="198120"/>
          </a:xfrm>
          <a:prstGeom prst="rect">
            <a:avLst/>
          </a:prstGeom>
          <a:noFill/>
          <a:ln>
            <a:noFill/>
          </a:ln>
        </p:spPr>
        <p:txBody>
          <a:bodyPr wrap="square" lIns="50000" tIns="20000" rIns="50000" bIns="20000" anchor="t">
            <a:spAutoFit/>
          </a:bodyPr>
          <a:lstStyle/>
          <a:p>
            <a:pPr algn="l"/>
            <a:r>
              <a:rPr sz="1200" b="1" i="0">
                <a:solidFill>
                  <a:srgbClr val="1F2937"/>
                </a:solidFill>
                <a:latin typeface="Calibri"/>
              </a:rPr>
              <a:t>Plattform statt Tool</a:t>
            </a:r>
          </a:p>
        </p:txBody>
      </p:sp>
      <p:sp>
        <p:nvSpPr>
          <p:cNvPr id="83" name="TextBox 82"/>
          <p:cNvSpPr txBox="1"/>
          <p:nvPr/>
        </p:nvSpPr>
        <p:spPr>
          <a:xfrm>
            <a:off x="8422640" y="5273040"/>
            <a:ext cx="3441700" cy="381000"/>
          </a:xfrm>
          <a:prstGeom prst="rect">
            <a:avLst/>
          </a:prstGeom>
          <a:noFill/>
          <a:ln>
            <a:noFill/>
          </a:ln>
        </p:spPr>
        <p:txBody>
          <a:bodyPr wrap="square" lIns="50000" tIns="20000" rIns="50000" bIns="20000" anchor="t">
            <a:spAutoFit/>
          </a:bodyPr>
          <a:lstStyle/>
          <a:p>
            <a:pPr algn="l"/>
            <a:r>
              <a:rPr sz="1050" b="0" i="0">
                <a:solidFill>
                  <a:srgbClr val="4B5563"/>
                </a:solidFill>
                <a:latin typeface="Calibri"/>
              </a:rPr>
              <a:t>Gemeinsame Datenbasis mit ITSM, EV, Workflows – ausbaubar auf weitere Geschäftsthemen.</a:t>
            </a:r>
          </a:p>
        </p:txBody>
      </p:sp>
      <p:sp>
        <p:nvSpPr>
          <p:cNvPr id="84" name="TextBox 83"/>
          <p:cNvSpPr txBox="1"/>
          <p:nvPr/>
        </p:nvSpPr>
        <p:spPr>
          <a:xfrm>
            <a:off x="304800" y="6576060"/>
            <a:ext cx="11582400" cy="167640"/>
          </a:xfrm>
          <a:prstGeom prst="rect">
            <a:avLst/>
          </a:prstGeom>
          <a:noFill/>
          <a:ln>
            <a:noFill/>
          </a:ln>
        </p:spPr>
        <p:txBody>
          <a:bodyPr wrap="square" lIns="50000" tIns="20000" rIns="50000" bIns="20000" anchor="t">
            <a:spAutoFit/>
          </a:bodyPr>
          <a:lstStyle/>
          <a:p>
            <a:pPr algn="l"/>
            <a:r>
              <a:rPr sz="900" b="0" i="1">
                <a:solidFill>
                  <a:srgbClr val="4B5563"/>
                </a:solidFill>
                <a:latin typeface="Calibri"/>
              </a:rPr>
              <a:t>Quelle: ServiceNow SPM Pro/Enterprise – Modul-Detail siehe Backup   |   Gartner Magic Quadrant SPM: Leader 2024 / 2025</a:t>
            </a:r>
          </a:p>
        </p:txBody>
      </p:sp>
      <p:sp>
        <p:nvSpPr>
          <p:cNvPr id="85" name="Rectangle 84"/>
          <p:cNvSpPr/>
          <p:nvPr/>
        </p:nvSpPr>
        <p:spPr>
          <a:xfrm>
            <a:off x="0" y="6804660"/>
            <a:ext cx="12192000" cy="53340"/>
          </a:xfrm>
          <a:prstGeom prst="rect">
            <a:avLst/>
          </a:prstGeom>
          <a:solidFill>
            <a:srgbClr val="F07F1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</p:spTree>
    <p:extLst>
      <p:ext uri="{BB962C8B-B14F-4D97-AF65-F5344CB8AC3E}">
        <p14:creationId xmlns:p14="http://schemas.microsoft.com/office/powerpoint/2010/main" val="320758618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2000" cy="457200"/>
          </a:xfrm>
          <a:prstGeom prst="rect">
            <a:avLst/>
          </a:prstGeom>
          <a:solidFill>
            <a:srgbClr val="1F293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228600" y="30480"/>
            <a:ext cx="10668000" cy="198120"/>
          </a:xfrm>
          <a:prstGeom prst="rect">
            <a:avLst/>
          </a:prstGeom>
          <a:noFill/>
          <a:ln>
            <a:noFill/>
          </a:ln>
        </p:spPr>
        <p:txBody>
          <a:bodyPr wrap="square" lIns="50000" tIns="20000" rIns="50000" bIns="20000" anchor="t">
            <a:spAutoFit/>
          </a:bodyPr>
          <a:lstStyle/>
          <a:p>
            <a:pPr algn="l"/>
            <a:r>
              <a:rPr sz="2000" b="1" i="0">
                <a:solidFill>
                  <a:srgbClr val="FFFFFF"/>
                </a:solidFill>
                <a:latin typeface="Calibri"/>
              </a:rPr>
              <a:t>ServiceNow als Tool – Reichweite, Referenzkunden und STIHL-Kontext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228600" y="243840"/>
            <a:ext cx="10668000" cy="182880"/>
          </a:xfrm>
          <a:prstGeom prst="rect">
            <a:avLst/>
          </a:prstGeom>
          <a:noFill/>
          <a:ln>
            <a:noFill/>
          </a:ln>
        </p:spPr>
        <p:txBody>
          <a:bodyPr wrap="square" lIns="50000" tIns="20000" rIns="50000" bIns="20000" anchor="t">
            <a:spAutoFit/>
          </a:bodyPr>
          <a:lstStyle/>
          <a:p>
            <a:pPr algn="l"/>
            <a:r>
              <a:rPr sz="1200" b="0" i="1">
                <a:solidFill>
                  <a:srgbClr val="D1D5DB"/>
                </a:solidFill>
                <a:latin typeface="Calibri"/>
              </a:rPr>
              <a:t>Bewährter Industriestandard, große deutsche Referenzbasis und seit 2014 bei STIHL etabliert</a:t>
            </a:r>
          </a:p>
        </p:txBody>
      </p:sp>
      <p:sp>
        <p:nvSpPr>
          <p:cNvPr id="5" name="Rectangle 4"/>
          <p:cNvSpPr/>
          <p:nvPr/>
        </p:nvSpPr>
        <p:spPr>
          <a:xfrm>
            <a:off x="11430000" y="0"/>
            <a:ext cx="762000" cy="457200"/>
          </a:xfrm>
          <a:prstGeom prst="rect">
            <a:avLst/>
          </a:prstGeom>
          <a:solidFill>
            <a:srgbClr val="F07F1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11430000" y="0"/>
            <a:ext cx="762000" cy="457200"/>
          </a:xfrm>
          <a:prstGeom prst="rect">
            <a:avLst/>
          </a:prstGeom>
          <a:noFill/>
          <a:ln>
            <a:noFill/>
          </a:ln>
        </p:spPr>
        <p:txBody>
          <a:bodyPr wrap="square" lIns="50000" tIns="20000" rIns="50000" bIns="20000" anchor="ctr">
            <a:spAutoFit/>
          </a:bodyPr>
          <a:lstStyle/>
          <a:p>
            <a:pPr algn="ctr"/>
            <a:r>
              <a:rPr sz="1200" b="1" i="0">
                <a:solidFill>
                  <a:srgbClr val="FFFFFF"/>
                </a:solidFill>
                <a:latin typeface="Calibri"/>
              </a:rPr>
              <a:t>Folie 9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304800" y="533400"/>
            <a:ext cx="11582400" cy="1600200"/>
          </a:xfrm>
          <a:prstGeom prst="roundRect">
            <a:avLst/>
          </a:prstGeom>
          <a:solidFill>
            <a:srgbClr val="032D4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Rectangle 7"/>
          <p:cNvSpPr/>
          <p:nvPr/>
        </p:nvSpPr>
        <p:spPr>
          <a:xfrm>
            <a:off x="304800" y="533400"/>
            <a:ext cx="68580" cy="1600200"/>
          </a:xfrm>
          <a:prstGeom prst="rect">
            <a:avLst/>
          </a:prstGeom>
          <a:solidFill>
            <a:srgbClr val="62D84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Oval 8"/>
          <p:cNvSpPr/>
          <p:nvPr/>
        </p:nvSpPr>
        <p:spPr>
          <a:xfrm>
            <a:off x="502920" y="617220"/>
            <a:ext cx="106680" cy="106680"/>
          </a:xfrm>
          <a:prstGeom prst="ellipse">
            <a:avLst/>
          </a:prstGeom>
          <a:solidFill>
            <a:srgbClr val="62D84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TextBox 9"/>
          <p:cNvSpPr txBox="1"/>
          <p:nvPr/>
        </p:nvSpPr>
        <p:spPr>
          <a:xfrm>
            <a:off x="655320" y="571500"/>
            <a:ext cx="4572000" cy="213360"/>
          </a:xfrm>
          <a:prstGeom prst="rect">
            <a:avLst/>
          </a:prstGeom>
          <a:noFill/>
          <a:ln>
            <a:noFill/>
          </a:ln>
        </p:spPr>
        <p:txBody>
          <a:bodyPr wrap="square" lIns="50000" tIns="20000" rIns="50000" bIns="20000" anchor="ctr">
            <a:spAutoFit/>
          </a:bodyPr>
          <a:lstStyle/>
          <a:p>
            <a:pPr algn="l"/>
            <a:r>
              <a:rPr sz="2000" b="1" i="0">
                <a:solidFill>
                  <a:srgbClr val="FFFFFF"/>
                </a:solidFill>
                <a:latin typeface="Calibri"/>
              </a:rPr>
              <a:t>servicenow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3200400" y="571500"/>
            <a:ext cx="8382000" cy="213360"/>
          </a:xfrm>
          <a:prstGeom prst="rect">
            <a:avLst/>
          </a:prstGeom>
          <a:noFill/>
          <a:ln>
            <a:noFill/>
          </a:ln>
        </p:spPr>
        <p:txBody>
          <a:bodyPr wrap="square" lIns="50000" tIns="20000" rIns="50000" bIns="20000" anchor="ctr">
            <a:spAutoFit/>
          </a:bodyPr>
          <a:lstStyle/>
          <a:p>
            <a:pPr algn="r"/>
            <a:r>
              <a:rPr sz="1100" b="0" i="1">
                <a:solidFill>
                  <a:srgbClr val="62D84E"/>
                </a:solidFill>
                <a:latin typeface="Calibri"/>
              </a:rPr>
              <a:t>The AI Platform for Business Transformation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502920" y="800100"/>
            <a:ext cx="11277600" cy="152400"/>
          </a:xfrm>
          <a:prstGeom prst="rect">
            <a:avLst/>
          </a:prstGeom>
          <a:noFill/>
          <a:ln>
            <a:noFill/>
          </a:ln>
        </p:spPr>
        <p:txBody>
          <a:bodyPr wrap="square" lIns="50000" tIns="20000" rIns="50000" bIns="20000" anchor="t">
            <a:spAutoFit/>
          </a:bodyPr>
          <a:lstStyle/>
          <a:p>
            <a:pPr algn="l"/>
            <a:r>
              <a:rPr sz="1000" b="0" i="1">
                <a:solidFill>
                  <a:srgbClr val="B6C0C8"/>
                </a:solidFill>
                <a:latin typeface="Calibri"/>
              </a:rPr>
              <a:t>ServiceNow ist heute weit mehr als ein Tool für IT-Tickets – die Now Platform verbindet Abteilungen, Daten und Systeme auf einer Cloud-Plattform für digitale Geschäftsabläufe.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502920" y="967740"/>
            <a:ext cx="3677920" cy="152400"/>
          </a:xfrm>
          <a:prstGeom prst="roundRect">
            <a:avLst/>
          </a:prstGeom>
          <a:solidFill>
            <a:srgbClr val="053B55"/>
          </a:solidFill>
          <a:ln w="6350">
            <a:solidFill>
              <a:srgbClr val="62D84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Oval 13"/>
          <p:cNvSpPr/>
          <p:nvPr/>
        </p:nvSpPr>
        <p:spPr>
          <a:xfrm>
            <a:off x="541020" y="1013459"/>
            <a:ext cx="53340" cy="53340"/>
          </a:xfrm>
          <a:prstGeom prst="ellipse">
            <a:avLst/>
          </a:prstGeom>
          <a:solidFill>
            <a:srgbClr val="62D84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TextBox 14"/>
          <p:cNvSpPr txBox="1"/>
          <p:nvPr/>
        </p:nvSpPr>
        <p:spPr>
          <a:xfrm>
            <a:off x="624840" y="967740"/>
            <a:ext cx="1066800" cy="152400"/>
          </a:xfrm>
          <a:prstGeom prst="rect">
            <a:avLst/>
          </a:prstGeom>
          <a:noFill/>
          <a:ln>
            <a:noFill/>
          </a:ln>
        </p:spPr>
        <p:txBody>
          <a:bodyPr wrap="square" lIns="50000" tIns="20000" rIns="50000" bIns="20000" anchor="ctr">
            <a:spAutoFit/>
          </a:bodyPr>
          <a:lstStyle/>
          <a:p>
            <a:pPr algn="l"/>
            <a:r>
              <a:rPr sz="1000" b="1" i="0">
                <a:solidFill>
                  <a:srgbClr val="FFFFFF"/>
                </a:solidFill>
                <a:latin typeface="Calibri"/>
              </a:rPr>
              <a:t>Zentralisierung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684020" y="967740"/>
            <a:ext cx="2458720" cy="152400"/>
          </a:xfrm>
          <a:prstGeom prst="rect">
            <a:avLst/>
          </a:prstGeom>
          <a:noFill/>
          <a:ln>
            <a:noFill/>
          </a:ln>
        </p:spPr>
        <p:txBody>
          <a:bodyPr wrap="square" lIns="50000" tIns="20000" rIns="50000" bIns="20000" anchor="ctr">
            <a:spAutoFit/>
          </a:bodyPr>
          <a:lstStyle/>
          <a:p>
            <a:pPr algn="l"/>
            <a:r>
              <a:rPr sz="880" b="0" i="1">
                <a:solidFill>
                  <a:srgbClr val="B6C0C8"/>
                </a:solidFill>
                <a:latin typeface="Calibri"/>
              </a:rPr>
              <a:t>Eine Oberfläche statt viele Insel-Apps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4257040" y="967740"/>
            <a:ext cx="3677920" cy="152400"/>
          </a:xfrm>
          <a:prstGeom prst="roundRect">
            <a:avLst/>
          </a:prstGeom>
          <a:solidFill>
            <a:srgbClr val="053B55"/>
          </a:solidFill>
          <a:ln w="6350">
            <a:solidFill>
              <a:srgbClr val="62D84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8" name="Oval 17"/>
          <p:cNvSpPr/>
          <p:nvPr/>
        </p:nvSpPr>
        <p:spPr>
          <a:xfrm>
            <a:off x="4295140" y="1013459"/>
            <a:ext cx="53340" cy="53340"/>
          </a:xfrm>
          <a:prstGeom prst="ellipse">
            <a:avLst/>
          </a:prstGeom>
          <a:solidFill>
            <a:srgbClr val="62D84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9" name="TextBox 18"/>
          <p:cNvSpPr txBox="1"/>
          <p:nvPr/>
        </p:nvSpPr>
        <p:spPr>
          <a:xfrm>
            <a:off x="4378960" y="967740"/>
            <a:ext cx="1066800" cy="152400"/>
          </a:xfrm>
          <a:prstGeom prst="rect">
            <a:avLst/>
          </a:prstGeom>
          <a:noFill/>
          <a:ln>
            <a:noFill/>
          </a:ln>
        </p:spPr>
        <p:txBody>
          <a:bodyPr wrap="square" lIns="50000" tIns="20000" rIns="50000" bIns="20000" anchor="ctr">
            <a:spAutoFit/>
          </a:bodyPr>
          <a:lstStyle/>
          <a:p>
            <a:pPr algn="l"/>
            <a:r>
              <a:rPr sz="1000" b="1" i="0">
                <a:solidFill>
                  <a:srgbClr val="FFFFFF"/>
                </a:solidFill>
                <a:latin typeface="Calibri"/>
              </a:rPr>
              <a:t>Automatisierung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5438140" y="967740"/>
            <a:ext cx="2458720" cy="152400"/>
          </a:xfrm>
          <a:prstGeom prst="rect">
            <a:avLst/>
          </a:prstGeom>
          <a:noFill/>
          <a:ln>
            <a:noFill/>
          </a:ln>
        </p:spPr>
        <p:txBody>
          <a:bodyPr wrap="square" lIns="50000" tIns="20000" rIns="50000" bIns="20000" anchor="ctr">
            <a:spAutoFit/>
          </a:bodyPr>
          <a:lstStyle/>
          <a:p>
            <a:pPr algn="l"/>
            <a:r>
              <a:rPr sz="880" b="0" i="1">
                <a:solidFill>
                  <a:srgbClr val="B6C0C8"/>
                </a:solidFill>
                <a:latin typeface="Calibri"/>
              </a:rPr>
              <a:t>Routine durch KI &amp; Workflows ersetzen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8011160" y="967740"/>
            <a:ext cx="3677920" cy="152400"/>
          </a:xfrm>
          <a:prstGeom prst="roundRect">
            <a:avLst/>
          </a:prstGeom>
          <a:solidFill>
            <a:srgbClr val="053B55"/>
          </a:solidFill>
          <a:ln w="6350">
            <a:solidFill>
              <a:srgbClr val="62D84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2" name="Oval 21"/>
          <p:cNvSpPr/>
          <p:nvPr/>
        </p:nvSpPr>
        <p:spPr>
          <a:xfrm>
            <a:off x="8049260" y="1013459"/>
            <a:ext cx="53340" cy="53340"/>
          </a:xfrm>
          <a:prstGeom prst="ellipse">
            <a:avLst/>
          </a:prstGeom>
          <a:solidFill>
            <a:srgbClr val="62D84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3" name="TextBox 22"/>
          <p:cNvSpPr txBox="1"/>
          <p:nvPr/>
        </p:nvSpPr>
        <p:spPr>
          <a:xfrm>
            <a:off x="8133080" y="967740"/>
            <a:ext cx="1066800" cy="152400"/>
          </a:xfrm>
          <a:prstGeom prst="rect">
            <a:avLst/>
          </a:prstGeom>
          <a:noFill/>
          <a:ln>
            <a:noFill/>
          </a:ln>
        </p:spPr>
        <p:txBody>
          <a:bodyPr wrap="square" lIns="50000" tIns="20000" rIns="50000" bIns="20000" anchor="ctr">
            <a:spAutoFit/>
          </a:bodyPr>
          <a:lstStyle/>
          <a:p>
            <a:pPr algn="l"/>
            <a:r>
              <a:rPr sz="1000" b="1" i="0">
                <a:solidFill>
                  <a:srgbClr val="FFFFFF"/>
                </a:solidFill>
                <a:latin typeface="Calibri"/>
              </a:rPr>
              <a:t>User Experience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9192260" y="967740"/>
            <a:ext cx="2458720" cy="152400"/>
          </a:xfrm>
          <a:prstGeom prst="rect">
            <a:avLst/>
          </a:prstGeom>
          <a:noFill/>
          <a:ln>
            <a:noFill/>
          </a:ln>
        </p:spPr>
        <p:txBody>
          <a:bodyPr wrap="square" lIns="50000" tIns="20000" rIns="50000" bIns="20000" anchor="ctr">
            <a:spAutoFit/>
          </a:bodyPr>
          <a:lstStyle/>
          <a:p>
            <a:pPr algn="l"/>
            <a:r>
              <a:rPr sz="880" b="0" i="1">
                <a:solidFill>
                  <a:srgbClr val="B6C0C8"/>
                </a:solidFill>
                <a:latin typeface="Calibri"/>
              </a:rPr>
              <a:t>Moderne, App-ähnliche Bedienung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502920" y="1173480"/>
            <a:ext cx="6096000" cy="121920"/>
          </a:xfrm>
          <a:prstGeom prst="rect">
            <a:avLst/>
          </a:prstGeom>
          <a:noFill/>
          <a:ln>
            <a:noFill/>
          </a:ln>
        </p:spPr>
        <p:txBody>
          <a:bodyPr wrap="square" lIns="50000" tIns="20000" rIns="50000" bIns="20000" anchor="t">
            <a:spAutoFit/>
          </a:bodyPr>
          <a:lstStyle/>
          <a:p>
            <a:pPr algn="l"/>
            <a:r>
              <a:rPr sz="850" b="1" i="0">
                <a:solidFill>
                  <a:srgbClr val="62D84E"/>
                </a:solidFill>
                <a:latin typeface="Calibri"/>
              </a:rPr>
              <a:t>DAS HAUPTPORTFOLIO – DIE WORKFLOW-SÄULEN</a:t>
            </a:r>
          </a:p>
        </p:txBody>
      </p:sp>
      <p:sp>
        <p:nvSpPr>
          <p:cNvPr id="26" name="Rounded Rectangle 25"/>
          <p:cNvSpPr/>
          <p:nvPr/>
        </p:nvSpPr>
        <p:spPr>
          <a:xfrm>
            <a:off x="502920" y="1310640"/>
            <a:ext cx="2739390" cy="647700"/>
          </a:xfrm>
          <a:prstGeom prst="round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7" name="Rounded Rectangle 26"/>
          <p:cNvSpPr/>
          <p:nvPr/>
        </p:nvSpPr>
        <p:spPr>
          <a:xfrm>
            <a:off x="502920" y="1310640"/>
            <a:ext cx="2739390" cy="213360"/>
          </a:xfrm>
          <a:prstGeom prst="roundRect">
            <a:avLst/>
          </a:prstGeom>
          <a:solidFill>
            <a:srgbClr val="62D84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8" name="Oval 27"/>
          <p:cNvSpPr/>
          <p:nvPr/>
        </p:nvSpPr>
        <p:spPr>
          <a:xfrm>
            <a:off x="548640" y="1356360"/>
            <a:ext cx="121920" cy="121920"/>
          </a:xfrm>
          <a:prstGeom prst="ellipse">
            <a:avLst/>
          </a:prstGeom>
          <a:solidFill>
            <a:srgbClr val="032D4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9" name="TextBox 28"/>
          <p:cNvSpPr txBox="1"/>
          <p:nvPr/>
        </p:nvSpPr>
        <p:spPr>
          <a:xfrm>
            <a:off x="548640" y="1356360"/>
            <a:ext cx="121920" cy="121920"/>
          </a:xfrm>
          <a:prstGeom prst="rect">
            <a:avLst/>
          </a:prstGeom>
          <a:noFill/>
          <a:ln>
            <a:noFill/>
          </a:ln>
        </p:spPr>
        <p:txBody>
          <a:bodyPr wrap="square" lIns="50000" tIns="20000" rIns="50000" bIns="20000" anchor="ctr">
            <a:spAutoFit/>
          </a:bodyPr>
          <a:lstStyle/>
          <a:p>
            <a:pPr algn="ctr"/>
            <a:r>
              <a:rPr sz="1000" b="1" i="0">
                <a:solidFill>
                  <a:srgbClr val="FFFFFF"/>
                </a:solidFill>
                <a:latin typeface="Calibri"/>
              </a:rPr>
              <a:t>1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701040" y="1325880"/>
            <a:ext cx="2510790" cy="106680"/>
          </a:xfrm>
          <a:prstGeom prst="rect">
            <a:avLst/>
          </a:prstGeom>
          <a:noFill/>
          <a:ln>
            <a:noFill/>
          </a:ln>
        </p:spPr>
        <p:txBody>
          <a:bodyPr wrap="square" lIns="50000" tIns="20000" rIns="50000" bIns="20000" anchor="t">
            <a:spAutoFit/>
          </a:bodyPr>
          <a:lstStyle/>
          <a:p>
            <a:pPr algn="l"/>
            <a:r>
              <a:rPr sz="1000" b="1" i="0">
                <a:solidFill>
                  <a:srgbClr val="032D42"/>
                </a:solidFill>
                <a:latin typeface="Calibri"/>
              </a:rPr>
              <a:t>IT Workflows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701040" y="1417319"/>
            <a:ext cx="2510790" cy="99060"/>
          </a:xfrm>
          <a:prstGeom prst="rect">
            <a:avLst/>
          </a:prstGeom>
          <a:noFill/>
          <a:ln>
            <a:noFill/>
          </a:ln>
        </p:spPr>
        <p:txBody>
          <a:bodyPr wrap="square" lIns="50000" tIns="20000" rIns="50000" bIns="20000" anchor="t">
            <a:spAutoFit/>
          </a:bodyPr>
          <a:lstStyle/>
          <a:p>
            <a:pPr algn="l"/>
            <a:r>
              <a:rPr sz="819" b="0" i="1">
                <a:solidFill>
                  <a:srgbClr val="032D42"/>
                </a:solidFill>
                <a:latin typeface="Calibri"/>
              </a:rPr>
              <a:t>der Ursprung</a:t>
            </a:r>
          </a:p>
        </p:txBody>
      </p:sp>
      <p:sp>
        <p:nvSpPr>
          <p:cNvPr id="32" name="Oval 31"/>
          <p:cNvSpPr/>
          <p:nvPr/>
        </p:nvSpPr>
        <p:spPr>
          <a:xfrm>
            <a:off x="556260" y="1592580"/>
            <a:ext cx="38100" cy="38100"/>
          </a:xfrm>
          <a:prstGeom prst="ellipse">
            <a:avLst/>
          </a:prstGeom>
          <a:solidFill>
            <a:srgbClr val="299B3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3" name="TextBox 32"/>
          <p:cNvSpPr txBox="1"/>
          <p:nvPr/>
        </p:nvSpPr>
        <p:spPr>
          <a:xfrm>
            <a:off x="617220" y="1554480"/>
            <a:ext cx="2586990" cy="114300"/>
          </a:xfrm>
          <a:prstGeom prst="rect">
            <a:avLst/>
          </a:prstGeom>
          <a:noFill/>
          <a:ln>
            <a:noFill/>
          </a:ln>
        </p:spPr>
        <p:txBody>
          <a:bodyPr wrap="square" lIns="50000" tIns="20000" rIns="50000" bIns="20000" anchor="ctr">
            <a:spAutoFit/>
          </a:bodyPr>
          <a:lstStyle/>
          <a:p>
            <a:pPr algn="l"/>
            <a:r>
              <a:rPr sz="880" b="0" i="0">
                <a:solidFill>
                  <a:srgbClr val="032D42"/>
                </a:solidFill>
                <a:latin typeface="Calibri"/>
              </a:rPr>
              <a:t>ITSM – Ticketing, Incident, Change</a:t>
            </a:r>
          </a:p>
        </p:txBody>
      </p:sp>
      <p:sp>
        <p:nvSpPr>
          <p:cNvPr id="34" name="Oval 33"/>
          <p:cNvSpPr/>
          <p:nvPr/>
        </p:nvSpPr>
        <p:spPr>
          <a:xfrm>
            <a:off x="556260" y="1718309"/>
            <a:ext cx="38100" cy="38100"/>
          </a:xfrm>
          <a:prstGeom prst="ellipse">
            <a:avLst/>
          </a:prstGeom>
          <a:solidFill>
            <a:srgbClr val="299B3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5" name="TextBox 34"/>
          <p:cNvSpPr txBox="1"/>
          <p:nvPr/>
        </p:nvSpPr>
        <p:spPr>
          <a:xfrm>
            <a:off x="617220" y="1680209"/>
            <a:ext cx="2586990" cy="114300"/>
          </a:xfrm>
          <a:prstGeom prst="rect">
            <a:avLst/>
          </a:prstGeom>
          <a:noFill/>
          <a:ln>
            <a:noFill/>
          </a:ln>
        </p:spPr>
        <p:txBody>
          <a:bodyPr wrap="square" lIns="50000" tIns="20000" rIns="50000" bIns="20000" anchor="ctr">
            <a:spAutoFit/>
          </a:bodyPr>
          <a:lstStyle/>
          <a:p>
            <a:pPr algn="l"/>
            <a:r>
              <a:rPr sz="880" b="0" i="0">
                <a:solidFill>
                  <a:srgbClr val="032D42"/>
                </a:solidFill>
                <a:latin typeface="Calibri"/>
              </a:rPr>
              <a:t>ITOM – Infrastruktur-Monitoring</a:t>
            </a:r>
          </a:p>
        </p:txBody>
      </p:sp>
      <p:sp>
        <p:nvSpPr>
          <p:cNvPr id="36" name="Oval 35"/>
          <p:cNvSpPr/>
          <p:nvPr/>
        </p:nvSpPr>
        <p:spPr>
          <a:xfrm>
            <a:off x="556260" y="1844040"/>
            <a:ext cx="38100" cy="38100"/>
          </a:xfrm>
          <a:prstGeom prst="ellipse">
            <a:avLst/>
          </a:prstGeom>
          <a:solidFill>
            <a:srgbClr val="F07F1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7" name="TextBox 36"/>
          <p:cNvSpPr txBox="1"/>
          <p:nvPr/>
        </p:nvSpPr>
        <p:spPr>
          <a:xfrm>
            <a:off x="617220" y="1805940"/>
            <a:ext cx="2586990" cy="114300"/>
          </a:xfrm>
          <a:prstGeom prst="rect">
            <a:avLst/>
          </a:prstGeom>
          <a:noFill/>
          <a:ln>
            <a:noFill/>
          </a:ln>
        </p:spPr>
        <p:txBody>
          <a:bodyPr wrap="square" lIns="50000" tIns="20000" rIns="50000" bIns="20000" anchor="ctr">
            <a:spAutoFit/>
          </a:bodyPr>
          <a:lstStyle/>
          <a:p>
            <a:pPr algn="l"/>
            <a:r>
              <a:rPr sz="880" b="1" i="0">
                <a:solidFill>
                  <a:srgbClr val="F07F12"/>
                </a:solidFill>
                <a:latin typeface="Calibri"/>
              </a:rPr>
              <a:t>SPM – Strategic Portfolio Mgmt</a:t>
            </a:r>
          </a:p>
        </p:txBody>
      </p:sp>
      <p:sp>
        <p:nvSpPr>
          <p:cNvPr id="38" name="Rounded Rectangle 37"/>
          <p:cNvSpPr/>
          <p:nvPr/>
        </p:nvSpPr>
        <p:spPr>
          <a:xfrm>
            <a:off x="3318510" y="1310640"/>
            <a:ext cx="2739390" cy="647700"/>
          </a:xfrm>
          <a:prstGeom prst="round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9" name="Rounded Rectangle 38"/>
          <p:cNvSpPr/>
          <p:nvPr/>
        </p:nvSpPr>
        <p:spPr>
          <a:xfrm>
            <a:off x="3318510" y="1310640"/>
            <a:ext cx="2739390" cy="213360"/>
          </a:xfrm>
          <a:prstGeom prst="roundRect">
            <a:avLst/>
          </a:prstGeom>
          <a:solidFill>
            <a:srgbClr val="62D84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0" name="Oval 39"/>
          <p:cNvSpPr/>
          <p:nvPr/>
        </p:nvSpPr>
        <p:spPr>
          <a:xfrm>
            <a:off x="3364230" y="1356360"/>
            <a:ext cx="121920" cy="121920"/>
          </a:xfrm>
          <a:prstGeom prst="ellipse">
            <a:avLst/>
          </a:prstGeom>
          <a:solidFill>
            <a:srgbClr val="032D4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1" name="TextBox 40"/>
          <p:cNvSpPr txBox="1"/>
          <p:nvPr/>
        </p:nvSpPr>
        <p:spPr>
          <a:xfrm>
            <a:off x="3364230" y="1356360"/>
            <a:ext cx="121920" cy="121920"/>
          </a:xfrm>
          <a:prstGeom prst="rect">
            <a:avLst/>
          </a:prstGeom>
          <a:noFill/>
          <a:ln>
            <a:noFill/>
          </a:ln>
        </p:spPr>
        <p:txBody>
          <a:bodyPr wrap="square" lIns="50000" tIns="20000" rIns="50000" bIns="20000" anchor="ctr">
            <a:spAutoFit/>
          </a:bodyPr>
          <a:lstStyle/>
          <a:p>
            <a:pPr algn="ctr"/>
            <a:r>
              <a:rPr sz="1000" b="1" i="0">
                <a:solidFill>
                  <a:srgbClr val="FFFFFF"/>
                </a:solidFill>
                <a:latin typeface="Calibri"/>
              </a:rPr>
              <a:t>2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3516630" y="1325880"/>
            <a:ext cx="2510790" cy="106680"/>
          </a:xfrm>
          <a:prstGeom prst="rect">
            <a:avLst/>
          </a:prstGeom>
          <a:noFill/>
          <a:ln>
            <a:noFill/>
          </a:ln>
        </p:spPr>
        <p:txBody>
          <a:bodyPr wrap="square" lIns="50000" tIns="20000" rIns="50000" bIns="20000" anchor="t">
            <a:spAutoFit/>
          </a:bodyPr>
          <a:lstStyle/>
          <a:p>
            <a:pPr algn="l"/>
            <a:r>
              <a:rPr sz="1000" b="1" i="0">
                <a:solidFill>
                  <a:srgbClr val="032D42"/>
                </a:solidFill>
                <a:latin typeface="Calibri"/>
              </a:rPr>
              <a:t>Employee Workflows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3516630" y="1417319"/>
            <a:ext cx="2510790" cy="99060"/>
          </a:xfrm>
          <a:prstGeom prst="rect">
            <a:avLst/>
          </a:prstGeom>
          <a:noFill/>
          <a:ln>
            <a:noFill/>
          </a:ln>
        </p:spPr>
        <p:txBody>
          <a:bodyPr wrap="square" lIns="50000" tIns="20000" rIns="50000" bIns="20000" anchor="t">
            <a:spAutoFit/>
          </a:bodyPr>
          <a:lstStyle/>
          <a:p>
            <a:pPr algn="l"/>
            <a:r>
              <a:rPr sz="819" b="0" i="1">
                <a:solidFill>
                  <a:srgbClr val="032D42"/>
                </a:solidFill>
                <a:latin typeface="Calibri"/>
              </a:rPr>
              <a:t>Mitarbeiter</a:t>
            </a:r>
          </a:p>
        </p:txBody>
      </p:sp>
      <p:sp>
        <p:nvSpPr>
          <p:cNvPr id="44" name="Oval 43"/>
          <p:cNvSpPr/>
          <p:nvPr/>
        </p:nvSpPr>
        <p:spPr>
          <a:xfrm>
            <a:off x="3371850" y="1592580"/>
            <a:ext cx="38100" cy="38100"/>
          </a:xfrm>
          <a:prstGeom prst="ellipse">
            <a:avLst/>
          </a:prstGeom>
          <a:solidFill>
            <a:srgbClr val="299B3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5" name="TextBox 44"/>
          <p:cNvSpPr txBox="1"/>
          <p:nvPr/>
        </p:nvSpPr>
        <p:spPr>
          <a:xfrm>
            <a:off x="3432810" y="1554480"/>
            <a:ext cx="2586990" cy="114300"/>
          </a:xfrm>
          <a:prstGeom prst="rect">
            <a:avLst/>
          </a:prstGeom>
          <a:noFill/>
          <a:ln>
            <a:noFill/>
          </a:ln>
        </p:spPr>
        <p:txBody>
          <a:bodyPr wrap="square" lIns="50000" tIns="20000" rIns="50000" bIns="20000" anchor="ctr">
            <a:spAutoFit/>
          </a:bodyPr>
          <a:lstStyle/>
          <a:p>
            <a:pPr algn="l"/>
            <a:r>
              <a:rPr sz="880" b="0" i="0">
                <a:solidFill>
                  <a:srgbClr val="032D42"/>
                </a:solidFill>
                <a:latin typeface="Calibri"/>
              </a:rPr>
              <a:t>HR Service Delivery &amp; Onboarding</a:t>
            </a:r>
          </a:p>
        </p:txBody>
      </p:sp>
      <p:sp>
        <p:nvSpPr>
          <p:cNvPr id="46" name="Oval 45"/>
          <p:cNvSpPr/>
          <p:nvPr/>
        </p:nvSpPr>
        <p:spPr>
          <a:xfrm>
            <a:off x="3371850" y="1718309"/>
            <a:ext cx="38100" cy="38100"/>
          </a:xfrm>
          <a:prstGeom prst="ellipse">
            <a:avLst/>
          </a:prstGeom>
          <a:solidFill>
            <a:srgbClr val="299B3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7" name="TextBox 46"/>
          <p:cNvSpPr txBox="1"/>
          <p:nvPr/>
        </p:nvSpPr>
        <p:spPr>
          <a:xfrm>
            <a:off x="3432810" y="1680209"/>
            <a:ext cx="2586990" cy="114300"/>
          </a:xfrm>
          <a:prstGeom prst="rect">
            <a:avLst/>
          </a:prstGeom>
          <a:noFill/>
          <a:ln>
            <a:noFill/>
          </a:ln>
        </p:spPr>
        <p:txBody>
          <a:bodyPr wrap="square" lIns="50000" tIns="20000" rIns="50000" bIns="20000" anchor="ctr">
            <a:spAutoFit/>
          </a:bodyPr>
          <a:lstStyle/>
          <a:p>
            <a:pPr algn="l"/>
            <a:r>
              <a:rPr sz="880" b="0" i="0">
                <a:solidFill>
                  <a:srgbClr val="032D42"/>
                </a:solidFill>
                <a:latin typeface="Calibri"/>
              </a:rPr>
              <a:t>Workplace Service Delivery</a:t>
            </a:r>
          </a:p>
        </p:txBody>
      </p:sp>
      <p:sp>
        <p:nvSpPr>
          <p:cNvPr id="48" name="Oval 47"/>
          <p:cNvSpPr/>
          <p:nvPr/>
        </p:nvSpPr>
        <p:spPr>
          <a:xfrm>
            <a:off x="3371850" y="1844040"/>
            <a:ext cx="38100" cy="38100"/>
          </a:xfrm>
          <a:prstGeom prst="ellipse">
            <a:avLst/>
          </a:prstGeom>
          <a:solidFill>
            <a:srgbClr val="299B3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9" name="TextBox 48"/>
          <p:cNvSpPr txBox="1"/>
          <p:nvPr/>
        </p:nvSpPr>
        <p:spPr>
          <a:xfrm>
            <a:off x="3432810" y="1805940"/>
            <a:ext cx="2586990" cy="114300"/>
          </a:xfrm>
          <a:prstGeom prst="rect">
            <a:avLst/>
          </a:prstGeom>
          <a:noFill/>
          <a:ln>
            <a:noFill/>
          </a:ln>
        </p:spPr>
        <p:txBody>
          <a:bodyPr wrap="square" lIns="50000" tIns="20000" rIns="50000" bIns="20000" anchor="ctr">
            <a:spAutoFit/>
          </a:bodyPr>
          <a:lstStyle/>
          <a:p>
            <a:pPr algn="l"/>
            <a:r>
              <a:rPr sz="880" b="0" i="0">
                <a:solidFill>
                  <a:srgbClr val="032D42"/>
                </a:solidFill>
                <a:latin typeface="Calibri"/>
              </a:rPr>
              <a:t>Self-Service &amp; Mobile</a:t>
            </a:r>
          </a:p>
        </p:txBody>
      </p:sp>
      <p:sp>
        <p:nvSpPr>
          <p:cNvPr id="50" name="Rounded Rectangle 49"/>
          <p:cNvSpPr/>
          <p:nvPr/>
        </p:nvSpPr>
        <p:spPr>
          <a:xfrm>
            <a:off x="6134100" y="1310640"/>
            <a:ext cx="2739390" cy="647700"/>
          </a:xfrm>
          <a:prstGeom prst="round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1" name="Rounded Rectangle 50"/>
          <p:cNvSpPr/>
          <p:nvPr/>
        </p:nvSpPr>
        <p:spPr>
          <a:xfrm>
            <a:off x="6134100" y="1310640"/>
            <a:ext cx="2739390" cy="213360"/>
          </a:xfrm>
          <a:prstGeom prst="roundRect">
            <a:avLst/>
          </a:prstGeom>
          <a:solidFill>
            <a:srgbClr val="62D84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2" name="Oval 51"/>
          <p:cNvSpPr/>
          <p:nvPr/>
        </p:nvSpPr>
        <p:spPr>
          <a:xfrm>
            <a:off x="6179820" y="1356360"/>
            <a:ext cx="121920" cy="121920"/>
          </a:xfrm>
          <a:prstGeom prst="ellipse">
            <a:avLst/>
          </a:prstGeom>
          <a:solidFill>
            <a:srgbClr val="032D4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3" name="TextBox 52"/>
          <p:cNvSpPr txBox="1"/>
          <p:nvPr/>
        </p:nvSpPr>
        <p:spPr>
          <a:xfrm>
            <a:off x="6179820" y="1356360"/>
            <a:ext cx="121920" cy="121920"/>
          </a:xfrm>
          <a:prstGeom prst="rect">
            <a:avLst/>
          </a:prstGeom>
          <a:noFill/>
          <a:ln>
            <a:noFill/>
          </a:ln>
        </p:spPr>
        <p:txBody>
          <a:bodyPr wrap="square" lIns="50000" tIns="20000" rIns="50000" bIns="20000" anchor="ctr">
            <a:spAutoFit/>
          </a:bodyPr>
          <a:lstStyle/>
          <a:p>
            <a:pPr algn="ctr"/>
            <a:r>
              <a:rPr sz="1000" b="1" i="0">
                <a:solidFill>
                  <a:srgbClr val="FFFFFF"/>
                </a:solidFill>
                <a:latin typeface="Calibri"/>
              </a:rPr>
              <a:t>3</a:t>
            </a:r>
          </a:p>
        </p:txBody>
      </p:sp>
      <p:sp>
        <p:nvSpPr>
          <p:cNvPr id="54" name="TextBox 53"/>
          <p:cNvSpPr txBox="1"/>
          <p:nvPr/>
        </p:nvSpPr>
        <p:spPr>
          <a:xfrm>
            <a:off x="6332220" y="1325880"/>
            <a:ext cx="2510790" cy="106680"/>
          </a:xfrm>
          <a:prstGeom prst="rect">
            <a:avLst/>
          </a:prstGeom>
          <a:noFill/>
          <a:ln>
            <a:noFill/>
          </a:ln>
        </p:spPr>
        <p:txBody>
          <a:bodyPr wrap="square" lIns="50000" tIns="20000" rIns="50000" bIns="20000" anchor="t">
            <a:spAutoFit/>
          </a:bodyPr>
          <a:lstStyle/>
          <a:p>
            <a:pPr algn="l"/>
            <a:r>
              <a:rPr sz="1000" b="1" i="0">
                <a:solidFill>
                  <a:srgbClr val="032D42"/>
                </a:solidFill>
                <a:latin typeface="Calibri"/>
              </a:rPr>
              <a:t>Customer Workflows</a:t>
            </a:r>
          </a:p>
        </p:txBody>
      </p:sp>
      <p:sp>
        <p:nvSpPr>
          <p:cNvPr id="55" name="TextBox 54"/>
          <p:cNvSpPr txBox="1"/>
          <p:nvPr/>
        </p:nvSpPr>
        <p:spPr>
          <a:xfrm>
            <a:off x="6332220" y="1417319"/>
            <a:ext cx="2510790" cy="99060"/>
          </a:xfrm>
          <a:prstGeom prst="rect">
            <a:avLst/>
          </a:prstGeom>
          <a:noFill/>
          <a:ln>
            <a:noFill/>
          </a:ln>
        </p:spPr>
        <p:txBody>
          <a:bodyPr wrap="square" lIns="50000" tIns="20000" rIns="50000" bIns="20000" anchor="t">
            <a:spAutoFit/>
          </a:bodyPr>
          <a:lstStyle/>
          <a:p>
            <a:pPr algn="l"/>
            <a:r>
              <a:rPr sz="819" b="0" i="1">
                <a:solidFill>
                  <a:srgbClr val="032D42"/>
                </a:solidFill>
                <a:latin typeface="Calibri"/>
              </a:rPr>
              <a:t>Kunden</a:t>
            </a:r>
          </a:p>
        </p:txBody>
      </p:sp>
      <p:sp>
        <p:nvSpPr>
          <p:cNvPr id="56" name="Oval 55"/>
          <p:cNvSpPr/>
          <p:nvPr/>
        </p:nvSpPr>
        <p:spPr>
          <a:xfrm>
            <a:off x="6187440" y="1592580"/>
            <a:ext cx="38100" cy="38100"/>
          </a:xfrm>
          <a:prstGeom prst="ellipse">
            <a:avLst/>
          </a:prstGeom>
          <a:solidFill>
            <a:srgbClr val="299B3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7" name="TextBox 56"/>
          <p:cNvSpPr txBox="1"/>
          <p:nvPr/>
        </p:nvSpPr>
        <p:spPr>
          <a:xfrm>
            <a:off x="6248400" y="1554480"/>
            <a:ext cx="2586990" cy="114300"/>
          </a:xfrm>
          <a:prstGeom prst="rect">
            <a:avLst/>
          </a:prstGeom>
          <a:noFill/>
          <a:ln>
            <a:noFill/>
          </a:ln>
        </p:spPr>
        <p:txBody>
          <a:bodyPr wrap="square" lIns="50000" tIns="20000" rIns="50000" bIns="20000" anchor="ctr">
            <a:spAutoFit/>
          </a:bodyPr>
          <a:lstStyle/>
          <a:p>
            <a:pPr algn="l"/>
            <a:r>
              <a:rPr sz="880" b="0" i="0">
                <a:solidFill>
                  <a:srgbClr val="032D42"/>
                </a:solidFill>
                <a:latin typeface="Calibri"/>
              </a:rPr>
              <a:t>Customer Service Management</a:t>
            </a:r>
          </a:p>
        </p:txBody>
      </p:sp>
      <p:sp>
        <p:nvSpPr>
          <p:cNvPr id="58" name="Oval 57"/>
          <p:cNvSpPr/>
          <p:nvPr/>
        </p:nvSpPr>
        <p:spPr>
          <a:xfrm>
            <a:off x="6187440" y="1718309"/>
            <a:ext cx="38100" cy="38100"/>
          </a:xfrm>
          <a:prstGeom prst="ellipse">
            <a:avLst/>
          </a:prstGeom>
          <a:solidFill>
            <a:srgbClr val="299B3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9" name="TextBox 58"/>
          <p:cNvSpPr txBox="1"/>
          <p:nvPr/>
        </p:nvSpPr>
        <p:spPr>
          <a:xfrm>
            <a:off x="6248400" y="1680209"/>
            <a:ext cx="2586990" cy="114300"/>
          </a:xfrm>
          <a:prstGeom prst="rect">
            <a:avLst/>
          </a:prstGeom>
          <a:noFill/>
          <a:ln>
            <a:noFill/>
          </a:ln>
        </p:spPr>
        <p:txBody>
          <a:bodyPr wrap="square" lIns="50000" tIns="20000" rIns="50000" bIns="20000" anchor="ctr">
            <a:spAutoFit/>
          </a:bodyPr>
          <a:lstStyle/>
          <a:p>
            <a:pPr algn="l"/>
            <a:r>
              <a:rPr sz="880" b="0" i="0">
                <a:solidFill>
                  <a:srgbClr val="032D42"/>
                </a:solidFill>
                <a:latin typeface="Calibri"/>
              </a:rPr>
              <a:t>Field Service Management</a:t>
            </a:r>
          </a:p>
        </p:txBody>
      </p:sp>
      <p:sp>
        <p:nvSpPr>
          <p:cNvPr id="60" name="Oval 59"/>
          <p:cNvSpPr/>
          <p:nvPr/>
        </p:nvSpPr>
        <p:spPr>
          <a:xfrm>
            <a:off x="6187440" y="1844040"/>
            <a:ext cx="38100" cy="38100"/>
          </a:xfrm>
          <a:prstGeom prst="ellipse">
            <a:avLst/>
          </a:prstGeom>
          <a:solidFill>
            <a:srgbClr val="299B3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1" name="TextBox 60"/>
          <p:cNvSpPr txBox="1"/>
          <p:nvPr/>
        </p:nvSpPr>
        <p:spPr>
          <a:xfrm>
            <a:off x="6248400" y="1805940"/>
            <a:ext cx="2586990" cy="114300"/>
          </a:xfrm>
          <a:prstGeom prst="rect">
            <a:avLst/>
          </a:prstGeom>
          <a:noFill/>
          <a:ln>
            <a:noFill/>
          </a:ln>
        </p:spPr>
        <p:txBody>
          <a:bodyPr wrap="square" lIns="50000" tIns="20000" rIns="50000" bIns="20000" anchor="ctr">
            <a:spAutoFit/>
          </a:bodyPr>
          <a:lstStyle/>
          <a:p>
            <a:pPr algn="l"/>
            <a:r>
              <a:rPr sz="880" b="0" i="0">
                <a:solidFill>
                  <a:srgbClr val="032D42"/>
                </a:solidFill>
                <a:latin typeface="Calibri"/>
              </a:rPr>
              <a:t>Vernetzung Service ↔ Technik</a:t>
            </a:r>
          </a:p>
        </p:txBody>
      </p:sp>
      <p:sp>
        <p:nvSpPr>
          <p:cNvPr id="62" name="Rounded Rectangle 61"/>
          <p:cNvSpPr/>
          <p:nvPr/>
        </p:nvSpPr>
        <p:spPr>
          <a:xfrm>
            <a:off x="8949690" y="1310640"/>
            <a:ext cx="2739390" cy="647700"/>
          </a:xfrm>
          <a:prstGeom prst="round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3" name="Rounded Rectangle 62"/>
          <p:cNvSpPr/>
          <p:nvPr/>
        </p:nvSpPr>
        <p:spPr>
          <a:xfrm>
            <a:off x="8949690" y="1310640"/>
            <a:ext cx="2739390" cy="213360"/>
          </a:xfrm>
          <a:prstGeom prst="roundRect">
            <a:avLst/>
          </a:prstGeom>
          <a:solidFill>
            <a:srgbClr val="62D84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4" name="Oval 63"/>
          <p:cNvSpPr/>
          <p:nvPr/>
        </p:nvSpPr>
        <p:spPr>
          <a:xfrm>
            <a:off x="8995410" y="1356360"/>
            <a:ext cx="121920" cy="121920"/>
          </a:xfrm>
          <a:prstGeom prst="ellipse">
            <a:avLst/>
          </a:prstGeom>
          <a:solidFill>
            <a:srgbClr val="032D4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5" name="TextBox 64"/>
          <p:cNvSpPr txBox="1"/>
          <p:nvPr/>
        </p:nvSpPr>
        <p:spPr>
          <a:xfrm>
            <a:off x="8995410" y="1356360"/>
            <a:ext cx="121920" cy="121920"/>
          </a:xfrm>
          <a:prstGeom prst="rect">
            <a:avLst/>
          </a:prstGeom>
          <a:noFill/>
          <a:ln>
            <a:noFill/>
          </a:ln>
        </p:spPr>
        <p:txBody>
          <a:bodyPr wrap="square" lIns="50000" tIns="20000" rIns="50000" bIns="20000" anchor="ctr">
            <a:spAutoFit/>
          </a:bodyPr>
          <a:lstStyle/>
          <a:p>
            <a:pPr algn="ctr"/>
            <a:r>
              <a:rPr sz="1000" b="1" i="0">
                <a:solidFill>
                  <a:srgbClr val="FFFFFF"/>
                </a:solidFill>
                <a:latin typeface="Calibri"/>
              </a:rPr>
              <a:t>4</a:t>
            </a:r>
          </a:p>
        </p:txBody>
      </p:sp>
      <p:sp>
        <p:nvSpPr>
          <p:cNvPr id="66" name="TextBox 65"/>
          <p:cNvSpPr txBox="1"/>
          <p:nvPr/>
        </p:nvSpPr>
        <p:spPr>
          <a:xfrm>
            <a:off x="9147810" y="1325880"/>
            <a:ext cx="2510790" cy="106680"/>
          </a:xfrm>
          <a:prstGeom prst="rect">
            <a:avLst/>
          </a:prstGeom>
          <a:noFill/>
          <a:ln>
            <a:noFill/>
          </a:ln>
        </p:spPr>
        <p:txBody>
          <a:bodyPr wrap="square" lIns="50000" tIns="20000" rIns="50000" bIns="20000" anchor="t">
            <a:spAutoFit/>
          </a:bodyPr>
          <a:lstStyle/>
          <a:p>
            <a:pPr algn="l"/>
            <a:r>
              <a:rPr sz="1000" b="1" i="0">
                <a:solidFill>
                  <a:srgbClr val="032D42"/>
                </a:solidFill>
                <a:latin typeface="Calibri"/>
              </a:rPr>
              <a:t>Creator Workflows</a:t>
            </a:r>
          </a:p>
        </p:txBody>
      </p:sp>
      <p:sp>
        <p:nvSpPr>
          <p:cNvPr id="67" name="TextBox 66"/>
          <p:cNvSpPr txBox="1"/>
          <p:nvPr/>
        </p:nvSpPr>
        <p:spPr>
          <a:xfrm>
            <a:off x="9147810" y="1417319"/>
            <a:ext cx="2510790" cy="99060"/>
          </a:xfrm>
          <a:prstGeom prst="rect">
            <a:avLst/>
          </a:prstGeom>
          <a:noFill/>
          <a:ln>
            <a:noFill/>
          </a:ln>
        </p:spPr>
        <p:txBody>
          <a:bodyPr wrap="square" lIns="50000" tIns="20000" rIns="50000" bIns="20000" anchor="t">
            <a:spAutoFit/>
          </a:bodyPr>
          <a:lstStyle/>
          <a:p>
            <a:pPr algn="l"/>
            <a:r>
              <a:rPr sz="819" b="0" i="1">
                <a:solidFill>
                  <a:srgbClr val="032D42"/>
                </a:solidFill>
                <a:latin typeface="Calibri"/>
              </a:rPr>
              <a:t>Eigene Lösungen</a:t>
            </a:r>
          </a:p>
        </p:txBody>
      </p:sp>
      <p:sp>
        <p:nvSpPr>
          <p:cNvPr id="68" name="Oval 67"/>
          <p:cNvSpPr/>
          <p:nvPr/>
        </p:nvSpPr>
        <p:spPr>
          <a:xfrm>
            <a:off x="9003030" y="1592580"/>
            <a:ext cx="38100" cy="38100"/>
          </a:xfrm>
          <a:prstGeom prst="ellipse">
            <a:avLst/>
          </a:prstGeom>
          <a:solidFill>
            <a:srgbClr val="299B3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9" name="TextBox 68"/>
          <p:cNvSpPr txBox="1"/>
          <p:nvPr/>
        </p:nvSpPr>
        <p:spPr>
          <a:xfrm>
            <a:off x="9063990" y="1554480"/>
            <a:ext cx="2586990" cy="114300"/>
          </a:xfrm>
          <a:prstGeom prst="rect">
            <a:avLst/>
          </a:prstGeom>
          <a:noFill/>
          <a:ln>
            <a:noFill/>
          </a:ln>
        </p:spPr>
        <p:txBody>
          <a:bodyPr wrap="square" lIns="50000" tIns="20000" rIns="50000" bIns="20000" anchor="ctr">
            <a:spAutoFit/>
          </a:bodyPr>
          <a:lstStyle/>
          <a:p>
            <a:pPr algn="l"/>
            <a:r>
              <a:rPr sz="880" b="0" i="0">
                <a:solidFill>
                  <a:srgbClr val="032D42"/>
                </a:solidFill>
                <a:latin typeface="Calibri"/>
              </a:rPr>
              <a:t>App Engine (Low-Code)</a:t>
            </a:r>
          </a:p>
        </p:txBody>
      </p:sp>
      <p:sp>
        <p:nvSpPr>
          <p:cNvPr id="70" name="Oval 69"/>
          <p:cNvSpPr/>
          <p:nvPr/>
        </p:nvSpPr>
        <p:spPr>
          <a:xfrm>
            <a:off x="9003030" y="1718309"/>
            <a:ext cx="38100" cy="38100"/>
          </a:xfrm>
          <a:prstGeom prst="ellipse">
            <a:avLst/>
          </a:prstGeom>
          <a:solidFill>
            <a:srgbClr val="299B3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1" name="TextBox 70"/>
          <p:cNvSpPr txBox="1"/>
          <p:nvPr/>
        </p:nvSpPr>
        <p:spPr>
          <a:xfrm>
            <a:off x="9063990" y="1680209"/>
            <a:ext cx="2586990" cy="114300"/>
          </a:xfrm>
          <a:prstGeom prst="rect">
            <a:avLst/>
          </a:prstGeom>
          <a:noFill/>
          <a:ln>
            <a:noFill/>
          </a:ln>
        </p:spPr>
        <p:txBody>
          <a:bodyPr wrap="square" lIns="50000" tIns="20000" rIns="50000" bIns="20000" anchor="ctr">
            <a:spAutoFit/>
          </a:bodyPr>
          <a:lstStyle/>
          <a:p>
            <a:pPr algn="l"/>
            <a:r>
              <a:rPr sz="880" b="0" i="0">
                <a:solidFill>
                  <a:srgbClr val="032D42"/>
                </a:solidFill>
                <a:latin typeface="Calibri"/>
              </a:rPr>
              <a:t>Eigene Apps durch Fachbereich</a:t>
            </a:r>
          </a:p>
        </p:txBody>
      </p:sp>
      <p:sp>
        <p:nvSpPr>
          <p:cNvPr id="72" name="Oval 71"/>
          <p:cNvSpPr/>
          <p:nvPr/>
        </p:nvSpPr>
        <p:spPr>
          <a:xfrm>
            <a:off x="9003030" y="1844040"/>
            <a:ext cx="38100" cy="38100"/>
          </a:xfrm>
          <a:prstGeom prst="ellipse">
            <a:avLst/>
          </a:prstGeom>
          <a:solidFill>
            <a:srgbClr val="299B3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3" name="TextBox 72"/>
          <p:cNvSpPr txBox="1"/>
          <p:nvPr/>
        </p:nvSpPr>
        <p:spPr>
          <a:xfrm>
            <a:off x="9063990" y="1805940"/>
            <a:ext cx="2586990" cy="114300"/>
          </a:xfrm>
          <a:prstGeom prst="rect">
            <a:avLst/>
          </a:prstGeom>
          <a:noFill/>
          <a:ln>
            <a:noFill/>
          </a:ln>
        </p:spPr>
        <p:txBody>
          <a:bodyPr wrap="square" lIns="50000" tIns="20000" rIns="50000" bIns="20000" anchor="ctr">
            <a:spAutoFit/>
          </a:bodyPr>
          <a:lstStyle/>
          <a:p>
            <a:pPr algn="l"/>
            <a:r>
              <a:rPr sz="880" b="0" i="0">
                <a:solidFill>
                  <a:srgbClr val="032D42"/>
                </a:solidFill>
                <a:latin typeface="Calibri"/>
              </a:rPr>
              <a:t>Workflow-Studio &amp; Templates</a:t>
            </a:r>
          </a:p>
        </p:txBody>
      </p:sp>
      <p:sp>
        <p:nvSpPr>
          <p:cNvPr id="74" name="Rounded Rectangle 73"/>
          <p:cNvSpPr/>
          <p:nvPr/>
        </p:nvSpPr>
        <p:spPr>
          <a:xfrm>
            <a:off x="502920" y="2004060"/>
            <a:ext cx="11186160" cy="167640"/>
          </a:xfrm>
          <a:prstGeom prst="roundRect">
            <a:avLst/>
          </a:prstGeom>
          <a:solidFill>
            <a:srgbClr val="62D84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5" name="Rounded Rectangle 74"/>
          <p:cNvSpPr/>
          <p:nvPr/>
        </p:nvSpPr>
        <p:spPr>
          <a:xfrm>
            <a:off x="533400" y="2023110"/>
            <a:ext cx="533400" cy="129540"/>
          </a:xfrm>
          <a:prstGeom prst="roundRect">
            <a:avLst/>
          </a:prstGeom>
          <a:solidFill>
            <a:srgbClr val="032D4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6" name="TextBox 75"/>
          <p:cNvSpPr txBox="1"/>
          <p:nvPr/>
        </p:nvSpPr>
        <p:spPr>
          <a:xfrm>
            <a:off x="533400" y="2023110"/>
            <a:ext cx="533400" cy="129540"/>
          </a:xfrm>
          <a:prstGeom prst="rect">
            <a:avLst/>
          </a:prstGeom>
          <a:noFill/>
          <a:ln>
            <a:noFill/>
          </a:ln>
        </p:spPr>
        <p:txBody>
          <a:bodyPr wrap="square" lIns="50000" tIns="20000" rIns="50000" bIns="20000" anchor="ctr">
            <a:spAutoFit/>
          </a:bodyPr>
          <a:lstStyle/>
          <a:p>
            <a:pPr algn="ctr"/>
            <a:r>
              <a:rPr sz="850" b="1" i="0">
                <a:solidFill>
                  <a:srgbClr val="62D84E"/>
                </a:solidFill>
                <a:latin typeface="Calibri"/>
              </a:rPr>
              <a:t>KI 2024 / 25</a:t>
            </a:r>
          </a:p>
        </p:txBody>
      </p:sp>
      <p:sp>
        <p:nvSpPr>
          <p:cNvPr id="77" name="TextBox 76"/>
          <p:cNvSpPr txBox="1"/>
          <p:nvPr/>
        </p:nvSpPr>
        <p:spPr>
          <a:xfrm>
            <a:off x="1127760" y="2004060"/>
            <a:ext cx="10530840" cy="167640"/>
          </a:xfrm>
          <a:prstGeom prst="rect">
            <a:avLst/>
          </a:prstGeom>
          <a:noFill/>
          <a:ln>
            <a:noFill/>
          </a:ln>
        </p:spPr>
        <p:txBody>
          <a:bodyPr wrap="square" lIns="50000" tIns="20000" rIns="50000" bIns="20000" anchor="ctr">
            <a:spAutoFit/>
          </a:bodyPr>
          <a:lstStyle/>
          <a:p>
            <a:pPr algn="l"/>
            <a:r>
              <a:rPr sz="950" b="1" i="0">
                <a:solidFill>
                  <a:srgbClr val="032D42"/>
                </a:solidFill>
                <a:latin typeface="Calibri"/>
              </a:rPr>
              <a:t>Aktueller Fokus: Generative AI (Zusammenfassungen, Code, Vorschläge) und Agentic AI (autonome KI-Agenten erledigen Aufgaben selbständig).</a:t>
            </a:r>
          </a:p>
        </p:txBody>
      </p:sp>
      <p:sp>
        <p:nvSpPr>
          <p:cNvPr id="78" name="Isosceles Triangle 77"/>
          <p:cNvSpPr/>
          <p:nvPr/>
        </p:nvSpPr>
        <p:spPr>
          <a:xfrm>
            <a:off x="1569720" y="2065020"/>
            <a:ext cx="152400" cy="106680"/>
          </a:xfrm>
          <a:prstGeom prst="triangle">
            <a:avLst/>
          </a:prstGeom>
          <a:solidFill>
            <a:srgbClr val="62D84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9" name="Rounded Rectangle 78"/>
          <p:cNvSpPr/>
          <p:nvPr/>
        </p:nvSpPr>
        <p:spPr>
          <a:xfrm>
            <a:off x="502920" y="2156460"/>
            <a:ext cx="2286000" cy="30480"/>
          </a:xfrm>
          <a:prstGeom prst="roundRect">
            <a:avLst/>
          </a:prstGeom>
          <a:solidFill>
            <a:srgbClr val="62D84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0" name="Rounded Rectangle 79"/>
          <p:cNvSpPr/>
          <p:nvPr/>
        </p:nvSpPr>
        <p:spPr>
          <a:xfrm>
            <a:off x="304800" y="2171700"/>
            <a:ext cx="11582400" cy="876300"/>
          </a:xfrm>
          <a:prstGeom prst="roundRect">
            <a:avLst/>
          </a:prstGeom>
          <a:solidFill>
            <a:srgbClr val="053B55"/>
          </a:solidFill>
          <a:ln w="15240">
            <a:solidFill>
              <a:srgbClr val="62D84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1" name="TextBox 80"/>
          <p:cNvSpPr txBox="1"/>
          <p:nvPr/>
        </p:nvSpPr>
        <p:spPr>
          <a:xfrm>
            <a:off x="533400" y="2209800"/>
            <a:ext cx="6096000" cy="182880"/>
          </a:xfrm>
          <a:prstGeom prst="rect">
            <a:avLst/>
          </a:prstGeom>
          <a:noFill/>
          <a:ln>
            <a:noFill/>
          </a:ln>
        </p:spPr>
        <p:txBody>
          <a:bodyPr wrap="square" lIns="50000" tIns="20000" rIns="50000" bIns="20000" anchor="t">
            <a:spAutoFit/>
          </a:bodyPr>
          <a:lstStyle/>
          <a:p>
            <a:pPr algn="l"/>
            <a:r>
              <a:rPr sz="1100" b="1" i="0">
                <a:solidFill>
                  <a:srgbClr val="62D84E"/>
                </a:solidFill>
                <a:latin typeface="Calibri"/>
              </a:rPr>
              <a:t>DETAIL  ▾  ServiceNow SPM Pro – das STIHL-relevante Modul</a:t>
            </a:r>
          </a:p>
        </p:txBody>
      </p:sp>
      <p:sp>
        <p:nvSpPr>
          <p:cNvPr id="82" name="TextBox 81"/>
          <p:cNvSpPr txBox="1"/>
          <p:nvPr/>
        </p:nvSpPr>
        <p:spPr>
          <a:xfrm>
            <a:off x="6400800" y="2209800"/>
            <a:ext cx="5181600" cy="182880"/>
          </a:xfrm>
          <a:prstGeom prst="rect">
            <a:avLst/>
          </a:prstGeom>
          <a:noFill/>
          <a:ln>
            <a:noFill/>
          </a:ln>
        </p:spPr>
        <p:txBody>
          <a:bodyPr wrap="square" lIns="50000" tIns="20000" rIns="50000" bIns="20000" anchor="t">
            <a:spAutoFit/>
          </a:bodyPr>
          <a:lstStyle/>
          <a:p>
            <a:pPr algn="r"/>
            <a:r>
              <a:rPr sz="950" b="0" i="1">
                <a:solidFill>
                  <a:srgbClr val="B6C0C8"/>
                </a:solidFill>
                <a:latin typeface="Calibri"/>
              </a:rPr>
              <a:t>SPM Pro = SPM Standard  +  Strategic Planning  +  Agile/EAP  +  Pro-Plattform-Features</a:t>
            </a:r>
          </a:p>
        </p:txBody>
      </p:sp>
      <p:sp>
        <p:nvSpPr>
          <p:cNvPr id="83" name="Rounded Rectangle 82"/>
          <p:cNvSpPr/>
          <p:nvPr/>
        </p:nvSpPr>
        <p:spPr>
          <a:xfrm>
            <a:off x="533400" y="2415540"/>
            <a:ext cx="1790700" cy="571500"/>
          </a:xfrm>
          <a:prstGeom prst="roundRect">
            <a:avLst/>
          </a:prstGeom>
          <a:solidFill>
            <a:srgbClr val="032D42"/>
          </a:solidFill>
          <a:ln w="6350">
            <a:solidFill>
              <a:srgbClr val="62D84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4" name="Rectangle 83"/>
          <p:cNvSpPr/>
          <p:nvPr/>
        </p:nvSpPr>
        <p:spPr>
          <a:xfrm>
            <a:off x="533400" y="2415540"/>
            <a:ext cx="1790700" cy="26670"/>
          </a:xfrm>
          <a:prstGeom prst="rect">
            <a:avLst/>
          </a:prstGeom>
          <a:solidFill>
            <a:srgbClr val="62D84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5" name="Rounded Rectangle 84"/>
          <p:cNvSpPr/>
          <p:nvPr/>
        </p:nvSpPr>
        <p:spPr>
          <a:xfrm>
            <a:off x="2004060" y="2468880"/>
            <a:ext cx="274320" cy="106680"/>
          </a:xfrm>
          <a:prstGeom prst="roundRect">
            <a:avLst/>
          </a:prstGeom>
          <a:solidFill>
            <a:srgbClr val="62D84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6" name="TextBox 85"/>
          <p:cNvSpPr txBox="1"/>
          <p:nvPr/>
        </p:nvSpPr>
        <p:spPr>
          <a:xfrm>
            <a:off x="2004060" y="2468880"/>
            <a:ext cx="274320" cy="106680"/>
          </a:xfrm>
          <a:prstGeom prst="rect">
            <a:avLst/>
          </a:prstGeom>
          <a:noFill/>
          <a:ln>
            <a:noFill/>
          </a:ln>
        </p:spPr>
        <p:txBody>
          <a:bodyPr wrap="square" lIns="50000" tIns="20000" rIns="50000" bIns="20000" anchor="ctr">
            <a:spAutoFit/>
          </a:bodyPr>
          <a:lstStyle/>
          <a:p>
            <a:pPr algn="ctr"/>
            <a:r>
              <a:rPr sz="750" b="1" i="0">
                <a:solidFill>
                  <a:srgbClr val="032D42"/>
                </a:solidFill>
                <a:latin typeface="Calibri"/>
              </a:rPr>
              <a:t>PRO</a:t>
            </a:r>
          </a:p>
        </p:txBody>
      </p:sp>
      <p:sp>
        <p:nvSpPr>
          <p:cNvPr id="87" name="TextBox 86"/>
          <p:cNvSpPr txBox="1"/>
          <p:nvPr/>
        </p:nvSpPr>
        <p:spPr>
          <a:xfrm>
            <a:off x="571500" y="2476500"/>
            <a:ext cx="1394460" cy="198120"/>
          </a:xfrm>
          <a:prstGeom prst="rect">
            <a:avLst/>
          </a:prstGeom>
          <a:noFill/>
          <a:ln>
            <a:noFill/>
          </a:ln>
        </p:spPr>
        <p:txBody>
          <a:bodyPr wrap="square" lIns="50000" tIns="20000" rIns="50000" bIns="20000" anchor="t">
            <a:spAutoFit/>
          </a:bodyPr>
          <a:lstStyle/>
          <a:p>
            <a:pPr algn="l"/>
            <a:r>
              <a:rPr sz="1000" b="1" i="0">
                <a:solidFill>
                  <a:srgbClr val="FFFFFF"/>
                </a:solidFill>
                <a:latin typeface="Calibri"/>
              </a:rPr>
              <a:t>Strategic Planning</a:t>
            </a:r>
          </a:p>
        </p:txBody>
      </p:sp>
      <p:sp>
        <p:nvSpPr>
          <p:cNvPr id="88" name="TextBox 87"/>
          <p:cNvSpPr txBox="1"/>
          <p:nvPr/>
        </p:nvSpPr>
        <p:spPr>
          <a:xfrm>
            <a:off x="571500" y="2659380"/>
            <a:ext cx="1714500" cy="312420"/>
          </a:xfrm>
          <a:prstGeom prst="rect">
            <a:avLst/>
          </a:prstGeom>
          <a:noFill/>
          <a:ln>
            <a:noFill/>
          </a:ln>
        </p:spPr>
        <p:txBody>
          <a:bodyPr wrap="square" lIns="50000" tIns="20000" rIns="50000" bIns="20000" anchor="t">
            <a:spAutoFit/>
          </a:bodyPr>
          <a:lstStyle/>
          <a:p>
            <a:pPr algn="l"/>
            <a:r>
              <a:rPr sz="869" b="0" i="0">
                <a:solidFill>
                  <a:srgbClr val="B6C0C8"/>
                </a:solidFill>
                <a:latin typeface="Calibri"/>
              </a:rPr>
              <a:t>OKR-Framework, Goals, Roadmaps, Investment Funding</a:t>
            </a:r>
          </a:p>
        </p:txBody>
      </p:sp>
      <p:sp>
        <p:nvSpPr>
          <p:cNvPr id="89" name="Rounded Rectangle 88"/>
          <p:cNvSpPr/>
          <p:nvPr/>
        </p:nvSpPr>
        <p:spPr>
          <a:xfrm>
            <a:off x="2400300" y="2415540"/>
            <a:ext cx="1790700" cy="571500"/>
          </a:xfrm>
          <a:prstGeom prst="roundRect">
            <a:avLst/>
          </a:prstGeom>
          <a:solidFill>
            <a:srgbClr val="032D42"/>
          </a:solidFill>
          <a:ln w="6350">
            <a:solidFill>
              <a:srgbClr val="62D84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0" name="Rectangle 89"/>
          <p:cNvSpPr/>
          <p:nvPr/>
        </p:nvSpPr>
        <p:spPr>
          <a:xfrm>
            <a:off x="2400300" y="2415540"/>
            <a:ext cx="1790700" cy="26670"/>
          </a:xfrm>
          <a:prstGeom prst="rect">
            <a:avLst/>
          </a:prstGeom>
          <a:solidFill>
            <a:srgbClr val="62D84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1" name="TextBox 90"/>
          <p:cNvSpPr txBox="1"/>
          <p:nvPr/>
        </p:nvSpPr>
        <p:spPr>
          <a:xfrm>
            <a:off x="2438400" y="2476500"/>
            <a:ext cx="1714500" cy="198120"/>
          </a:xfrm>
          <a:prstGeom prst="rect">
            <a:avLst/>
          </a:prstGeom>
          <a:noFill/>
          <a:ln>
            <a:noFill/>
          </a:ln>
        </p:spPr>
        <p:txBody>
          <a:bodyPr wrap="square" lIns="50000" tIns="20000" rIns="50000" bIns="20000" anchor="t">
            <a:spAutoFit/>
          </a:bodyPr>
          <a:lstStyle/>
          <a:p>
            <a:pPr algn="l"/>
            <a:r>
              <a:rPr sz="1000" b="1" i="0">
                <a:solidFill>
                  <a:srgbClr val="FFFFFF"/>
                </a:solidFill>
                <a:latin typeface="Calibri"/>
              </a:rPr>
              <a:t>Demand &amp; Portfolio</a:t>
            </a:r>
          </a:p>
        </p:txBody>
      </p:sp>
      <p:sp>
        <p:nvSpPr>
          <p:cNvPr id="92" name="TextBox 91"/>
          <p:cNvSpPr txBox="1"/>
          <p:nvPr/>
        </p:nvSpPr>
        <p:spPr>
          <a:xfrm>
            <a:off x="2438400" y="2659380"/>
            <a:ext cx="1714500" cy="312420"/>
          </a:xfrm>
          <a:prstGeom prst="rect">
            <a:avLst/>
          </a:prstGeom>
          <a:noFill/>
          <a:ln>
            <a:noFill/>
          </a:ln>
        </p:spPr>
        <p:txBody>
          <a:bodyPr wrap="square" lIns="50000" tIns="20000" rIns="50000" bIns="20000" anchor="t">
            <a:spAutoFit/>
          </a:bodyPr>
          <a:lstStyle/>
          <a:p>
            <a:pPr algn="l"/>
            <a:r>
              <a:rPr sz="869" b="0" i="0">
                <a:solidFill>
                  <a:srgbClr val="B6C0C8"/>
                </a:solidFill>
                <a:latin typeface="Calibri"/>
              </a:rPr>
              <a:t>Erfassen, bewerten, priorisieren – ein Workspace</a:t>
            </a:r>
          </a:p>
        </p:txBody>
      </p:sp>
      <p:sp>
        <p:nvSpPr>
          <p:cNvPr id="93" name="Rounded Rectangle 92"/>
          <p:cNvSpPr/>
          <p:nvPr/>
        </p:nvSpPr>
        <p:spPr>
          <a:xfrm>
            <a:off x="4267200" y="2415540"/>
            <a:ext cx="1790700" cy="571500"/>
          </a:xfrm>
          <a:prstGeom prst="roundRect">
            <a:avLst/>
          </a:prstGeom>
          <a:solidFill>
            <a:srgbClr val="032D42"/>
          </a:solidFill>
          <a:ln w="6350">
            <a:solidFill>
              <a:srgbClr val="62D84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4" name="Rectangle 93"/>
          <p:cNvSpPr/>
          <p:nvPr/>
        </p:nvSpPr>
        <p:spPr>
          <a:xfrm>
            <a:off x="4267200" y="2415540"/>
            <a:ext cx="1790700" cy="26670"/>
          </a:xfrm>
          <a:prstGeom prst="rect">
            <a:avLst/>
          </a:prstGeom>
          <a:solidFill>
            <a:srgbClr val="62D84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5" name="TextBox 94"/>
          <p:cNvSpPr txBox="1"/>
          <p:nvPr/>
        </p:nvSpPr>
        <p:spPr>
          <a:xfrm>
            <a:off x="4305300" y="2476500"/>
            <a:ext cx="1714500" cy="198120"/>
          </a:xfrm>
          <a:prstGeom prst="rect">
            <a:avLst/>
          </a:prstGeom>
          <a:noFill/>
          <a:ln>
            <a:noFill/>
          </a:ln>
        </p:spPr>
        <p:txBody>
          <a:bodyPr wrap="square" lIns="50000" tIns="20000" rIns="50000" bIns="20000" anchor="t">
            <a:spAutoFit/>
          </a:bodyPr>
          <a:lstStyle/>
          <a:p>
            <a:pPr algn="l"/>
            <a:r>
              <a:rPr sz="1000" b="1" i="0">
                <a:solidFill>
                  <a:srgbClr val="FFFFFF"/>
                </a:solidFill>
                <a:latin typeface="Calibri"/>
              </a:rPr>
              <a:t>Project Management</a:t>
            </a:r>
          </a:p>
        </p:txBody>
      </p:sp>
      <p:sp>
        <p:nvSpPr>
          <p:cNvPr id="96" name="TextBox 95"/>
          <p:cNvSpPr txBox="1"/>
          <p:nvPr/>
        </p:nvSpPr>
        <p:spPr>
          <a:xfrm>
            <a:off x="4305300" y="2659380"/>
            <a:ext cx="1714500" cy="312420"/>
          </a:xfrm>
          <a:prstGeom prst="rect">
            <a:avLst/>
          </a:prstGeom>
          <a:noFill/>
          <a:ln>
            <a:noFill/>
          </a:ln>
        </p:spPr>
        <p:txBody>
          <a:bodyPr wrap="square" lIns="50000" tIns="20000" rIns="50000" bIns="20000" anchor="t">
            <a:spAutoFit/>
          </a:bodyPr>
          <a:lstStyle/>
          <a:p>
            <a:pPr algn="l"/>
            <a:r>
              <a:rPr sz="869" b="0" i="0">
                <a:solidFill>
                  <a:srgbClr val="B6C0C8"/>
                </a:solidFill>
                <a:latin typeface="Calibri"/>
              </a:rPr>
              <a:t>Klassisch (Gantt) und agil (Kanban) in einem System</a:t>
            </a:r>
          </a:p>
        </p:txBody>
      </p:sp>
      <p:sp>
        <p:nvSpPr>
          <p:cNvPr id="97" name="Rounded Rectangle 96"/>
          <p:cNvSpPr/>
          <p:nvPr/>
        </p:nvSpPr>
        <p:spPr>
          <a:xfrm>
            <a:off x="6134100" y="2415540"/>
            <a:ext cx="1790700" cy="571500"/>
          </a:xfrm>
          <a:prstGeom prst="roundRect">
            <a:avLst/>
          </a:prstGeom>
          <a:solidFill>
            <a:srgbClr val="032D42"/>
          </a:solidFill>
          <a:ln w="6350">
            <a:solidFill>
              <a:srgbClr val="62D84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8" name="Rectangle 97"/>
          <p:cNvSpPr/>
          <p:nvPr/>
        </p:nvSpPr>
        <p:spPr>
          <a:xfrm>
            <a:off x="6134100" y="2415540"/>
            <a:ext cx="1790700" cy="26670"/>
          </a:xfrm>
          <a:prstGeom prst="rect">
            <a:avLst/>
          </a:prstGeom>
          <a:solidFill>
            <a:srgbClr val="62D84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9" name="Rounded Rectangle 98"/>
          <p:cNvSpPr/>
          <p:nvPr/>
        </p:nvSpPr>
        <p:spPr>
          <a:xfrm>
            <a:off x="7604760" y="2468880"/>
            <a:ext cx="274320" cy="106680"/>
          </a:xfrm>
          <a:prstGeom prst="roundRect">
            <a:avLst/>
          </a:prstGeom>
          <a:solidFill>
            <a:srgbClr val="62D84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0" name="TextBox 99"/>
          <p:cNvSpPr txBox="1"/>
          <p:nvPr/>
        </p:nvSpPr>
        <p:spPr>
          <a:xfrm>
            <a:off x="7604760" y="2468880"/>
            <a:ext cx="274320" cy="106680"/>
          </a:xfrm>
          <a:prstGeom prst="rect">
            <a:avLst/>
          </a:prstGeom>
          <a:noFill/>
          <a:ln>
            <a:noFill/>
          </a:ln>
        </p:spPr>
        <p:txBody>
          <a:bodyPr wrap="square" lIns="50000" tIns="20000" rIns="50000" bIns="20000" anchor="ctr">
            <a:spAutoFit/>
          </a:bodyPr>
          <a:lstStyle/>
          <a:p>
            <a:pPr algn="ctr"/>
            <a:r>
              <a:rPr sz="750" b="1" i="0">
                <a:solidFill>
                  <a:srgbClr val="032D42"/>
                </a:solidFill>
                <a:latin typeface="Calibri"/>
              </a:rPr>
              <a:t>PRO</a:t>
            </a:r>
          </a:p>
        </p:txBody>
      </p:sp>
      <p:sp>
        <p:nvSpPr>
          <p:cNvPr id="101" name="TextBox 100"/>
          <p:cNvSpPr txBox="1"/>
          <p:nvPr/>
        </p:nvSpPr>
        <p:spPr>
          <a:xfrm>
            <a:off x="6172200" y="2476500"/>
            <a:ext cx="1394460" cy="198120"/>
          </a:xfrm>
          <a:prstGeom prst="rect">
            <a:avLst/>
          </a:prstGeom>
          <a:noFill/>
          <a:ln>
            <a:noFill/>
          </a:ln>
        </p:spPr>
        <p:txBody>
          <a:bodyPr wrap="square" lIns="50000" tIns="20000" rIns="50000" bIns="20000" anchor="t">
            <a:spAutoFit/>
          </a:bodyPr>
          <a:lstStyle/>
          <a:p>
            <a:pPr algn="l"/>
            <a:r>
              <a:rPr sz="1000" b="1" i="0">
                <a:solidFill>
                  <a:srgbClr val="FFFFFF"/>
                </a:solidFill>
                <a:latin typeface="Calibri"/>
              </a:rPr>
              <a:t>Resource &amp; Financial</a:t>
            </a:r>
          </a:p>
        </p:txBody>
      </p:sp>
      <p:sp>
        <p:nvSpPr>
          <p:cNvPr id="102" name="TextBox 101"/>
          <p:cNvSpPr txBox="1"/>
          <p:nvPr/>
        </p:nvSpPr>
        <p:spPr>
          <a:xfrm>
            <a:off x="6172200" y="2659380"/>
            <a:ext cx="1714500" cy="312420"/>
          </a:xfrm>
          <a:prstGeom prst="rect">
            <a:avLst/>
          </a:prstGeom>
          <a:noFill/>
          <a:ln>
            <a:noFill/>
          </a:ln>
        </p:spPr>
        <p:txBody>
          <a:bodyPr wrap="square" lIns="50000" tIns="20000" rIns="50000" bIns="20000" anchor="t">
            <a:spAutoFit/>
          </a:bodyPr>
          <a:lstStyle/>
          <a:p>
            <a:pPr algn="l"/>
            <a:r>
              <a:rPr sz="869" b="0" i="0">
                <a:solidFill>
                  <a:srgbClr val="B6C0C8"/>
                </a:solidFill>
                <a:latin typeface="Calibri"/>
              </a:rPr>
              <a:t>Skill-Planung, Forecasts, Scenario / What-if-Planung</a:t>
            </a:r>
          </a:p>
        </p:txBody>
      </p:sp>
      <p:sp>
        <p:nvSpPr>
          <p:cNvPr id="103" name="Rounded Rectangle 102"/>
          <p:cNvSpPr/>
          <p:nvPr/>
        </p:nvSpPr>
        <p:spPr>
          <a:xfrm>
            <a:off x="8001000" y="2415540"/>
            <a:ext cx="1790700" cy="571500"/>
          </a:xfrm>
          <a:prstGeom prst="roundRect">
            <a:avLst/>
          </a:prstGeom>
          <a:solidFill>
            <a:srgbClr val="032D42"/>
          </a:solidFill>
          <a:ln w="6350">
            <a:solidFill>
              <a:srgbClr val="62D84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4" name="Rectangle 103"/>
          <p:cNvSpPr/>
          <p:nvPr/>
        </p:nvSpPr>
        <p:spPr>
          <a:xfrm>
            <a:off x="8001000" y="2415540"/>
            <a:ext cx="1790700" cy="26670"/>
          </a:xfrm>
          <a:prstGeom prst="rect">
            <a:avLst/>
          </a:prstGeom>
          <a:solidFill>
            <a:srgbClr val="62D84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5" name="Rounded Rectangle 104"/>
          <p:cNvSpPr/>
          <p:nvPr/>
        </p:nvSpPr>
        <p:spPr>
          <a:xfrm>
            <a:off x="9471660" y="2468880"/>
            <a:ext cx="274320" cy="106680"/>
          </a:xfrm>
          <a:prstGeom prst="roundRect">
            <a:avLst/>
          </a:prstGeom>
          <a:solidFill>
            <a:srgbClr val="62D84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6" name="TextBox 105"/>
          <p:cNvSpPr txBox="1"/>
          <p:nvPr/>
        </p:nvSpPr>
        <p:spPr>
          <a:xfrm>
            <a:off x="9471660" y="2468880"/>
            <a:ext cx="274320" cy="106680"/>
          </a:xfrm>
          <a:prstGeom prst="rect">
            <a:avLst/>
          </a:prstGeom>
          <a:noFill/>
          <a:ln>
            <a:noFill/>
          </a:ln>
        </p:spPr>
        <p:txBody>
          <a:bodyPr wrap="square" lIns="50000" tIns="20000" rIns="50000" bIns="20000" anchor="ctr">
            <a:spAutoFit/>
          </a:bodyPr>
          <a:lstStyle/>
          <a:p>
            <a:pPr algn="ctr"/>
            <a:r>
              <a:rPr sz="750" b="1" i="0">
                <a:solidFill>
                  <a:srgbClr val="032D42"/>
                </a:solidFill>
                <a:latin typeface="Calibri"/>
              </a:rPr>
              <a:t>PRO</a:t>
            </a:r>
          </a:p>
        </p:txBody>
      </p:sp>
      <p:sp>
        <p:nvSpPr>
          <p:cNvPr id="107" name="TextBox 106"/>
          <p:cNvSpPr txBox="1"/>
          <p:nvPr/>
        </p:nvSpPr>
        <p:spPr>
          <a:xfrm>
            <a:off x="8039100" y="2476500"/>
            <a:ext cx="1394460" cy="198120"/>
          </a:xfrm>
          <a:prstGeom prst="rect">
            <a:avLst/>
          </a:prstGeom>
          <a:noFill/>
          <a:ln>
            <a:noFill/>
          </a:ln>
        </p:spPr>
        <p:txBody>
          <a:bodyPr wrap="square" lIns="50000" tIns="20000" rIns="50000" bIns="20000" anchor="t">
            <a:spAutoFit/>
          </a:bodyPr>
          <a:lstStyle/>
          <a:p>
            <a:pPr algn="l"/>
            <a:r>
              <a:rPr sz="1000" b="1" i="0">
                <a:solidFill>
                  <a:srgbClr val="FFFFFF"/>
                </a:solidFill>
                <a:latin typeface="Calibri"/>
              </a:rPr>
              <a:t>Agile / Hybrid (EAP)</a:t>
            </a:r>
          </a:p>
        </p:txBody>
      </p:sp>
      <p:sp>
        <p:nvSpPr>
          <p:cNvPr id="108" name="TextBox 107"/>
          <p:cNvSpPr txBox="1"/>
          <p:nvPr/>
        </p:nvSpPr>
        <p:spPr>
          <a:xfrm>
            <a:off x="8039100" y="2659380"/>
            <a:ext cx="1714500" cy="312420"/>
          </a:xfrm>
          <a:prstGeom prst="rect">
            <a:avLst/>
          </a:prstGeom>
          <a:noFill/>
          <a:ln>
            <a:noFill/>
          </a:ln>
        </p:spPr>
        <p:txBody>
          <a:bodyPr wrap="square" lIns="50000" tIns="20000" rIns="50000" bIns="20000" anchor="t">
            <a:spAutoFit/>
          </a:bodyPr>
          <a:lstStyle/>
          <a:p>
            <a:pPr algn="l"/>
            <a:r>
              <a:rPr sz="869" b="0" i="0">
                <a:solidFill>
                  <a:srgbClr val="B6C0C8"/>
                </a:solidFill>
                <a:latin typeface="Calibri"/>
              </a:rPr>
              <a:t>Enterprise Agile Planning, hybride Roadmaps, Boards</a:t>
            </a:r>
          </a:p>
        </p:txBody>
      </p:sp>
      <p:sp>
        <p:nvSpPr>
          <p:cNvPr id="109" name="Rounded Rectangle 108"/>
          <p:cNvSpPr/>
          <p:nvPr/>
        </p:nvSpPr>
        <p:spPr>
          <a:xfrm>
            <a:off x="9867900" y="2415540"/>
            <a:ext cx="1790700" cy="571500"/>
          </a:xfrm>
          <a:prstGeom prst="roundRect">
            <a:avLst/>
          </a:prstGeom>
          <a:solidFill>
            <a:srgbClr val="032D42"/>
          </a:solidFill>
          <a:ln w="6350">
            <a:solidFill>
              <a:srgbClr val="62D84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0" name="Rectangle 109"/>
          <p:cNvSpPr/>
          <p:nvPr/>
        </p:nvSpPr>
        <p:spPr>
          <a:xfrm>
            <a:off x="9867900" y="2415540"/>
            <a:ext cx="1790700" cy="26670"/>
          </a:xfrm>
          <a:prstGeom prst="rect">
            <a:avLst/>
          </a:prstGeom>
          <a:solidFill>
            <a:srgbClr val="62D84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1" name="Rounded Rectangle 110"/>
          <p:cNvSpPr/>
          <p:nvPr/>
        </p:nvSpPr>
        <p:spPr>
          <a:xfrm>
            <a:off x="11338560" y="2468880"/>
            <a:ext cx="274320" cy="106680"/>
          </a:xfrm>
          <a:prstGeom prst="roundRect">
            <a:avLst/>
          </a:prstGeom>
          <a:solidFill>
            <a:srgbClr val="62D84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2" name="TextBox 111"/>
          <p:cNvSpPr txBox="1"/>
          <p:nvPr/>
        </p:nvSpPr>
        <p:spPr>
          <a:xfrm>
            <a:off x="11338560" y="2468880"/>
            <a:ext cx="274320" cy="106680"/>
          </a:xfrm>
          <a:prstGeom prst="rect">
            <a:avLst/>
          </a:prstGeom>
          <a:noFill/>
          <a:ln>
            <a:noFill/>
          </a:ln>
        </p:spPr>
        <p:txBody>
          <a:bodyPr wrap="square" lIns="50000" tIns="20000" rIns="50000" bIns="20000" anchor="ctr">
            <a:spAutoFit/>
          </a:bodyPr>
          <a:lstStyle/>
          <a:p>
            <a:pPr algn="ctr"/>
            <a:r>
              <a:rPr sz="750" b="1" i="0">
                <a:solidFill>
                  <a:srgbClr val="032D42"/>
                </a:solidFill>
                <a:latin typeface="Calibri"/>
              </a:rPr>
              <a:t>PRO</a:t>
            </a:r>
          </a:p>
        </p:txBody>
      </p:sp>
      <p:sp>
        <p:nvSpPr>
          <p:cNvPr id="113" name="TextBox 112"/>
          <p:cNvSpPr txBox="1"/>
          <p:nvPr/>
        </p:nvSpPr>
        <p:spPr>
          <a:xfrm>
            <a:off x="9906000" y="2476500"/>
            <a:ext cx="1394460" cy="198120"/>
          </a:xfrm>
          <a:prstGeom prst="rect">
            <a:avLst/>
          </a:prstGeom>
          <a:noFill/>
          <a:ln>
            <a:noFill/>
          </a:ln>
        </p:spPr>
        <p:txBody>
          <a:bodyPr wrap="square" lIns="50000" tIns="20000" rIns="50000" bIns="20000" anchor="t">
            <a:spAutoFit/>
          </a:bodyPr>
          <a:lstStyle/>
          <a:p>
            <a:pPr algn="l"/>
            <a:r>
              <a:rPr sz="1000" b="1" i="0">
                <a:solidFill>
                  <a:srgbClr val="FFFFFF"/>
                </a:solidFill>
                <a:latin typeface="Calibri"/>
              </a:rPr>
              <a:t>Now Assist for SPM</a:t>
            </a:r>
          </a:p>
        </p:txBody>
      </p:sp>
      <p:sp>
        <p:nvSpPr>
          <p:cNvPr id="114" name="TextBox 113"/>
          <p:cNvSpPr txBox="1"/>
          <p:nvPr/>
        </p:nvSpPr>
        <p:spPr>
          <a:xfrm>
            <a:off x="9906000" y="2659380"/>
            <a:ext cx="1714500" cy="312420"/>
          </a:xfrm>
          <a:prstGeom prst="rect">
            <a:avLst/>
          </a:prstGeom>
          <a:noFill/>
          <a:ln>
            <a:noFill/>
          </a:ln>
        </p:spPr>
        <p:txBody>
          <a:bodyPr wrap="square" lIns="50000" tIns="20000" rIns="50000" bIns="20000" anchor="t">
            <a:spAutoFit/>
          </a:bodyPr>
          <a:lstStyle/>
          <a:p>
            <a:pPr algn="l"/>
            <a:r>
              <a:rPr sz="869" b="0" i="0">
                <a:solidFill>
                  <a:srgbClr val="B6C0C8"/>
                </a:solidFill>
                <a:latin typeface="Calibri"/>
              </a:rPr>
              <a:t>Risiko-Frühwarnung, Story Generation, KI-Reporting</a:t>
            </a:r>
          </a:p>
        </p:txBody>
      </p:sp>
      <p:sp>
        <p:nvSpPr>
          <p:cNvPr id="115" name="TextBox 114"/>
          <p:cNvSpPr txBox="1"/>
          <p:nvPr/>
        </p:nvSpPr>
        <p:spPr>
          <a:xfrm>
            <a:off x="304800" y="3162300"/>
            <a:ext cx="11582400" cy="182880"/>
          </a:xfrm>
          <a:prstGeom prst="rect">
            <a:avLst/>
          </a:prstGeom>
          <a:noFill/>
          <a:ln>
            <a:noFill/>
          </a:ln>
        </p:spPr>
        <p:txBody>
          <a:bodyPr wrap="square" lIns="50000" tIns="20000" rIns="50000" bIns="20000" anchor="t">
            <a:spAutoFit/>
          </a:bodyPr>
          <a:lstStyle/>
          <a:p>
            <a:pPr algn="l"/>
            <a:r>
              <a:rPr sz="1250" b="1" i="0">
                <a:solidFill>
                  <a:srgbClr val="1F2937"/>
                </a:solidFill>
                <a:latin typeface="Calibri"/>
              </a:rPr>
              <a:t>Große deutsche Referenzkunden – ServiceNow im Einsatz in IT und Geschäftsprozessen</a:t>
            </a:r>
          </a:p>
        </p:txBody>
      </p:sp>
      <p:sp>
        <p:nvSpPr>
          <p:cNvPr id="116" name="Rounded Rectangle 115"/>
          <p:cNvSpPr/>
          <p:nvPr/>
        </p:nvSpPr>
        <p:spPr>
          <a:xfrm>
            <a:off x="304800" y="3360420"/>
            <a:ext cx="1394460" cy="457200"/>
          </a:xfrm>
          <a:prstGeom prst="roundRect">
            <a:avLst/>
          </a:prstGeom>
          <a:solidFill>
            <a:srgbClr val="009D9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7" name="TextBox 116"/>
          <p:cNvSpPr txBox="1"/>
          <p:nvPr/>
        </p:nvSpPr>
        <p:spPr>
          <a:xfrm>
            <a:off x="304800" y="3360420"/>
            <a:ext cx="1394460" cy="457200"/>
          </a:xfrm>
          <a:prstGeom prst="rect">
            <a:avLst/>
          </a:prstGeom>
          <a:noFill/>
          <a:ln>
            <a:noFill/>
          </a:ln>
        </p:spPr>
        <p:txBody>
          <a:bodyPr wrap="square" lIns="50000" tIns="20000" rIns="50000" bIns="20000" anchor="ctr">
            <a:spAutoFit/>
          </a:bodyPr>
          <a:lstStyle/>
          <a:p>
            <a:pPr algn="ctr"/>
            <a:r>
              <a:rPr sz="1200" b="1" i="0">
                <a:solidFill>
                  <a:srgbClr val="FFFFFF"/>
                </a:solidFill>
                <a:latin typeface="Calibri"/>
              </a:rPr>
              <a:t>SIEMENS</a:t>
            </a:r>
          </a:p>
        </p:txBody>
      </p:sp>
      <p:sp>
        <p:nvSpPr>
          <p:cNvPr id="118" name="TextBox 117"/>
          <p:cNvSpPr txBox="1"/>
          <p:nvPr/>
        </p:nvSpPr>
        <p:spPr>
          <a:xfrm>
            <a:off x="304800" y="3832860"/>
            <a:ext cx="1394460" cy="228600"/>
          </a:xfrm>
          <a:prstGeom prst="rect">
            <a:avLst/>
          </a:prstGeom>
          <a:noFill/>
          <a:ln>
            <a:noFill/>
          </a:ln>
        </p:spPr>
        <p:txBody>
          <a:bodyPr wrap="square" lIns="50000" tIns="20000" rIns="50000" bIns="20000" anchor="t">
            <a:spAutoFit/>
          </a:bodyPr>
          <a:lstStyle/>
          <a:p>
            <a:pPr algn="ctr"/>
            <a:r>
              <a:rPr sz="819" b="0" i="1">
                <a:solidFill>
                  <a:srgbClr val="4B5563"/>
                </a:solidFill>
                <a:latin typeface="Calibri"/>
              </a:rPr>
              <a:t>Industrie / Tech</a:t>
            </a:r>
          </a:p>
        </p:txBody>
      </p:sp>
      <p:sp>
        <p:nvSpPr>
          <p:cNvPr id="119" name="Rounded Rectangle 118"/>
          <p:cNvSpPr/>
          <p:nvPr/>
        </p:nvSpPr>
        <p:spPr>
          <a:xfrm>
            <a:off x="1760220" y="3360420"/>
            <a:ext cx="1394460" cy="457200"/>
          </a:xfrm>
          <a:prstGeom prst="roundRect">
            <a:avLst/>
          </a:prstGeom>
          <a:solidFill>
            <a:srgbClr val="003A5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0" name="TextBox 119"/>
          <p:cNvSpPr txBox="1"/>
          <p:nvPr/>
        </p:nvSpPr>
        <p:spPr>
          <a:xfrm>
            <a:off x="1760220" y="3360420"/>
            <a:ext cx="1394460" cy="457200"/>
          </a:xfrm>
          <a:prstGeom prst="rect">
            <a:avLst/>
          </a:prstGeom>
          <a:noFill/>
          <a:ln>
            <a:noFill/>
          </a:ln>
        </p:spPr>
        <p:txBody>
          <a:bodyPr wrap="square" lIns="50000" tIns="20000" rIns="50000" bIns="20000" anchor="ctr">
            <a:spAutoFit/>
          </a:bodyPr>
          <a:lstStyle/>
          <a:p>
            <a:pPr algn="ctr"/>
            <a:r>
              <a:rPr sz="1400" b="1" i="0">
                <a:solidFill>
                  <a:srgbClr val="07C8F0"/>
                </a:solidFill>
                <a:latin typeface="Calibri"/>
              </a:rPr>
              <a:t>SAP</a:t>
            </a:r>
          </a:p>
        </p:txBody>
      </p:sp>
      <p:sp>
        <p:nvSpPr>
          <p:cNvPr id="121" name="TextBox 120"/>
          <p:cNvSpPr txBox="1"/>
          <p:nvPr/>
        </p:nvSpPr>
        <p:spPr>
          <a:xfrm>
            <a:off x="1760220" y="3832860"/>
            <a:ext cx="1394460" cy="228600"/>
          </a:xfrm>
          <a:prstGeom prst="rect">
            <a:avLst/>
          </a:prstGeom>
          <a:noFill/>
          <a:ln>
            <a:noFill/>
          </a:ln>
        </p:spPr>
        <p:txBody>
          <a:bodyPr wrap="square" lIns="50000" tIns="20000" rIns="50000" bIns="20000" anchor="t">
            <a:spAutoFit/>
          </a:bodyPr>
          <a:lstStyle/>
          <a:p>
            <a:pPr algn="ctr"/>
            <a:r>
              <a:rPr sz="819" b="0" i="1">
                <a:solidFill>
                  <a:srgbClr val="4B5563"/>
                </a:solidFill>
                <a:latin typeface="Calibri"/>
              </a:rPr>
              <a:t>Software</a:t>
            </a:r>
          </a:p>
        </p:txBody>
      </p:sp>
      <p:sp>
        <p:nvSpPr>
          <p:cNvPr id="122" name="Rounded Rectangle 121"/>
          <p:cNvSpPr/>
          <p:nvPr/>
        </p:nvSpPr>
        <p:spPr>
          <a:xfrm>
            <a:off x="3215640" y="3360420"/>
            <a:ext cx="1394460" cy="457200"/>
          </a:xfrm>
          <a:prstGeom prst="roundRect">
            <a:avLst/>
          </a:prstGeom>
          <a:solidFill>
            <a:srgbClr val="0037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3" name="TextBox 122"/>
          <p:cNvSpPr txBox="1"/>
          <p:nvPr/>
        </p:nvSpPr>
        <p:spPr>
          <a:xfrm>
            <a:off x="3215640" y="3360420"/>
            <a:ext cx="1394460" cy="457200"/>
          </a:xfrm>
          <a:prstGeom prst="rect">
            <a:avLst/>
          </a:prstGeom>
          <a:noFill/>
          <a:ln>
            <a:noFill/>
          </a:ln>
        </p:spPr>
        <p:txBody>
          <a:bodyPr wrap="square" lIns="50000" tIns="20000" rIns="50000" bIns="20000" anchor="ctr">
            <a:spAutoFit/>
          </a:bodyPr>
          <a:lstStyle/>
          <a:p>
            <a:pPr algn="ctr"/>
            <a:r>
              <a:rPr sz="1200" b="1" i="0">
                <a:solidFill>
                  <a:srgbClr val="FFFFFF"/>
                </a:solidFill>
                <a:latin typeface="Calibri"/>
              </a:rPr>
              <a:t>Allianz</a:t>
            </a:r>
          </a:p>
        </p:txBody>
      </p:sp>
      <p:sp>
        <p:nvSpPr>
          <p:cNvPr id="124" name="TextBox 123"/>
          <p:cNvSpPr txBox="1"/>
          <p:nvPr/>
        </p:nvSpPr>
        <p:spPr>
          <a:xfrm>
            <a:off x="3215640" y="3832860"/>
            <a:ext cx="1394460" cy="228600"/>
          </a:xfrm>
          <a:prstGeom prst="rect">
            <a:avLst/>
          </a:prstGeom>
          <a:noFill/>
          <a:ln>
            <a:noFill/>
          </a:ln>
        </p:spPr>
        <p:txBody>
          <a:bodyPr wrap="square" lIns="50000" tIns="20000" rIns="50000" bIns="20000" anchor="t">
            <a:spAutoFit/>
          </a:bodyPr>
          <a:lstStyle/>
          <a:p>
            <a:pPr algn="ctr"/>
            <a:r>
              <a:rPr sz="819" b="0" i="1">
                <a:solidFill>
                  <a:srgbClr val="4B5563"/>
                </a:solidFill>
                <a:latin typeface="Calibri"/>
              </a:rPr>
              <a:t>Versicherung</a:t>
            </a:r>
          </a:p>
        </p:txBody>
      </p:sp>
      <p:sp>
        <p:nvSpPr>
          <p:cNvPr id="125" name="Rounded Rectangle 124"/>
          <p:cNvSpPr/>
          <p:nvPr/>
        </p:nvSpPr>
        <p:spPr>
          <a:xfrm>
            <a:off x="4671060" y="3360420"/>
            <a:ext cx="1394460" cy="457200"/>
          </a:xfrm>
          <a:prstGeom prst="roundRect">
            <a:avLst/>
          </a:prstGeom>
          <a:solidFill>
            <a:srgbClr val="0018A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6" name="TextBox 125"/>
          <p:cNvSpPr txBox="1"/>
          <p:nvPr/>
        </p:nvSpPr>
        <p:spPr>
          <a:xfrm>
            <a:off x="4671060" y="3360420"/>
            <a:ext cx="1394460" cy="457200"/>
          </a:xfrm>
          <a:prstGeom prst="rect">
            <a:avLst/>
          </a:prstGeom>
          <a:noFill/>
          <a:ln>
            <a:noFill/>
          </a:ln>
        </p:spPr>
        <p:txBody>
          <a:bodyPr wrap="square" lIns="50000" tIns="20000" rIns="50000" bIns="20000" anchor="ctr">
            <a:spAutoFit/>
          </a:bodyPr>
          <a:lstStyle/>
          <a:p>
            <a:pPr algn="ctr"/>
            <a:r>
              <a:rPr sz="1050" b="1" i="0">
                <a:solidFill>
                  <a:srgbClr val="FFFFFF"/>
                </a:solidFill>
                <a:latin typeface="Calibri"/>
              </a:rPr>
              <a:t>Deutsche Bank</a:t>
            </a:r>
          </a:p>
        </p:txBody>
      </p:sp>
      <p:sp>
        <p:nvSpPr>
          <p:cNvPr id="127" name="TextBox 126"/>
          <p:cNvSpPr txBox="1"/>
          <p:nvPr/>
        </p:nvSpPr>
        <p:spPr>
          <a:xfrm>
            <a:off x="4671060" y="3832860"/>
            <a:ext cx="1394460" cy="228600"/>
          </a:xfrm>
          <a:prstGeom prst="rect">
            <a:avLst/>
          </a:prstGeom>
          <a:noFill/>
          <a:ln>
            <a:noFill/>
          </a:ln>
        </p:spPr>
        <p:txBody>
          <a:bodyPr wrap="square" lIns="50000" tIns="20000" rIns="50000" bIns="20000" anchor="t">
            <a:spAutoFit/>
          </a:bodyPr>
          <a:lstStyle/>
          <a:p>
            <a:pPr algn="ctr"/>
            <a:r>
              <a:rPr sz="819" b="0" i="1">
                <a:solidFill>
                  <a:srgbClr val="4B5563"/>
                </a:solidFill>
                <a:latin typeface="Calibri"/>
              </a:rPr>
              <a:t>Banking</a:t>
            </a:r>
          </a:p>
        </p:txBody>
      </p:sp>
      <p:sp>
        <p:nvSpPr>
          <p:cNvPr id="128" name="Rounded Rectangle 127"/>
          <p:cNvSpPr/>
          <p:nvPr/>
        </p:nvSpPr>
        <p:spPr>
          <a:xfrm>
            <a:off x="6126480" y="3360420"/>
            <a:ext cx="1394460" cy="457200"/>
          </a:xfrm>
          <a:prstGeom prst="roundRect">
            <a:avLst/>
          </a:prstGeom>
          <a:solidFill>
            <a:srgbClr val="E2007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9" name="TextBox 128"/>
          <p:cNvSpPr txBox="1"/>
          <p:nvPr/>
        </p:nvSpPr>
        <p:spPr>
          <a:xfrm>
            <a:off x="6126480" y="3360420"/>
            <a:ext cx="1394460" cy="457200"/>
          </a:xfrm>
          <a:prstGeom prst="rect">
            <a:avLst/>
          </a:prstGeom>
          <a:noFill/>
          <a:ln>
            <a:noFill/>
          </a:ln>
        </p:spPr>
        <p:txBody>
          <a:bodyPr wrap="square" lIns="50000" tIns="20000" rIns="50000" bIns="20000" anchor="ctr">
            <a:spAutoFit/>
          </a:bodyPr>
          <a:lstStyle/>
          <a:p>
            <a:pPr algn="ctr"/>
            <a:r>
              <a:rPr sz="1400" b="1" i="0">
                <a:solidFill>
                  <a:srgbClr val="FFFFFF"/>
                </a:solidFill>
                <a:latin typeface="Calibri"/>
              </a:rPr>
              <a:t>T</a:t>
            </a:r>
          </a:p>
        </p:txBody>
      </p:sp>
      <p:sp>
        <p:nvSpPr>
          <p:cNvPr id="130" name="TextBox 129"/>
          <p:cNvSpPr txBox="1"/>
          <p:nvPr/>
        </p:nvSpPr>
        <p:spPr>
          <a:xfrm>
            <a:off x="6126480" y="3832860"/>
            <a:ext cx="1394460" cy="228600"/>
          </a:xfrm>
          <a:prstGeom prst="rect">
            <a:avLst/>
          </a:prstGeom>
          <a:noFill/>
          <a:ln>
            <a:noFill/>
          </a:ln>
        </p:spPr>
        <p:txBody>
          <a:bodyPr wrap="square" lIns="50000" tIns="20000" rIns="50000" bIns="20000" anchor="t">
            <a:spAutoFit/>
          </a:bodyPr>
          <a:lstStyle/>
          <a:p>
            <a:pPr algn="ctr"/>
            <a:r>
              <a:rPr sz="819" b="0" i="1">
                <a:solidFill>
                  <a:srgbClr val="4B5563"/>
                </a:solidFill>
                <a:latin typeface="Calibri"/>
              </a:rPr>
              <a:t>Deutsche Telekom</a:t>
            </a:r>
          </a:p>
        </p:txBody>
      </p:sp>
      <p:sp>
        <p:nvSpPr>
          <p:cNvPr id="131" name="Rounded Rectangle 130"/>
          <p:cNvSpPr/>
          <p:nvPr/>
        </p:nvSpPr>
        <p:spPr>
          <a:xfrm>
            <a:off x="7581900" y="3360420"/>
            <a:ext cx="1394460" cy="457200"/>
          </a:xfrm>
          <a:prstGeom prst="roundRect">
            <a:avLst/>
          </a:prstGeom>
          <a:solidFill>
            <a:srgbClr val="C810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2" name="TextBox 131"/>
          <p:cNvSpPr txBox="1"/>
          <p:nvPr/>
        </p:nvSpPr>
        <p:spPr>
          <a:xfrm>
            <a:off x="7581900" y="3360420"/>
            <a:ext cx="1394460" cy="457200"/>
          </a:xfrm>
          <a:prstGeom prst="rect">
            <a:avLst/>
          </a:prstGeom>
          <a:noFill/>
          <a:ln>
            <a:noFill/>
          </a:ln>
        </p:spPr>
        <p:txBody>
          <a:bodyPr wrap="square" lIns="50000" tIns="20000" rIns="50000" bIns="20000" anchor="ctr">
            <a:spAutoFit/>
          </a:bodyPr>
          <a:lstStyle/>
          <a:p>
            <a:pPr algn="ctr"/>
            <a:r>
              <a:rPr sz="1200" b="1" i="0">
                <a:solidFill>
                  <a:srgbClr val="FFFFFF"/>
                </a:solidFill>
                <a:latin typeface="Calibri"/>
              </a:rPr>
              <a:t>BOSCH</a:t>
            </a:r>
          </a:p>
        </p:txBody>
      </p:sp>
      <p:sp>
        <p:nvSpPr>
          <p:cNvPr id="133" name="TextBox 132"/>
          <p:cNvSpPr txBox="1"/>
          <p:nvPr/>
        </p:nvSpPr>
        <p:spPr>
          <a:xfrm>
            <a:off x="7581900" y="3832860"/>
            <a:ext cx="1394460" cy="228600"/>
          </a:xfrm>
          <a:prstGeom prst="rect">
            <a:avLst/>
          </a:prstGeom>
          <a:noFill/>
          <a:ln>
            <a:noFill/>
          </a:ln>
        </p:spPr>
        <p:txBody>
          <a:bodyPr wrap="square" lIns="50000" tIns="20000" rIns="50000" bIns="20000" anchor="t">
            <a:spAutoFit/>
          </a:bodyPr>
          <a:lstStyle/>
          <a:p>
            <a:pPr algn="ctr"/>
            <a:r>
              <a:rPr sz="819" b="0" i="1">
                <a:solidFill>
                  <a:srgbClr val="4B5563"/>
                </a:solidFill>
                <a:latin typeface="Calibri"/>
              </a:rPr>
              <a:t>Industrie / Automotive</a:t>
            </a:r>
          </a:p>
        </p:txBody>
      </p:sp>
      <p:sp>
        <p:nvSpPr>
          <p:cNvPr id="134" name="Rounded Rectangle 133"/>
          <p:cNvSpPr/>
          <p:nvPr/>
        </p:nvSpPr>
        <p:spPr>
          <a:xfrm>
            <a:off x="9037320" y="3360420"/>
            <a:ext cx="1394460" cy="457200"/>
          </a:xfrm>
          <a:prstGeom prst="roundRect">
            <a:avLst/>
          </a:prstGeom>
          <a:solidFill>
            <a:srgbClr val="0000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5" name="TextBox 134"/>
          <p:cNvSpPr txBox="1"/>
          <p:nvPr/>
        </p:nvSpPr>
        <p:spPr>
          <a:xfrm>
            <a:off x="9037320" y="3360420"/>
            <a:ext cx="1394460" cy="457200"/>
          </a:xfrm>
          <a:prstGeom prst="rect">
            <a:avLst/>
          </a:prstGeom>
          <a:noFill/>
          <a:ln>
            <a:noFill/>
          </a:ln>
        </p:spPr>
        <p:txBody>
          <a:bodyPr wrap="square" lIns="50000" tIns="20000" rIns="50000" bIns="20000" anchor="ctr">
            <a:spAutoFit/>
          </a:bodyPr>
          <a:lstStyle/>
          <a:p>
            <a:pPr algn="ctr"/>
            <a:r>
              <a:rPr sz="1050" b="1" i="0">
                <a:solidFill>
                  <a:srgbClr val="FFFFFF"/>
                </a:solidFill>
                <a:latin typeface="Calibri"/>
              </a:rPr>
              <a:t>Mercedes-Benz</a:t>
            </a:r>
          </a:p>
        </p:txBody>
      </p:sp>
      <p:sp>
        <p:nvSpPr>
          <p:cNvPr id="136" name="TextBox 135"/>
          <p:cNvSpPr txBox="1"/>
          <p:nvPr/>
        </p:nvSpPr>
        <p:spPr>
          <a:xfrm>
            <a:off x="9037320" y="3832860"/>
            <a:ext cx="1394460" cy="228600"/>
          </a:xfrm>
          <a:prstGeom prst="rect">
            <a:avLst/>
          </a:prstGeom>
          <a:noFill/>
          <a:ln>
            <a:noFill/>
          </a:ln>
        </p:spPr>
        <p:txBody>
          <a:bodyPr wrap="square" lIns="50000" tIns="20000" rIns="50000" bIns="20000" anchor="t">
            <a:spAutoFit/>
          </a:bodyPr>
          <a:lstStyle/>
          <a:p>
            <a:pPr algn="ctr"/>
            <a:r>
              <a:rPr sz="819" b="0" i="1">
                <a:solidFill>
                  <a:srgbClr val="4B5563"/>
                </a:solidFill>
                <a:latin typeface="Calibri"/>
              </a:rPr>
              <a:t>Automotive</a:t>
            </a:r>
          </a:p>
        </p:txBody>
      </p:sp>
      <p:sp>
        <p:nvSpPr>
          <p:cNvPr id="137" name="Rounded Rectangle 136"/>
          <p:cNvSpPr/>
          <p:nvPr/>
        </p:nvSpPr>
        <p:spPr>
          <a:xfrm>
            <a:off x="10492740" y="3360420"/>
            <a:ext cx="1394460" cy="457200"/>
          </a:xfrm>
          <a:prstGeom prst="roundRect">
            <a:avLst/>
          </a:prstGeom>
          <a:solidFill>
            <a:srgbClr val="001E5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8" name="TextBox 137"/>
          <p:cNvSpPr txBox="1"/>
          <p:nvPr/>
        </p:nvSpPr>
        <p:spPr>
          <a:xfrm>
            <a:off x="10492740" y="3360420"/>
            <a:ext cx="1394460" cy="457200"/>
          </a:xfrm>
          <a:prstGeom prst="rect">
            <a:avLst/>
          </a:prstGeom>
          <a:noFill/>
          <a:ln>
            <a:noFill/>
          </a:ln>
        </p:spPr>
        <p:txBody>
          <a:bodyPr wrap="square" lIns="50000" tIns="20000" rIns="50000" bIns="20000" anchor="ctr">
            <a:spAutoFit/>
          </a:bodyPr>
          <a:lstStyle/>
          <a:p>
            <a:pPr algn="ctr"/>
            <a:r>
              <a:rPr sz="1050" b="1" i="0">
                <a:solidFill>
                  <a:srgbClr val="FFFFFF"/>
                </a:solidFill>
                <a:latin typeface="Calibri"/>
              </a:rPr>
              <a:t>Volkswagen</a:t>
            </a:r>
          </a:p>
        </p:txBody>
      </p:sp>
      <p:sp>
        <p:nvSpPr>
          <p:cNvPr id="139" name="TextBox 138"/>
          <p:cNvSpPr txBox="1"/>
          <p:nvPr/>
        </p:nvSpPr>
        <p:spPr>
          <a:xfrm>
            <a:off x="10492740" y="3832860"/>
            <a:ext cx="1394460" cy="228600"/>
          </a:xfrm>
          <a:prstGeom prst="rect">
            <a:avLst/>
          </a:prstGeom>
          <a:noFill/>
          <a:ln>
            <a:noFill/>
          </a:ln>
        </p:spPr>
        <p:txBody>
          <a:bodyPr wrap="square" lIns="50000" tIns="20000" rIns="50000" bIns="20000" anchor="t">
            <a:spAutoFit/>
          </a:bodyPr>
          <a:lstStyle/>
          <a:p>
            <a:pPr algn="ctr"/>
            <a:r>
              <a:rPr sz="819" b="0" i="1">
                <a:solidFill>
                  <a:srgbClr val="4B5563"/>
                </a:solidFill>
                <a:latin typeface="Calibri"/>
              </a:rPr>
              <a:t>Automotive</a:t>
            </a:r>
          </a:p>
        </p:txBody>
      </p:sp>
      <p:sp>
        <p:nvSpPr>
          <p:cNvPr id="140" name="TextBox 139"/>
          <p:cNvSpPr txBox="1"/>
          <p:nvPr/>
        </p:nvSpPr>
        <p:spPr>
          <a:xfrm>
            <a:off x="304800" y="4198620"/>
            <a:ext cx="11582400" cy="121920"/>
          </a:xfrm>
          <a:prstGeom prst="rect">
            <a:avLst/>
          </a:prstGeom>
          <a:noFill/>
          <a:ln>
            <a:noFill/>
          </a:ln>
        </p:spPr>
        <p:txBody>
          <a:bodyPr wrap="square" lIns="50000" tIns="20000" rIns="50000" bIns="20000" anchor="t">
            <a:spAutoFit/>
          </a:bodyPr>
          <a:lstStyle/>
          <a:p>
            <a:pPr algn="l"/>
            <a:r>
              <a:rPr sz="780" b="0" i="1">
                <a:solidFill>
                  <a:srgbClr val="D1D5DB"/>
                </a:solidFill>
                <a:latin typeface="Calibri"/>
              </a:rPr>
              <a:t>Stilisierte Markenfarben als Logo-Platzhalter – echte Logos können in der finalen Vorstandsfassung eingesetzt werden  |  Quelle: ServiceNow Customer References</a:t>
            </a:r>
          </a:p>
        </p:txBody>
      </p:sp>
      <p:sp>
        <p:nvSpPr>
          <p:cNvPr id="141" name="Rectangle 140"/>
          <p:cNvSpPr/>
          <p:nvPr/>
        </p:nvSpPr>
        <p:spPr>
          <a:xfrm>
            <a:off x="304800" y="4335780"/>
            <a:ext cx="11582400" cy="11430"/>
          </a:xfrm>
          <a:prstGeom prst="rect">
            <a:avLst/>
          </a:prstGeom>
          <a:solidFill>
            <a:srgbClr val="F07F1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2" name="TextBox 141"/>
          <p:cNvSpPr txBox="1"/>
          <p:nvPr/>
        </p:nvSpPr>
        <p:spPr>
          <a:xfrm>
            <a:off x="304800" y="4389120"/>
            <a:ext cx="11582400" cy="152400"/>
          </a:xfrm>
          <a:prstGeom prst="rect">
            <a:avLst/>
          </a:prstGeom>
          <a:noFill/>
          <a:ln>
            <a:noFill/>
          </a:ln>
        </p:spPr>
        <p:txBody>
          <a:bodyPr wrap="square" lIns="50000" tIns="20000" rIns="50000" bIns="20000" anchor="t">
            <a:spAutoFit/>
          </a:bodyPr>
          <a:lstStyle/>
          <a:p>
            <a:pPr algn="l"/>
            <a:r>
              <a:rPr sz="1300" b="1" i="0">
                <a:solidFill>
                  <a:srgbClr val="1F2937"/>
                </a:solidFill>
                <a:latin typeface="Calibri"/>
              </a:rPr>
              <a:t>ServiceNow @ STIHL – die Plattform ist bereits etabliert</a:t>
            </a:r>
          </a:p>
        </p:txBody>
      </p:sp>
      <p:sp>
        <p:nvSpPr>
          <p:cNvPr id="143" name="Rounded Rectangle 142"/>
          <p:cNvSpPr/>
          <p:nvPr/>
        </p:nvSpPr>
        <p:spPr>
          <a:xfrm>
            <a:off x="304800" y="4572000"/>
            <a:ext cx="3759200" cy="1676400"/>
          </a:xfrm>
          <a:prstGeom prst="roundRect">
            <a:avLst/>
          </a:prstGeom>
          <a:solidFill>
            <a:srgbClr val="F7F7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4" name="Rectangle 143"/>
          <p:cNvSpPr/>
          <p:nvPr/>
        </p:nvSpPr>
        <p:spPr>
          <a:xfrm>
            <a:off x="304800" y="4572000"/>
            <a:ext cx="3759200" cy="60960"/>
          </a:xfrm>
          <a:prstGeom prst="rect">
            <a:avLst/>
          </a:prstGeom>
          <a:solidFill>
            <a:srgbClr val="2E7D3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5" name="Rounded Rectangle 144"/>
          <p:cNvSpPr/>
          <p:nvPr/>
        </p:nvSpPr>
        <p:spPr>
          <a:xfrm>
            <a:off x="2875280" y="4663440"/>
            <a:ext cx="1143000" cy="167640"/>
          </a:xfrm>
          <a:prstGeom prst="roundRect">
            <a:avLst/>
          </a:prstGeom>
          <a:solidFill>
            <a:srgbClr val="2E7D3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6" name="TextBox 145"/>
          <p:cNvSpPr txBox="1"/>
          <p:nvPr/>
        </p:nvSpPr>
        <p:spPr>
          <a:xfrm>
            <a:off x="2875280" y="4663440"/>
            <a:ext cx="1143000" cy="167640"/>
          </a:xfrm>
          <a:prstGeom prst="rect">
            <a:avLst/>
          </a:prstGeom>
          <a:noFill/>
          <a:ln>
            <a:noFill/>
          </a:ln>
        </p:spPr>
        <p:txBody>
          <a:bodyPr wrap="square" lIns="50000" tIns="20000" rIns="50000" bIns="20000" anchor="ctr">
            <a:spAutoFit/>
          </a:bodyPr>
          <a:lstStyle/>
          <a:p>
            <a:pPr algn="ctr"/>
            <a:r>
              <a:rPr sz="850" b="1" i="0">
                <a:solidFill>
                  <a:srgbClr val="FFFFFF"/>
                </a:solidFill>
                <a:latin typeface="Calibri"/>
              </a:rPr>
              <a:t>12 Jahre Betrieb</a:t>
            </a:r>
          </a:p>
        </p:txBody>
      </p:sp>
      <p:sp>
        <p:nvSpPr>
          <p:cNvPr id="147" name="TextBox 146"/>
          <p:cNvSpPr txBox="1"/>
          <p:nvPr/>
        </p:nvSpPr>
        <p:spPr>
          <a:xfrm>
            <a:off x="396240" y="4678680"/>
            <a:ext cx="2433320" cy="304800"/>
          </a:xfrm>
          <a:prstGeom prst="rect">
            <a:avLst/>
          </a:prstGeom>
          <a:noFill/>
          <a:ln>
            <a:noFill/>
          </a:ln>
        </p:spPr>
        <p:txBody>
          <a:bodyPr wrap="square" lIns="50000" tIns="20000" rIns="50000" bIns="20000" anchor="t">
            <a:spAutoFit/>
          </a:bodyPr>
          <a:lstStyle/>
          <a:p>
            <a:pPr algn="l"/>
            <a:r>
              <a:rPr sz="1100" b="1" i="0">
                <a:solidFill>
                  <a:srgbClr val="1F2937"/>
                </a:solidFill>
                <a:latin typeface="Calibri"/>
              </a:rPr>
              <a:t>Im Einsatz seit 2014</a:t>
            </a:r>
          </a:p>
        </p:txBody>
      </p:sp>
      <p:sp>
        <p:nvSpPr>
          <p:cNvPr id="148" name="TextBox 147"/>
          <p:cNvSpPr txBox="1"/>
          <p:nvPr/>
        </p:nvSpPr>
        <p:spPr>
          <a:xfrm>
            <a:off x="396240" y="4998720"/>
            <a:ext cx="3576320" cy="1188720"/>
          </a:xfrm>
          <a:prstGeom prst="rect">
            <a:avLst/>
          </a:prstGeom>
          <a:noFill/>
          <a:ln>
            <a:noFill/>
          </a:ln>
        </p:spPr>
        <p:txBody>
          <a:bodyPr wrap="square" lIns="50000" tIns="20000" rIns="50000" bIns="20000" anchor="t">
            <a:spAutoFit/>
          </a:bodyPr>
          <a:lstStyle/>
          <a:p>
            <a:pPr algn="l">
              <a:spcAft>
                <a:spcPts val="300"/>
              </a:spcAft>
            </a:pPr>
            <a:r>
              <a:rPr sz="950" b="0" i="0">
                <a:solidFill>
                  <a:srgbClr val="1F2937"/>
                </a:solidFill>
                <a:latin typeface="Calibri"/>
              </a:rPr>
              <a:t>Globaler IT Service Management-Standard – inklusive China.</a:t>
            </a:r>
          </a:p>
          <a:p>
            <a:pPr algn="l">
              <a:spcAft>
                <a:spcPts val="300"/>
              </a:spcAft>
            </a:pPr>
            <a:r>
              <a:rPr sz="950" b="0" i="0">
                <a:solidFill>
                  <a:srgbClr val="1F2937"/>
                </a:solidFill>
                <a:latin typeface="Calibri"/>
              </a:rPr>
              <a:t>Etabliertes Betriebsteam, eingespielte Lieferantenbeziehung.</a:t>
            </a:r>
          </a:p>
        </p:txBody>
      </p:sp>
      <p:sp>
        <p:nvSpPr>
          <p:cNvPr id="149" name="Rounded Rectangle 148"/>
          <p:cNvSpPr/>
          <p:nvPr/>
        </p:nvSpPr>
        <p:spPr>
          <a:xfrm>
            <a:off x="4216400" y="4572000"/>
            <a:ext cx="3759200" cy="1676400"/>
          </a:xfrm>
          <a:prstGeom prst="roundRect">
            <a:avLst/>
          </a:prstGeom>
          <a:solidFill>
            <a:srgbClr val="F7F7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0" name="Rectangle 149"/>
          <p:cNvSpPr/>
          <p:nvPr/>
        </p:nvSpPr>
        <p:spPr>
          <a:xfrm>
            <a:off x="4216400" y="4572000"/>
            <a:ext cx="3759200" cy="60960"/>
          </a:xfrm>
          <a:prstGeom prst="rect">
            <a:avLst/>
          </a:prstGeom>
          <a:solidFill>
            <a:srgbClr val="2E7D3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1" name="Rounded Rectangle 150"/>
          <p:cNvSpPr/>
          <p:nvPr/>
        </p:nvSpPr>
        <p:spPr>
          <a:xfrm>
            <a:off x="6786880" y="4663440"/>
            <a:ext cx="1143000" cy="167640"/>
          </a:xfrm>
          <a:prstGeom prst="roundRect">
            <a:avLst/>
          </a:prstGeom>
          <a:solidFill>
            <a:srgbClr val="2E7D3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2" name="TextBox 151"/>
          <p:cNvSpPr txBox="1"/>
          <p:nvPr/>
        </p:nvSpPr>
        <p:spPr>
          <a:xfrm>
            <a:off x="6786880" y="4663440"/>
            <a:ext cx="1143000" cy="167640"/>
          </a:xfrm>
          <a:prstGeom prst="rect">
            <a:avLst/>
          </a:prstGeom>
          <a:noFill/>
          <a:ln>
            <a:noFill/>
          </a:ln>
        </p:spPr>
        <p:txBody>
          <a:bodyPr wrap="square" lIns="50000" tIns="20000" rIns="50000" bIns="20000" anchor="ctr">
            <a:spAutoFit/>
          </a:bodyPr>
          <a:lstStyle/>
          <a:p>
            <a:pPr algn="ctr"/>
            <a:r>
              <a:rPr sz="850" b="1" i="0">
                <a:solidFill>
                  <a:srgbClr val="FFFFFF"/>
                </a:solidFill>
                <a:latin typeface="Calibri"/>
              </a:rPr>
              <a:t>Frankfurt + Düsseldorf</a:t>
            </a:r>
          </a:p>
        </p:txBody>
      </p:sp>
      <p:sp>
        <p:nvSpPr>
          <p:cNvPr id="153" name="TextBox 152"/>
          <p:cNvSpPr txBox="1"/>
          <p:nvPr/>
        </p:nvSpPr>
        <p:spPr>
          <a:xfrm>
            <a:off x="4307840" y="4678680"/>
            <a:ext cx="2433320" cy="304800"/>
          </a:xfrm>
          <a:prstGeom prst="rect">
            <a:avLst/>
          </a:prstGeom>
          <a:noFill/>
          <a:ln>
            <a:noFill/>
          </a:ln>
        </p:spPr>
        <p:txBody>
          <a:bodyPr wrap="square" lIns="50000" tIns="20000" rIns="50000" bIns="20000" anchor="t">
            <a:spAutoFit/>
          </a:bodyPr>
          <a:lstStyle/>
          <a:p>
            <a:pPr algn="l"/>
            <a:r>
              <a:rPr sz="1100" b="1" i="0">
                <a:solidFill>
                  <a:srgbClr val="1F2937"/>
                </a:solidFill>
                <a:latin typeface="Calibri"/>
              </a:rPr>
              <a:t>DSGVO-konformes Hosting in Deutschland</a:t>
            </a:r>
          </a:p>
        </p:txBody>
      </p:sp>
      <p:sp>
        <p:nvSpPr>
          <p:cNvPr id="154" name="TextBox 153"/>
          <p:cNvSpPr txBox="1"/>
          <p:nvPr/>
        </p:nvSpPr>
        <p:spPr>
          <a:xfrm>
            <a:off x="4307840" y="4998720"/>
            <a:ext cx="3576320" cy="1188720"/>
          </a:xfrm>
          <a:prstGeom prst="rect">
            <a:avLst/>
          </a:prstGeom>
          <a:noFill/>
          <a:ln>
            <a:noFill/>
          </a:ln>
        </p:spPr>
        <p:txBody>
          <a:bodyPr wrap="square" lIns="50000" tIns="20000" rIns="50000" bIns="20000" anchor="t">
            <a:spAutoFit/>
          </a:bodyPr>
          <a:lstStyle/>
          <a:p>
            <a:pPr algn="l">
              <a:spcAft>
                <a:spcPts val="300"/>
              </a:spcAft>
            </a:pPr>
            <a:r>
              <a:rPr sz="950" b="0" i="0">
                <a:solidFill>
                  <a:srgbClr val="1F2937"/>
                </a:solidFill>
                <a:latin typeface="Calibri"/>
              </a:rPr>
              <a:t>Hosting in den ServiceNow-Datacentern Frankfurt am Main und Düsseldorf.</a:t>
            </a:r>
          </a:p>
          <a:p>
            <a:pPr algn="l">
              <a:spcAft>
                <a:spcPts val="300"/>
              </a:spcAft>
            </a:pPr>
            <a:r>
              <a:rPr sz="950" b="0" i="0">
                <a:solidFill>
                  <a:srgbClr val="1F2937"/>
                </a:solidFill>
                <a:latin typeface="Calibri"/>
              </a:rPr>
              <a:t>Vertragliche und technische DSGVO-Konformität gegeben.</a:t>
            </a:r>
          </a:p>
        </p:txBody>
      </p:sp>
      <p:sp>
        <p:nvSpPr>
          <p:cNvPr id="155" name="Rounded Rectangle 154"/>
          <p:cNvSpPr/>
          <p:nvPr/>
        </p:nvSpPr>
        <p:spPr>
          <a:xfrm>
            <a:off x="8128000" y="4572000"/>
            <a:ext cx="3759200" cy="1676400"/>
          </a:xfrm>
          <a:prstGeom prst="roundRect">
            <a:avLst/>
          </a:prstGeom>
          <a:solidFill>
            <a:srgbClr val="F7F7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6" name="Rectangle 155"/>
          <p:cNvSpPr/>
          <p:nvPr/>
        </p:nvSpPr>
        <p:spPr>
          <a:xfrm>
            <a:off x="8128000" y="4572000"/>
            <a:ext cx="3759200" cy="60960"/>
          </a:xfrm>
          <a:prstGeom prst="rect">
            <a:avLst/>
          </a:prstGeom>
          <a:solidFill>
            <a:srgbClr val="2E7D3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7" name="Rounded Rectangle 156"/>
          <p:cNvSpPr/>
          <p:nvPr/>
        </p:nvSpPr>
        <p:spPr>
          <a:xfrm>
            <a:off x="10698480" y="4663440"/>
            <a:ext cx="1143000" cy="167640"/>
          </a:xfrm>
          <a:prstGeom prst="roundRect">
            <a:avLst/>
          </a:prstGeom>
          <a:solidFill>
            <a:srgbClr val="2E7D3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8" name="TextBox 157"/>
          <p:cNvSpPr txBox="1"/>
          <p:nvPr/>
        </p:nvSpPr>
        <p:spPr>
          <a:xfrm>
            <a:off x="10698480" y="4663440"/>
            <a:ext cx="1143000" cy="167640"/>
          </a:xfrm>
          <a:prstGeom prst="rect">
            <a:avLst/>
          </a:prstGeom>
          <a:noFill/>
          <a:ln>
            <a:noFill/>
          </a:ln>
        </p:spPr>
        <p:txBody>
          <a:bodyPr wrap="square" lIns="50000" tIns="20000" rIns="50000" bIns="20000" anchor="ctr">
            <a:spAutoFit/>
          </a:bodyPr>
          <a:lstStyle/>
          <a:p>
            <a:pPr algn="ctr"/>
            <a:r>
              <a:rPr sz="850" b="1" i="0">
                <a:solidFill>
                  <a:srgbClr val="FFFFFF"/>
                </a:solidFill>
                <a:latin typeface="Calibri"/>
              </a:rPr>
              <a:t>Plattform-Synergie</a:t>
            </a:r>
          </a:p>
        </p:txBody>
      </p:sp>
      <p:sp>
        <p:nvSpPr>
          <p:cNvPr id="159" name="TextBox 158"/>
          <p:cNvSpPr txBox="1"/>
          <p:nvPr/>
        </p:nvSpPr>
        <p:spPr>
          <a:xfrm>
            <a:off x="8219440" y="4678680"/>
            <a:ext cx="2433320" cy="304800"/>
          </a:xfrm>
          <a:prstGeom prst="rect">
            <a:avLst/>
          </a:prstGeom>
          <a:noFill/>
          <a:ln>
            <a:noFill/>
          </a:ln>
        </p:spPr>
        <p:txBody>
          <a:bodyPr wrap="square" lIns="50000" tIns="20000" rIns="50000" bIns="20000" anchor="t">
            <a:spAutoFit/>
          </a:bodyPr>
          <a:lstStyle/>
          <a:p>
            <a:pPr algn="l"/>
            <a:r>
              <a:rPr sz="1100" b="1" i="0">
                <a:solidFill>
                  <a:srgbClr val="1F2937"/>
                </a:solidFill>
                <a:latin typeface="Calibri"/>
              </a:rPr>
              <a:t>Anschluss-/Erweiterungsfähigkeit</a:t>
            </a:r>
          </a:p>
        </p:txBody>
      </p:sp>
      <p:sp>
        <p:nvSpPr>
          <p:cNvPr id="160" name="TextBox 159"/>
          <p:cNvSpPr txBox="1"/>
          <p:nvPr/>
        </p:nvSpPr>
        <p:spPr>
          <a:xfrm>
            <a:off x="8219440" y="4998720"/>
            <a:ext cx="3576320" cy="1188720"/>
          </a:xfrm>
          <a:prstGeom prst="rect">
            <a:avLst/>
          </a:prstGeom>
          <a:noFill/>
          <a:ln>
            <a:noFill/>
          </a:ln>
        </p:spPr>
        <p:txBody>
          <a:bodyPr wrap="square" lIns="50000" tIns="20000" rIns="50000" bIns="20000" anchor="t">
            <a:spAutoFit/>
          </a:bodyPr>
          <a:lstStyle/>
          <a:p>
            <a:pPr algn="l">
              <a:spcAft>
                <a:spcPts val="300"/>
              </a:spcAft>
            </a:pPr>
            <a:r>
              <a:rPr sz="950" b="0" i="0">
                <a:solidFill>
                  <a:srgbClr val="1F2937"/>
                </a:solidFill>
                <a:latin typeface="Calibri"/>
              </a:rPr>
              <a:t>ITSM-CMDB als Andockpunkt für SPM (Apps, Services, Verträge).</a:t>
            </a:r>
          </a:p>
          <a:p>
            <a:pPr algn="l">
              <a:spcAft>
                <a:spcPts val="300"/>
              </a:spcAft>
            </a:pPr>
            <a:r>
              <a:rPr sz="950" b="0" i="0">
                <a:solidFill>
                  <a:srgbClr val="1F2937"/>
                </a:solidFill>
                <a:latin typeface="Calibri"/>
              </a:rPr>
              <a:t>Plattform-Erweiterung statt Tool-Neubeschaffung – Synergien bei Lizenz/Betrieb.</a:t>
            </a:r>
          </a:p>
        </p:txBody>
      </p:sp>
      <p:sp>
        <p:nvSpPr>
          <p:cNvPr id="161" name="TextBox 160"/>
          <p:cNvSpPr txBox="1"/>
          <p:nvPr/>
        </p:nvSpPr>
        <p:spPr>
          <a:xfrm>
            <a:off x="304800" y="6591300"/>
            <a:ext cx="11582400" cy="152400"/>
          </a:xfrm>
          <a:prstGeom prst="rect">
            <a:avLst/>
          </a:prstGeom>
          <a:noFill/>
          <a:ln>
            <a:noFill/>
          </a:ln>
        </p:spPr>
        <p:txBody>
          <a:bodyPr wrap="square" lIns="50000" tIns="20000" rIns="50000" bIns="20000" anchor="t">
            <a:spAutoFit/>
          </a:bodyPr>
          <a:lstStyle/>
          <a:p>
            <a:pPr algn="l"/>
            <a:r>
              <a:rPr sz="800" b="0" i="1">
                <a:solidFill>
                  <a:srgbClr val="4B5563"/>
                </a:solidFill>
                <a:latin typeface="Calibri"/>
              </a:rPr>
              <a:t>Quellen: ServiceNow (servicenow.com), Customer References; STIHL IT (Bestand seit 2014, Hosting Frankfurt + Düsseldorf, DSGVO-konform).</a:t>
            </a:r>
          </a:p>
        </p:txBody>
      </p:sp>
      <p:sp>
        <p:nvSpPr>
          <p:cNvPr id="162" name="Rectangle 161"/>
          <p:cNvSpPr/>
          <p:nvPr/>
        </p:nvSpPr>
        <p:spPr>
          <a:xfrm>
            <a:off x="0" y="6804660"/>
            <a:ext cx="12192000" cy="53340"/>
          </a:xfrm>
          <a:prstGeom prst="rect">
            <a:avLst/>
          </a:prstGeom>
          <a:solidFill>
            <a:srgbClr val="F07F1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2650BC8-C207-B875-E1CE-477F7CA9C7F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3" name="think-cell data - do not delete" hidden="1">
            <a:extLst>
              <a:ext uri="{FF2B5EF4-FFF2-40B4-BE49-F238E27FC236}">
                <a16:creationId xmlns:a16="http://schemas.microsoft.com/office/drawing/2014/main" id="{03B845D5-92C4-387E-924E-A9F1C185FD1C}"/>
              </a:ext>
            </a:extLst>
          </p:cNvPr>
          <p:cNvGraphicFramePr>
            <a:graphicFrameLocks/>
          </p:cNvGraphicFramePr>
          <p:nvPr>
            <p:custDataLst>
              <p:tags r:id="rId1"/>
            </p:custDataLst>
            <p:extLst>
              <p:ext uri="{D42A27DB-BD31-4B8C-83A1-F6EECF244321}">
                <p14:modId xmlns:p14="http://schemas.microsoft.com/office/powerpoint/2010/main" val="1661425704"/>
              </p:ext>
            </p:extLst>
          </p:nvPr>
        </p:nvGraphicFramePr>
        <p:xfrm>
          <a:off x="1588" y="1588"/>
          <a:ext cx="1588" cy="15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think-cell Slide" r:id="rId15" imgW="408" imgH="408" progId="TCLayout.ActiveDocument.1">
                  <p:embed/>
                </p:oleObj>
              </mc:Choice>
              <mc:Fallback>
                <p:oleObj name="think-cell Slide" r:id="rId15" imgW="408" imgH="408" progId="TCLayout.ActiveDocument.1">
                  <p:embed/>
                  <p:pic>
                    <p:nvPicPr>
                      <p:cNvPr id="3" name="think-cell data - do not delete" hidden="1">
                        <a:extLst>
                          <a:ext uri="{FF2B5EF4-FFF2-40B4-BE49-F238E27FC236}">
                            <a16:creationId xmlns:a16="http://schemas.microsoft.com/office/drawing/2014/main" id="{03B845D5-92C4-387E-924E-A9F1C185FD1C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16"/>
                      <a:stretch>
                        <a:fillRect/>
                      </a:stretch>
                    </p:blipFill>
                    <p:spPr>
                      <a:xfrm>
                        <a:off x="1588" y="1588"/>
                        <a:ext cx="1588" cy="1588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2" name="Titel 1">
            <a:extLst>
              <a:ext uri="{FF2B5EF4-FFF2-40B4-BE49-F238E27FC236}">
                <a16:creationId xmlns:a16="http://schemas.microsoft.com/office/drawing/2014/main" id="{A3A5BEF6-C762-0404-DD2D-0EEB3C3799D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995363" y="503546"/>
            <a:ext cx="9063988" cy="304699"/>
          </a:xfrm>
        </p:spPr>
        <p:txBody>
          <a:bodyPr vert="horz" rIns="0"/>
          <a:lstStyle/>
          <a:p>
            <a:r>
              <a:rPr lang="de-DE" sz="2400"/>
              <a:t>Vorprojekt SNOW – </a:t>
            </a:r>
            <a:r>
              <a:rPr lang="de-DE" sz="2400">
                <a:solidFill>
                  <a:schemeClr val="accent2"/>
                </a:solidFill>
              </a:rPr>
              <a:t>Ergebnisse (1 von 2)</a:t>
            </a:r>
            <a:endParaRPr lang="de-DE" b="0">
              <a:solidFill>
                <a:schemeClr val="accent2"/>
              </a:solidFill>
            </a:endParaRPr>
          </a:p>
        </p:txBody>
      </p:sp>
      <p:sp>
        <p:nvSpPr>
          <p:cNvPr id="4" name="ListLeanHorizontalTextDetail2">
            <a:extLst>
              <a:ext uri="{FF2B5EF4-FFF2-40B4-BE49-F238E27FC236}">
                <a16:creationId xmlns:a16="http://schemas.microsoft.com/office/drawing/2014/main" id="{A3A3798C-EF78-A279-9C14-6790F0FF98DD}"/>
              </a:ext>
            </a:extLst>
          </p:cNvPr>
          <p:cNvSpPr txBox="1">
            <a:spLocks/>
          </p:cNvSpPr>
          <p:nvPr/>
        </p:nvSpPr>
        <p:spPr>
          <a:xfrm>
            <a:off x="479426" y="487817"/>
            <a:ext cx="334800" cy="335605"/>
          </a:xfrm>
          <a:prstGeom prst="rect">
            <a:avLst/>
          </a:prstGeom>
          <a:solidFill>
            <a:schemeClr val="bg2"/>
          </a:solidFill>
        </p:spPr>
        <p:txBody>
          <a:bodyPr vert="horz" wrap="square" lIns="0" tIns="0" rIns="0" bIns="0" rtlCol="0" anchor="ctr" anchorCtr="0">
            <a:noAutofit/>
          </a:bodyPr>
          <a:lstStyle>
            <a:defPPr>
              <a:defRPr lang="en-US"/>
            </a:defPPr>
            <a:lvl1pPr marL="0" algn="l" defTabSz="914354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178" algn="l" defTabSz="914354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354" algn="l" defTabSz="914354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532" algn="l" defTabSz="914354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709" algn="l" defTabSz="914354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5886" algn="l" defTabSz="914354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062" algn="l" defTabSz="914354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240" algn="l" defTabSz="914354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418" algn="l" defTabSz="914354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 fontAlgn="base">
              <a:spcAft>
                <a:spcPts val="600"/>
              </a:spcAft>
              <a:buClr>
                <a:srgbClr val="000000"/>
              </a:buClr>
              <a:buSzPct val="100000"/>
            </a:pPr>
            <a:r>
              <a:rPr lang="en-US" sz="2400" b="1">
                <a:solidFill>
                  <a:schemeClr val="accent2"/>
                </a:solidFill>
                <a:latin typeface="STIHL Contraface Display Title" panose="02000600040000020004" pitchFamily="50" charset="0"/>
              </a:rPr>
              <a:t>A</a:t>
            </a:r>
            <a:endParaRPr lang="en-US" sz="1400" b="1">
              <a:solidFill>
                <a:schemeClr val="accent2"/>
              </a:solidFill>
              <a:latin typeface="STIHL Contraface Display Title" panose="02000600040000020004" pitchFamily="50" charset="0"/>
            </a:endParaRPr>
          </a:p>
        </p:txBody>
      </p:sp>
      <p:sp>
        <p:nvSpPr>
          <p:cNvPr id="7" name="Rechteck 6">
            <a:extLst>
              <a:ext uri="{FF2B5EF4-FFF2-40B4-BE49-F238E27FC236}">
                <a16:creationId xmlns:a16="http://schemas.microsoft.com/office/drawing/2014/main" id="{AC0E8782-61AB-06C4-D6E0-11DC652F628C}"/>
              </a:ext>
            </a:extLst>
          </p:cNvPr>
          <p:cNvSpPr/>
          <p:nvPr/>
        </p:nvSpPr>
        <p:spPr>
          <a:xfrm>
            <a:off x="477837" y="1603375"/>
            <a:ext cx="3592397" cy="2308762"/>
          </a:xfrm>
          <a:prstGeom prst="rect">
            <a:avLst/>
          </a:prstGeom>
          <a:ln>
            <a:solidFill>
              <a:schemeClr val="tx1"/>
            </a:solidFill>
            <a:prstDash val="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lIns="72000" tIns="72000" rIns="72000" bIns="72000" rtlCol="0" anchor="ctr"/>
          <a:lstStyle/>
          <a:p>
            <a:pPr algn="ctr">
              <a:lnSpc>
                <a:spcPct val="90000"/>
              </a:lnSpc>
            </a:pPr>
            <a:endParaRPr lang="en-US" sz="1600" b="1">
              <a:solidFill>
                <a:schemeClr val="tx1"/>
              </a:solidFill>
            </a:endParaRPr>
          </a:p>
        </p:txBody>
      </p:sp>
      <p:sp>
        <p:nvSpPr>
          <p:cNvPr id="8" name="Rechteck 7">
            <a:extLst>
              <a:ext uri="{FF2B5EF4-FFF2-40B4-BE49-F238E27FC236}">
                <a16:creationId xmlns:a16="http://schemas.microsoft.com/office/drawing/2014/main" id="{32F8B2E2-45B2-9FC3-366E-88A6C729283F}"/>
              </a:ext>
            </a:extLst>
          </p:cNvPr>
          <p:cNvSpPr/>
          <p:nvPr/>
        </p:nvSpPr>
        <p:spPr>
          <a:xfrm>
            <a:off x="618526" y="1745322"/>
            <a:ext cx="3311019" cy="289821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/>
          <a:p>
            <a:r>
              <a:rPr lang="de-DE" b="1"/>
              <a:t>Entwicklung (EWW):</a:t>
            </a:r>
          </a:p>
        </p:txBody>
      </p:sp>
      <p:sp>
        <p:nvSpPr>
          <p:cNvPr id="11" name="Rechteck 10">
            <a:extLst>
              <a:ext uri="{FF2B5EF4-FFF2-40B4-BE49-F238E27FC236}">
                <a16:creationId xmlns:a16="http://schemas.microsoft.com/office/drawing/2014/main" id="{7B2F266B-7C93-5F6B-6C2E-D8B8F0BA8673}"/>
              </a:ext>
            </a:extLst>
          </p:cNvPr>
          <p:cNvSpPr/>
          <p:nvPr/>
        </p:nvSpPr>
        <p:spPr>
          <a:xfrm>
            <a:off x="4299801" y="1603375"/>
            <a:ext cx="3592397" cy="2308762"/>
          </a:xfrm>
          <a:prstGeom prst="rect">
            <a:avLst/>
          </a:prstGeom>
          <a:ln>
            <a:solidFill>
              <a:schemeClr val="tx1"/>
            </a:solidFill>
            <a:prstDash val="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lIns="72000" tIns="72000" rIns="72000" bIns="72000" rtlCol="0" anchor="ctr"/>
          <a:lstStyle/>
          <a:p>
            <a:pPr algn="ctr">
              <a:lnSpc>
                <a:spcPct val="90000"/>
              </a:lnSpc>
            </a:pPr>
            <a:endParaRPr lang="en-US" sz="1600" b="1">
              <a:solidFill>
                <a:schemeClr val="tx1"/>
              </a:solidFill>
            </a:endParaRPr>
          </a:p>
        </p:txBody>
      </p:sp>
      <p:sp>
        <p:nvSpPr>
          <p:cNvPr id="12" name="Rechteck 11">
            <a:extLst>
              <a:ext uri="{FF2B5EF4-FFF2-40B4-BE49-F238E27FC236}">
                <a16:creationId xmlns:a16="http://schemas.microsoft.com/office/drawing/2014/main" id="{2F2026F5-9182-CE36-D6F9-8ED45D473ECB}"/>
              </a:ext>
            </a:extLst>
          </p:cNvPr>
          <p:cNvSpPr/>
          <p:nvPr/>
        </p:nvSpPr>
        <p:spPr>
          <a:xfrm>
            <a:off x="4440490" y="1745322"/>
            <a:ext cx="3311019" cy="289821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/>
          <a:p>
            <a:r>
              <a:rPr lang="de-DE" b="1"/>
              <a:t>Produktion (TGG):</a:t>
            </a:r>
          </a:p>
        </p:txBody>
      </p:sp>
      <p:sp>
        <p:nvSpPr>
          <p:cNvPr id="14" name="Rechteck 13">
            <a:extLst>
              <a:ext uri="{FF2B5EF4-FFF2-40B4-BE49-F238E27FC236}">
                <a16:creationId xmlns:a16="http://schemas.microsoft.com/office/drawing/2014/main" id="{0EC924BA-75D1-3D0C-8341-F8800B6DDF3D}"/>
              </a:ext>
            </a:extLst>
          </p:cNvPr>
          <p:cNvSpPr/>
          <p:nvPr/>
        </p:nvSpPr>
        <p:spPr>
          <a:xfrm>
            <a:off x="8121765" y="1603375"/>
            <a:ext cx="3592397" cy="2308762"/>
          </a:xfrm>
          <a:prstGeom prst="rect">
            <a:avLst/>
          </a:prstGeom>
          <a:ln>
            <a:solidFill>
              <a:schemeClr val="tx1"/>
            </a:solidFill>
            <a:prstDash val="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lIns="72000" tIns="72000" rIns="72000" bIns="72000" rtlCol="0" anchor="ctr"/>
          <a:lstStyle/>
          <a:p>
            <a:pPr algn="ctr">
              <a:lnSpc>
                <a:spcPct val="90000"/>
              </a:lnSpc>
            </a:pPr>
            <a:endParaRPr lang="en-US" sz="1600" b="1">
              <a:solidFill>
                <a:schemeClr val="tx1"/>
              </a:solidFill>
            </a:endParaRPr>
          </a:p>
        </p:txBody>
      </p:sp>
      <p:sp>
        <p:nvSpPr>
          <p:cNvPr id="15" name="Rechteck 14">
            <a:extLst>
              <a:ext uri="{FF2B5EF4-FFF2-40B4-BE49-F238E27FC236}">
                <a16:creationId xmlns:a16="http://schemas.microsoft.com/office/drawing/2014/main" id="{F769F664-AB94-63F4-A05E-F84253C69F19}"/>
              </a:ext>
            </a:extLst>
          </p:cNvPr>
          <p:cNvSpPr/>
          <p:nvPr/>
        </p:nvSpPr>
        <p:spPr>
          <a:xfrm>
            <a:off x="8262454" y="1745322"/>
            <a:ext cx="3311019" cy="289821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/>
          <a:p>
            <a:r>
              <a:rPr lang="de-DE" b="1"/>
              <a:t>IT (VFI):</a:t>
            </a:r>
          </a:p>
        </p:txBody>
      </p:sp>
      <p:sp>
        <p:nvSpPr>
          <p:cNvPr id="25" name="Rechteck 24">
            <a:extLst>
              <a:ext uri="{FF2B5EF4-FFF2-40B4-BE49-F238E27FC236}">
                <a16:creationId xmlns:a16="http://schemas.microsoft.com/office/drawing/2014/main" id="{30C68599-2108-922D-2DE6-BEB8C582DACF}"/>
              </a:ext>
            </a:extLst>
          </p:cNvPr>
          <p:cNvSpPr/>
          <p:nvPr/>
        </p:nvSpPr>
        <p:spPr>
          <a:xfrm>
            <a:off x="477837" y="4146013"/>
            <a:ext cx="3592397" cy="2308762"/>
          </a:xfrm>
          <a:prstGeom prst="rect">
            <a:avLst/>
          </a:prstGeom>
          <a:ln>
            <a:solidFill>
              <a:schemeClr val="tx1"/>
            </a:solidFill>
            <a:prstDash val="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lIns="72000" tIns="72000" rIns="72000" bIns="72000" rtlCol="0" anchor="ctr"/>
          <a:lstStyle/>
          <a:p>
            <a:pPr algn="ctr">
              <a:lnSpc>
                <a:spcPct val="90000"/>
              </a:lnSpc>
            </a:pPr>
            <a:endParaRPr lang="en-US" sz="1600" b="1">
              <a:solidFill>
                <a:schemeClr val="tx1"/>
              </a:solidFill>
            </a:endParaRPr>
          </a:p>
        </p:txBody>
      </p:sp>
      <p:sp>
        <p:nvSpPr>
          <p:cNvPr id="26" name="Rechteck 25">
            <a:extLst>
              <a:ext uri="{FF2B5EF4-FFF2-40B4-BE49-F238E27FC236}">
                <a16:creationId xmlns:a16="http://schemas.microsoft.com/office/drawing/2014/main" id="{41133DD0-6457-B9E5-A408-4C914607CDAB}"/>
              </a:ext>
            </a:extLst>
          </p:cNvPr>
          <p:cNvSpPr/>
          <p:nvPr/>
        </p:nvSpPr>
        <p:spPr>
          <a:xfrm>
            <a:off x="618526" y="4287960"/>
            <a:ext cx="3311019" cy="289821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/>
          <a:p>
            <a:r>
              <a:rPr lang="de-DE" b="1"/>
              <a:t>Strategie (SCD):</a:t>
            </a:r>
          </a:p>
        </p:txBody>
      </p:sp>
      <p:sp>
        <p:nvSpPr>
          <p:cNvPr id="23" name="Rechteck 22">
            <a:extLst>
              <a:ext uri="{FF2B5EF4-FFF2-40B4-BE49-F238E27FC236}">
                <a16:creationId xmlns:a16="http://schemas.microsoft.com/office/drawing/2014/main" id="{977BED71-9EF5-B3E7-EDD1-9AEC7AC81D05}"/>
              </a:ext>
            </a:extLst>
          </p:cNvPr>
          <p:cNvSpPr/>
          <p:nvPr/>
        </p:nvSpPr>
        <p:spPr>
          <a:xfrm>
            <a:off x="4299801" y="4146013"/>
            <a:ext cx="3592397" cy="2308762"/>
          </a:xfrm>
          <a:prstGeom prst="rect">
            <a:avLst/>
          </a:prstGeom>
          <a:ln>
            <a:solidFill>
              <a:schemeClr val="tx1"/>
            </a:solidFill>
            <a:prstDash val="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lIns="72000" tIns="72000" rIns="72000" bIns="72000" rtlCol="0" anchor="ctr"/>
          <a:lstStyle/>
          <a:p>
            <a:pPr algn="ctr">
              <a:lnSpc>
                <a:spcPct val="90000"/>
              </a:lnSpc>
            </a:pPr>
            <a:endParaRPr lang="en-US" sz="1600" b="1">
              <a:solidFill>
                <a:schemeClr val="tx1"/>
              </a:solidFill>
            </a:endParaRPr>
          </a:p>
        </p:txBody>
      </p:sp>
      <p:sp>
        <p:nvSpPr>
          <p:cNvPr id="24" name="Rechteck 23">
            <a:extLst>
              <a:ext uri="{FF2B5EF4-FFF2-40B4-BE49-F238E27FC236}">
                <a16:creationId xmlns:a16="http://schemas.microsoft.com/office/drawing/2014/main" id="{E8DE8B37-443D-D9C8-C52A-59B4C6F32DB2}"/>
              </a:ext>
            </a:extLst>
          </p:cNvPr>
          <p:cNvSpPr/>
          <p:nvPr/>
        </p:nvSpPr>
        <p:spPr>
          <a:xfrm>
            <a:off x="4440490" y="4287960"/>
            <a:ext cx="3311019" cy="289821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/>
          <a:p>
            <a:r>
              <a:rPr lang="de-DE" b="1"/>
              <a:t>Produktmanagement (MPM):</a:t>
            </a:r>
          </a:p>
        </p:txBody>
      </p:sp>
      <p:sp>
        <p:nvSpPr>
          <p:cNvPr id="21" name="Rechteck 20">
            <a:extLst>
              <a:ext uri="{FF2B5EF4-FFF2-40B4-BE49-F238E27FC236}">
                <a16:creationId xmlns:a16="http://schemas.microsoft.com/office/drawing/2014/main" id="{B4E143F0-01F5-FC80-97BB-EFCBF2CFA8FB}"/>
              </a:ext>
            </a:extLst>
          </p:cNvPr>
          <p:cNvSpPr/>
          <p:nvPr/>
        </p:nvSpPr>
        <p:spPr>
          <a:xfrm>
            <a:off x="8121765" y="4146013"/>
            <a:ext cx="3592397" cy="2308762"/>
          </a:xfrm>
          <a:prstGeom prst="rect">
            <a:avLst/>
          </a:prstGeom>
          <a:ln>
            <a:solidFill>
              <a:schemeClr val="tx1"/>
            </a:solidFill>
            <a:prstDash val="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lIns="72000" tIns="72000" rIns="72000" bIns="72000" rtlCol="0" anchor="ctr"/>
          <a:lstStyle/>
          <a:p>
            <a:pPr algn="ctr">
              <a:lnSpc>
                <a:spcPct val="90000"/>
              </a:lnSpc>
            </a:pPr>
            <a:endParaRPr lang="en-US" sz="1600" b="1">
              <a:solidFill>
                <a:schemeClr val="tx1"/>
              </a:solidFill>
            </a:endParaRPr>
          </a:p>
        </p:txBody>
      </p:sp>
      <p:sp>
        <p:nvSpPr>
          <p:cNvPr id="22" name="Rechteck 21">
            <a:extLst>
              <a:ext uri="{FF2B5EF4-FFF2-40B4-BE49-F238E27FC236}">
                <a16:creationId xmlns:a16="http://schemas.microsoft.com/office/drawing/2014/main" id="{5BE85C31-DC0E-35E2-7957-0F81A2168E4A}"/>
              </a:ext>
            </a:extLst>
          </p:cNvPr>
          <p:cNvSpPr/>
          <p:nvPr/>
        </p:nvSpPr>
        <p:spPr>
          <a:xfrm>
            <a:off x="8262454" y="4287960"/>
            <a:ext cx="3311019" cy="289821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/>
          <a:p>
            <a:r>
              <a:rPr lang="de-DE" b="1"/>
              <a:t>Finanzen (VFI):</a:t>
            </a:r>
          </a:p>
        </p:txBody>
      </p:sp>
      <p:sp>
        <p:nvSpPr>
          <p:cNvPr id="28" name="Rechteck 27">
            <a:extLst>
              <a:ext uri="{FF2B5EF4-FFF2-40B4-BE49-F238E27FC236}">
                <a16:creationId xmlns:a16="http://schemas.microsoft.com/office/drawing/2014/main" id="{8430C497-8CEE-C7D1-A5AB-ECBE9A286C5C}"/>
              </a:ext>
            </a:extLst>
          </p:cNvPr>
          <p:cNvSpPr/>
          <p:nvPr/>
        </p:nvSpPr>
        <p:spPr>
          <a:xfrm>
            <a:off x="618526" y="2124108"/>
            <a:ext cx="3311019" cy="246221"/>
          </a:xfrm>
          <a:prstGeom prst="rect">
            <a:avLst/>
          </a:prstGeom>
          <a:solidFill>
            <a:schemeClr val="accent2">
              <a:lumMod val="20000"/>
              <a:lumOff val="80000"/>
            </a:schemeClr>
          </a:solidFill>
        </p:spPr>
        <p:txBody>
          <a:bodyPr wrap="square" lIns="72000" tIns="36000" rIns="72000" bIns="36000" anchor="ctr">
            <a:noAutofit/>
          </a:bodyPr>
          <a:lstStyle/>
          <a:p>
            <a:r>
              <a:rPr lang="de-DE" sz="1600"/>
              <a:t>Produktprojekte</a:t>
            </a:r>
          </a:p>
        </p:txBody>
      </p:sp>
      <p:sp>
        <p:nvSpPr>
          <p:cNvPr id="29" name="Rechteck 28">
            <a:extLst>
              <a:ext uri="{FF2B5EF4-FFF2-40B4-BE49-F238E27FC236}">
                <a16:creationId xmlns:a16="http://schemas.microsoft.com/office/drawing/2014/main" id="{274E5CD0-1CD9-976E-2C22-01E897951BAE}"/>
              </a:ext>
            </a:extLst>
          </p:cNvPr>
          <p:cNvSpPr/>
          <p:nvPr/>
        </p:nvSpPr>
        <p:spPr>
          <a:xfrm>
            <a:off x="4440490" y="2124108"/>
            <a:ext cx="3311019" cy="246221"/>
          </a:xfrm>
          <a:prstGeom prst="rect">
            <a:avLst/>
          </a:prstGeom>
          <a:solidFill>
            <a:schemeClr val="accent2">
              <a:lumMod val="20000"/>
              <a:lumOff val="80000"/>
            </a:schemeClr>
          </a:solidFill>
        </p:spPr>
        <p:txBody>
          <a:bodyPr wrap="square" lIns="72000" tIns="36000" rIns="72000" bIns="36000" anchor="ctr">
            <a:noAutofit/>
          </a:bodyPr>
          <a:lstStyle/>
          <a:p>
            <a:r>
              <a:rPr lang="de-DE" sz="1600"/>
              <a:t>Infrastrukturprojekte</a:t>
            </a:r>
          </a:p>
        </p:txBody>
      </p:sp>
      <p:sp>
        <p:nvSpPr>
          <p:cNvPr id="30" name="Rechteck 29">
            <a:extLst>
              <a:ext uri="{FF2B5EF4-FFF2-40B4-BE49-F238E27FC236}">
                <a16:creationId xmlns:a16="http://schemas.microsoft.com/office/drawing/2014/main" id="{89C01173-2AB3-EA85-A77A-57B5EAADA04C}"/>
              </a:ext>
            </a:extLst>
          </p:cNvPr>
          <p:cNvSpPr/>
          <p:nvPr/>
        </p:nvSpPr>
        <p:spPr>
          <a:xfrm>
            <a:off x="8262454" y="2124108"/>
            <a:ext cx="3311019" cy="246221"/>
          </a:xfrm>
          <a:prstGeom prst="rect">
            <a:avLst/>
          </a:prstGeom>
          <a:solidFill>
            <a:schemeClr val="accent2">
              <a:lumMod val="20000"/>
              <a:lumOff val="80000"/>
            </a:schemeClr>
          </a:solidFill>
        </p:spPr>
        <p:txBody>
          <a:bodyPr wrap="square" lIns="72000" tIns="36000" rIns="72000" bIns="36000" anchor="ctr">
            <a:noAutofit/>
          </a:bodyPr>
          <a:lstStyle/>
          <a:p>
            <a:r>
              <a:rPr lang="de-DE" sz="1600"/>
              <a:t>IT-Projekte</a:t>
            </a:r>
          </a:p>
        </p:txBody>
      </p:sp>
      <p:sp>
        <p:nvSpPr>
          <p:cNvPr id="31" name="Rechteck 30">
            <a:extLst>
              <a:ext uri="{FF2B5EF4-FFF2-40B4-BE49-F238E27FC236}">
                <a16:creationId xmlns:a16="http://schemas.microsoft.com/office/drawing/2014/main" id="{E36AE2DC-A864-60FD-30F1-F929BFBB1612}"/>
              </a:ext>
            </a:extLst>
          </p:cNvPr>
          <p:cNvSpPr/>
          <p:nvPr/>
        </p:nvSpPr>
        <p:spPr>
          <a:xfrm>
            <a:off x="618526" y="4666746"/>
            <a:ext cx="3311019" cy="246221"/>
          </a:xfrm>
          <a:prstGeom prst="rect">
            <a:avLst/>
          </a:prstGeom>
          <a:solidFill>
            <a:schemeClr val="accent2">
              <a:lumMod val="20000"/>
              <a:lumOff val="80000"/>
            </a:schemeClr>
          </a:solidFill>
        </p:spPr>
        <p:txBody>
          <a:bodyPr wrap="square" lIns="72000" tIns="36000" rIns="72000" bIns="36000" anchor="ctr">
            <a:noAutofit/>
          </a:bodyPr>
          <a:lstStyle/>
          <a:p>
            <a:r>
              <a:rPr lang="de-DE" sz="1600"/>
              <a:t>Sonderprojekte</a:t>
            </a:r>
          </a:p>
        </p:txBody>
      </p:sp>
      <p:sp>
        <p:nvSpPr>
          <p:cNvPr id="32" name="Rechteck 31">
            <a:extLst>
              <a:ext uri="{FF2B5EF4-FFF2-40B4-BE49-F238E27FC236}">
                <a16:creationId xmlns:a16="http://schemas.microsoft.com/office/drawing/2014/main" id="{E83F7AB9-6956-5BC3-F580-BC1157E50332}"/>
              </a:ext>
            </a:extLst>
          </p:cNvPr>
          <p:cNvSpPr/>
          <p:nvPr/>
        </p:nvSpPr>
        <p:spPr>
          <a:xfrm>
            <a:off x="4440490" y="4666746"/>
            <a:ext cx="3311019" cy="246221"/>
          </a:xfrm>
          <a:prstGeom prst="rect">
            <a:avLst/>
          </a:prstGeom>
          <a:solidFill>
            <a:schemeClr val="accent2">
              <a:lumMod val="20000"/>
              <a:lumOff val="80000"/>
            </a:schemeClr>
          </a:solidFill>
        </p:spPr>
        <p:txBody>
          <a:bodyPr wrap="square" lIns="72000" tIns="36000" rIns="72000" bIns="36000" anchor="ctr">
            <a:noAutofit/>
          </a:bodyPr>
          <a:lstStyle/>
          <a:p>
            <a:r>
              <a:rPr lang="de-DE" sz="1600"/>
              <a:t>Strategische Produktplanung</a:t>
            </a:r>
          </a:p>
        </p:txBody>
      </p:sp>
      <p:sp>
        <p:nvSpPr>
          <p:cNvPr id="33" name="Rechteck 32">
            <a:extLst>
              <a:ext uri="{FF2B5EF4-FFF2-40B4-BE49-F238E27FC236}">
                <a16:creationId xmlns:a16="http://schemas.microsoft.com/office/drawing/2014/main" id="{82E11BF2-1401-90F8-CB3E-2EDCF30378C1}"/>
              </a:ext>
            </a:extLst>
          </p:cNvPr>
          <p:cNvSpPr/>
          <p:nvPr/>
        </p:nvSpPr>
        <p:spPr>
          <a:xfrm>
            <a:off x="8262454" y="4666746"/>
            <a:ext cx="3311019" cy="246221"/>
          </a:xfrm>
          <a:prstGeom prst="rect">
            <a:avLst/>
          </a:prstGeom>
          <a:solidFill>
            <a:schemeClr val="accent2">
              <a:lumMod val="20000"/>
              <a:lumOff val="80000"/>
            </a:schemeClr>
          </a:solidFill>
        </p:spPr>
        <p:txBody>
          <a:bodyPr wrap="square" lIns="72000" tIns="36000" rIns="72000" bIns="36000" anchor="ctr">
            <a:noAutofit/>
          </a:bodyPr>
          <a:lstStyle/>
          <a:p>
            <a:r>
              <a:rPr lang="de-DE" sz="1600"/>
              <a:t>EV-Prozess</a:t>
            </a:r>
          </a:p>
        </p:txBody>
      </p:sp>
      <p:sp>
        <p:nvSpPr>
          <p:cNvPr id="34" name="Rechteck 33">
            <a:extLst>
              <a:ext uri="{FF2B5EF4-FFF2-40B4-BE49-F238E27FC236}">
                <a16:creationId xmlns:a16="http://schemas.microsoft.com/office/drawing/2014/main" id="{E1160A0F-B740-C57F-144A-49BB9C4BA2C8}"/>
              </a:ext>
            </a:extLst>
          </p:cNvPr>
          <p:cNvSpPr/>
          <p:nvPr/>
        </p:nvSpPr>
        <p:spPr>
          <a:xfrm>
            <a:off x="618527" y="2507322"/>
            <a:ext cx="2254214" cy="735586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/>
          <a:p>
            <a:pPr marL="182563" indent="-182563" algn="l">
              <a:lnSpc>
                <a:spcPct val="90000"/>
              </a:lnSpc>
              <a:spcBef>
                <a:spcPts val="600"/>
              </a:spcBef>
              <a:buFont typeface="Arial" panose="020B0604020202020204" pitchFamily="34" charset="0"/>
              <a:buChar char="•"/>
            </a:pPr>
            <a:r>
              <a:rPr sz="1000">
                <a:solidFill>
                  <a:srgbClr val="1F2937"/>
                </a:solidFill>
                <a:latin typeface="Calibri"/>
              </a:rPr>
              <a:t>Szenario abbildbar (unter Umständen)</a:t>
            </a:r>
            <a:endParaRPr lang="de-DE" sz="1400"/>
          </a:p>
          <a:p>
            <a:pPr algn="l"/>
            <a:r>
              <a:rPr sz="1000">
                <a:solidFill>
                  <a:srgbClr val="1F2937"/>
                </a:solidFill>
                <a:latin typeface="Calibri"/>
              </a:rPr>
              <a:t>Schwerpunkt Ressourcen- &amp; Finanzplanung</a:t>
            </a:r>
          </a:p>
          <a:p>
            <a:pPr algn="l"/>
            <a:r>
              <a:rPr sz="1000">
                <a:solidFill>
                  <a:srgbClr val="1F2937"/>
                </a:solidFill>
                <a:latin typeface="Calibri"/>
              </a:rPr>
              <a:t>Anbietervergleich notwendig</a:t>
            </a:r>
          </a:p>
        </p:txBody>
      </p:sp>
      <p:sp>
        <p:nvSpPr>
          <p:cNvPr id="35" name="Rechteck 34">
            <a:extLst>
              <a:ext uri="{FF2B5EF4-FFF2-40B4-BE49-F238E27FC236}">
                <a16:creationId xmlns:a16="http://schemas.microsoft.com/office/drawing/2014/main" id="{B1EA0921-E422-4C75-C91C-3ADBBFF9CF02}"/>
              </a:ext>
            </a:extLst>
          </p:cNvPr>
          <p:cNvSpPr/>
          <p:nvPr/>
        </p:nvSpPr>
        <p:spPr>
          <a:xfrm>
            <a:off x="4440491" y="2507322"/>
            <a:ext cx="2254214" cy="735586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/>
          <a:p>
            <a:pPr marL="182563" indent="-182563" algn="l">
              <a:lnSpc>
                <a:spcPct val="90000"/>
              </a:lnSpc>
              <a:spcBef>
                <a:spcPts val="600"/>
              </a:spcBef>
              <a:buFont typeface="Arial" panose="020B0604020202020204" pitchFamily="34" charset="0"/>
              <a:buChar char="•"/>
            </a:pPr>
            <a:r>
              <a:rPr sz="1000">
                <a:solidFill>
                  <a:srgbClr val="1F2937"/>
                </a:solidFill>
                <a:latin typeface="Calibri"/>
              </a:rPr>
              <a:t>Szenario abbildbar</a:t>
            </a:r>
            <a:endParaRPr lang="de-DE" sz="1400"/>
          </a:p>
          <a:p>
            <a:pPr algn="l"/>
            <a:r>
              <a:rPr sz="1000">
                <a:solidFill>
                  <a:srgbClr val="1F2937"/>
                </a:solidFill>
                <a:latin typeface="Calibri"/>
              </a:rPr>
              <a:t>Anforderungen weiter detaillieren</a:t>
            </a:r>
          </a:p>
          <a:p>
            <a:pPr algn="l"/>
            <a:r>
              <a:rPr sz="1000">
                <a:solidFill>
                  <a:srgbClr val="1F2937"/>
                </a:solidFill>
                <a:latin typeface="Calibri"/>
              </a:rPr>
              <a:t>Starker Implementierungspartner nötig</a:t>
            </a:r>
          </a:p>
        </p:txBody>
      </p:sp>
      <p:sp>
        <p:nvSpPr>
          <p:cNvPr id="36" name="Rechteck 35">
            <a:extLst>
              <a:ext uri="{FF2B5EF4-FFF2-40B4-BE49-F238E27FC236}">
                <a16:creationId xmlns:a16="http://schemas.microsoft.com/office/drawing/2014/main" id="{4DE97D1D-1899-E96B-6EAB-11C527696EBD}"/>
              </a:ext>
            </a:extLst>
          </p:cNvPr>
          <p:cNvSpPr/>
          <p:nvPr/>
        </p:nvSpPr>
        <p:spPr>
          <a:xfrm>
            <a:off x="8262455" y="2507322"/>
            <a:ext cx="2254214" cy="735586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/>
          <a:p>
            <a:pPr marL="182563" indent="-182563" algn="l">
              <a:lnSpc>
                <a:spcPct val="90000"/>
              </a:lnSpc>
              <a:spcBef>
                <a:spcPts val="600"/>
              </a:spcBef>
              <a:buFont typeface="Arial" panose="020B0604020202020204" pitchFamily="34" charset="0"/>
              <a:buChar char="•"/>
            </a:pPr>
            <a:r>
              <a:rPr sz="1000">
                <a:solidFill>
                  <a:srgbClr val="1F2937"/>
                </a:solidFill>
                <a:latin typeface="Calibri"/>
              </a:rPr>
              <a:t>IT-Szenario abbildbar</a:t>
            </a:r>
            <a:endParaRPr lang="de-DE" sz="1400"/>
          </a:p>
          <a:p>
            <a:pPr algn="l"/>
            <a:r>
              <a:rPr sz="1000">
                <a:solidFill>
                  <a:srgbClr val="1F2937"/>
                </a:solidFill>
                <a:latin typeface="Calibri"/>
              </a:rPr>
              <a:t>Hohes Potenzial der SNOW-Plattform</a:t>
            </a:r>
          </a:p>
          <a:p>
            <a:pPr algn="l"/>
            <a:r>
              <a:rPr sz="1000">
                <a:solidFill>
                  <a:srgbClr val="1F2937"/>
                </a:solidFill>
                <a:latin typeface="Calibri"/>
              </a:rPr>
              <a:t>Detail-Klärung zur Jahresplanung</a:t>
            </a:r>
          </a:p>
        </p:txBody>
      </p:sp>
      <p:sp>
        <p:nvSpPr>
          <p:cNvPr id="37" name="Rechteck 36">
            <a:extLst>
              <a:ext uri="{FF2B5EF4-FFF2-40B4-BE49-F238E27FC236}">
                <a16:creationId xmlns:a16="http://schemas.microsoft.com/office/drawing/2014/main" id="{F6F09F31-EBEC-6467-99F6-B6AD9A1B458C}"/>
              </a:ext>
            </a:extLst>
          </p:cNvPr>
          <p:cNvSpPr/>
          <p:nvPr/>
        </p:nvSpPr>
        <p:spPr>
          <a:xfrm>
            <a:off x="618527" y="5049960"/>
            <a:ext cx="2254214" cy="735586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/>
          <a:p>
            <a:pPr marL="182563" indent="-182563" algn="l">
              <a:lnSpc>
                <a:spcPct val="90000"/>
              </a:lnSpc>
              <a:spcBef>
                <a:spcPts val="600"/>
              </a:spcBef>
              <a:buFont typeface="Arial" panose="020B0604020202020204" pitchFamily="34" charset="0"/>
              <a:buChar char="•"/>
            </a:pPr>
            <a:r>
              <a:rPr sz="1000">
                <a:solidFill>
                  <a:srgbClr val="1F2937"/>
                </a:solidFill>
                <a:latin typeface="Calibri"/>
              </a:rPr>
              <a:t>SPM (Portfolio &amp; OKR) abbildbar</a:t>
            </a:r>
            <a:endParaRPr lang="de-DE" sz="1400"/>
          </a:p>
          <a:p>
            <a:pPr algn="l"/>
            <a:r>
              <a:rPr sz="1000">
                <a:solidFill>
                  <a:srgbClr val="1F2937"/>
                </a:solidFill>
                <a:latin typeface="Calibri"/>
              </a:rPr>
              <a:t>Sauberes Scope- &amp; Rollout-Mgmt nötig</a:t>
            </a:r>
          </a:p>
          <a:p>
            <a:pPr algn="l"/>
            <a:r>
              <a:rPr sz="1000">
                <a:solidFill>
                  <a:srgbClr val="1F2937"/>
                </a:solidFill>
                <a:latin typeface="Calibri"/>
              </a:rPr>
              <a:t>Potenzial: zentrale Datenbasis</a:t>
            </a:r>
          </a:p>
        </p:txBody>
      </p:sp>
      <p:sp>
        <p:nvSpPr>
          <p:cNvPr id="38" name="Rechteck 37">
            <a:extLst>
              <a:ext uri="{FF2B5EF4-FFF2-40B4-BE49-F238E27FC236}">
                <a16:creationId xmlns:a16="http://schemas.microsoft.com/office/drawing/2014/main" id="{0D1207F8-8F29-184E-2086-1D86D5ADCE77}"/>
              </a:ext>
            </a:extLst>
          </p:cNvPr>
          <p:cNvSpPr/>
          <p:nvPr/>
        </p:nvSpPr>
        <p:spPr>
          <a:xfrm>
            <a:off x="4440491" y="5049960"/>
            <a:ext cx="2254214" cy="735586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/>
          <a:p>
            <a:pPr marL="182563" indent="-182563" algn="l">
              <a:lnSpc>
                <a:spcPct val="90000"/>
              </a:lnSpc>
              <a:spcBef>
                <a:spcPts val="600"/>
              </a:spcBef>
              <a:buFont typeface="Arial" panose="020B0604020202020204" pitchFamily="34" charset="0"/>
              <a:buChar char="•"/>
            </a:pPr>
            <a:r>
              <a:rPr sz="1000">
                <a:solidFill>
                  <a:srgbClr val="1F2937"/>
                </a:solidFill>
                <a:latin typeface="Calibri"/>
              </a:rPr>
              <a:t>SPP Gantt &amp; Bottom-up abbildbar</a:t>
            </a:r>
            <a:endParaRPr lang="de-DE" sz="1400"/>
          </a:p>
          <a:p>
            <a:pPr algn="l"/>
            <a:r>
              <a:rPr sz="1000">
                <a:solidFill>
                  <a:srgbClr val="1F2937"/>
                </a:solidFill>
                <a:latin typeface="Calibri"/>
              </a:rPr>
              <a:t>Integration LH/CRD → Steckbrief</a:t>
            </a:r>
          </a:p>
          <a:p>
            <a:pPr algn="l"/>
            <a:r>
              <a:rPr sz="1000">
                <a:solidFill>
                  <a:srgbClr val="1F2937"/>
                </a:solidFill>
                <a:latin typeface="Calibri"/>
              </a:rPr>
              <a:t>Durchgängige Kette Strategie → Projekt</a:t>
            </a:r>
          </a:p>
        </p:txBody>
      </p:sp>
      <p:sp>
        <p:nvSpPr>
          <p:cNvPr id="39" name="Rechteck 38">
            <a:extLst>
              <a:ext uri="{FF2B5EF4-FFF2-40B4-BE49-F238E27FC236}">
                <a16:creationId xmlns:a16="http://schemas.microsoft.com/office/drawing/2014/main" id="{896EAE5B-FA08-1DC0-904C-36941BE5AA47}"/>
              </a:ext>
            </a:extLst>
          </p:cNvPr>
          <p:cNvSpPr/>
          <p:nvPr/>
        </p:nvSpPr>
        <p:spPr>
          <a:xfrm>
            <a:off x="8262455" y="5049960"/>
            <a:ext cx="2254214" cy="735586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/>
          <a:p>
            <a:pPr marL="182563" indent="-182563" algn="l">
              <a:lnSpc>
                <a:spcPct val="90000"/>
              </a:lnSpc>
              <a:spcBef>
                <a:spcPts val="600"/>
              </a:spcBef>
              <a:buFont typeface="Arial" panose="020B0604020202020204" pitchFamily="34" charset="0"/>
              <a:buChar char="•"/>
            </a:pPr>
            <a:r>
              <a:rPr sz="1000">
                <a:solidFill>
                  <a:srgbClr val="1F2937"/>
                </a:solidFill>
                <a:latin typeface="Calibri"/>
              </a:rPr>
              <a:t>Szenario abbildbar</a:t>
            </a:r>
            <a:endParaRPr lang="de-DE" sz="1400"/>
          </a:p>
          <a:p>
            <a:pPr algn="l"/>
            <a:r>
              <a:rPr sz="1000">
                <a:solidFill>
                  <a:srgbClr val="1F2937"/>
                </a:solidFill>
                <a:latin typeface="Calibri"/>
              </a:rPr>
              <a:t>Anforderungen weiter detaillieren</a:t>
            </a:r>
          </a:p>
          <a:p>
            <a:pPr algn="l"/>
            <a:r>
              <a:rPr sz="1000">
                <a:solidFill>
                  <a:srgbClr val="1F2937"/>
                </a:solidFill>
                <a:latin typeface="Calibri"/>
              </a:rPr>
              <a:t>Folge-Workshops zur Schärfung</a:t>
            </a:r>
          </a:p>
        </p:txBody>
      </p:sp>
      <p:graphicFrame>
        <p:nvGraphicFramePr>
          <p:cNvPr id="79" name="Chart 3">
            <a:extLst>
              <a:ext uri="{FF2B5EF4-FFF2-40B4-BE49-F238E27FC236}">
                <a16:creationId xmlns:a16="http://schemas.microsoft.com/office/drawing/2014/main" id="{90813B86-2ABD-C3B0-E533-64F62D1F75E3}"/>
              </a:ext>
            </a:extLst>
          </p:cNvPr>
          <p:cNvGraphicFramePr/>
          <p:nvPr>
            <p:custDataLst>
              <p:tags r:id="rId2"/>
            </p:custDataLst>
            <p:extLst>
              <p:ext uri="{D42A27DB-BD31-4B8C-83A1-F6EECF244321}">
                <p14:modId xmlns:p14="http://schemas.microsoft.com/office/powerpoint/2010/main" val="2144053069"/>
              </p:ext>
            </p:extLst>
          </p:nvPr>
        </p:nvGraphicFramePr>
        <p:xfrm>
          <a:off x="2786063" y="2636838"/>
          <a:ext cx="1190625" cy="1190625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17"/>
          </a:graphicData>
        </a:graphic>
      </p:graphicFrame>
      <p:sp>
        <p:nvSpPr>
          <p:cNvPr id="71" name="Textplatzhalter 5">
            <a:extLst>
              <a:ext uri="{FF2B5EF4-FFF2-40B4-BE49-F238E27FC236}">
                <a16:creationId xmlns:a16="http://schemas.microsoft.com/office/drawing/2014/main" id="{E531305B-43CE-446C-88D1-BBDB27457244}"/>
              </a:ext>
            </a:extLst>
          </p:cNvPr>
          <p:cNvSpPr>
            <a:spLocks/>
          </p:cNvSpPr>
          <p:nvPr>
            <p:custDataLst>
              <p:tags r:id="rId3"/>
            </p:custDataLst>
          </p:nvPr>
        </p:nvSpPr>
        <p:spPr bwMode="auto">
          <a:xfrm>
            <a:off x="3106738" y="3081338"/>
            <a:ext cx="547688" cy="30162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</a:extLst>
        </p:spPr>
        <p:txBody>
          <a:bodyPr vert="horz" wrap="none" lIns="1588" tIns="41275" rIns="0" bIns="41275" rtlCol="0" anchor="ctr">
            <a:noAutofit/>
          </a:bodyPr>
          <a:lstStyle>
            <a:lvl1pPr marL="0" indent="0" algn="l" defTabSz="914400" rtl="0" eaLnBrk="1" latinLnBrk="0" hangingPunct="1">
              <a:lnSpc>
                <a:spcPct val="90000"/>
              </a:lnSpc>
              <a:spcBef>
                <a:spcPts val="0"/>
              </a:spcBef>
              <a:spcAft>
                <a:spcPts val="600"/>
              </a:spcAft>
              <a:buFont typeface="Arial" panose="020B0604020202020204" pitchFamily="34" charset="0"/>
              <a:buNone/>
              <a:defRPr lang="de-DE" sz="1800" kern="1200" dirty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176213" indent="-176213" algn="l" defTabSz="914400" rtl="0" eaLnBrk="1" latinLnBrk="0" hangingPunct="1">
              <a:lnSpc>
                <a:spcPct val="90000"/>
              </a:lnSpc>
              <a:spcBef>
                <a:spcPts val="0"/>
              </a:spcBef>
              <a:spcAft>
                <a:spcPts val="600"/>
              </a:spcAft>
              <a:buFont typeface="Arial" panose="020B0604020202020204" pitchFamily="34" charset="0"/>
              <a:buChar char="•"/>
              <a:tabLst/>
              <a:defRPr lang="de-DE" sz="1800" kern="1200" baseline="0" dirty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358775" indent="-182563" algn="l" defTabSz="914400" rtl="0" eaLnBrk="1" latinLnBrk="0" hangingPunct="1">
              <a:lnSpc>
                <a:spcPct val="90000"/>
              </a:lnSpc>
              <a:spcBef>
                <a:spcPts val="0"/>
              </a:spcBef>
              <a:spcAft>
                <a:spcPts val="600"/>
              </a:spcAft>
              <a:buFont typeface="Arial" panose="020B0604020202020204" pitchFamily="34" charset="0"/>
              <a:buChar char="•"/>
              <a:defRPr lang="de-DE" sz="1600" kern="1200" dirty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534988" indent="-176213" algn="l" defTabSz="914400" rtl="0" eaLnBrk="1" latinLnBrk="0" hangingPunct="1">
              <a:lnSpc>
                <a:spcPct val="90000"/>
              </a:lnSpc>
              <a:spcBef>
                <a:spcPts val="0"/>
              </a:spcBef>
              <a:spcAft>
                <a:spcPts val="600"/>
              </a:spcAft>
              <a:buFont typeface="Arial" panose="020B0604020202020204" pitchFamily="34" charset="0"/>
              <a:buChar char="•"/>
              <a:defRPr lang="de-DE" sz="1400" kern="1200" dirty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719138" indent="-184150" algn="l" defTabSz="914400" rtl="0" eaLnBrk="1" latinLnBrk="0" hangingPunct="1">
              <a:lnSpc>
                <a:spcPct val="90000"/>
              </a:lnSpc>
              <a:spcBef>
                <a:spcPts val="0"/>
              </a:spcBef>
              <a:spcAft>
                <a:spcPts val="600"/>
              </a:spcAft>
              <a:buFont typeface="Arial" panose="020B0604020202020204" pitchFamily="34" charset="0"/>
              <a:buChar char="•"/>
              <a:defRPr lang="de-DE" sz="1200" kern="1200" dirty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3155950" indent="-262255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lang="de-DE" sz="1800" kern="1200" dirty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lvl="0" algn="ctr">
              <a:spcBef>
                <a:spcPct val="0"/>
              </a:spcBef>
              <a:spcAft>
                <a:spcPct val="0"/>
              </a:spcAft>
            </a:pPr>
            <a:r>
              <a:rPr lang="en-US" altLang="en-US" sz="1600" b="1">
                <a:solidFill>
                  <a:schemeClr val="accent4"/>
                </a:solidFill>
                <a:effectLst/>
              </a:rPr>
              <a:t>80%</a:t>
            </a:r>
            <a:endParaRPr lang="en-US" sz="1600" b="1">
              <a:solidFill>
                <a:schemeClr val="accent4"/>
              </a:solidFill>
            </a:endParaRPr>
          </a:p>
        </p:txBody>
      </p:sp>
      <p:graphicFrame>
        <p:nvGraphicFramePr>
          <p:cNvPr id="82" name="Chart 3">
            <a:extLst>
              <a:ext uri="{FF2B5EF4-FFF2-40B4-BE49-F238E27FC236}">
                <a16:creationId xmlns:a16="http://schemas.microsoft.com/office/drawing/2014/main" id="{E0EC806A-0740-34B8-B983-C4781C26B94A}"/>
              </a:ext>
            </a:extLst>
          </p:cNvPr>
          <p:cNvGraphicFramePr/>
          <p:nvPr>
            <p:custDataLst>
              <p:tags r:id="rId4"/>
            </p:custDataLst>
            <p:extLst>
              <p:ext uri="{D42A27DB-BD31-4B8C-83A1-F6EECF244321}">
                <p14:modId xmlns:p14="http://schemas.microsoft.com/office/powerpoint/2010/main" val="4137267368"/>
              </p:ext>
            </p:extLst>
          </p:nvPr>
        </p:nvGraphicFramePr>
        <p:xfrm>
          <a:off x="6611938" y="2636838"/>
          <a:ext cx="1190625" cy="1190625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18"/>
          </a:graphicData>
        </a:graphic>
      </p:graphicFrame>
      <p:sp>
        <p:nvSpPr>
          <p:cNvPr id="81" name="Textplatzhalter 5">
            <a:extLst>
              <a:ext uri="{FF2B5EF4-FFF2-40B4-BE49-F238E27FC236}">
                <a16:creationId xmlns:a16="http://schemas.microsoft.com/office/drawing/2014/main" id="{27EBA1D3-6048-486A-0B43-6FD37D8F143C}"/>
              </a:ext>
            </a:extLst>
          </p:cNvPr>
          <p:cNvSpPr>
            <a:spLocks/>
          </p:cNvSpPr>
          <p:nvPr>
            <p:custDataLst>
              <p:tags r:id="rId5"/>
            </p:custDataLst>
          </p:nvPr>
        </p:nvSpPr>
        <p:spPr bwMode="auto">
          <a:xfrm>
            <a:off x="6932613" y="3081338"/>
            <a:ext cx="549275" cy="30162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</a:extLst>
        </p:spPr>
        <p:txBody>
          <a:bodyPr vert="horz" wrap="none" lIns="0" tIns="41275" rIns="0" bIns="41275" rtlCol="0" anchor="ctr">
            <a:noAutofit/>
          </a:bodyPr>
          <a:lstStyle>
            <a:lvl1pPr marL="0" indent="0" algn="l" defTabSz="914400" rtl="0" eaLnBrk="1" latinLnBrk="0" hangingPunct="1">
              <a:lnSpc>
                <a:spcPct val="90000"/>
              </a:lnSpc>
              <a:spcBef>
                <a:spcPts val="0"/>
              </a:spcBef>
              <a:spcAft>
                <a:spcPts val="600"/>
              </a:spcAft>
              <a:buFont typeface="Arial" panose="020B0604020202020204" pitchFamily="34" charset="0"/>
              <a:buNone/>
              <a:defRPr lang="de-DE" sz="1800" kern="1200" dirty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176213" indent="-176213" algn="l" defTabSz="914400" rtl="0" eaLnBrk="1" latinLnBrk="0" hangingPunct="1">
              <a:lnSpc>
                <a:spcPct val="90000"/>
              </a:lnSpc>
              <a:spcBef>
                <a:spcPts val="0"/>
              </a:spcBef>
              <a:spcAft>
                <a:spcPts val="600"/>
              </a:spcAft>
              <a:buFont typeface="Arial" panose="020B0604020202020204" pitchFamily="34" charset="0"/>
              <a:buChar char="•"/>
              <a:tabLst/>
              <a:defRPr lang="de-DE" sz="1800" kern="1200" baseline="0" dirty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358775" indent="-182563" algn="l" defTabSz="914400" rtl="0" eaLnBrk="1" latinLnBrk="0" hangingPunct="1">
              <a:lnSpc>
                <a:spcPct val="90000"/>
              </a:lnSpc>
              <a:spcBef>
                <a:spcPts val="0"/>
              </a:spcBef>
              <a:spcAft>
                <a:spcPts val="600"/>
              </a:spcAft>
              <a:buFont typeface="Arial" panose="020B0604020202020204" pitchFamily="34" charset="0"/>
              <a:buChar char="•"/>
              <a:defRPr lang="de-DE" sz="1600" kern="1200" dirty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534988" indent="-176213" algn="l" defTabSz="914400" rtl="0" eaLnBrk="1" latinLnBrk="0" hangingPunct="1">
              <a:lnSpc>
                <a:spcPct val="90000"/>
              </a:lnSpc>
              <a:spcBef>
                <a:spcPts val="0"/>
              </a:spcBef>
              <a:spcAft>
                <a:spcPts val="600"/>
              </a:spcAft>
              <a:buFont typeface="Arial" panose="020B0604020202020204" pitchFamily="34" charset="0"/>
              <a:buChar char="•"/>
              <a:defRPr lang="de-DE" sz="1400" kern="1200" dirty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719138" indent="-184150" algn="l" defTabSz="914400" rtl="0" eaLnBrk="1" latinLnBrk="0" hangingPunct="1">
              <a:lnSpc>
                <a:spcPct val="90000"/>
              </a:lnSpc>
              <a:spcBef>
                <a:spcPts val="0"/>
              </a:spcBef>
              <a:spcAft>
                <a:spcPts val="600"/>
              </a:spcAft>
              <a:buFont typeface="Arial" panose="020B0604020202020204" pitchFamily="34" charset="0"/>
              <a:buChar char="•"/>
              <a:defRPr lang="de-DE" sz="1200" kern="1200" dirty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3155950" indent="-262255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lang="de-DE" sz="1800" kern="1200" dirty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lvl="0" algn="ctr">
              <a:spcBef>
                <a:spcPct val="0"/>
              </a:spcBef>
              <a:spcAft>
                <a:spcPct val="0"/>
              </a:spcAft>
            </a:pPr>
            <a:r>
              <a:rPr lang="en-US" altLang="en-US" sz="1600" b="1">
                <a:solidFill>
                  <a:schemeClr val="accent4"/>
                </a:solidFill>
                <a:effectLst/>
              </a:rPr>
              <a:t>80%</a:t>
            </a:r>
            <a:endParaRPr lang="en-US" sz="1600" b="1">
              <a:solidFill>
                <a:schemeClr val="accent4"/>
              </a:solidFill>
            </a:endParaRPr>
          </a:p>
        </p:txBody>
      </p:sp>
      <p:graphicFrame>
        <p:nvGraphicFramePr>
          <p:cNvPr id="85" name="Chart 3">
            <a:extLst>
              <a:ext uri="{FF2B5EF4-FFF2-40B4-BE49-F238E27FC236}">
                <a16:creationId xmlns:a16="http://schemas.microsoft.com/office/drawing/2014/main" id="{8D65FA2A-6DBB-4324-6DD2-04DD0332EE45}"/>
              </a:ext>
            </a:extLst>
          </p:cNvPr>
          <p:cNvGraphicFramePr/>
          <p:nvPr>
            <p:custDataLst>
              <p:tags r:id="rId6"/>
            </p:custDataLst>
            <p:extLst>
              <p:ext uri="{D42A27DB-BD31-4B8C-83A1-F6EECF244321}">
                <p14:modId xmlns:p14="http://schemas.microsoft.com/office/powerpoint/2010/main" val="2489157383"/>
              </p:ext>
            </p:extLst>
          </p:nvPr>
        </p:nvGraphicFramePr>
        <p:xfrm>
          <a:off x="10442575" y="2636838"/>
          <a:ext cx="1190625" cy="1190625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19"/>
          </a:graphicData>
        </a:graphic>
      </p:graphicFrame>
      <p:sp>
        <p:nvSpPr>
          <p:cNvPr id="84" name="Textplatzhalter 5">
            <a:extLst>
              <a:ext uri="{FF2B5EF4-FFF2-40B4-BE49-F238E27FC236}">
                <a16:creationId xmlns:a16="http://schemas.microsoft.com/office/drawing/2014/main" id="{C90544E8-D92A-00A7-07B3-D0A46CAD206F}"/>
              </a:ext>
            </a:extLst>
          </p:cNvPr>
          <p:cNvSpPr>
            <a:spLocks/>
          </p:cNvSpPr>
          <p:nvPr>
            <p:custDataLst>
              <p:tags r:id="rId7"/>
            </p:custDataLst>
          </p:nvPr>
        </p:nvSpPr>
        <p:spPr bwMode="auto">
          <a:xfrm>
            <a:off x="10764838" y="3081338"/>
            <a:ext cx="547688" cy="30162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</a:extLst>
        </p:spPr>
        <p:txBody>
          <a:bodyPr vert="horz" wrap="none" lIns="0" tIns="41275" rIns="0" bIns="41275" rtlCol="0" anchor="ctr">
            <a:noAutofit/>
          </a:bodyPr>
          <a:lstStyle>
            <a:lvl1pPr marL="0" indent="0" algn="l" defTabSz="914400" rtl="0" eaLnBrk="1" latinLnBrk="0" hangingPunct="1">
              <a:lnSpc>
                <a:spcPct val="90000"/>
              </a:lnSpc>
              <a:spcBef>
                <a:spcPts val="0"/>
              </a:spcBef>
              <a:spcAft>
                <a:spcPts val="600"/>
              </a:spcAft>
              <a:buFont typeface="Arial" panose="020B0604020202020204" pitchFamily="34" charset="0"/>
              <a:buNone/>
              <a:defRPr lang="de-DE" sz="1800" kern="1200" dirty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176213" indent="-176213" algn="l" defTabSz="914400" rtl="0" eaLnBrk="1" latinLnBrk="0" hangingPunct="1">
              <a:lnSpc>
                <a:spcPct val="90000"/>
              </a:lnSpc>
              <a:spcBef>
                <a:spcPts val="0"/>
              </a:spcBef>
              <a:spcAft>
                <a:spcPts val="600"/>
              </a:spcAft>
              <a:buFont typeface="Arial" panose="020B0604020202020204" pitchFamily="34" charset="0"/>
              <a:buChar char="•"/>
              <a:tabLst/>
              <a:defRPr lang="de-DE" sz="1800" kern="1200" baseline="0" dirty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358775" indent="-182563" algn="l" defTabSz="914400" rtl="0" eaLnBrk="1" latinLnBrk="0" hangingPunct="1">
              <a:lnSpc>
                <a:spcPct val="90000"/>
              </a:lnSpc>
              <a:spcBef>
                <a:spcPts val="0"/>
              </a:spcBef>
              <a:spcAft>
                <a:spcPts val="600"/>
              </a:spcAft>
              <a:buFont typeface="Arial" panose="020B0604020202020204" pitchFamily="34" charset="0"/>
              <a:buChar char="•"/>
              <a:defRPr lang="de-DE" sz="1600" kern="1200" dirty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534988" indent="-176213" algn="l" defTabSz="914400" rtl="0" eaLnBrk="1" latinLnBrk="0" hangingPunct="1">
              <a:lnSpc>
                <a:spcPct val="90000"/>
              </a:lnSpc>
              <a:spcBef>
                <a:spcPts val="0"/>
              </a:spcBef>
              <a:spcAft>
                <a:spcPts val="600"/>
              </a:spcAft>
              <a:buFont typeface="Arial" panose="020B0604020202020204" pitchFamily="34" charset="0"/>
              <a:buChar char="•"/>
              <a:defRPr lang="de-DE" sz="1400" kern="1200" dirty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719138" indent="-184150" algn="l" defTabSz="914400" rtl="0" eaLnBrk="1" latinLnBrk="0" hangingPunct="1">
              <a:lnSpc>
                <a:spcPct val="90000"/>
              </a:lnSpc>
              <a:spcBef>
                <a:spcPts val="0"/>
              </a:spcBef>
              <a:spcAft>
                <a:spcPts val="600"/>
              </a:spcAft>
              <a:buFont typeface="Arial" panose="020B0604020202020204" pitchFamily="34" charset="0"/>
              <a:buChar char="•"/>
              <a:defRPr lang="de-DE" sz="1200" kern="1200" dirty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3155950" indent="-262255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lang="de-DE" sz="1800" kern="1200" dirty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lvl="0" algn="ctr">
              <a:spcBef>
                <a:spcPct val="0"/>
              </a:spcBef>
              <a:spcAft>
                <a:spcPct val="0"/>
              </a:spcAft>
            </a:pPr>
            <a:r>
              <a:rPr lang="en-US" altLang="en-US" sz="1600" b="1">
                <a:solidFill>
                  <a:schemeClr val="accent4"/>
                </a:solidFill>
                <a:effectLst/>
              </a:rPr>
              <a:t>80%</a:t>
            </a:r>
            <a:endParaRPr lang="en-US" sz="1600" b="1">
              <a:solidFill>
                <a:schemeClr val="accent4"/>
              </a:solidFill>
            </a:endParaRPr>
          </a:p>
        </p:txBody>
      </p:sp>
      <p:graphicFrame>
        <p:nvGraphicFramePr>
          <p:cNvPr id="92" name="Chart 3">
            <a:extLst>
              <a:ext uri="{FF2B5EF4-FFF2-40B4-BE49-F238E27FC236}">
                <a16:creationId xmlns:a16="http://schemas.microsoft.com/office/drawing/2014/main" id="{A77457C3-80DB-4D36-81AF-C992E31874A5}"/>
              </a:ext>
            </a:extLst>
          </p:cNvPr>
          <p:cNvGraphicFramePr/>
          <p:nvPr>
            <p:custDataLst>
              <p:tags r:id="rId8"/>
            </p:custDataLst>
            <p:extLst>
              <p:ext uri="{D42A27DB-BD31-4B8C-83A1-F6EECF244321}">
                <p14:modId xmlns:p14="http://schemas.microsoft.com/office/powerpoint/2010/main" val="951138949"/>
              </p:ext>
            </p:extLst>
          </p:nvPr>
        </p:nvGraphicFramePr>
        <p:xfrm>
          <a:off x="2786063" y="5189538"/>
          <a:ext cx="1190625" cy="1190625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20"/>
          </a:graphicData>
        </a:graphic>
      </p:graphicFrame>
      <p:sp>
        <p:nvSpPr>
          <p:cNvPr id="87" name="Textplatzhalter 5">
            <a:extLst>
              <a:ext uri="{FF2B5EF4-FFF2-40B4-BE49-F238E27FC236}">
                <a16:creationId xmlns:a16="http://schemas.microsoft.com/office/drawing/2014/main" id="{2316FF2A-5F8F-2839-7445-11D21671999A}"/>
              </a:ext>
            </a:extLst>
          </p:cNvPr>
          <p:cNvSpPr>
            <a:spLocks/>
          </p:cNvSpPr>
          <p:nvPr>
            <p:custDataLst>
              <p:tags r:id="rId9"/>
            </p:custDataLst>
          </p:nvPr>
        </p:nvSpPr>
        <p:spPr bwMode="auto">
          <a:xfrm>
            <a:off x="3106738" y="5634038"/>
            <a:ext cx="547688" cy="30162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</a:extLst>
        </p:spPr>
        <p:txBody>
          <a:bodyPr vert="horz" wrap="none" lIns="1588" tIns="41275" rIns="0" bIns="41275" rtlCol="0" anchor="ctr">
            <a:noAutofit/>
          </a:bodyPr>
          <a:lstStyle>
            <a:lvl1pPr marL="0" indent="0" algn="l" defTabSz="914400" rtl="0" eaLnBrk="1" latinLnBrk="0" hangingPunct="1">
              <a:lnSpc>
                <a:spcPct val="90000"/>
              </a:lnSpc>
              <a:spcBef>
                <a:spcPts val="0"/>
              </a:spcBef>
              <a:spcAft>
                <a:spcPts val="600"/>
              </a:spcAft>
              <a:buFont typeface="Arial" panose="020B0604020202020204" pitchFamily="34" charset="0"/>
              <a:buNone/>
              <a:defRPr lang="de-DE" sz="1800" kern="1200" dirty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176213" indent="-176213" algn="l" defTabSz="914400" rtl="0" eaLnBrk="1" latinLnBrk="0" hangingPunct="1">
              <a:lnSpc>
                <a:spcPct val="90000"/>
              </a:lnSpc>
              <a:spcBef>
                <a:spcPts val="0"/>
              </a:spcBef>
              <a:spcAft>
                <a:spcPts val="600"/>
              </a:spcAft>
              <a:buFont typeface="Arial" panose="020B0604020202020204" pitchFamily="34" charset="0"/>
              <a:buChar char="•"/>
              <a:tabLst/>
              <a:defRPr lang="de-DE" sz="1800" kern="1200" baseline="0" dirty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358775" indent="-182563" algn="l" defTabSz="914400" rtl="0" eaLnBrk="1" latinLnBrk="0" hangingPunct="1">
              <a:lnSpc>
                <a:spcPct val="90000"/>
              </a:lnSpc>
              <a:spcBef>
                <a:spcPts val="0"/>
              </a:spcBef>
              <a:spcAft>
                <a:spcPts val="600"/>
              </a:spcAft>
              <a:buFont typeface="Arial" panose="020B0604020202020204" pitchFamily="34" charset="0"/>
              <a:buChar char="•"/>
              <a:defRPr lang="de-DE" sz="1600" kern="1200" dirty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534988" indent="-176213" algn="l" defTabSz="914400" rtl="0" eaLnBrk="1" latinLnBrk="0" hangingPunct="1">
              <a:lnSpc>
                <a:spcPct val="90000"/>
              </a:lnSpc>
              <a:spcBef>
                <a:spcPts val="0"/>
              </a:spcBef>
              <a:spcAft>
                <a:spcPts val="600"/>
              </a:spcAft>
              <a:buFont typeface="Arial" panose="020B0604020202020204" pitchFamily="34" charset="0"/>
              <a:buChar char="•"/>
              <a:defRPr lang="de-DE" sz="1400" kern="1200" dirty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719138" indent="-184150" algn="l" defTabSz="914400" rtl="0" eaLnBrk="1" latinLnBrk="0" hangingPunct="1">
              <a:lnSpc>
                <a:spcPct val="90000"/>
              </a:lnSpc>
              <a:spcBef>
                <a:spcPts val="0"/>
              </a:spcBef>
              <a:spcAft>
                <a:spcPts val="600"/>
              </a:spcAft>
              <a:buFont typeface="Arial" panose="020B0604020202020204" pitchFamily="34" charset="0"/>
              <a:buChar char="•"/>
              <a:defRPr lang="de-DE" sz="1200" kern="1200" dirty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3155950" indent="-262255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lang="de-DE" sz="1800" kern="1200" dirty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lvl="0" algn="ctr">
              <a:spcBef>
                <a:spcPct val="0"/>
              </a:spcBef>
              <a:spcAft>
                <a:spcPct val="0"/>
              </a:spcAft>
            </a:pPr>
            <a:r>
              <a:rPr lang="en-US" altLang="en-US" sz="1600" b="1">
                <a:solidFill>
                  <a:schemeClr val="accent4"/>
                </a:solidFill>
                <a:effectLst/>
              </a:rPr>
              <a:t>80%</a:t>
            </a:r>
            <a:endParaRPr lang="en-US" sz="1600" b="1">
              <a:solidFill>
                <a:schemeClr val="accent4"/>
              </a:solidFill>
            </a:endParaRPr>
          </a:p>
        </p:txBody>
      </p:sp>
      <p:graphicFrame>
        <p:nvGraphicFramePr>
          <p:cNvPr id="93" name="Chart 3">
            <a:extLst>
              <a:ext uri="{FF2B5EF4-FFF2-40B4-BE49-F238E27FC236}">
                <a16:creationId xmlns:a16="http://schemas.microsoft.com/office/drawing/2014/main" id="{362AE09E-DF90-0BE0-C9E9-3BD671613469}"/>
              </a:ext>
            </a:extLst>
          </p:cNvPr>
          <p:cNvGraphicFramePr/>
          <p:nvPr>
            <p:custDataLst>
              <p:tags r:id="rId10"/>
            </p:custDataLst>
            <p:extLst>
              <p:ext uri="{D42A27DB-BD31-4B8C-83A1-F6EECF244321}">
                <p14:modId xmlns:p14="http://schemas.microsoft.com/office/powerpoint/2010/main" val="695982014"/>
              </p:ext>
            </p:extLst>
          </p:nvPr>
        </p:nvGraphicFramePr>
        <p:xfrm>
          <a:off x="6611938" y="5189538"/>
          <a:ext cx="1190625" cy="1190625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21"/>
          </a:graphicData>
        </a:graphic>
      </p:graphicFrame>
      <p:sp>
        <p:nvSpPr>
          <p:cNvPr id="89" name="Textplatzhalter 5">
            <a:extLst>
              <a:ext uri="{FF2B5EF4-FFF2-40B4-BE49-F238E27FC236}">
                <a16:creationId xmlns:a16="http://schemas.microsoft.com/office/drawing/2014/main" id="{DEB2647E-B5F9-75DC-A6D7-E01E7E35E19A}"/>
              </a:ext>
            </a:extLst>
          </p:cNvPr>
          <p:cNvSpPr>
            <a:spLocks/>
          </p:cNvSpPr>
          <p:nvPr>
            <p:custDataLst>
              <p:tags r:id="rId11"/>
            </p:custDataLst>
          </p:nvPr>
        </p:nvSpPr>
        <p:spPr bwMode="auto">
          <a:xfrm>
            <a:off x="6932613" y="5634038"/>
            <a:ext cx="549275" cy="30162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</a:extLst>
        </p:spPr>
        <p:txBody>
          <a:bodyPr vert="horz" wrap="none" lIns="0" tIns="41275" rIns="0" bIns="41275" rtlCol="0" anchor="ctr">
            <a:noAutofit/>
          </a:bodyPr>
          <a:lstStyle>
            <a:lvl1pPr marL="0" indent="0" algn="l" defTabSz="914400" rtl="0" eaLnBrk="1" latinLnBrk="0" hangingPunct="1">
              <a:lnSpc>
                <a:spcPct val="90000"/>
              </a:lnSpc>
              <a:spcBef>
                <a:spcPts val="0"/>
              </a:spcBef>
              <a:spcAft>
                <a:spcPts val="600"/>
              </a:spcAft>
              <a:buFont typeface="Arial" panose="020B0604020202020204" pitchFamily="34" charset="0"/>
              <a:buNone/>
              <a:defRPr lang="de-DE" sz="1800" kern="1200" dirty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176213" indent="-176213" algn="l" defTabSz="914400" rtl="0" eaLnBrk="1" latinLnBrk="0" hangingPunct="1">
              <a:lnSpc>
                <a:spcPct val="90000"/>
              </a:lnSpc>
              <a:spcBef>
                <a:spcPts val="0"/>
              </a:spcBef>
              <a:spcAft>
                <a:spcPts val="600"/>
              </a:spcAft>
              <a:buFont typeface="Arial" panose="020B0604020202020204" pitchFamily="34" charset="0"/>
              <a:buChar char="•"/>
              <a:tabLst/>
              <a:defRPr lang="de-DE" sz="1800" kern="1200" baseline="0" dirty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358775" indent="-182563" algn="l" defTabSz="914400" rtl="0" eaLnBrk="1" latinLnBrk="0" hangingPunct="1">
              <a:lnSpc>
                <a:spcPct val="90000"/>
              </a:lnSpc>
              <a:spcBef>
                <a:spcPts val="0"/>
              </a:spcBef>
              <a:spcAft>
                <a:spcPts val="600"/>
              </a:spcAft>
              <a:buFont typeface="Arial" panose="020B0604020202020204" pitchFamily="34" charset="0"/>
              <a:buChar char="•"/>
              <a:defRPr lang="de-DE" sz="1600" kern="1200" dirty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534988" indent="-176213" algn="l" defTabSz="914400" rtl="0" eaLnBrk="1" latinLnBrk="0" hangingPunct="1">
              <a:lnSpc>
                <a:spcPct val="90000"/>
              </a:lnSpc>
              <a:spcBef>
                <a:spcPts val="0"/>
              </a:spcBef>
              <a:spcAft>
                <a:spcPts val="600"/>
              </a:spcAft>
              <a:buFont typeface="Arial" panose="020B0604020202020204" pitchFamily="34" charset="0"/>
              <a:buChar char="•"/>
              <a:defRPr lang="de-DE" sz="1400" kern="1200" dirty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719138" indent="-184150" algn="l" defTabSz="914400" rtl="0" eaLnBrk="1" latinLnBrk="0" hangingPunct="1">
              <a:lnSpc>
                <a:spcPct val="90000"/>
              </a:lnSpc>
              <a:spcBef>
                <a:spcPts val="0"/>
              </a:spcBef>
              <a:spcAft>
                <a:spcPts val="600"/>
              </a:spcAft>
              <a:buFont typeface="Arial" panose="020B0604020202020204" pitchFamily="34" charset="0"/>
              <a:buChar char="•"/>
              <a:defRPr lang="de-DE" sz="1200" kern="1200" dirty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3155950" indent="-262255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lang="de-DE" sz="1800" kern="1200" dirty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lvl="0" algn="ctr">
              <a:spcBef>
                <a:spcPct val="0"/>
              </a:spcBef>
              <a:spcAft>
                <a:spcPct val="0"/>
              </a:spcAft>
            </a:pPr>
            <a:r>
              <a:rPr lang="en-US" altLang="en-US" sz="1600" b="1">
                <a:solidFill>
                  <a:schemeClr val="accent4"/>
                </a:solidFill>
                <a:effectLst/>
              </a:rPr>
              <a:t>80%</a:t>
            </a:r>
            <a:endParaRPr lang="en-US" sz="1600" b="1">
              <a:solidFill>
                <a:schemeClr val="accent4"/>
              </a:solidFill>
            </a:endParaRPr>
          </a:p>
        </p:txBody>
      </p:sp>
      <p:graphicFrame>
        <p:nvGraphicFramePr>
          <p:cNvPr id="94" name="Chart 3">
            <a:extLst>
              <a:ext uri="{FF2B5EF4-FFF2-40B4-BE49-F238E27FC236}">
                <a16:creationId xmlns:a16="http://schemas.microsoft.com/office/drawing/2014/main" id="{1BD0B514-4E03-3F28-74ED-EC2B620CED84}"/>
              </a:ext>
            </a:extLst>
          </p:cNvPr>
          <p:cNvGraphicFramePr/>
          <p:nvPr>
            <p:custDataLst>
              <p:tags r:id="rId12"/>
            </p:custDataLst>
            <p:extLst>
              <p:ext uri="{D42A27DB-BD31-4B8C-83A1-F6EECF244321}">
                <p14:modId xmlns:p14="http://schemas.microsoft.com/office/powerpoint/2010/main" val="3010025857"/>
              </p:ext>
            </p:extLst>
          </p:nvPr>
        </p:nvGraphicFramePr>
        <p:xfrm>
          <a:off x="10442575" y="5189538"/>
          <a:ext cx="1190625" cy="1190625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22"/>
          </a:graphicData>
        </a:graphic>
      </p:graphicFrame>
      <p:sp>
        <p:nvSpPr>
          <p:cNvPr id="91" name="Textplatzhalter 5">
            <a:extLst>
              <a:ext uri="{FF2B5EF4-FFF2-40B4-BE49-F238E27FC236}">
                <a16:creationId xmlns:a16="http://schemas.microsoft.com/office/drawing/2014/main" id="{B0EBBBF1-DD16-CF51-61F0-8201CBB13DC8}"/>
              </a:ext>
            </a:extLst>
          </p:cNvPr>
          <p:cNvSpPr>
            <a:spLocks/>
          </p:cNvSpPr>
          <p:nvPr>
            <p:custDataLst>
              <p:tags r:id="rId13"/>
            </p:custDataLst>
          </p:nvPr>
        </p:nvSpPr>
        <p:spPr bwMode="auto">
          <a:xfrm>
            <a:off x="10764838" y="5634038"/>
            <a:ext cx="547688" cy="30162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</a:extLst>
        </p:spPr>
        <p:txBody>
          <a:bodyPr vert="horz" wrap="none" lIns="0" tIns="41275" rIns="0" bIns="41275" rtlCol="0" anchor="ctr">
            <a:noAutofit/>
          </a:bodyPr>
          <a:lstStyle>
            <a:lvl1pPr marL="0" indent="0" algn="l" defTabSz="914400" rtl="0" eaLnBrk="1" latinLnBrk="0" hangingPunct="1">
              <a:lnSpc>
                <a:spcPct val="90000"/>
              </a:lnSpc>
              <a:spcBef>
                <a:spcPts val="0"/>
              </a:spcBef>
              <a:spcAft>
                <a:spcPts val="600"/>
              </a:spcAft>
              <a:buFont typeface="Arial" panose="020B0604020202020204" pitchFamily="34" charset="0"/>
              <a:buNone/>
              <a:defRPr lang="de-DE" sz="1800" kern="1200" dirty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176213" indent="-176213" algn="l" defTabSz="914400" rtl="0" eaLnBrk="1" latinLnBrk="0" hangingPunct="1">
              <a:lnSpc>
                <a:spcPct val="90000"/>
              </a:lnSpc>
              <a:spcBef>
                <a:spcPts val="0"/>
              </a:spcBef>
              <a:spcAft>
                <a:spcPts val="600"/>
              </a:spcAft>
              <a:buFont typeface="Arial" panose="020B0604020202020204" pitchFamily="34" charset="0"/>
              <a:buChar char="•"/>
              <a:tabLst/>
              <a:defRPr lang="de-DE" sz="1800" kern="1200" baseline="0" dirty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358775" indent="-182563" algn="l" defTabSz="914400" rtl="0" eaLnBrk="1" latinLnBrk="0" hangingPunct="1">
              <a:lnSpc>
                <a:spcPct val="90000"/>
              </a:lnSpc>
              <a:spcBef>
                <a:spcPts val="0"/>
              </a:spcBef>
              <a:spcAft>
                <a:spcPts val="600"/>
              </a:spcAft>
              <a:buFont typeface="Arial" panose="020B0604020202020204" pitchFamily="34" charset="0"/>
              <a:buChar char="•"/>
              <a:defRPr lang="de-DE" sz="1600" kern="1200" dirty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534988" indent="-176213" algn="l" defTabSz="914400" rtl="0" eaLnBrk="1" latinLnBrk="0" hangingPunct="1">
              <a:lnSpc>
                <a:spcPct val="90000"/>
              </a:lnSpc>
              <a:spcBef>
                <a:spcPts val="0"/>
              </a:spcBef>
              <a:spcAft>
                <a:spcPts val="600"/>
              </a:spcAft>
              <a:buFont typeface="Arial" panose="020B0604020202020204" pitchFamily="34" charset="0"/>
              <a:buChar char="•"/>
              <a:defRPr lang="de-DE" sz="1400" kern="1200" dirty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719138" indent="-184150" algn="l" defTabSz="914400" rtl="0" eaLnBrk="1" latinLnBrk="0" hangingPunct="1">
              <a:lnSpc>
                <a:spcPct val="90000"/>
              </a:lnSpc>
              <a:spcBef>
                <a:spcPts val="0"/>
              </a:spcBef>
              <a:spcAft>
                <a:spcPts val="600"/>
              </a:spcAft>
              <a:buFont typeface="Arial" panose="020B0604020202020204" pitchFamily="34" charset="0"/>
              <a:buChar char="•"/>
              <a:defRPr lang="de-DE" sz="1200" kern="1200" dirty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3155950" indent="-262255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lang="de-DE" sz="1800" kern="1200" dirty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lvl="0" algn="ctr">
              <a:spcBef>
                <a:spcPct val="0"/>
              </a:spcBef>
              <a:spcAft>
                <a:spcPct val="0"/>
              </a:spcAft>
            </a:pPr>
            <a:r>
              <a:rPr lang="en-US" altLang="en-US" sz="1600" b="1">
                <a:solidFill>
                  <a:schemeClr val="accent4"/>
                </a:solidFill>
                <a:effectLst/>
              </a:rPr>
              <a:t>60%</a:t>
            </a:r>
            <a:endParaRPr lang="en-US" sz="1600" b="1">
              <a:solidFill>
                <a:schemeClr val="accent4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550000457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455E5E5-88EB-0C9D-28E4-A87FE01404A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3" name="think-cell data - do not delete" hidden="1">
            <a:extLst>
              <a:ext uri="{FF2B5EF4-FFF2-40B4-BE49-F238E27FC236}">
                <a16:creationId xmlns:a16="http://schemas.microsoft.com/office/drawing/2014/main" id="{D9D9BFA4-DA9E-D1CA-AFA7-32989077D533}"/>
              </a:ext>
            </a:extLst>
          </p:cNvPr>
          <p:cNvGraphicFramePr>
            <a:graphicFrameLocks/>
          </p:cNvGraphicFramePr>
          <p:nvPr>
            <p:custDataLst>
              <p:tags r:id="rId1"/>
            </p:custDataLst>
            <p:extLst>
              <p:ext uri="{D42A27DB-BD31-4B8C-83A1-F6EECF244321}">
                <p14:modId xmlns:p14="http://schemas.microsoft.com/office/powerpoint/2010/main" val="365976782"/>
              </p:ext>
            </p:extLst>
          </p:nvPr>
        </p:nvGraphicFramePr>
        <p:xfrm>
          <a:off x="1588" y="1588"/>
          <a:ext cx="1588" cy="15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think-cell Slide" r:id="rId3" imgW="408" imgH="408" progId="TCLayout.ActiveDocument.1">
                  <p:embed/>
                </p:oleObj>
              </mc:Choice>
              <mc:Fallback>
                <p:oleObj name="think-cell Slide" r:id="rId3" imgW="408" imgH="408" progId="TCLayout.ActiveDocument.1">
                  <p:embed/>
                  <p:pic>
                    <p:nvPicPr>
                      <p:cNvPr id="3" name="think-cell data - do not delete" hidden="1">
                        <a:extLst>
                          <a:ext uri="{FF2B5EF4-FFF2-40B4-BE49-F238E27FC236}">
                            <a16:creationId xmlns:a16="http://schemas.microsoft.com/office/drawing/2014/main" id="{D9D9BFA4-DA9E-D1CA-AFA7-32989077D533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4"/>
                      <a:stretch>
                        <a:fillRect/>
                      </a:stretch>
                    </p:blipFill>
                    <p:spPr>
                      <a:xfrm>
                        <a:off x="1588" y="1588"/>
                        <a:ext cx="1588" cy="1588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2" name="Titel 1">
            <a:extLst>
              <a:ext uri="{FF2B5EF4-FFF2-40B4-BE49-F238E27FC236}">
                <a16:creationId xmlns:a16="http://schemas.microsoft.com/office/drawing/2014/main" id="{0C17B2F0-BF16-C8D6-FA5A-68FB98071D8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995363" y="503546"/>
            <a:ext cx="9063988" cy="304699"/>
          </a:xfrm>
        </p:spPr>
        <p:txBody>
          <a:bodyPr vert="horz" rIns="0"/>
          <a:lstStyle/>
          <a:p>
            <a:r>
              <a:rPr lang="de-DE" sz="2400"/>
              <a:t>Vorprojekt SNOW – </a:t>
            </a:r>
            <a:r>
              <a:rPr lang="de-DE" sz="2400">
                <a:solidFill>
                  <a:schemeClr val="accent2"/>
                </a:solidFill>
              </a:rPr>
              <a:t>Ergebnisse (2 von 2)</a:t>
            </a:r>
            <a:endParaRPr lang="de-DE" b="0">
              <a:solidFill>
                <a:schemeClr val="accent2"/>
              </a:solidFill>
            </a:endParaRPr>
          </a:p>
        </p:txBody>
      </p:sp>
      <p:sp>
        <p:nvSpPr>
          <p:cNvPr id="4" name="ListLeanHorizontalTextDetail2">
            <a:extLst>
              <a:ext uri="{FF2B5EF4-FFF2-40B4-BE49-F238E27FC236}">
                <a16:creationId xmlns:a16="http://schemas.microsoft.com/office/drawing/2014/main" id="{FA105433-185D-3B7E-7DCB-BDB742145204}"/>
              </a:ext>
            </a:extLst>
          </p:cNvPr>
          <p:cNvSpPr txBox="1">
            <a:spLocks/>
          </p:cNvSpPr>
          <p:nvPr/>
        </p:nvSpPr>
        <p:spPr>
          <a:xfrm>
            <a:off x="479426" y="487817"/>
            <a:ext cx="334800" cy="335605"/>
          </a:xfrm>
          <a:prstGeom prst="rect">
            <a:avLst/>
          </a:prstGeom>
          <a:solidFill>
            <a:schemeClr val="bg2"/>
          </a:solidFill>
        </p:spPr>
        <p:txBody>
          <a:bodyPr vert="horz" wrap="square" lIns="0" tIns="0" rIns="0" bIns="0" rtlCol="0" anchor="ctr" anchorCtr="0">
            <a:noAutofit/>
          </a:bodyPr>
          <a:lstStyle>
            <a:defPPr>
              <a:defRPr lang="en-US"/>
            </a:defPPr>
            <a:lvl1pPr marL="0" algn="l" defTabSz="914354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178" algn="l" defTabSz="914354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354" algn="l" defTabSz="914354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532" algn="l" defTabSz="914354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709" algn="l" defTabSz="914354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5886" algn="l" defTabSz="914354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062" algn="l" defTabSz="914354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240" algn="l" defTabSz="914354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418" algn="l" defTabSz="914354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 fontAlgn="base">
              <a:spcAft>
                <a:spcPts val="600"/>
              </a:spcAft>
              <a:buClr>
                <a:srgbClr val="000000"/>
              </a:buClr>
              <a:buSzPct val="100000"/>
            </a:pPr>
            <a:r>
              <a:rPr lang="en-US" sz="2400" b="1">
                <a:solidFill>
                  <a:schemeClr val="accent2"/>
                </a:solidFill>
                <a:latin typeface="STIHL Contraface Display Title" panose="02000600040000020004" pitchFamily="50" charset="0"/>
              </a:rPr>
              <a:t>A</a:t>
            </a:r>
            <a:endParaRPr lang="en-US" sz="1400" b="1">
              <a:solidFill>
                <a:schemeClr val="accent2"/>
              </a:solidFill>
              <a:latin typeface="STIHL Contraface Display Title" panose="02000600040000020004" pitchFamily="50" charset="0"/>
            </a:endParaRP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82474ED4-D8CF-5CC8-29B4-2D3C993CAB26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806545" y="3429000"/>
            <a:ext cx="4207416" cy="2241177"/>
          </a:xfrm>
          <a:prstGeom prst="rect">
            <a:avLst/>
          </a:prstGeom>
        </p:spPr>
      </p:pic>
      <p:pic>
        <p:nvPicPr>
          <p:cNvPr id="6" name="Grafik 5">
            <a:extLst>
              <a:ext uri="{FF2B5EF4-FFF2-40B4-BE49-F238E27FC236}">
                <a16:creationId xmlns:a16="http://schemas.microsoft.com/office/drawing/2014/main" id="{F744498F-074B-437E-414C-4E6ED9286728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3183105" y="2189453"/>
            <a:ext cx="6598920" cy="746760"/>
          </a:xfrm>
          <a:prstGeom prst="rect">
            <a:avLst/>
          </a:prstGeom>
        </p:spPr>
      </p:pic>
      <p:sp>
        <p:nvSpPr>
          <p:cNvPr id="9" name="Rechteck 8">
            <a:extLst>
              <a:ext uri="{FF2B5EF4-FFF2-40B4-BE49-F238E27FC236}">
                <a16:creationId xmlns:a16="http://schemas.microsoft.com/office/drawing/2014/main" id="{5C03FE41-1C56-1AAE-8205-C37138512625}"/>
              </a:ext>
            </a:extLst>
          </p:cNvPr>
          <p:cNvSpPr/>
          <p:nvPr/>
        </p:nvSpPr>
        <p:spPr>
          <a:xfrm>
            <a:off x="1805940" y="1503144"/>
            <a:ext cx="8580120" cy="387043"/>
          </a:xfrm>
          <a:prstGeom prst="rect">
            <a:avLst/>
          </a:prstGeom>
          <a:solidFill>
            <a:srgbClr val="FFFF00"/>
          </a:solidFill>
          <a:ln w="635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72000" tIns="72000" rIns="72000" bIns="72000" rtlCol="0" anchor="ctr"/>
          <a:lstStyle/>
          <a:p>
            <a:pPr algn="ctr">
              <a:lnSpc>
                <a:spcPct val="90000"/>
              </a:lnSpc>
            </a:pPr>
            <a:r>
              <a:rPr lang="en-US" sz="1200" i="1" err="1">
                <a:solidFill>
                  <a:schemeClr val="tx1"/>
                </a:solidFill>
              </a:rPr>
              <a:t>Gegenüberstellung</a:t>
            </a:r>
            <a:r>
              <a:rPr lang="en-US" sz="1200" i="1">
                <a:solidFill>
                  <a:schemeClr val="tx1"/>
                </a:solidFill>
              </a:rPr>
              <a:t> SNOW vs B-o-B-Ansatz </a:t>
            </a:r>
            <a:r>
              <a:rPr lang="en-US" sz="1200" i="1" err="1">
                <a:solidFill>
                  <a:schemeClr val="tx1"/>
                </a:solidFill>
              </a:rPr>
              <a:t>inkl</a:t>
            </a:r>
            <a:r>
              <a:rPr lang="en-US" sz="1200" i="1">
                <a:solidFill>
                  <a:schemeClr val="tx1"/>
                </a:solidFill>
              </a:rPr>
              <a:t>. </a:t>
            </a:r>
            <a:r>
              <a:rPr lang="en-US" sz="1200" i="1" err="1">
                <a:solidFill>
                  <a:schemeClr val="tx1"/>
                </a:solidFill>
              </a:rPr>
              <a:t>Finanzielle</a:t>
            </a:r>
            <a:r>
              <a:rPr lang="en-US" sz="1200" i="1">
                <a:solidFill>
                  <a:schemeClr val="tx1"/>
                </a:solidFill>
              </a:rPr>
              <a:t> </a:t>
            </a:r>
            <a:r>
              <a:rPr lang="en-US" sz="1200" i="1" err="1">
                <a:solidFill>
                  <a:schemeClr val="tx1"/>
                </a:solidFill>
              </a:rPr>
              <a:t>Bewertung</a:t>
            </a:r>
            <a:endParaRPr lang="en-US" sz="1200" i="1">
              <a:solidFill>
                <a:schemeClr val="tx1"/>
              </a:solidFill>
            </a:endParaRP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6B661715-41A3-0225-D6E4-834527716F0E}"/>
              </a:ext>
            </a:extLst>
          </p:cNvPr>
          <p:cNvSpPr txBox="1"/>
          <p:nvPr/>
        </p:nvSpPr>
        <p:spPr>
          <a:xfrm>
            <a:off x="6096000" y="3429000"/>
            <a:ext cx="3040278" cy="479550"/>
          </a:xfrm>
          <a:prstGeom prst="rect">
            <a:avLst/>
          </a:prstGeom>
          <a:solidFill>
            <a:schemeClr val="accent6"/>
          </a:solidFill>
        </p:spPr>
        <p:txBody>
          <a:bodyPr wrap="square" lIns="18000" tIns="18000" rIns="18000" bIns="18000" rtlCol="0">
            <a:spAutoFit/>
          </a:bodyPr>
          <a:lstStyle/>
          <a:p>
            <a:pPr algn="l">
              <a:lnSpc>
                <a:spcPct val="90000"/>
              </a:lnSpc>
              <a:spcBef>
                <a:spcPts val="400"/>
              </a:spcBef>
            </a:pPr>
            <a:r>
              <a:rPr lang="en-US" sz="1600" err="1"/>
              <a:t>Hinzubringen</a:t>
            </a:r>
            <a:r>
              <a:rPr lang="en-US" sz="1600"/>
              <a:t> der </a:t>
            </a:r>
            <a:r>
              <a:rPr lang="en-US" sz="1600" err="1"/>
              <a:t>externen</a:t>
            </a:r>
            <a:r>
              <a:rPr lang="en-US" sz="1600"/>
              <a:t> </a:t>
            </a:r>
            <a:r>
              <a:rPr lang="en-US" sz="1600" err="1"/>
              <a:t>Analystenmeinung</a:t>
            </a:r>
            <a:r>
              <a:rPr lang="en-US" sz="1600"/>
              <a:t> (Gartner)</a:t>
            </a:r>
          </a:p>
        </p:txBody>
      </p:sp>
    </p:spTree>
    <p:extLst>
      <p:ext uri="{BB962C8B-B14F-4D97-AF65-F5344CB8AC3E}">
        <p14:creationId xmlns:p14="http://schemas.microsoft.com/office/powerpoint/2010/main" val="1455869256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2000" cy="457200"/>
          </a:xfrm>
          <a:prstGeom prst="rect">
            <a:avLst/>
          </a:prstGeom>
          <a:solidFill>
            <a:srgbClr val="1F293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228600" y="30480"/>
            <a:ext cx="10668000" cy="198120"/>
          </a:xfrm>
          <a:prstGeom prst="rect">
            <a:avLst/>
          </a:prstGeom>
          <a:noFill/>
          <a:ln>
            <a:noFill/>
          </a:ln>
        </p:spPr>
        <p:txBody>
          <a:bodyPr wrap="square" lIns="40000" tIns="15000" rIns="40000" bIns="15000" anchor="t">
            <a:spAutoFit/>
          </a:bodyPr>
          <a:lstStyle/>
          <a:p>
            <a:pPr algn="l"/>
            <a:r>
              <a:rPr sz="2000" b="1" i="0">
                <a:solidFill>
                  <a:srgbClr val="FFFFFF"/>
                </a:solidFill>
                <a:latin typeface="Calibri"/>
              </a:rPr>
              <a:t>Business Outcomes – Was SNOW SPM für STIHL konkret bedeutet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228600" y="243840"/>
            <a:ext cx="10668000" cy="182880"/>
          </a:xfrm>
          <a:prstGeom prst="rect">
            <a:avLst/>
          </a:prstGeom>
          <a:noFill/>
          <a:ln>
            <a:noFill/>
          </a:ln>
        </p:spPr>
        <p:txBody>
          <a:bodyPr wrap="square" lIns="40000" tIns="15000" rIns="40000" bIns="15000" anchor="t">
            <a:spAutoFit/>
          </a:bodyPr>
          <a:lstStyle/>
          <a:p>
            <a:pPr algn="l"/>
            <a:r>
              <a:rPr sz="1200" b="0" i="1">
                <a:solidFill>
                  <a:srgbClr val="D1D5DB"/>
                </a:solidFill>
                <a:latin typeface="Calibri"/>
              </a:rPr>
              <a:t>Die 9 ServiceNow Business Outcomes konsolidiert auf 6 wirkungsstarke STIHL-Ergebnisse</a:t>
            </a:r>
          </a:p>
        </p:txBody>
      </p:sp>
      <p:sp>
        <p:nvSpPr>
          <p:cNvPr id="5" name="Rectangle 4"/>
          <p:cNvSpPr/>
          <p:nvPr/>
        </p:nvSpPr>
        <p:spPr>
          <a:xfrm>
            <a:off x="11430000" y="0"/>
            <a:ext cx="762000" cy="457200"/>
          </a:xfrm>
          <a:prstGeom prst="rect">
            <a:avLst/>
          </a:prstGeom>
          <a:solidFill>
            <a:srgbClr val="F07F1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11430000" y="0"/>
            <a:ext cx="762000" cy="457200"/>
          </a:xfrm>
          <a:prstGeom prst="rect">
            <a:avLst/>
          </a:prstGeom>
          <a:noFill/>
          <a:ln>
            <a:noFill/>
          </a:ln>
        </p:spPr>
        <p:txBody>
          <a:bodyPr wrap="square" lIns="40000" tIns="15000" rIns="40000" bIns="15000" anchor="ctr">
            <a:spAutoFit/>
          </a:bodyPr>
          <a:lstStyle/>
          <a:p>
            <a:pPr algn="ctr"/>
            <a:r>
              <a:rPr sz="1100" b="1" i="0">
                <a:solidFill>
                  <a:srgbClr val="FFFFFF"/>
                </a:solidFill>
                <a:latin typeface="Calibri"/>
              </a:rPr>
              <a:t>Outcomes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304800" y="571500"/>
            <a:ext cx="11582400" cy="342900"/>
          </a:xfrm>
          <a:prstGeom prst="roundRect">
            <a:avLst/>
          </a:prstGeom>
          <a:solidFill>
            <a:srgbClr val="1F293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304800" y="571500"/>
            <a:ext cx="457200" cy="342900"/>
          </a:xfrm>
          <a:prstGeom prst="rect">
            <a:avLst/>
          </a:prstGeom>
          <a:noFill/>
          <a:ln>
            <a:noFill/>
          </a:ln>
        </p:spPr>
        <p:txBody>
          <a:bodyPr wrap="square" lIns="40000" tIns="15000" rIns="40000" bIns="15000" anchor="ctr">
            <a:spAutoFit/>
          </a:bodyPr>
          <a:lstStyle/>
          <a:p>
            <a:pPr algn="ctr"/>
            <a:r>
              <a:rPr sz="1100" b="1" i="0">
                <a:solidFill>
                  <a:srgbClr val="FFFFFF"/>
                </a:solidFill>
                <a:latin typeface="Calibri"/>
              </a:rPr>
              <a:t>#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76300" y="571500"/>
            <a:ext cx="2171700" cy="342900"/>
          </a:xfrm>
          <a:prstGeom prst="rect">
            <a:avLst/>
          </a:prstGeom>
          <a:noFill/>
          <a:ln>
            <a:noFill/>
          </a:ln>
        </p:spPr>
        <p:txBody>
          <a:bodyPr wrap="square" lIns="40000" tIns="15000" rIns="40000" bIns="15000" anchor="ctr">
            <a:spAutoFit/>
          </a:bodyPr>
          <a:lstStyle/>
          <a:p>
            <a:pPr algn="l"/>
            <a:r>
              <a:rPr sz="1100" b="1" i="0">
                <a:solidFill>
                  <a:srgbClr val="FFFFFF"/>
                </a:solidFill>
                <a:latin typeface="Calibri"/>
              </a:rPr>
              <a:t>Business Outcome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3162300" y="571500"/>
            <a:ext cx="2628900" cy="342900"/>
          </a:xfrm>
          <a:prstGeom prst="rect">
            <a:avLst/>
          </a:prstGeom>
          <a:noFill/>
          <a:ln>
            <a:noFill/>
          </a:ln>
        </p:spPr>
        <p:txBody>
          <a:bodyPr wrap="square" lIns="40000" tIns="15000" rIns="40000" bIns="15000" anchor="ctr">
            <a:spAutoFit/>
          </a:bodyPr>
          <a:lstStyle/>
          <a:p>
            <a:pPr algn="l"/>
            <a:r>
              <a:rPr sz="1100" b="1" i="0">
                <a:solidFill>
                  <a:srgbClr val="FFFFFF"/>
                </a:solidFill>
                <a:latin typeface="Calibri"/>
              </a:rPr>
              <a:t>Was es bedeutet (Ziel)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5905500" y="571500"/>
            <a:ext cx="5981700" cy="342900"/>
          </a:xfrm>
          <a:prstGeom prst="rect">
            <a:avLst/>
          </a:prstGeom>
          <a:noFill/>
          <a:ln>
            <a:noFill/>
          </a:ln>
        </p:spPr>
        <p:txBody>
          <a:bodyPr wrap="square" lIns="40000" tIns="15000" rIns="40000" bIns="15000" anchor="ctr">
            <a:spAutoFit/>
          </a:bodyPr>
          <a:lstStyle/>
          <a:p>
            <a:pPr algn="l"/>
            <a:r>
              <a:rPr sz="1100" b="1" i="0">
                <a:solidFill>
                  <a:srgbClr val="FFFFFF"/>
                </a:solidFill>
                <a:latin typeface="Calibri"/>
              </a:rPr>
              <a:t>STIHL-Wirkung – konkreter Impact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304800" y="952500"/>
            <a:ext cx="11582400" cy="838200"/>
          </a:xfrm>
          <a:prstGeom prst="roundRect">
            <a:avLst/>
          </a:prstGeom>
          <a:solidFill>
            <a:srgbClr val="F7F7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Rectangle 12"/>
          <p:cNvSpPr/>
          <p:nvPr/>
        </p:nvSpPr>
        <p:spPr>
          <a:xfrm>
            <a:off x="304800" y="952500"/>
            <a:ext cx="53340" cy="838200"/>
          </a:xfrm>
          <a:prstGeom prst="rect">
            <a:avLst/>
          </a:prstGeom>
          <a:solidFill>
            <a:srgbClr val="F07F1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Oval 13"/>
          <p:cNvSpPr/>
          <p:nvPr/>
        </p:nvSpPr>
        <p:spPr>
          <a:xfrm>
            <a:off x="403860" y="1249680"/>
            <a:ext cx="243840" cy="243840"/>
          </a:xfrm>
          <a:prstGeom prst="ellipse">
            <a:avLst/>
          </a:prstGeom>
          <a:solidFill>
            <a:srgbClr val="F07F1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TextBox 14"/>
          <p:cNvSpPr txBox="1"/>
          <p:nvPr/>
        </p:nvSpPr>
        <p:spPr>
          <a:xfrm>
            <a:off x="403860" y="1249680"/>
            <a:ext cx="243840" cy="243840"/>
          </a:xfrm>
          <a:prstGeom prst="rect">
            <a:avLst/>
          </a:prstGeom>
          <a:noFill/>
          <a:ln>
            <a:noFill/>
          </a:ln>
        </p:spPr>
        <p:txBody>
          <a:bodyPr wrap="square" lIns="40000" tIns="15000" rIns="40000" bIns="15000" anchor="ctr">
            <a:spAutoFit/>
          </a:bodyPr>
          <a:lstStyle/>
          <a:p>
            <a:pPr algn="ctr"/>
            <a:r>
              <a:rPr sz="1400" b="1" i="0">
                <a:solidFill>
                  <a:srgbClr val="FFFFFF"/>
                </a:solidFill>
                <a:latin typeface="Calibri"/>
              </a:rPr>
              <a:t>1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792480" y="982980"/>
            <a:ext cx="2225040" cy="571500"/>
          </a:xfrm>
          <a:prstGeom prst="rect">
            <a:avLst/>
          </a:prstGeom>
          <a:noFill/>
          <a:ln>
            <a:noFill/>
          </a:ln>
        </p:spPr>
        <p:txBody>
          <a:bodyPr wrap="square" lIns="40000" tIns="15000" rIns="40000" bIns="15000" anchor="ctr">
            <a:spAutoFit/>
          </a:bodyPr>
          <a:lstStyle/>
          <a:p>
            <a:pPr algn="l"/>
            <a:r>
              <a:rPr sz="1250" b="1" i="0">
                <a:solidFill>
                  <a:srgbClr val="1F2937"/>
                </a:solidFill>
                <a:latin typeface="Calibri"/>
              </a:rPr>
              <a:t>Speed &amp; Time-to-Market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792480" y="1562100"/>
            <a:ext cx="2225040" cy="198120"/>
          </a:xfrm>
          <a:prstGeom prst="rect">
            <a:avLst/>
          </a:prstGeom>
          <a:noFill/>
          <a:ln>
            <a:noFill/>
          </a:ln>
        </p:spPr>
        <p:txBody>
          <a:bodyPr wrap="square" lIns="40000" tIns="15000" rIns="40000" bIns="15000" anchor="t">
            <a:spAutoFit/>
          </a:bodyPr>
          <a:lstStyle/>
          <a:p>
            <a:pPr algn="l"/>
            <a:r>
              <a:rPr sz="800" b="0" i="1">
                <a:solidFill>
                  <a:srgbClr val="4B5563"/>
                </a:solidFill>
                <a:latin typeface="Calibri"/>
              </a:rPr>
              <a:t>konsolidiert: 1 Faster Time to Market + 7 Improved Speed Overall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3078480" y="982980"/>
            <a:ext cx="2682240" cy="777240"/>
          </a:xfrm>
          <a:prstGeom prst="rect">
            <a:avLst/>
          </a:prstGeom>
          <a:noFill/>
          <a:ln>
            <a:noFill/>
          </a:ln>
        </p:spPr>
        <p:txBody>
          <a:bodyPr wrap="square" lIns="40000" tIns="15000" rIns="40000" bIns="15000" anchor="ctr">
            <a:spAutoFit/>
          </a:bodyPr>
          <a:lstStyle/>
          <a:p>
            <a:pPr algn="l"/>
            <a:r>
              <a:rPr sz="1100" b="0" i="0">
                <a:solidFill>
                  <a:srgbClr val="1F2937"/>
                </a:solidFill>
                <a:latin typeface="Calibri"/>
              </a:rPr>
              <a:t>Schneller von Idee zur Markt-/Projektreife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5836920" y="982980"/>
            <a:ext cx="6004560" cy="777240"/>
          </a:xfrm>
          <a:prstGeom prst="rect">
            <a:avLst/>
          </a:prstGeom>
          <a:noFill/>
          <a:ln>
            <a:noFill/>
          </a:ln>
        </p:spPr>
        <p:txBody>
          <a:bodyPr wrap="square" lIns="40000" tIns="15000" rIns="40000" bIns="15000" anchor="ctr">
            <a:spAutoFit/>
          </a:bodyPr>
          <a:lstStyle/>
          <a:p>
            <a:pPr algn="l"/>
            <a:r>
              <a:rPr sz="1050" b="0" i="0">
                <a:solidFill>
                  <a:srgbClr val="1F2937"/>
                </a:solidFill>
                <a:latin typeface="Calibri"/>
              </a:rPr>
              <a:t>End-to-end-Digitalisierung Idee → MPM → VEW. Gates (SBGo, PH) im System. Workflows ersetzen wochenlange manuelle Schleifen zwischen Excel, SAP und PIT.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304800" y="1836420"/>
            <a:ext cx="11582400" cy="838200"/>
          </a:xfrm>
          <a:prstGeom prst="roundRect">
            <a:avLst/>
          </a:prstGeom>
          <a:solidFill>
            <a:srgbClr val="EEF1F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1" name="Rectangle 20"/>
          <p:cNvSpPr/>
          <p:nvPr/>
        </p:nvSpPr>
        <p:spPr>
          <a:xfrm>
            <a:off x="304800" y="1836420"/>
            <a:ext cx="53340" cy="838200"/>
          </a:xfrm>
          <a:prstGeom prst="rect">
            <a:avLst/>
          </a:prstGeom>
          <a:solidFill>
            <a:srgbClr val="F07F1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2" name="Oval 21"/>
          <p:cNvSpPr/>
          <p:nvPr/>
        </p:nvSpPr>
        <p:spPr>
          <a:xfrm>
            <a:off x="403860" y="2133600"/>
            <a:ext cx="243840" cy="243840"/>
          </a:xfrm>
          <a:prstGeom prst="ellipse">
            <a:avLst/>
          </a:prstGeom>
          <a:solidFill>
            <a:srgbClr val="F07F1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3" name="TextBox 22"/>
          <p:cNvSpPr txBox="1"/>
          <p:nvPr/>
        </p:nvSpPr>
        <p:spPr>
          <a:xfrm>
            <a:off x="403860" y="2133600"/>
            <a:ext cx="243840" cy="243840"/>
          </a:xfrm>
          <a:prstGeom prst="rect">
            <a:avLst/>
          </a:prstGeom>
          <a:noFill/>
          <a:ln>
            <a:noFill/>
          </a:ln>
        </p:spPr>
        <p:txBody>
          <a:bodyPr wrap="square" lIns="40000" tIns="15000" rIns="40000" bIns="15000" anchor="ctr">
            <a:spAutoFit/>
          </a:bodyPr>
          <a:lstStyle/>
          <a:p>
            <a:pPr algn="ctr"/>
            <a:r>
              <a:rPr sz="1400" b="1" i="0">
                <a:solidFill>
                  <a:srgbClr val="FFFFFF"/>
                </a:solidFill>
                <a:latin typeface="Calibri"/>
              </a:rPr>
              <a:t>2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792480" y="1866900"/>
            <a:ext cx="2225040" cy="571500"/>
          </a:xfrm>
          <a:prstGeom prst="rect">
            <a:avLst/>
          </a:prstGeom>
          <a:noFill/>
          <a:ln>
            <a:noFill/>
          </a:ln>
        </p:spPr>
        <p:txBody>
          <a:bodyPr wrap="square" lIns="40000" tIns="15000" rIns="40000" bIns="15000" anchor="ctr">
            <a:spAutoFit/>
          </a:bodyPr>
          <a:lstStyle/>
          <a:p>
            <a:pPr algn="l"/>
            <a:r>
              <a:rPr sz="1250" b="1" i="0">
                <a:solidFill>
                  <a:srgbClr val="1F2937"/>
                </a:solidFill>
                <a:latin typeface="Calibri"/>
              </a:rPr>
              <a:t>Resilience &amp; Agility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792480" y="2446020"/>
            <a:ext cx="2225040" cy="198120"/>
          </a:xfrm>
          <a:prstGeom prst="rect">
            <a:avLst/>
          </a:prstGeom>
          <a:noFill/>
          <a:ln>
            <a:noFill/>
          </a:ln>
        </p:spPr>
        <p:txBody>
          <a:bodyPr wrap="square" lIns="40000" tIns="15000" rIns="40000" bIns="15000" anchor="t">
            <a:spAutoFit/>
          </a:bodyPr>
          <a:lstStyle/>
          <a:p>
            <a:pPr algn="l"/>
            <a:r>
              <a:rPr sz="800" b="0" i="1">
                <a:solidFill>
                  <a:srgbClr val="4B5563"/>
                </a:solidFill>
                <a:latin typeface="Calibri"/>
              </a:rPr>
              <a:t>konsolidiert: 2 Response to Disruptions + 6 Increased Agility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3078480" y="1866900"/>
            <a:ext cx="2682240" cy="777240"/>
          </a:xfrm>
          <a:prstGeom prst="rect">
            <a:avLst/>
          </a:prstGeom>
          <a:noFill/>
          <a:ln>
            <a:noFill/>
          </a:ln>
        </p:spPr>
        <p:txBody>
          <a:bodyPr wrap="square" lIns="40000" tIns="15000" rIns="40000" bIns="15000" anchor="ctr">
            <a:spAutoFit/>
          </a:bodyPr>
          <a:lstStyle/>
          <a:p>
            <a:pPr algn="l"/>
            <a:r>
              <a:rPr sz="1100" b="0" i="0">
                <a:solidFill>
                  <a:srgbClr val="1F2937"/>
                </a:solidFill>
                <a:latin typeface="Calibri"/>
              </a:rPr>
              <a:t>Schnell auf Störungen und Veränderungen reagieren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5836920" y="1866900"/>
            <a:ext cx="6004560" cy="777240"/>
          </a:xfrm>
          <a:prstGeom prst="rect">
            <a:avLst/>
          </a:prstGeom>
          <a:noFill/>
          <a:ln>
            <a:noFill/>
          </a:ln>
        </p:spPr>
        <p:txBody>
          <a:bodyPr wrap="square" lIns="40000" tIns="15000" rIns="40000" bIns="15000" anchor="ctr">
            <a:spAutoFit/>
          </a:bodyPr>
          <a:lstStyle/>
          <a:p>
            <a:pPr algn="l"/>
            <a:r>
              <a:rPr sz="1050" b="0" i="0">
                <a:solidFill>
                  <a:srgbClr val="1F2937"/>
                </a:solidFill>
                <a:latin typeface="Calibri"/>
              </a:rPr>
              <a:t>Alternativ-Roadmaps ohne neue Excel-Iterationen. Bei Budgetkürzung oder Marktveränderung sofort Re-Priorisierung – Effekte auf Kapazität und Strategie sind unmittelbar sichtbar.</a:t>
            </a:r>
          </a:p>
        </p:txBody>
      </p:sp>
      <p:sp>
        <p:nvSpPr>
          <p:cNvPr id="28" name="Rounded Rectangle 27"/>
          <p:cNvSpPr/>
          <p:nvPr/>
        </p:nvSpPr>
        <p:spPr>
          <a:xfrm>
            <a:off x="304800" y="2720340"/>
            <a:ext cx="11582400" cy="838200"/>
          </a:xfrm>
          <a:prstGeom prst="roundRect">
            <a:avLst/>
          </a:prstGeom>
          <a:solidFill>
            <a:srgbClr val="F7F7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9" name="Rectangle 28"/>
          <p:cNvSpPr/>
          <p:nvPr/>
        </p:nvSpPr>
        <p:spPr>
          <a:xfrm>
            <a:off x="304800" y="2720340"/>
            <a:ext cx="53340" cy="838200"/>
          </a:xfrm>
          <a:prstGeom prst="rect">
            <a:avLst/>
          </a:prstGeom>
          <a:solidFill>
            <a:srgbClr val="F07F1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0" name="Oval 29"/>
          <p:cNvSpPr/>
          <p:nvPr/>
        </p:nvSpPr>
        <p:spPr>
          <a:xfrm>
            <a:off x="403860" y="3017520"/>
            <a:ext cx="243840" cy="243840"/>
          </a:xfrm>
          <a:prstGeom prst="ellipse">
            <a:avLst/>
          </a:prstGeom>
          <a:solidFill>
            <a:srgbClr val="F07F1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1" name="TextBox 30"/>
          <p:cNvSpPr txBox="1"/>
          <p:nvPr/>
        </p:nvSpPr>
        <p:spPr>
          <a:xfrm>
            <a:off x="403860" y="3017520"/>
            <a:ext cx="243840" cy="243840"/>
          </a:xfrm>
          <a:prstGeom prst="rect">
            <a:avLst/>
          </a:prstGeom>
          <a:noFill/>
          <a:ln>
            <a:noFill/>
          </a:ln>
        </p:spPr>
        <p:txBody>
          <a:bodyPr wrap="square" lIns="40000" tIns="15000" rIns="40000" bIns="15000" anchor="ctr">
            <a:spAutoFit/>
          </a:bodyPr>
          <a:lstStyle/>
          <a:p>
            <a:pPr algn="ctr"/>
            <a:r>
              <a:rPr sz="1400" b="1" i="0">
                <a:solidFill>
                  <a:srgbClr val="FFFFFF"/>
                </a:solidFill>
                <a:latin typeface="Calibri"/>
              </a:rPr>
              <a:t>3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792480" y="2750820"/>
            <a:ext cx="2225040" cy="571500"/>
          </a:xfrm>
          <a:prstGeom prst="rect">
            <a:avLst/>
          </a:prstGeom>
          <a:noFill/>
          <a:ln>
            <a:noFill/>
          </a:ln>
        </p:spPr>
        <p:txBody>
          <a:bodyPr wrap="square" lIns="40000" tIns="15000" rIns="40000" bIns="15000" anchor="ctr">
            <a:spAutoFit/>
          </a:bodyPr>
          <a:lstStyle/>
          <a:p>
            <a:pPr algn="l"/>
            <a:r>
              <a:rPr sz="1250" b="1" i="0">
                <a:solidFill>
                  <a:srgbClr val="1F2937"/>
                </a:solidFill>
                <a:latin typeface="Calibri"/>
              </a:rPr>
              <a:t>Strategic Alignment &amp; Transparency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792480" y="3329940"/>
            <a:ext cx="2225040" cy="198120"/>
          </a:xfrm>
          <a:prstGeom prst="rect">
            <a:avLst/>
          </a:prstGeom>
          <a:noFill/>
          <a:ln>
            <a:noFill/>
          </a:ln>
        </p:spPr>
        <p:txBody>
          <a:bodyPr wrap="square" lIns="40000" tIns="15000" rIns="40000" bIns="15000" anchor="t">
            <a:spAutoFit/>
          </a:bodyPr>
          <a:lstStyle/>
          <a:p>
            <a:pPr algn="l"/>
            <a:r>
              <a:rPr sz="800" b="0" i="1">
                <a:solidFill>
                  <a:srgbClr val="4B5563"/>
                </a:solidFill>
                <a:latin typeface="Calibri"/>
              </a:rPr>
              <a:t>konsolidiert: 3 Strategy ↔ Execution + 8 Big-picture Focus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3078480" y="2750820"/>
            <a:ext cx="2682240" cy="777240"/>
          </a:xfrm>
          <a:prstGeom prst="rect">
            <a:avLst/>
          </a:prstGeom>
          <a:noFill/>
          <a:ln>
            <a:noFill/>
          </a:ln>
        </p:spPr>
        <p:txBody>
          <a:bodyPr wrap="square" lIns="40000" tIns="15000" rIns="40000" bIns="15000" anchor="ctr">
            <a:spAutoFit/>
          </a:bodyPr>
          <a:lstStyle/>
          <a:p>
            <a:pPr algn="l"/>
            <a:r>
              <a:rPr sz="1100" b="0" i="0">
                <a:solidFill>
                  <a:srgbClr val="1F2937"/>
                </a:solidFill>
                <a:latin typeface="Calibri"/>
              </a:rPr>
              <a:t>Strategie und Umsetzung durchgängig verknüpfen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5836920" y="2750820"/>
            <a:ext cx="6004560" cy="777240"/>
          </a:xfrm>
          <a:prstGeom prst="rect">
            <a:avLst/>
          </a:prstGeom>
          <a:noFill/>
          <a:ln>
            <a:noFill/>
          </a:ln>
        </p:spPr>
        <p:txBody>
          <a:bodyPr wrap="square" lIns="40000" tIns="15000" rIns="40000" bIns="15000" anchor="ctr">
            <a:spAutoFit/>
          </a:bodyPr>
          <a:lstStyle/>
          <a:p>
            <a:pPr algn="l"/>
            <a:r>
              <a:rPr sz="1050" b="0" i="0">
                <a:solidFill>
                  <a:srgbClr val="1F2937"/>
                </a:solidFill>
                <a:latin typeface="Calibri"/>
              </a:rPr>
              <a:t>OKRs/Ziele direkt mit Programmen, Projekten und Demands verbunden. Vorstands-Cockpit mit Ampelstatus, Budget-Auslastung und OKR-Beitrag aller Projekte.</a:t>
            </a:r>
          </a:p>
        </p:txBody>
      </p:sp>
      <p:sp>
        <p:nvSpPr>
          <p:cNvPr id="36" name="Rounded Rectangle 35"/>
          <p:cNvSpPr/>
          <p:nvPr/>
        </p:nvSpPr>
        <p:spPr>
          <a:xfrm>
            <a:off x="304800" y="3604260"/>
            <a:ext cx="11582400" cy="838200"/>
          </a:xfrm>
          <a:prstGeom prst="roundRect">
            <a:avLst/>
          </a:prstGeom>
          <a:solidFill>
            <a:srgbClr val="EEF1F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7" name="Rectangle 36"/>
          <p:cNvSpPr/>
          <p:nvPr/>
        </p:nvSpPr>
        <p:spPr>
          <a:xfrm>
            <a:off x="304800" y="3604260"/>
            <a:ext cx="53340" cy="838200"/>
          </a:xfrm>
          <a:prstGeom prst="rect">
            <a:avLst/>
          </a:prstGeom>
          <a:solidFill>
            <a:srgbClr val="F07F1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8" name="Oval 37"/>
          <p:cNvSpPr/>
          <p:nvPr/>
        </p:nvSpPr>
        <p:spPr>
          <a:xfrm>
            <a:off x="403860" y="3901439"/>
            <a:ext cx="243840" cy="243840"/>
          </a:xfrm>
          <a:prstGeom prst="ellipse">
            <a:avLst/>
          </a:prstGeom>
          <a:solidFill>
            <a:srgbClr val="F07F1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9" name="TextBox 38"/>
          <p:cNvSpPr txBox="1"/>
          <p:nvPr/>
        </p:nvSpPr>
        <p:spPr>
          <a:xfrm>
            <a:off x="403860" y="3901439"/>
            <a:ext cx="243840" cy="243840"/>
          </a:xfrm>
          <a:prstGeom prst="rect">
            <a:avLst/>
          </a:prstGeom>
          <a:noFill/>
          <a:ln>
            <a:noFill/>
          </a:ln>
        </p:spPr>
        <p:txBody>
          <a:bodyPr wrap="square" lIns="40000" tIns="15000" rIns="40000" bIns="15000" anchor="ctr">
            <a:spAutoFit/>
          </a:bodyPr>
          <a:lstStyle/>
          <a:p>
            <a:pPr algn="ctr"/>
            <a:r>
              <a:rPr sz="1400" b="1" i="0">
                <a:solidFill>
                  <a:srgbClr val="FFFFFF"/>
                </a:solidFill>
                <a:latin typeface="Calibri"/>
              </a:rPr>
              <a:t>4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792480" y="3634739"/>
            <a:ext cx="2225040" cy="571500"/>
          </a:xfrm>
          <a:prstGeom prst="rect">
            <a:avLst/>
          </a:prstGeom>
          <a:noFill/>
          <a:ln>
            <a:noFill/>
          </a:ln>
        </p:spPr>
        <p:txBody>
          <a:bodyPr wrap="square" lIns="40000" tIns="15000" rIns="40000" bIns="15000" anchor="ctr">
            <a:spAutoFit/>
          </a:bodyPr>
          <a:lstStyle/>
          <a:p>
            <a:pPr algn="l"/>
            <a:r>
              <a:rPr sz="1250" b="1" i="0">
                <a:solidFill>
                  <a:srgbClr val="1F2937"/>
                </a:solidFill>
                <a:latin typeface="Calibri"/>
              </a:rPr>
              <a:t>Efficiency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792480" y="4213860"/>
            <a:ext cx="2225040" cy="198120"/>
          </a:xfrm>
          <a:prstGeom prst="rect">
            <a:avLst/>
          </a:prstGeom>
          <a:noFill/>
          <a:ln>
            <a:noFill/>
          </a:ln>
        </p:spPr>
        <p:txBody>
          <a:bodyPr wrap="square" lIns="40000" tIns="15000" rIns="40000" bIns="15000" anchor="t">
            <a:spAutoFit/>
          </a:bodyPr>
          <a:lstStyle/>
          <a:p>
            <a:pPr algn="l"/>
            <a:r>
              <a:rPr sz="800" b="0" i="1">
                <a:solidFill>
                  <a:srgbClr val="4B5563"/>
                </a:solidFill>
                <a:latin typeface="Calibri"/>
              </a:rPr>
              <a:t>Quelle: 4 Improved Efficiency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3078480" y="3634739"/>
            <a:ext cx="2682240" cy="777240"/>
          </a:xfrm>
          <a:prstGeom prst="rect">
            <a:avLst/>
          </a:prstGeom>
          <a:noFill/>
          <a:ln>
            <a:noFill/>
          </a:ln>
        </p:spPr>
        <p:txBody>
          <a:bodyPr wrap="square" lIns="40000" tIns="15000" rIns="40000" bIns="15000" anchor="ctr">
            <a:spAutoFit/>
          </a:bodyPr>
          <a:lstStyle/>
          <a:p>
            <a:pPr algn="l"/>
            <a:r>
              <a:rPr sz="1100" b="0" i="0">
                <a:solidFill>
                  <a:srgbClr val="1F2937"/>
                </a:solidFill>
                <a:latin typeface="Calibri"/>
              </a:rPr>
              <a:t>Doppelarbeit und manuelle Reportingschleifen vermeiden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5836920" y="3634739"/>
            <a:ext cx="6004560" cy="777240"/>
          </a:xfrm>
          <a:prstGeom prst="rect">
            <a:avLst/>
          </a:prstGeom>
          <a:noFill/>
          <a:ln>
            <a:noFill/>
          </a:ln>
        </p:spPr>
        <p:txBody>
          <a:bodyPr wrap="square" lIns="40000" tIns="15000" rIns="40000" bIns="15000" anchor="ctr">
            <a:spAutoFit/>
          </a:bodyPr>
          <a:lstStyle/>
          <a:p>
            <a:pPr algn="l"/>
            <a:r>
              <a:rPr sz="1050" b="0" i="0">
                <a:solidFill>
                  <a:srgbClr val="1F2937"/>
                </a:solidFill>
                <a:latin typeface="Calibri"/>
              </a:rPr>
              <a:t>Priorisierung über Scoring-Logik (Market / Business Case) ersetzt Excel-Bewertungen. Stunden im System, SAP-Ist-Kosten automatisch eingebunden – Plan-vs-Ist live, ohne manuelle Datenladevorgänge.</a:t>
            </a:r>
          </a:p>
        </p:txBody>
      </p:sp>
      <p:sp>
        <p:nvSpPr>
          <p:cNvPr id="44" name="Rounded Rectangle 43"/>
          <p:cNvSpPr/>
          <p:nvPr/>
        </p:nvSpPr>
        <p:spPr>
          <a:xfrm>
            <a:off x="304800" y="4488180"/>
            <a:ext cx="11582400" cy="838200"/>
          </a:xfrm>
          <a:prstGeom prst="roundRect">
            <a:avLst/>
          </a:prstGeom>
          <a:solidFill>
            <a:srgbClr val="F7F7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5" name="Rectangle 44"/>
          <p:cNvSpPr/>
          <p:nvPr/>
        </p:nvSpPr>
        <p:spPr>
          <a:xfrm>
            <a:off x="304800" y="4488180"/>
            <a:ext cx="53340" cy="838200"/>
          </a:xfrm>
          <a:prstGeom prst="rect">
            <a:avLst/>
          </a:prstGeom>
          <a:solidFill>
            <a:srgbClr val="F07F1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6" name="Oval 45"/>
          <p:cNvSpPr/>
          <p:nvPr/>
        </p:nvSpPr>
        <p:spPr>
          <a:xfrm>
            <a:off x="403860" y="4785360"/>
            <a:ext cx="243840" cy="243840"/>
          </a:xfrm>
          <a:prstGeom prst="ellipse">
            <a:avLst/>
          </a:prstGeom>
          <a:solidFill>
            <a:srgbClr val="F07F1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7" name="TextBox 46"/>
          <p:cNvSpPr txBox="1"/>
          <p:nvPr/>
        </p:nvSpPr>
        <p:spPr>
          <a:xfrm>
            <a:off x="403860" y="4785360"/>
            <a:ext cx="243840" cy="243840"/>
          </a:xfrm>
          <a:prstGeom prst="rect">
            <a:avLst/>
          </a:prstGeom>
          <a:noFill/>
          <a:ln>
            <a:noFill/>
          </a:ln>
        </p:spPr>
        <p:txBody>
          <a:bodyPr wrap="square" lIns="40000" tIns="15000" rIns="40000" bIns="15000" anchor="ctr">
            <a:spAutoFit/>
          </a:bodyPr>
          <a:lstStyle/>
          <a:p>
            <a:pPr algn="ctr"/>
            <a:r>
              <a:rPr sz="1400" b="1" i="0">
                <a:solidFill>
                  <a:srgbClr val="FFFFFF"/>
                </a:solidFill>
                <a:latin typeface="Calibri"/>
              </a:rPr>
              <a:t>5</a:t>
            </a:r>
          </a:p>
        </p:txBody>
      </p:sp>
      <p:sp>
        <p:nvSpPr>
          <p:cNvPr id="48" name="TextBox 47"/>
          <p:cNvSpPr txBox="1"/>
          <p:nvPr/>
        </p:nvSpPr>
        <p:spPr>
          <a:xfrm>
            <a:off x="792480" y="4518660"/>
            <a:ext cx="2225040" cy="571500"/>
          </a:xfrm>
          <a:prstGeom prst="rect">
            <a:avLst/>
          </a:prstGeom>
          <a:noFill/>
          <a:ln>
            <a:noFill/>
          </a:ln>
        </p:spPr>
        <p:txBody>
          <a:bodyPr wrap="square" lIns="40000" tIns="15000" rIns="40000" bIns="15000" anchor="ctr">
            <a:spAutoFit/>
          </a:bodyPr>
          <a:lstStyle/>
          <a:p>
            <a:pPr algn="l"/>
            <a:r>
              <a:rPr sz="1250" b="1" i="0">
                <a:solidFill>
                  <a:srgbClr val="1F2937"/>
                </a:solidFill>
                <a:latin typeface="Calibri"/>
              </a:rPr>
              <a:t>Cross-Functional Cohesion</a:t>
            </a:r>
          </a:p>
        </p:txBody>
      </p:sp>
      <p:sp>
        <p:nvSpPr>
          <p:cNvPr id="49" name="TextBox 48"/>
          <p:cNvSpPr txBox="1"/>
          <p:nvPr/>
        </p:nvSpPr>
        <p:spPr>
          <a:xfrm>
            <a:off x="792480" y="5097780"/>
            <a:ext cx="2225040" cy="198120"/>
          </a:xfrm>
          <a:prstGeom prst="rect">
            <a:avLst/>
          </a:prstGeom>
          <a:noFill/>
          <a:ln>
            <a:noFill/>
          </a:ln>
        </p:spPr>
        <p:txBody>
          <a:bodyPr wrap="square" lIns="40000" tIns="15000" rIns="40000" bIns="15000" anchor="t">
            <a:spAutoFit/>
          </a:bodyPr>
          <a:lstStyle/>
          <a:p>
            <a:pPr algn="l"/>
            <a:r>
              <a:rPr sz="800" b="0" i="1">
                <a:solidFill>
                  <a:srgbClr val="4B5563"/>
                </a:solidFill>
                <a:latin typeface="Calibri"/>
              </a:rPr>
              <a:t>Quelle: 5 Cohesion of Multiple Disciplines</a:t>
            </a:r>
          </a:p>
        </p:txBody>
      </p:sp>
      <p:sp>
        <p:nvSpPr>
          <p:cNvPr id="50" name="TextBox 49"/>
          <p:cNvSpPr txBox="1"/>
          <p:nvPr/>
        </p:nvSpPr>
        <p:spPr>
          <a:xfrm>
            <a:off x="3078480" y="4518660"/>
            <a:ext cx="2682240" cy="777240"/>
          </a:xfrm>
          <a:prstGeom prst="rect">
            <a:avLst/>
          </a:prstGeom>
          <a:noFill/>
          <a:ln>
            <a:noFill/>
          </a:ln>
        </p:spPr>
        <p:txBody>
          <a:bodyPr wrap="square" lIns="40000" tIns="15000" rIns="40000" bIns="15000" anchor="ctr">
            <a:spAutoFit/>
          </a:bodyPr>
          <a:lstStyle/>
          <a:p>
            <a:pPr algn="l"/>
            <a:r>
              <a:rPr sz="1100" b="0" i="0">
                <a:solidFill>
                  <a:srgbClr val="1F2937"/>
                </a:solidFill>
                <a:latin typeface="Calibri"/>
              </a:rPr>
              <a:t>Eine Plattform für alle Disziplinen</a:t>
            </a:r>
          </a:p>
        </p:txBody>
      </p:sp>
      <p:sp>
        <p:nvSpPr>
          <p:cNvPr id="51" name="TextBox 50"/>
          <p:cNvSpPr txBox="1"/>
          <p:nvPr/>
        </p:nvSpPr>
        <p:spPr>
          <a:xfrm>
            <a:off x="5836920" y="4518660"/>
            <a:ext cx="6004560" cy="777240"/>
          </a:xfrm>
          <a:prstGeom prst="rect">
            <a:avLst/>
          </a:prstGeom>
          <a:noFill/>
          <a:ln>
            <a:noFill/>
          </a:ln>
        </p:spPr>
        <p:txBody>
          <a:bodyPr wrap="square" lIns="40000" tIns="15000" rIns="40000" bIns="15000" anchor="ctr">
            <a:spAutoFit/>
          </a:bodyPr>
          <a:lstStyle/>
          <a:p>
            <a:pPr algn="l"/>
            <a:r>
              <a:rPr sz="1050" b="0" i="0">
                <a:solidFill>
                  <a:srgbClr val="1F2937"/>
                </a:solidFill>
                <a:latin typeface="Calibri"/>
              </a:rPr>
              <a:t>Einheitliches Datenmodell und Templates für MPM, VEW/PEP, VPM und IT. Cross-funktionale Programme mit gemeinsamer Freigabe, Abhängigkeiten und Reporting – Insellösungen entfallen.</a:t>
            </a:r>
          </a:p>
        </p:txBody>
      </p:sp>
      <p:sp>
        <p:nvSpPr>
          <p:cNvPr id="52" name="Rounded Rectangle 51"/>
          <p:cNvSpPr/>
          <p:nvPr/>
        </p:nvSpPr>
        <p:spPr>
          <a:xfrm>
            <a:off x="304800" y="5372100"/>
            <a:ext cx="11582400" cy="838200"/>
          </a:xfrm>
          <a:prstGeom prst="roundRect">
            <a:avLst/>
          </a:prstGeom>
          <a:solidFill>
            <a:srgbClr val="EEF1F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3" name="Rectangle 52"/>
          <p:cNvSpPr/>
          <p:nvPr/>
        </p:nvSpPr>
        <p:spPr>
          <a:xfrm>
            <a:off x="304800" y="5372100"/>
            <a:ext cx="53340" cy="838200"/>
          </a:xfrm>
          <a:prstGeom prst="rect">
            <a:avLst/>
          </a:prstGeom>
          <a:solidFill>
            <a:srgbClr val="F07F1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4" name="Oval 53"/>
          <p:cNvSpPr/>
          <p:nvPr/>
        </p:nvSpPr>
        <p:spPr>
          <a:xfrm>
            <a:off x="403860" y="5669280"/>
            <a:ext cx="243840" cy="243840"/>
          </a:xfrm>
          <a:prstGeom prst="ellipse">
            <a:avLst/>
          </a:prstGeom>
          <a:solidFill>
            <a:srgbClr val="F07F1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5" name="TextBox 54"/>
          <p:cNvSpPr txBox="1"/>
          <p:nvPr/>
        </p:nvSpPr>
        <p:spPr>
          <a:xfrm>
            <a:off x="403860" y="5669280"/>
            <a:ext cx="243840" cy="243840"/>
          </a:xfrm>
          <a:prstGeom prst="rect">
            <a:avLst/>
          </a:prstGeom>
          <a:noFill/>
          <a:ln>
            <a:noFill/>
          </a:ln>
        </p:spPr>
        <p:txBody>
          <a:bodyPr wrap="square" lIns="40000" tIns="15000" rIns="40000" bIns="15000" anchor="ctr">
            <a:spAutoFit/>
          </a:bodyPr>
          <a:lstStyle/>
          <a:p>
            <a:pPr algn="ctr"/>
            <a:r>
              <a:rPr sz="1400" b="1" i="0">
                <a:solidFill>
                  <a:srgbClr val="FFFFFF"/>
                </a:solidFill>
                <a:latin typeface="Calibri"/>
              </a:rPr>
              <a:t>6</a:t>
            </a:r>
          </a:p>
        </p:txBody>
      </p:sp>
      <p:sp>
        <p:nvSpPr>
          <p:cNvPr id="56" name="TextBox 55"/>
          <p:cNvSpPr txBox="1"/>
          <p:nvPr/>
        </p:nvSpPr>
        <p:spPr>
          <a:xfrm>
            <a:off x="792480" y="5402580"/>
            <a:ext cx="2225040" cy="571500"/>
          </a:xfrm>
          <a:prstGeom prst="rect">
            <a:avLst/>
          </a:prstGeom>
          <a:noFill/>
          <a:ln>
            <a:noFill/>
          </a:ln>
        </p:spPr>
        <p:txBody>
          <a:bodyPr wrap="square" lIns="40000" tIns="15000" rIns="40000" bIns="15000" anchor="ctr">
            <a:spAutoFit/>
          </a:bodyPr>
          <a:lstStyle/>
          <a:p>
            <a:pPr algn="l"/>
            <a:r>
              <a:rPr sz="1250" b="1" i="0">
                <a:solidFill>
                  <a:srgbClr val="1F2937"/>
                </a:solidFill>
                <a:latin typeface="Calibri"/>
              </a:rPr>
              <a:t>Business Value Realization</a:t>
            </a:r>
          </a:p>
        </p:txBody>
      </p:sp>
      <p:sp>
        <p:nvSpPr>
          <p:cNvPr id="57" name="TextBox 56"/>
          <p:cNvSpPr txBox="1"/>
          <p:nvPr/>
        </p:nvSpPr>
        <p:spPr>
          <a:xfrm>
            <a:off x="792480" y="5981700"/>
            <a:ext cx="2225040" cy="198120"/>
          </a:xfrm>
          <a:prstGeom prst="rect">
            <a:avLst/>
          </a:prstGeom>
          <a:noFill/>
          <a:ln>
            <a:noFill/>
          </a:ln>
        </p:spPr>
        <p:txBody>
          <a:bodyPr wrap="square" lIns="40000" tIns="15000" rIns="40000" bIns="15000" anchor="t">
            <a:spAutoFit/>
          </a:bodyPr>
          <a:lstStyle/>
          <a:p>
            <a:pPr algn="l"/>
            <a:r>
              <a:rPr sz="800" b="0" i="1">
                <a:solidFill>
                  <a:srgbClr val="4B5563"/>
                </a:solidFill>
                <a:latin typeface="Calibri"/>
              </a:rPr>
              <a:t>Quelle: 9 Business Value Realization</a:t>
            </a:r>
          </a:p>
        </p:txBody>
      </p:sp>
      <p:sp>
        <p:nvSpPr>
          <p:cNvPr id="58" name="TextBox 57"/>
          <p:cNvSpPr txBox="1"/>
          <p:nvPr/>
        </p:nvSpPr>
        <p:spPr>
          <a:xfrm>
            <a:off x="3078480" y="5402580"/>
            <a:ext cx="2682240" cy="777240"/>
          </a:xfrm>
          <a:prstGeom prst="rect">
            <a:avLst/>
          </a:prstGeom>
          <a:noFill/>
          <a:ln>
            <a:noFill/>
          </a:ln>
        </p:spPr>
        <p:txBody>
          <a:bodyPr wrap="square" lIns="40000" tIns="15000" rIns="40000" bIns="15000" anchor="ctr">
            <a:spAutoFit/>
          </a:bodyPr>
          <a:lstStyle/>
          <a:p>
            <a:pPr algn="l"/>
            <a:r>
              <a:rPr sz="1100" b="0" i="0">
                <a:solidFill>
                  <a:srgbClr val="1F2937"/>
                </a:solidFill>
                <a:latin typeface="Calibri"/>
              </a:rPr>
              <a:t>Nutzen messbar machen und nachverfolgen</a:t>
            </a:r>
          </a:p>
        </p:txBody>
      </p:sp>
      <p:sp>
        <p:nvSpPr>
          <p:cNvPr id="59" name="TextBox 58"/>
          <p:cNvSpPr txBox="1"/>
          <p:nvPr/>
        </p:nvSpPr>
        <p:spPr>
          <a:xfrm>
            <a:off x="5836920" y="5402580"/>
            <a:ext cx="6004560" cy="777240"/>
          </a:xfrm>
          <a:prstGeom prst="rect">
            <a:avLst/>
          </a:prstGeom>
          <a:noFill/>
          <a:ln>
            <a:noFill/>
          </a:ln>
        </p:spPr>
        <p:txBody>
          <a:bodyPr wrap="square" lIns="40000" tIns="15000" rIns="40000" bIns="15000" anchor="ctr">
            <a:spAutoFit/>
          </a:bodyPr>
          <a:lstStyle/>
          <a:p>
            <a:pPr algn="l"/>
            <a:r>
              <a:rPr sz="1050" b="0" i="0">
                <a:solidFill>
                  <a:srgbClr val="1F2937"/>
                </a:solidFill>
                <a:latin typeface="Calibri"/>
              </a:rPr>
              <a:t>Business Cases strukturiert erfasst und über den gesamten Projektlebenszyklus nachverfolgt. Nach Projektabschluss Soll-/Ist-Abgleich gegen Strategie- und Nutzen-Ziele.</a:t>
            </a:r>
          </a:p>
        </p:txBody>
      </p:sp>
      <p:sp>
        <p:nvSpPr>
          <p:cNvPr id="60" name="TextBox 59"/>
          <p:cNvSpPr txBox="1"/>
          <p:nvPr/>
        </p:nvSpPr>
        <p:spPr>
          <a:xfrm>
            <a:off x="304800" y="6286500"/>
            <a:ext cx="11582400" cy="152400"/>
          </a:xfrm>
          <a:prstGeom prst="rect">
            <a:avLst/>
          </a:prstGeom>
          <a:noFill/>
          <a:ln>
            <a:noFill/>
          </a:ln>
        </p:spPr>
        <p:txBody>
          <a:bodyPr wrap="square" lIns="40000" tIns="15000" rIns="40000" bIns="15000" anchor="ctr">
            <a:spAutoFit/>
          </a:bodyPr>
          <a:lstStyle/>
          <a:p>
            <a:pPr algn="l"/>
            <a:r>
              <a:rPr sz="850" b="0" i="1">
                <a:solidFill>
                  <a:srgbClr val="4B5563"/>
                </a:solidFill>
                <a:latin typeface="Calibri"/>
              </a:rPr>
              <a:t>Konsolidiert aus 'Stihl_SPM_Business_Outcomes' – 9 ursprüngliche Outcomes (Faster Time to Market, Response to Disruptions, Strategy/Execution, Efficiency, Cohesion, Agility, Speed Overall, Big-picture, Value Realization).</a:t>
            </a:r>
          </a:p>
        </p:txBody>
      </p:sp>
      <p:sp>
        <p:nvSpPr>
          <p:cNvPr id="61" name="Rectangle 60"/>
          <p:cNvSpPr/>
          <p:nvPr/>
        </p:nvSpPr>
        <p:spPr>
          <a:xfrm>
            <a:off x="0" y="6804660"/>
            <a:ext cx="12192000" cy="53340"/>
          </a:xfrm>
          <a:prstGeom prst="rect">
            <a:avLst/>
          </a:prstGeom>
          <a:solidFill>
            <a:srgbClr val="F07F1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9D9749B-B6E5-1C74-9F74-27B933C33A9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3" name="think-cell data - do not delete" hidden="1">
            <a:extLst>
              <a:ext uri="{FF2B5EF4-FFF2-40B4-BE49-F238E27FC236}">
                <a16:creationId xmlns:a16="http://schemas.microsoft.com/office/drawing/2014/main" id="{F8D0F9DC-0A29-E489-0679-7676DA063618}"/>
              </a:ext>
            </a:extLst>
          </p:cNvPr>
          <p:cNvGraphicFramePr>
            <a:graphicFrameLocks/>
          </p:cNvGraphicFramePr>
          <p:nvPr>
            <p:custDataLst>
              <p:tags r:id="rId1"/>
            </p:custDataLst>
          </p:nvPr>
        </p:nvGraphicFramePr>
        <p:xfrm>
          <a:off x="1588" y="1588"/>
          <a:ext cx="1588" cy="15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think-cell Slide" r:id="rId3" imgW="408" imgH="408" progId="TCLayout.ActiveDocument.1">
                  <p:embed/>
                </p:oleObj>
              </mc:Choice>
              <mc:Fallback>
                <p:oleObj name="think-cell Slide" r:id="rId3" imgW="408" imgH="408" progId="TCLayout.ActiveDocument.1">
                  <p:embed/>
                  <p:pic>
                    <p:nvPicPr>
                      <p:cNvPr id="3" name="think-cell data - do not delete" hidden="1">
                        <a:extLst>
                          <a:ext uri="{FF2B5EF4-FFF2-40B4-BE49-F238E27FC236}">
                            <a16:creationId xmlns:a16="http://schemas.microsoft.com/office/drawing/2014/main" id="{F8D0F9DC-0A29-E489-0679-7676DA063618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4"/>
                      <a:stretch>
                        <a:fillRect/>
                      </a:stretch>
                    </p:blipFill>
                    <p:spPr>
                      <a:xfrm>
                        <a:off x="1588" y="1588"/>
                        <a:ext cx="1588" cy="1588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2" name="Titel 1">
            <a:extLst>
              <a:ext uri="{FF2B5EF4-FFF2-40B4-BE49-F238E27FC236}">
                <a16:creationId xmlns:a16="http://schemas.microsoft.com/office/drawing/2014/main" id="{F4A9664E-4538-43A0-8D24-AF2F3142464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 vert="horz" rIns="0"/>
          <a:lstStyle/>
          <a:p>
            <a:r>
              <a:rPr lang="de-DE" sz="2400" err="1"/>
              <a:t>Lessons</a:t>
            </a:r>
            <a:r>
              <a:rPr lang="de-DE" sz="2400"/>
              <a:t> Learned MSPO</a:t>
            </a:r>
            <a:endParaRPr lang="de-DE" b="0">
              <a:solidFill>
                <a:schemeClr val="accent2"/>
              </a:solidFill>
            </a:endParaRP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C2275EBB-BBF1-CB01-ED89-6DD953D6596D}"/>
              </a:ext>
            </a:extLst>
          </p:cNvPr>
          <p:cNvSpPr txBox="1"/>
          <p:nvPr/>
        </p:nvSpPr>
        <p:spPr>
          <a:xfrm>
            <a:off x="479426" y="1603375"/>
            <a:ext cx="6212732" cy="369331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de-DE" sz="1800"/>
              <a:t>"Mit MS Project Online haben wir versucht, die Organisation und ihre historisch gewachsenen Prozesse mit einem </a:t>
            </a:r>
            <a:r>
              <a:rPr lang="de-DE" sz="1800" b="1"/>
              <a:t>starren Projekt Management Tool </a:t>
            </a:r>
            <a:r>
              <a:rPr lang="de-DE" sz="1800"/>
              <a:t>umzusetzen.</a:t>
            </a:r>
          </a:p>
          <a:p>
            <a:br>
              <a:rPr lang="de-DE" sz="1800"/>
            </a:br>
            <a:r>
              <a:rPr lang="de-DE" sz="1800"/>
              <a:t>Mit ServiceNow gehen wir mit einer</a:t>
            </a:r>
            <a:r>
              <a:rPr lang="de-DE" sz="1800" b="1"/>
              <a:t> flexiblen Plattform </a:t>
            </a:r>
            <a:r>
              <a:rPr lang="de-DE" sz="1800"/>
              <a:t>schrittweise nach </a:t>
            </a:r>
            <a:r>
              <a:rPr lang="de-DE" sz="1800" b="1"/>
              <a:t>Best-Practice Prozessen </a:t>
            </a:r>
            <a:r>
              <a:rPr lang="de-DE" sz="1800"/>
              <a:t>von der </a:t>
            </a:r>
            <a:r>
              <a:rPr lang="de-DE" sz="1800" b="1"/>
              <a:t>strategischen Planung über </a:t>
            </a:r>
            <a:r>
              <a:rPr lang="de-DE" sz="1800"/>
              <a:t>das </a:t>
            </a:r>
            <a:r>
              <a:rPr lang="de-DE" sz="1800" b="1"/>
              <a:t>Produkt / Projekt Portfolio Management </a:t>
            </a:r>
            <a:r>
              <a:rPr lang="de-DE" sz="1800"/>
              <a:t>zum </a:t>
            </a:r>
            <a:r>
              <a:rPr lang="de-DE" sz="1800" b="1"/>
              <a:t>Projekt Management </a:t>
            </a:r>
            <a:r>
              <a:rPr lang="de-DE" sz="1800"/>
              <a:t>. </a:t>
            </a:r>
            <a:br>
              <a:rPr lang="de-DE" sz="1800"/>
            </a:br>
            <a:endParaRPr lang="de-DE" sz="1800"/>
          </a:p>
          <a:p>
            <a:r>
              <a:rPr lang="de-DE" sz="1800"/>
              <a:t>Wir starten dort, wo der größte Mehrwert liegt </a:t>
            </a:r>
            <a:r>
              <a:rPr lang="de-DE" sz="1800" b="1"/>
              <a:t>(Transparenz &amp; Strategie)</a:t>
            </a:r>
            <a:r>
              <a:rPr lang="de-DE" sz="1800"/>
              <a:t>, und lösen das komplexe Projekt und Ressourcenthema prozessual auf dem Weg mit einer schrittweisen Ablöse der bisherigen Einzelsysteme"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0A5E47EC-2999-75CE-045A-0E41901B9646}"/>
              </a:ext>
            </a:extLst>
          </p:cNvPr>
          <p:cNvSpPr txBox="1"/>
          <p:nvPr/>
        </p:nvSpPr>
        <p:spPr>
          <a:xfrm>
            <a:off x="4143983" y="264607"/>
            <a:ext cx="3904034" cy="257951"/>
          </a:xfrm>
          <a:prstGeom prst="rect">
            <a:avLst/>
          </a:prstGeom>
          <a:solidFill>
            <a:schemeClr val="accent6"/>
          </a:solidFill>
        </p:spPr>
        <p:txBody>
          <a:bodyPr wrap="square" lIns="18000" tIns="18000" rIns="18000" bIns="18000" rtlCol="0">
            <a:spAutoFit/>
          </a:bodyPr>
          <a:lstStyle/>
          <a:p>
            <a:pPr algn="l">
              <a:lnSpc>
                <a:spcPct val="90000"/>
              </a:lnSpc>
              <a:spcBef>
                <a:spcPts val="400"/>
              </a:spcBef>
            </a:pPr>
            <a:r>
              <a:rPr lang="en-US" sz="1600" err="1"/>
              <a:t>Ausarbeitung</a:t>
            </a:r>
            <a:r>
              <a:rPr lang="en-US" sz="1600"/>
              <a:t> </a:t>
            </a:r>
            <a:r>
              <a:rPr lang="en-US" sz="1600" err="1"/>
              <a:t>im</a:t>
            </a:r>
            <a:r>
              <a:rPr lang="en-US" sz="1600"/>
              <a:t> Workshop am 04.05.2026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4FAEF780-F23F-C545-5801-859E005B07D1}"/>
              </a:ext>
            </a:extLst>
          </p:cNvPr>
          <p:cNvSpPr txBox="1"/>
          <p:nvPr/>
        </p:nvSpPr>
        <p:spPr>
          <a:xfrm>
            <a:off x="6692158" y="1917638"/>
            <a:ext cx="3040278" cy="479550"/>
          </a:xfrm>
          <a:prstGeom prst="rect">
            <a:avLst/>
          </a:prstGeom>
          <a:solidFill>
            <a:schemeClr val="accent6"/>
          </a:solidFill>
        </p:spPr>
        <p:txBody>
          <a:bodyPr wrap="square" lIns="18000" tIns="18000" rIns="18000" bIns="18000" rtlCol="0">
            <a:spAutoFit/>
          </a:bodyPr>
          <a:lstStyle/>
          <a:p>
            <a:pPr algn="l">
              <a:lnSpc>
                <a:spcPct val="90000"/>
              </a:lnSpc>
              <a:spcBef>
                <a:spcPts val="400"/>
              </a:spcBef>
            </a:pPr>
            <a:r>
              <a:rPr lang="en-US" sz="1600" err="1"/>
              <a:t>Starres</a:t>
            </a:r>
            <a:r>
              <a:rPr lang="en-US" sz="1600"/>
              <a:t> Tool vs. </a:t>
            </a:r>
            <a:r>
              <a:rPr lang="en-US" sz="1600" err="1"/>
              <a:t>flexibe</a:t>
            </a:r>
            <a:r>
              <a:rPr lang="en-US" sz="1600"/>
              <a:t> </a:t>
            </a:r>
            <a:r>
              <a:rPr lang="en-US" sz="1600" err="1"/>
              <a:t>Workflowplattform</a:t>
            </a:r>
            <a:endParaRPr lang="en-US" sz="1600"/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81EE9C23-CC68-57AA-3202-E00BFDADFDF5}"/>
              </a:ext>
            </a:extLst>
          </p:cNvPr>
          <p:cNvSpPr txBox="1"/>
          <p:nvPr/>
        </p:nvSpPr>
        <p:spPr>
          <a:xfrm>
            <a:off x="6692158" y="2949450"/>
            <a:ext cx="3040278" cy="479550"/>
          </a:xfrm>
          <a:prstGeom prst="rect">
            <a:avLst/>
          </a:prstGeom>
          <a:solidFill>
            <a:schemeClr val="accent6"/>
          </a:solidFill>
        </p:spPr>
        <p:txBody>
          <a:bodyPr wrap="square" lIns="18000" tIns="18000" rIns="18000" bIns="18000" rtlCol="0">
            <a:spAutoFit/>
          </a:bodyPr>
          <a:lstStyle/>
          <a:p>
            <a:pPr algn="l">
              <a:lnSpc>
                <a:spcPct val="90000"/>
              </a:lnSpc>
              <a:spcBef>
                <a:spcPts val="400"/>
              </a:spcBef>
            </a:pPr>
            <a:r>
              <a:rPr lang="en-US" sz="1600" err="1"/>
              <a:t>Übergreifende</a:t>
            </a:r>
            <a:r>
              <a:rPr lang="en-US" sz="1600"/>
              <a:t> </a:t>
            </a:r>
            <a:r>
              <a:rPr lang="en-US" sz="1600" err="1"/>
              <a:t>Bereitschaft</a:t>
            </a:r>
            <a:r>
              <a:rPr lang="en-US" sz="1600"/>
              <a:t> </a:t>
            </a:r>
            <a:r>
              <a:rPr lang="en-US" sz="1600" err="1"/>
              <a:t>im</a:t>
            </a:r>
            <a:r>
              <a:rPr lang="en-US" sz="1600"/>
              <a:t> </a:t>
            </a:r>
            <a:r>
              <a:rPr lang="en-US" sz="1600" err="1"/>
              <a:t>Unternehmen</a:t>
            </a:r>
            <a:endParaRPr lang="en-US" sz="1600"/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BEB24D68-FFF6-D289-FF51-8F117A3A769E}"/>
              </a:ext>
            </a:extLst>
          </p:cNvPr>
          <p:cNvSpPr txBox="1"/>
          <p:nvPr/>
        </p:nvSpPr>
        <p:spPr>
          <a:xfrm>
            <a:off x="6692158" y="3643522"/>
            <a:ext cx="3040278" cy="257951"/>
          </a:xfrm>
          <a:prstGeom prst="rect">
            <a:avLst/>
          </a:prstGeom>
          <a:solidFill>
            <a:schemeClr val="accent6"/>
          </a:solidFill>
        </p:spPr>
        <p:txBody>
          <a:bodyPr wrap="square" lIns="18000" tIns="18000" rIns="18000" bIns="18000" rtlCol="0">
            <a:spAutoFit/>
          </a:bodyPr>
          <a:lstStyle/>
          <a:p>
            <a:pPr algn="l">
              <a:lnSpc>
                <a:spcPct val="90000"/>
              </a:lnSpc>
              <a:spcBef>
                <a:spcPts val="400"/>
              </a:spcBef>
            </a:pPr>
            <a:r>
              <a:rPr lang="en-US" sz="1600" err="1"/>
              <a:t>Kompletter</a:t>
            </a:r>
            <a:r>
              <a:rPr lang="en-US" sz="1600"/>
              <a:t> </a:t>
            </a:r>
            <a:r>
              <a:rPr lang="en-US" sz="1600" err="1"/>
              <a:t>Prozess</a:t>
            </a:r>
            <a:r>
              <a:rPr lang="en-US" sz="1600"/>
              <a:t> </a:t>
            </a:r>
            <a:r>
              <a:rPr lang="en-US" sz="1600">
                <a:sym typeface="Wingdings" panose="05000000000000000000" pitchFamily="2" charset="2"/>
              </a:rPr>
              <a:t> </a:t>
            </a:r>
            <a:r>
              <a:rPr lang="en-US" sz="1600" err="1">
                <a:sym typeface="Wingdings" panose="05000000000000000000" pitchFamily="2" charset="2"/>
              </a:rPr>
              <a:t>Vorgehen</a:t>
            </a:r>
            <a:endParaRPr lang="en-US" sz="1600"/>
          </a:p>
        </p:txBody>
      </p:sp>
    </p:spTree>
    <p:extLst>
      <p:ext uri="{BB962C8B-B14F-4D97-AF65-F5344CB8AC3E}">
        <p14:creationId xmlns:p14="http://schemas.microsoft.com/office/powerpoint/2010/main" val="1770467008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372EF4B-BEF7-F53E-9B0D-B94E1FFA0D3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3" name="think-cell data - do not delete" hidden="1">
            <a:extLst>
              <a:ext uri="{FF2B5EF4-FFF2-40B4-BE49-F238E27FC236}">
                <a16:creationId xmlns:a16="http://schemas.microsoft.com/office/drawing/2014/main" id="{95682F1C-E5A9-D66D-474B-A64B10A2E019}"/>
              </a:ext>
            </a:extLst>
          </p:cNvPr>
          <p:cNvGraphicFramePr>
            <a:graphicFrameLocks/>
          </p:cNvGraphicFramePr>
          <p:nvPr>
            <p:custDataLst>
              <p:tags r:id="rId1"/>
            </p:custDataLst>
          </p:nvPr>
        </p:nvGraphicFramePr>
        <p:xfrm>
          <a:off x="1588" y="1588"/>
          <a:ext cx="1588" cy="15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think-cell Slide" r:id="rId3" imgW="408" imgH="408" progId="TCLayout.ActiveDocument.1">
                  <p:embed/>
                </p:oleObj>
              </mc:Choice>
              <mc:Fallback>
                <p:oleObj name="think-cell Slide" r:id="rId3" imgW="408" imgH="408" progId="TCLayout.ActiveDocument.1">
                  <p:embed/>
                  <p:pic>
                    <p:nvPicPr>
                      <p:cNvPr id="3" name="think-cell data - do not delete" hidden="1">
                        <a:extLst>
                          <a:ext uri="{FF2B5EF4-FFF2-40B4-BE49-F238E27FC236}">
                            <a16:creationId xmlns:a16="http://schemas.microsoft.com/office/drawing/2014/main" id="{95682F1C-E5A9-D66D-474B-A64B10A2E019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4"/>
                      <a:stretch>
                        <a:fillRect/>
                      </a:stretch>
                    </p:blipFill>
                    <p:spPr>
                      <a:xfrm>
                        <a:off x="1588" y="1588"/>
                        <a:ext cx="1588" cy="1588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2" name="Titel 1">
            <a:extLst>
              <a:ext uri="{FF2B5EF4-FFF2-40B4-BE49-F238E27FC236}">
                <a16:creationId xmlns:a16="http://schemas.microsoft.com/office/drawing/2014/main" id="{0CEB0D8A-7A7F-B77D-E2D0-FE2F32E337F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 vert="horz" rIns="0"/>
          <a:lstStyle/>
          <a:p>
            <a:r>
              <a:rPr lang="de-DE" sz="2400"/>
              <a:t>Weiteres Vorgehen SNOW</a:t>
            </a:r>
            <a:endParaRPr lang="de-DE" b="0">
              <a:solidFill>
                <a:schemeClr val="accent2"/>
              </a:solidFill>
            </a:endParaRPr>
          </a:p>
        </p:txBody>
      </p:sp>
      <p:sp>
        <p:nvSpPr>
          <p:cNvPr id="4" name="Rechteck 3">
            <a:extLst>
              <a:ext uri="{FF2B5EF4-FFF2-40B4-BE49-F238E27FC236}">
                <a16:creationId xmlns:a16="http://schemas.microsoft.com/office/drawing/2014/main" id="{13E83CB1-2967-1798-18CF-6E670DBA0AC7}"/>
              </a:ext>
            </a:extLst>
          </p:cNvPr>
          <p:cNvSpPr/>
          <p:nvPr/>
        </p:nvSpPr>
        <p:spPr>
          <a:xfrm>
            <a:off x="479426" y="1603375"/>
            <a:ext cx="7803514" cy="4592320"/>
          </a:xfrm>
          <a:prstGeom prst="rect">
            <a:avLst/>
          </a:prstGeom>
          <a:solidFill>
            <a:srgbClr val="FFFF00"/>
          </a:solidFill>
          <a:ln w="635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72000" tIns="72000" rIns="72000" bIns="72000" rtlCol="0" anchor="ctr"/>
          <a:lstStyle/>
          <a:p>
            <a:pPr algn="ctr">
              <a:lnSpc>
                <a:spcPct val="90000"/>
              </a:lnSpc>
            </a:pPr>
            <a:r>
              <a:rPr lang="en-US" sz="1200" i="1">
                <a:solidFill>
                  <a:schemeClr val="tx1"/>
                </a:solidFill>
              </a:rPr>
              <a:t>GANTT Chart für </a:t>
            </a:r>
            <a:r>
              <a:rPr lang="en-US" sz="1200" i="1" err="1">
                <a:solidFill>
                  <a:schemeClr val="tx1"/>
                </a:solidFill>
              </a:rPr>
              <a:t>Folgeprojekt</a:t>
            </a:r>
            <a:r>
              <a:rPr lang="en-US" sz="1200" i="1">
                <a:solidFill>
                  <a:schemeClr val="tx1"/>
                </a:solidFill>
              </a:rPr>
              <a:t> SNOW</a:t>
            </a:r>
          </a:p>
        </p:txBody>
      </p:sp>
      <p:sp>
        <p:nvSpPr>
          <p:cNvPr id="5" name="Rechteck 4">
            <a:extLst>
              <a:ext uri="{FF2B5EF4-FFF2-40B4-BE49-F238E27FC236}">
                <a16:creationId xmlns:a16="http://schemas.microsoft.com/office/drawing/2014/main" id="{53ECC553-C386-E85E-7366-FAB0D129AF29}"/>
              </a:ext>
            </a:extLst>
          </p:cNvPr>
          <p:cNvSpPr/>
          <p:nvPr/>
        </p:nvSpPr>
        <p:spPr>
          <a:xfrm>
            <a:off x="8968740" y="1603375"/>
            <a:ext cx="2743834" cy="4592320"/>
          </a:xfrm>
          <a:prstGeom prst="rect">
            <a:avLst/>
          </a:prstGeom>
          <a:solidFill>
            <a:srgbClr val="FFFF00"/>
          </a:solidFill>
          <a:ln w="635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72000" tIns="72000" rIns="72000" bIns="72000" rtlCol="0" anchor="ctr"/>
          <a:lstStyle/>
          <a:p>
            <a:pPr algn="ctr">
              <a:lnSpc>
                <a:spcPct val="90000"/>
              </a:lnSpc>
            </a:pPr>
            <a:r>
              <a:rPr lang="en-US" sz="1200" i="1">
                <a:solidFill>
                  <a:schemeClr val="tx1"/>
                </a:solidFill>
              </a:rPr>
              <a:t>“</a:t>
            </a:r>
            <a:r>
              <a:rPr lang="en-US" sz="1200" i="1" err="1">
                <a:solidFill>
                  <a:schemeClr val="tx1"/>
                </a:solidFill>
              </a:rPr>
              <a:t>Beschlussvorlage</a:t>
            </a:r>
            <a:r>
              <a:rPr lang="en-US" sz="1200" i="1">
                <a:solidFill>
                  <a:schemeClr val="tx1"/>
                </a:solidFill>
              </a:rPr>
              <a:t>” </a:t>
            </a:r>
            <a:r>
              <a:rPr lang="en-US" sz="1200" i="1" err="1">
                <a:solidFill>
                  <a:schemeClr val="tx1"/>
                </a:solidFill>
              </a:rPr>
              <a:t>mit</a:t>
            </a:r>
            <a:r>
              <a:rPr lang="en-US" sz="1200" i="1">
                <a:solidFill>
                  <a:schemeClr val="tx1"/>
                </a:solidFill>
              </a:rPr>
              <a:t> </a:t>
            </a:r>
            <a:r>
              <a:rPr lang="en-US" sz="1200" i="1" err="1">
                <a:solidFill>
                  <a:schemeClr val="tx1"/>
                </a:solidFill>
              </a:rPr>
              <a:t>Empfehlung</a:t>
            </a:r>
            <a:r>
              <a:rPr lang="en-US" sz="1200" i="1">
                <a:solidFill>
                  <a:schemeClr val="tx1"/>
                </a:solidFill>
              </a:rPr>
              <a:t>, dies </a:t>
            </a:r>
            <a:r>
              <a:rPr lang="en-US" sz="1200" i="1" err="1">
                <a:solidFill>
                  <a:schemeClr val="tx1"/>
                </a:solidFill>
              </a:rPr>
              <a:t>zu</a:t>
            </a:r>
            <a:r>
              <a:rPr lang="en-US" sz="1200" i="1">
                <a:solidFill>
                  <a:schemeClr val="tx1"/>
                </a:solidFill>
              </a:rPr>
              <a:t> </a:t>
            </a:r>
            <a:r>
              <a:rPr lang="en-US" sz="1200" i="1" err="1">
                <a:solidFill>
                  <a:schemeClr val="tx1"/>
                </a:solidFill>
              </a:rPr>
              <a:t>beauftragen</a:t>
            </a:r>
            <a:r>
              <a:rPr lang="en-US" sz="1200" i="1">
                <a:solidFill>
                  <a:schemeClr val="tx1"/>
                </a:solidFill>
              </a:rPr>
              <a:t>/</a:t>
            </a:r>
            <a:r>
              <a:rPr lang="en-US" sz="1200" i="1" err="1">
                <a:solidFill>
                  <a:schemeClr val="tx1"/>
                </a:solidFill>
              </a:rPr>
              <a:t>zu</a:t>
            </a:r>
            <a:r>
              <a:rPr lang="en-US" sz="1200" i="1">
                <a:solidFill>
                  <a:schemeClr val="tx1"/>
                </a:solidFill>
              </a:rPr>
              <a:t> tun</a:t>
            </a:r>
          </a:p>
        </p:txBody>
      </p:sp>
    </p:spTree>
    <p:extLst>
      <p:ext uri="{BB962C8B-B14F-4D97-AF65-F5344CB8AC3E}">
        <p14:creationId xmlns:p14="http://schemas.microsoft.com/office/powerpoint/2010/main" val="2750378471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B10C3F3-5067-1BE9-55CC-DABF7394573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2000" cy="457200"/>
          </a:xfrm>
          <a:prstGeom prst="rect">
            <a:avLst/>
          </a:prstGeom>
          <a:solidFill>
            <a:srgbClr val="1F293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228600" y="30480"/>
            <a:ext cx="10668000" cy="198120"/>
          </a:xfrm>
          <a:prstGeom prst="rect">
            <a:avLst/>
          </a:prstGeom>
          <a:noFill/>
          <a:ln>
            <a:noFill/>
          </a:ln>
        </p:spPr>
        <p:txBody>
          <a:bodyPr wrap="square" lIns="40000" tIns="15000" rIns="40000" bIns="15000" anchor="t">
            <a:spAutoFit/>
          </a:bodyPr>
          <a:lstStyle/>
          <a:p>
            <a:pPr algn="l"/>
            <a:r>
              <a:rPr sz="2000" b="1" i="0">
                <a:solidFill>
                  <a:srgbClr val="FFFFFF"/>
                </a:solidFill>
                <a:latin typeface="Calibri"/>
              </a:rPr>
              <a:t>Roadmap 2026 – 2028:  Konzeption · Umsetzung · Go-Live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228600" y="243840"/>
            <a:ext cx="10668000" cy="182880"/>
          </a:xfrm>
          <a:prstGeom prst="rect">
            <a:avLst/>
          </a:prstGeom>
          <a:noFill/>
          <a:ln>
            <a:noFill/>
          </a:ln>
        </p:spPr>
        <p:txBody>
          <a:bodyPr wrap="square" lIns="40000" tIns="15000" rIns="40000" bIns="15000" anchor="t">
            <a:spAutoFit/>
          </a:bodyPr>
          <a:lstStyle/>
          <a:p>
            <a:pPr algn="l"/>
            <a:r>
              <a:rPr sz="1200" b="0" i="1">
                <a:solidFill>
                  <a:srgbClr val="D1D5DB"/>
                </a:solidFill>
                <a:latin typeface="Calibri"/>
              </a:rPr>
              <a:t>Drei-Jahres-Plan SNOW SPM mit Phasen, Meilensteinen und vertraglichen Eckpunkten</a:t>
            </a:r>
          </a:p>
        </p:txBody>
      </p:sp>
      <p:sp>
        <p:nvSpPr>
          <p:cNvPr id="5" name="Rectangle 4"/>
          <p:cNvSpPr/>
          <p:nvPr/>
        </p:nvSpPr>
        <p:spPr>
          <a:xfrm>
            <a:off x="11430000" y="0"/>
            <a:ext cx="762000" cy="457200"/>
          </a:xfrm>
          <a:prstGeom prst="rect">
            <a:avLst/>
          </a:prstGeom>
          <a:solidFill>
            <a:srgbClr val="F07F1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11430000" y="0"/>
            <a:ext cx="762000" cy="457200"/>
          </a:xfrm>
          <a:prstGeom prst="rect">
            <a:avLst/>
          </a:prstGeom>
          <a:noFill/>
          <a:ln>
            <a:noFill/>
          </a:ln>
        </p:spPr>
        <p:txBody>
          <a:bodyPr wrap="square" lIns="40000" tIns="15000" rIns="40000" bIns="15000" anchor="ctr">
            <a:spAutoFit/>
          </a:bodyPr>
          <a:lstStyle/>
          <a:p>
            <a:pPr algn="ctr"/>
            <a:r>
              <a:rPr sz="1100" b="1" i="0">
                <a:solidFill>
                  <a:srgbClr val="FFFFFF"/>
                </a:solidFill>
                <a:latin typeface="Calibri"/>
              </a:rPr>
              <a:t>Roadmap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2377440" y="571500"/>
            <a:ext cx="3154680" cy="266700"/>
          </a:xfrm>
          <a:prstGeom prst="roundRect">
            <a:avLst/>
          </a:prstGeom>
          <a:solidFill>
            <a:srgbClr val="F7C89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2377440" y="571500"/>
            <a:ext cx="3154680" cy="266700"/>
          </a:xfrm>
          <a:prstGeom prst="rect">
            <a:avLst/>
          </a:prstGeom>
          <a:noFill/>
          <a:ln>
            <a:noFill/>
          </a:ln>
        </p:spPr>
        <p:txBody>
          <a:bodyPr wrap="square" lIns="40000" tIns="15000" rIns="40000" bIns="15000" anchor="ctr">
            <a:spAutoFit/>
          </a:bodyPr>
          <a:lstStyle/>
          <a:p>
            <a:pPr algn="ctr"/>
            <a:r>
              <a:rPr sz="2000" b="1" i="0">
                <a:solidFill>
                  <a:srgbClr val="FFFFFF"/>
                </a:solidFill>
                <a:latin typeface="Calibri"/>
              </a:rPr>
              <a:t>2026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5547360" y="571500"/>
            <a:ext cx="3154680" cy="266700"/>
          </a:xfrm>
          <a:prstGeom prst="roundRect">
            <a:avLst/>
          </a:prstGeom>
          <a:solidFill>
            <a:srgbClr val="F4A44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TextBox 9"/>
          <p:cNvSpPr txBox="1"/>
          <p:nvPr/>
        </p:nvSpPr>
        <p:spPr>
          <a:xfrm>
            <a:off x="5547360" y="571500"/>
            <a:ext cx="3154680" cy="266700"/>
          </a:xfrm>
          <a:prstGeom prst="rect">
            <a:avLst/>
          </a:prstGeom>
          <a:noFill/>
          <a:ln>
            <a:noFill/>
          </a:ln>
        </p:spPr>
        <p:txBody>
          <a:bodyPr wrap="square" lIns="40000" tIns="15000" rIns="40000" bIns="15000" anchor="ctr">
            <a:spAutoFit/>
          </a:bodyPr>
          <a:lstStyle/>
          <a:p>
            <a:pPr algn="ctr"/>
            <a:r>
              <a:rPr sz="2000" b="1" i="0">
                <a:solidFill>
                  <a:srgbClr val="FFFFFF"/>
                </a:solidFill>
                <a:latin typeface="Calibri"/>
              </a:rPr>
              <a:t>2027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8717280" y="571500"/>
            <a:ext cx="3154680" cy="266700"/>
          </a:xfrm>
          <a:prstGeom prst="roundRect">
            <a:avLst/>
          </a:prstGeom>
          <a:solidFill>
            <a:srgbClr val="E0821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TextBox 11"/>
          <p:cNvSpPr txBox="1"/>
          <p:nvPr/>
        </p:nvSpPr>
        <p:spPr>
          <a:xfrm>
            <a:off x="8717280" y="571500"/>
            <a:ext cx="3154680" cy="266700"/>
          </a:xfrm>
          <a:prstGeom prst="rect">
            <a:avLst/>
          </a:prstGeom>
          <a:noFill/>
          <a:ln>
            <a:noFill/>
          </a:ln>
        </p:spPr>
        <p:txBody>
          <a:bodyPr wrap="square" lIns="40000" tIns="15000" rIns="40000" bIns="15000" anchor="ctr">
            <a:spAutoFit/>
          </a:bodyPr>
          <a:lstStyle/>
          <a:p>
            <a:pPr algn="ctr"/>
            <a:r>
              <a:rPr sz="2000" b="1" i="0">
                <a:solidFill>
                  <a:srgbClr val="FFFFFF"/>
                </a:solidFill>
                <a:latin typeface="Calibri"/>
              </a:rPr>
              <a:t>2028</a:t>
            </a:r>
          </a:p>
        </p:txBody>
      </p:sp>
      <p:sp>
        <p:nvSpPr>
          <p:cNvPr id="13" name="Rectangle 12"/>
          <p:cNvSpPr/>
          <p:nvPr/>
        </p:nvSpPr>
        <p:spPr>
          <a:xfrm>
            <a:off x="3166110" y="838200"/>
            <a:ext cx="6096" cy="45720"/>
          </a:xfrm>
          <a:prstGeom prst="rect">
            <a:avLst/>
          </a:prstGeom>
          <a:solidFill>
            <a:srgbClr val="CBD2D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Rectangle 13"/>
          <p:cNvSpPr/>
          <p:nvPr/>
        </p:nvSpPr>
        <p:spPr>
          <a:xfrm>
            <a:off x="3958590" y="838200"/>
            <a:ext cx="6096" cy="45720"/>
          </a:xfrm>
          <a:prstGeom prst="rect">
            <a:avLst/>
          </a:prstGeom>
          <a:solidFill>
            <a:srgbClr val="CBD2D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Rectangle 14"/>
          <p:cNvSpPr/>
          <p:nvPr/>
        </p:nvSpPr>
        <p:spPr>
          <a:xfrm>
            <a:off x="4751070" y="838200"/>
            <a:ext cx="6096" cy="45720"/>
          </a:xfrm>
          <a:prstGeom prst="rect">
            <a:avLst/>
          </a:prstGeom>
          <a:solidFill>
            <a:srgbClr val="CBD2D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Rectangle 15"/>
          <p:cNvSpPr/>
          <p:nvPr/>
        </p:nvSpPr>
        <p:spPr>
          <a:xfrm>
            <a:off x="6336030" y="838200"/>
            <a:ext cx="6096" cy="45720"/>
          </a:xfrm>
          <a:prstGeom prst="rect">
            <a:avLst/>
          </a:prstGeom>
          <a:solidFill>
            <a:srgbClr val="CBD2D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" name="Rectangle 16"/>
          <p:cNvSpPr/>
          <p:nvPr/>
        </p:nvSpPr>
        <p:spPr>
          <a:xfrm>
            <a:off x="7128510" y="838200"/>
            <a:ext cx="6096" cy="45720"/>
          </a:xfrm>
          <a:prstGeom prst="rect">
            <a:avLst/>
          </a:prstGeom>
          <a:solidFill>
            <a:srgbClr val="CBD2D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8" name="Rectangle 17"/>
          <p:cNvSpPr/>
          <p:nvPr/>
        </p:nvSpPr>
        <p:spPr>
          <a:xfrm>
            <a:off x="7920990" y="838200"/>
            <a:ext cx="6096" cy="45720"/>
          </a:xfrm>
          <a:prstGeom prst="rect">
            <a:avLst/>
          </a:prstGeom>
          <a:solidFill>
            <a:srgbClr val="CBD2D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9" name="Rectangle 18"/>
          <p:cNvSpPr/>
          <p:nvPr/>
        </p:nvSpPr>
        <p:spPr>
          <a:xfrm>
            <a:off x="9505950" y="838200"/>
            <a:ext cx="6096" cy="45720"/>
          </a:xfrm>
          <a:prstGeom prst="rect">
            <a:avLst/>
          </a:prstGeom>
          <a:solidFill>
            <a:srgbClr val="CBD2D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0" name="Rectangle 19"/>
          <p:cNvSpPr/>
          <p:nvPr/>
        </p:nvSpPr>
        <p:spPr>
          <a:xfrm>
            <a:off x="10298429" y="838200"/>
            <a:ext cx="6096" cy="45720"/>
          </a:xfrm>
          <a:prstGeom prst="rect">
            <a:avLst/>
          </a:prstGeom>
          <a:solidFill>
            <a:srgbClr val="CBD2D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1" name="Rectangle 20"/>
          <p:cNvSpPr/>
          <p:nvPr/>
        </p:nvSpPr>
        <p:spPr>
          <a:xfrm>
            <a:off x="11090909" y="838200"/>
            <a:ext cx="6096" cy="45720"/>
          </a:xfrm>
          <a:prstGeom prst="rect">
            <a:avLst/>
          </a:prstGeom>
          <a:solidFill>
            <a:srgbClr val="CBD2D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2" name="TextBox 21"/>
          <p:cNvSpPr txBox="1"/>
          <p:nvPr/>
        </p:nvSpPr>
        <p:spPr>
          <a:xfrm>
            <a:off x="304800" y="571500"/>
            <a:ext cx="1981200" cy="266700"/>
          </a:xfrm>
          <a:prstGeom prst="rect">
            <a:avLst/>
          </a:prstGeom>
          <a:noFill/>
          <a:ln>
            <a:noFill/>
          </a:ln>
        </p:spPr>
        <p:txBody>
          <a:bodyPr wrap="square" lIns="40000" tIns="15000" rIns="40000" bIns="15000" anchor="ctr">
            <a:spAutoFit/>
          </a:bodyPr>
          <a:lstStyle/>
          <a:p>
            <a:pPr algn="r"/>
            <a:r>
              <a:rPr sz="1100" b="1" i="0">
                <a:solidFill>
                  <a:srgbClr val="4B5563"/>
                </a:solidFill>
                <a:latin typeface="Calibri"/>
              </a:rPr>
              <a:t>Zeit ▶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304800" y="975360"/>
            <a:ext cx="1981200" cy="838200"/>
          </a:xfrm>
          <a:prstGeom prst="rect">
            <a:avLst/>
          </a:prstGeom>
          <a:noFill/>
          <a:ln>
            <a:noFill/>
          </a:ln>
        </p:spPr>
        <p:txBody>
          <a:bodyPr wrap="square" lIns="40000" tIns="15000" rIns="40000" bIns="15000" anchor="ctr">
            <a:spAutoFit/>
          </a:bodyPr>
          <a:lstStyle/>
          <a:p>
            <a:pPr algn="r"/>
            <a:r>
              <a:rPr sz="1100" b="1" i="0">
                <a:solidFill>
                  <a:srgbClr val="1F2937"/>
                </a:solidFill>
                <a:latin typeface="Calibri"/>
              </a:rPr>
              <a:t>MEILENSTEINE</a:t>
            </a:r>
          </a:p>
        </p:txBody>
      </p:sp>
      <p:sp>
        <p:nvSpPr>
          <p:cNvPr id="24" name="Rectangle 23"/>
          <p:cNvSpPr/>
          <p:nvPr/>
        </p:nvSpPr>
        <p:spPr>
          <a:xfrm>
            <a:off x="2377440" y="1390650"/>
            <a:ext cx="9509760" cy="11430"/>
          </a:xfrm>
          <a:prstGeom prst="rect">
            <a:avLst/>
          </a:prstGeom>
          <a:solidFill>
            <a:srgbClr val="CBD2D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5" name="Diamond 24"/>
          <p:cNvSpPr/>
          <p:nvPr/>
        </p:nvSpPr>
        <p:spPr>
          <a:xfrm>
            <a:off x="2976880" y="1333500"/>
            <a:ext cx="121920" cy="121920"/>
          </a:xfrm>
          <a:prstGeom prst="diamond">
            <a:avLst/>
          </a:prstGeom>
          <a:solidFill>
            <a:srgbClr val="3B6BA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6" name="Rectangle 25"/>
          <p:cNvSpPr/>
          <p:nvPr/>
        </p:nvSpPr>
        <p:spPr>
          <a:xfrm>
            <a:off x="3034792" y="1463040"/>
            <a:ext cx="6096" cy="312419"/>
          </a:xfrm>
          <a:prstGeom prst="rect">
            <a:avLst/>
          </a:prstGeom>
          <a:solidFill>
            <a:srgbClr val="CBD2D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7" name="TextBox 26"/>
          <p:cNvSpPr txBox="1"/>
          <p:nvPr/>
        </p:nvSpPr>
        <p:spPr>
          <a:xfrm>
            <a:off x="2352040" y="1615440"/>
            <a:ext cx="1371600" cy="137160"/>
          </a:xfrm>
          <a:prstGeom prst="rect">
            <a:avLst/>
          </a:prstGeom>
          <a:noFill/>
          <a:ln>
            <a:noFill/>
          </a:ln>
        </p:spPr>
        <p:txBody>
          <a:bodyPr wrap="square" lIns="40000" tIns="15000" rIns="40000" bIns="15000" anchor="b">
            <a:spAutoFit/>
          </a:bodyPr>
          <a:lstStyle/>
          <a:p>
            <a:pPr algn="ctr"/>
            <a:r>
              <a:rPr sz="950" b="1" i="0">
                <a:solidFill>
                  <a:srgbClr val="3B6BA5"/>
                </a:solidFill>
                <a:latin typeface="Calibri"/>
              </a:rPr>
              <a:t>PPB 08.04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2352040" y="1760220"/>
            <a:ext cx="1371600" cy="121920"/>
          </a:xfrm>
          <a:prstGeom prst="rect">
            <a:avLst/>
          </a:prstGeom>
          <a:noFill/>
          <a:ln>
            <a:noFill/>
          </a:ln>
        </p:spPr>
        <p:txBody>
          <a:bodyPr wrap="square" lIns="40000" tIns="15000" rIns="40000" bIns="15000" anchor="ctr">
            <a:spAutoFit/>
          </a:bodyPr>
          <a:lstStyle/>
          <a:p>
            <a:pPr algn="ctr"/>
            <a:r>
              <a:rPr sz="800" b="0" i="1">
                <a:solidFill>
                  <a:srgbClr val="4B5563"/>
                </a:solidFill>
                <a:latin typeface="Calibri"/>
              </a:rPr>
              <a:t>Projekt-Board</a:t>
            </a:r>
          </a:p>
        </p:txBody>
      </p:sp>
      <p:sp>
        <p:nvSpPr>
          <p:cNvPr id="29" name="Diamond 28"/>
          <p:cNvSpPr/>
          <p:nvPr/>
        </p:nvSpPr>
        <p:spPr>
          <a:xfrm>
            <a:off x="3218179" y="1310640"/>
            <a:ext cx="167640" cy="167640"/>
          </a:xfrm>
          <a:prstGeom prst="diamond">
            <a:avLst/>
          </a:prstGeom>
          <a:solidFill>
            <a:srgbClr val="B91C1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0" name="Rectangle 29"/>
          <p:cNvSpPr/>
          <p:nvPr/>
        </p:nvSpPr>
        <p:spPr>
          <a:xfrm>
            <a:off x="3298951" y="1013460"/>
            <a:ext cx="6096" cy="289559"/>
          </a:xfrm>
          <a:prstGeom prst="rect">
            <a:avLst/>
          </a:prstGeom>
          <a:solidFill>
            <a:srgbClr val="CBD2D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1" name="TextBox 30"/>
          <p:cNvSpPr txBox="1"/>
          <p:nvPr/>
        </p:nvSpPr>
        <p:spPr>
          <a:xfrm>
            <a:off x="2616199" y="929640"/>
            <a:ext cx="1371600" cy="152400"/>
          </a:xfrm>
          <a:prstGeom prst="rect">
            <a:avLst/>
          </a:prstGeom>
          <a:noFill/>
          <a:ln>
            <a:noFill/>
          </a:ln>
        </p:spPr>
        <p:txBody>
          <a:bodyPr wrap="square" lIns="40000" tIns="15000" rIns="40000" bIns="15000" anchor="b">
            <a:spAutoFit/>
          </a:bodyPr>
          <a:lstStyle/>
          <a:p>
            <a:pPr algn="ctr"/>
            <a:r>
              <a:rPr sz="950" b="1" i="0">
                <a:solidFill>
                  <a:srgbClr val="B91C1C"/>
                </a:solidFill>
                <a:latin typeface="Calibri"/>
              </a:rPr>
              <a:t>VS 18.05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2616199" y="1066800"/>
            <a:ext cx="1371600" cy="121920"/>
          </a:xfrm>
          <a:prstGeom prst="rect">
            <a:avLst/>
          </a:prstGeom>
          <a:noFill/>
          <a:ln>
            <a:noFill/>
          </a:ln>
        </p:spPr>
        <p:txBody>
          <a:bodyPr wrap="square" lIns="40000" tIns="15000" rIns="40000" bIns="15000" anchor="ctr">
            <a:spAutoFit/>
          </a:bodyPr>
          <a:lstStyle/>
          <a:p>
            <a:pPr algn="ctr"/>
            <a:r>
              <a:rPr sz="800" b="0" i="1">
                <a:solidFill>
                  <a:srgbClr val="4B5563"/>
                </a:solidFill>
                <a:latin typeface="Calibri"/>
              </a:rPr>
              <a:t>heutige Vorstandssitzung</a:t>
            </a:r>
          </a:p>
        </p:txBody>
      </p:sp>
      <p:sp>
        <p:nvSpPr>
          <p:cNvPr id="33" name="Diamond 32"/>
          <p:cNvSpPr/>
          <p:nvPr/>
        </p:nvSpPr>
        <p:spPr>
          <a:xfrm>
            <a:off x="4297680" y="1333500"/>
            <a:ext cx="121920" cy="121920"/>
          </a:xfrm>
          <a:prstGeom prst="diamond">
            <a:avLst/>
          </a:prstGeom>
          <a:solidFill>
            <a:srgbClr val="3B6BA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4" name="Rectangle 33"/>
          <p:cNvSpPr/>
          <p:nvPr/>
        </p:nvSpPr>
        <p:spPr>
          <a:xfrm>
            <a:off x="4355592" y="1463040"/>
            <a:ext cx="6096" cy="312419"/>
          </a:xfrm>
          <a:prstGeom prst="rect">
            <a:avLst/>
          </a:prstGeom>
          <a:solidFill>
            <a:srgbClr val="CBD2D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5" name="TextBox 34"/>
          <p:cNvSpPr txBox="1"/>
          <p:nvPr/>
        </p:nvSpPr>
        <p:spPr>
          <a:xfrm>
            <a:off x="3672840" y="1615440"/>
            <a:ext cx="1371600" cy="137160"/>
          </a:xfrm>
          <a:prstGeom prst="rect">
            <a:avLst/>
          </a:prstGeom>
          <a:noFill/>
          <a:ln>
            <a:noFill/>
          </a:ln>
        </p:spPr>
        <p:txBody>
          <a:bodyPr wrap="square" lIns="40000" tIns="15000" rIns="40000" bIns="15000" anchor="b">
            <a:spAutoFit/>
          </a:bodyPr>
          <a:lstStyle/>
          <a:p>
            <a:pPr algn="ctr"/>
            <a:r>
              <a:rPr sz="950" b="1" i="0">
                <a:solidFill>
                  <a:srgbClr val="3B6BA5"/>
                </a:solidFill>
                <a:latin typeface="Calibri"/>
              </a:rPr>
              <a:t>Jahresplanung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3672840" y="1760220"/>
            <a:ext cx="1371600" cy="121920"/>
          </a:xfrm>
          <a:prstGeom prst="rect">
            <a:avLst/>
          </a:prstGeom>
          <a:noFill/>
          <a:ln>
            <a:noFill/>
          </a:ln>
        </p:spPr>
        <p:txBody>
          <a:bodyPr wrap="square" lIns="40000" tIns="15000" rIns="40000" bIns="15000" anchor="ctr">
            <a:spAutoFit/>
          </a:bodyPr>
          <a:lstStyle/>
          <a:p>
            <a:pPr algn="ctr"/>
            <a:r>
              <a:rPr sz="800" b="0" i="1">
                <a:solidFill>
                  <a:srgbClr val="4B5563"/>
                </a:solidFill>
                <a:latin typeface="Calibri"/>
              </a:rPr>
              <a:t>01.09.2026</a:t>
            </a:r>
          </a:p>
        </p:txBody>
      </p:sp>
      <p:sp>
        <p:nvSpPr>
          <p:cNvPr id="37" name="Diamond 36"/>
          <p:cNvSpPr/>
          <p:nvPr/>
        </p:nvSpPr>
        <p:spPr>
          <a:xfrm>
            <a:off x="4826000" y="1333500"/>
            <a:ext cx="121920" cy="121920"/>
          </a:xfrm>
          <a:prstGeom prst="diamond">
            <a:avLst/>
          </a:prstGeom>
          <a:solidFill>
            <a:srgbClr val="F07F1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8" name="Rectangle 37"/>
          <p:cNvSpPr/>
          <p:nvPr/>
        </p:nvSpPr>
        <p:spPr>
          <a:xfrm>
            <a:off x="4883911" y="1013460"/>
            <a:ext cx="6096" cy="312419"/>
          </a:xfrm>
          <a:prstGeom prst="rect">
            <a:avLst/>
          </a:prstGeom>
          <a:solidFill>
            <a:srgbClr val="CBD2D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9" name="TextBox 38"/>
          <p:cNvSpPr txBox="1"/>
          <p:nvPr/>
        </p:nvSpPr>
        <p:spPr>
          <a:xfrm>
            <a:off x="4201159" y="929640"/>
            <a:ext cx="1371600" cy="152400"/>
          </a:xfrm>
          <a:prstGeom prst="rect">
            <a:avLst/>
          </a:prstGeom>
          <a:noFill/>
          <a:ln>
            <a:noFill/>
          </a:ln>
        </p:spPr>
        <p:txBody>
          <a:bodyPr wrap="square" lIns="40000" tIns="15000" rIns="40000" bIns="15000" anchor="b">
            <a:spAutoFit/>
          </a:bodyPr>
          <a:lstStyle/>
          <a:p>
            <a:pPr algn="ctr"/>
            <a:r>
              <a:rPr sz="950" b="1" i="0">
                <a:solidFill>
                  <a:srgbClr val="F07F12"/>
                </a:solidFill>
                <a:latin typeface="Calibri"/>
              </a:rPr>
              <a:t>Kick-off Phase 1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4201159" y="1066800"/>
            <a:ext cx="1371600" cy="121920"/>
          </a:xfrm>
          <a:prstGeom prst="rect">
            <a:avLst/>
          </a:prstGeom>
          <a:noFill/>
          <a:ln>
            <a:noFill/>
          </a:ln>
        </p:spPr>
        <p:txBody>
          <a:bodyPr wrap="square" lIns="40000" tIns="15000" rIns="40000" bIns="15000" anchor="ctr">
            <a:spAutoFit/>
          </a:bodyPr>
          <a:lstStyle/>
          <a:p>
            <a:pPr algn="ctr"/>
            <a:r>
              <a:rPr sz="800" b="0" i="1">
                <a:solidFill>
                  <a:srgbClr val="4B5563"/>
                </a:solidFill>
                <a:latin typeface="Calibri"/>
              </a:rPr>
              <a:t>Q3/Q4 2026</a:t>
            </a:r>
          </a:p>
        </p:txBody>
      </p:sp>
      <p:sp>
        <p:nvSpPr>
          <p:cNvPr id="41" name="Diamond 40"/>
          <p:cNvSpPr/>
          <p:nvPr/>
        </p:nvSpPr>
        <p:spPr>
          <a:xfrm>
            <a:off x="8237220" y="1310640"/>
            <a:ext cx="167640" cy="167640"/>
          </a:xfrm>
          <a:prstGeom prst="diamond">
            <a:avLst/>
          </a:prstGeom>
          <a:solidFill>
            <a:srgbClr val="2E7D3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2" name="Rectangle 41"/>
          <p:cNvSpPr/>
          <p:nvPr/>
        </p:nvSpPr>
        <p:spPr>
          <a:xfrm>
            <a:off x="8317992" y="1485900"/>
            <a:ext cx="6096" cy="289559"/>
          </a:xfrm>
          <a:prstGeom prst="rect">
            <a:avLst/>
          </a:prstGeom>
          <a:solidFill>
            <a:srgbClr val="CBD2D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3" name="TextBox 42"/>
          <p:cNvSpPr txBox="1"/>
          <p:nvPr/>
        </p:nvSpPr>
        <p:spPr>
          <a:xfrm>
            <a:off x="7635240" y="1615440"/>
            <a:ext cx="1371600" cy="137160"/>
          </a:xfrm>
          <a:prstGeom prst="rect">
            <a:avLst/>
          </a:prstGeom>
          <a:noFill/>
          <a:ln>
            <a:noFill/>
          </a:ln>
        </p:spPr>
        <p:txBody>
          <a:bodyPr wrap="square" lIns="40000" tIns="15000" rIns="40000" bIns="15000" anchor="b">
            <a:spAutoFit/>
          </a:bodyPr>
          <a:lstStyle/>
          <a:p>
            <a:pPr algn="ctr"/>
            <a:r>
              <a:rPr sz="950" b="1" i="0">
                <a:solidFill>
                  <a:srgbClr val="2E7D32"/>
                </a:solidFill>
                <a:latin typeface="Calibri"/>
              </a:rPr>
              <a:t>Go-Live Phase 1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7635240" y="1760220"/>
            <a:ext cx="1371600" cy="121920"/>
          </a:xfrm>
          <a:prstGeom prst="rect">
            <a:avLst/>
          </a:prstGeom>
          <a:noFill/>
          <a:ln>
            <a:noFill/>
          </a:ln>
        </p:spPr>
        <p:txBody>
          <a:bodyPr wrap="square" lIns="40000" tIns="15000" rIns="40000" bIns="15000" anchor="ctr">
            <a:spAutoFit/>
          </a:bodyPr>
          <a:lstStyle/>
          <a:p>
            <a:pPr algn="ctr"/>
            <a:r>
              <a:rPr sz="800" b="0" i="1">
                <a:solidFill>
                  <a:srgbClr val="4B5563"/>
                </a:solidFill>
                <a:latin typeface="Calibri"/>
              </a:rPr>
              <a:t>Org + IT Projekte</a:t>
            </a:r>
          </a:p>
        </p:txBody>
      </p:sp>
      <p:sp>
        <p:nvSpPr>
          <p:cNvPr id="45" name="Diamond 44"/>
          <p:cNvSpPr/>
          <p:nvPr/>
        </p:nvSpPr>
        <p:spPr>
          <a:xfrm>
            <a:off x="11407140" y="1310640"/>
            <a:ext cx="167640" cy="167640"/>
          </a:xfrm>
          <a:prstGeom prst="diamond">
            <a:avLst/>
          </a:prstGeom>
          <a:solidFill>
            <a:srgbClr val="2E7D3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6" name="Rectangle 45"/>
          <p:cNvSpPr/>
          <p:nvPr/>
        </p:nvSpPr>
        <p:spPr>
          <a:xfrm>
            <a:off x="11487912" y="1013460"/>
            <a:ext cx="6096" cy="289559"/>
          </a:xfrm>
          <a:prstGeom prst="rect">
            <a:avLst/>
          </a:prstGeom>
          <a:solidFill>
            <a:srgbClr val="CBD2D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7" name="TextBox 46"/>
          <p:cNvSpPr txBox="1"/>
          <p:nvPr/>
        </p:nvSpPr>
        <p:spPr>
          <a:xfrm>
            <a:off x="10805160" y="929640"/>
            <a:ext cx="1371600" cy="152400"/>
          </a:xfrm>
          <a:prstGeom prst="rect">
            <a:avLst/>
          </a:prstGeom>
          <a:noFill/>
          <a:ln>
            <a:noFill/>
          </a:ln>
        </p:spPr>
        <p:txBody>
          <a:bodyPr wrap="square" lIns="40000" tIns="15000" rIns="40000" bIns="15000" anchor="b">
            <a:spAutoFit/>
          </a:bodyPr>
          <a:lstStyle/>
          <a:p>
            <a:pPr algn="ctr"/>
            <a:r>
              <a:rPr sz="950" b="1" i="0">
                <a:solidFill>
                  <a:srgbClr val="2E7D32"/>
                </a:solidFill>
                <a:latin typeface="Calibri"/>
              </a:rPr>
              <a:t>Go-Live Phase 2</a:t>
            </a:r>
          </a:p>
        </p:txBody>
      </p:sp>
      <p:sp>
        <p:nvSpPr>
          <p:cNvPr id="48" name="TextBox 47"/>
          <p:cNvSpPr txBox="1"/>
          <p:nvPr/>
        </p:nvSpPr>
        <p:spPr>
          <a:xfrm>
            <a:off x="10805160" y="1066800"/>
            <a:ext cx="1371600" cy="121920"/>
          </a:xfrm>
          <a:prstGeom prst="rect">
            <a:avLst/>
          </a:prstGeom>
          <a:noFill/>
          <a:ln>
            <a:noFill/>
          </a:ln>
        </p:spPr>
        <p:txBody>
          <a:bodyPr wrap="square" lIns="40000" tIns="15000" rIns="40000" bIns="15000" anchor="ctr">
            <a:spAutoFit/>
          </a:bodyPr>
          <a:lstStyle/>
          <a:p>
            <a:pPr algn="ctr"/>
            <a:r>
              <a:rPr sz="800" b="0" i="1">
                <a:solidFill>
                  <a:srgbClr val="4B5563"/>
                </a:solidFill>
                <a:latin typeface="Calibri"/>
              </a:rPr>
              <a:t>VEW / VPM</a:t>
            </a:r>
          </a:p>
        </p:txBody>
      </p:sp>
      <p:sp>
        <p:nvSpPr>
          <p:cNvPr id="49" name="Rounded Rectangle 48"/>
          <p:cNvSpPr/>
          <p:nvPr/>
        </p:nvSpPr>
        <p:spPr>
          <a:xfrm>
            <a:off x="304800" y="1889760"/>
            <a:ext cx="1981200" cy="685800"/>
          </a:xfrm>
          <a:prstGeom prst="roundRect">
            <a:avLst/>
          </a:prstGeom>
          <a:solidFill>
            <a:srgbClr val="F7F7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0" name="Rectangle 49"/>
          <p:cNvSpPr/>
          <p:nvPr/>
        </p:nvSpPr>
        <p:spPr>
          <a:xfrm>
            <a:off x="304800" y="1889760"/>
            <a:ext cx="60960" cy="685800"/>
          </a:xfrm>
          <a:prstGeom prst="rect">
            <a:avLst/>
          </a:prstGeom>
          <a:solidFill>
            <a:srgbClr val="3B6BA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1" name="TextBox 50"/>
          <p:cNvSpPr txBox="1"/>
          <p:nvPr/>
        </p:nvSpPr>
        <p:spPr>
          <a:xfrm>
            <a:off x="419100" y="1927860"/>
            <a:ext cx="1828800" cy="228600"/>
          </a:xfrm>
          <a:prstGeom prst="rect">
            <a:avLst/>
          </a:prstGeom>
          <a:noFill/>
          <a:ln>
            <a:noFill/>
          </a:ln>
        </p:spPr>
        <p:txBody>
          <a:bodyPr wrap="square" lIns="40000" tIns="15000" rIns="40000" bIns="15000" anchor="t">
            <a:spAutoFit/>
          </a:bodyPr>
          <a:lstStyle/>
          <a:p>
            <a:pPr algn="l"/>
            <a:r>
              <a:rPr sz="1150" b="1" i="0">
                <a:solidFill>
                  <a:srgbClr val="1F2937"/>
                </a:solidFill>
                <a:latin typeface="Calibri"/>
              </a:rPr>
              <a:t>Vorbereitung &amp; Vertrag</a:t>
            </a:r>
          </a:p>
        </p:txBody>
      </p:sp>
      <p:sp>
        <p:nvSpPr>
          <p:cNvPr id="52" name="TextBox 51"/>
          <p:cNvSpPr txBox="1"/>
          <p:nvPr/>
        </p:nvSpPr>
        <p:spPr>
          <a:xfrm>
            <a:off x="419100" y="2148840"/>
            <a:ext cx="1828800" cy="381000"/>
          </a:xfrm>
          <a:prstGeom prst="rect">
            <a:avLst/>
          </a:prstGeom>
          <a:noFill/>
          <a:ln>
            <a:noFill/>
          </a:ln>
        </p:spPr>
        <p:txBody>
          <a:bodyPr wrap="square" lIns="40000" tIns="15000" rIns="40000" bIns="15000" anchor="t">
            <a:spAutoFit/>
          </a:bodyPr>
          <a:lstStyle/>
          <a:p>
            <a:pPr algn="l"/>
            <a:r>
              <a:rPr sz="900" b="0" i="1">
                <a:solidFill>
                  <a:srgbClr val="4B5563"/>
                </a:solidFill>
                <a:latin typeface="Calibri"/>
              </a:rPr>
              <a:t>Auftragsklärung · Budget · Partnerauswahl</a:t>
            </a:r>
          </a:p>
        </p:txBody>
      </p:sp>
      <p:sp>
        <p:nvSpPr>
          <p:cNvPr id="53" name="Rounded Rectangle 52"/>
          <p:cNvSpPr/>
          <p:nvPr/>
        </p:nvSpPr>
        <p:spPr>
          <a:xfrm>
            <a:off x="2377440" y="1889760"/>
            <a:ext cx="9509760" cy="685800"/>
          </a:xfrm>
          <a:prstGeom prst="roundRect">
            <a:avLst/>
          </a:prstGeom>
          <a:solidFill>
            <a:srgbClr val="F7F7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4" name="Rectangle 53"/>
          <p:cNvSpPr/>
          <p:nvPr/>
        </p:nvSpPr>
        <p:spPr>
          <a:xfrm>
            <a:off x="5542788" y="1920240"/>
            <a:ext cx="9144" cy="624840"/>
          </a:xfrm>
          <a:prstGeom prst="rect">
            <a:avLst/>
          </a:prstGeom>
          <a:solidFill>
            <a:srgbClr val="CBD2D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5" name="Rectangle 54"/>
          <p:cNvSpPr/>
          <p:nvPr/>
        </p:nvSpPr>
        <p:spPr>
          <a:xfrm>
            <a:off x="8712708" y="1920240"/>
            <a:ext cx="9144" cy="624840"/>
          </a:xfrm>
          <a:prstGeom prst="rect">
            <a:avLst/>
          </a:prstGeom>
          <a:solidFill>
            <a:srgbClr val="CBD2D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6" name="Rounded Rectangle 55"/>
          <p:cNvSpPr/>
          <p:nvPr/>
        </p:nvSpPr>
        <p:spPr>
          <a:xfrm>
            <a:off x="2543556" y="1973580"/>
            <a:ext cx="2045207" cy="518160"/>
          </a:xfrm>
          <a:prstGeom prst="roundRect">
            <a:avLst/>
          </a:prstGeom>
          <a:solidFill>
            <a:srgbClr val="FBD3A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7" name="TextBox 56"/>
          <p:cNvSpPr txBox="1"/>
          <p:nvPr/>
        </p:nvSpPr>
        <p:spPr>
          <a:xfrm>
            <a:off x="2581656" y="1988820"/>
            <a:ext cx="1953767" cy="284988"/>
          </a:xfrm>
          <a:prstGeom prst="rect">
            <a:avLst/>
          </a:prstGeom>
          <a:noFill/>
          <a:ln>
            <a:noFill/>
          </a:ln>
        </p:spPr>
        <p:txBody>
          <a:bodyPr wrap="square" lIns="40000" tIns="15000" rIns="40000" bIns="15000" anchor="b">
            <a:spAutoFit/>
          </a:bodyPr>
          <a:lstStyle/>
          <a:p>
            <a:pPr algn="l"/>
            <a:r>
              <a:rPr sz="1100" b="1" i="0">
                <a:solidFill>
                  <a:srgbClr val="FFFFFF"/>
                </a:solidFill>
                <a:latin typeface="Calibri"/>
              </a:rPr>
              <a:t>Auftragsklärung · Stakeholder · Phasen-/Kostenplanung</a:t>
            </a:r>
          </a:p>
        </p:txBody>
      </p:sp>
      <p:sp>
        <p:nvSpPr>
          <p:cNvPr id="58" name="TextBox 57"/>
          <p:cNvSpPr txBox="1"/>
          <p:nvPr/>
        </p:nvSpPr>
        <p:spPr>
          <a:xfrm>
            <a:off x="2581656" y="2232660"/>
            <a:ext cx="1953767" cy="259080"/>
          </a:xfrm>
          <a:prstGeom prst="rect">
            <a:avLst/>
          </a:prstGeom>
          <a:noFill/>
          <a:ln>
            <a:noFill/>
          </a:ln>
        </p:spPr>
        <p:txBody>
          <a:bodyPr wrap="square" lIns="40000" tIns="15000" rIns="40000" bIns="15000" anchor="t">
            <a:spAutoFit/>
          </a:bodyPr>
          <a:lstStyle/>
          <a:p>
            <a:pPr algn="l"/>
            <a:r>
              <a:rPr sz="950" b="0" i="1">
                <a:solidFill>
                  <a:srgbClr val="FFFFFF"/>
                </a:solidFill>
                <a:latin typeface="Calibri"/>
              </a:rPr>
              <a:t>Q1 – Q3 2026</a:t>
            </a:r>
          </a:p>
        </p:txBody>
      </p:sp>
      <p:sp>
        <p:nvSpPr>
          <p:cNvPr id="59" name="Rounded Rectangle 58"/>
          <p:cNvSpPr/>
          <p:nvPr/>
        </p:nvSpPr>
        <p:spPr>
          <a:xfrm>
            <a:off x="4287012" y="1973580"/>
            <a:ext cx="1411224" cy="518160"/>
          </a:xfrm>
          <a:prstGeom prst="roundRect">
            <a:avLst/>
          </a:prstGeom>
          <a:solidFill>
            <a:srgbClr val="F07F1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0" name="TextBox 59"/>
          <p:cNvSpPr txBox="1"/>
          <p:nvPr/>
        </p:nvSpPr>
        <p:spPr>
          <a:xfrm>
            <a:off x="4325112" y="1988820"/>
            <a:ext cx="1319784" cy="284988"/>
          </a:xfrm>
          <a:prstGeom prst="rect">
            <a:avLst/>
          </a:prstGeom>
          <a:noFill/>
          <a:ln>
            <a:noFill/>
          </a:ln>
        </p:spPr>
        <p:txBody>
          <a:bodyPr wrap="square" lIns="40000" tIns="15000" rIns="40000" bIns="15000" anchor="b">
            <a:spAutoFit/>
          </a:bodyPr>
          <a:lstStyle/>
          <a:p>
            <a:pPr algn="l"/>
            <a:r>
              <a:rPr sz="1100" b="1" i="0">
                <a:solidFill>
                  <a:srgbClr val="FFFFFF"/>
                </a:solidFill>
                <a:latin typeface="Calibri"/>
              </a:rPr>
              <a:t>Partnerauswahl SNOW SPM</a:t>
            </a:r>
          </a:p>
        </p:txBody>
      </p:sp>
      <p:sp>
        <p:nvSpPr>
          <p:cNvPr id="61" name="TextBox 60"/>
          <p:cNvSpPr txBox="1"/>
          <p:nvPr/>
        </p:nvSpPr>
        <p:spPr>
          <a:xfrm>
            <a:off x="4325112" y="2232660"/>
            <a:ext cx="1319784" cy="259080"/>
          </a:xfrm>
          <a:prstGeom prst="rect">
            <a:avLst/>
          </a:prstGeom>
          <a:noFill/>
          <a:ln>
            <a:noFill/>
          </a:ln>
        </p:spPr>
        <p:txBody>
          <a:bodyPr wrap="square" lIns="40000" tIns="15000" rIns="40000" bIns="15000" anchor="t">
            <a:spAutoFit/>
          </a:bodyPr>
          <a:lstStyle/>
          <a:p>
            <a:pPr algn="l"/>
            <a:r>
              <a:rPr sz="950" b="0" i="1">
                <a:solidFill>
                  <a:srgbClr val="FFFFFF"/>
                </a:solidFill>
                <a:latin typeface="Calibri"/>
              </a:rPr>
              <a:t>Q3/Q4 2026</a:t>
            </a:r>
          </a:p>
        </p:txBody>
      </p:sp>
      <p:sp>
        <p:nvSpPr>
          <p:cNvPr id="62" name="Rounded Rectangle 61"/>
          <p:cNvSpPr/>
          <p:nvPr/>
        </p:nvSpPr>
        <p:spPr>
          <a:xfrm>
            <a:off x="5079492" y="1973580"/>
            <a:ext cx="1252728" cy="518160"/>
          </a:xfrm>
          <a:prstGeom prst="roundRect">
            <a:avLst/>
          </a:prstGeom>
          <a:solidFill>
            <a:srgbClr val="E96C0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3" name="TextBox 62"/>
          <p:cNvSpPr txBox="1"/>
          <p:nvPr/>
        </p:nvSpPr>
        <p:spPr>
          <a:xfrm>
            <a:off x="5117592" y="1988820"/>
            <a:ext cx="1161288" cy="284988"/>
          </a:xfrm>
          <a:prstGeom prst="rect">
            <a:avLst/>
          </a:prstGeom>
          <a:noFill/>
          <a:ln>
            <a:noFill/>
          </a:ln>
        </p:spPr>
        <p:txBody>
          <a:bodyPr wrap="square" lIns="40000" tIns="15000" rIns="40000" bIns="15000" anchor="b">
            <a:spAutoFit/>
          </a:bodyPr>
          <a:lstStyle/>
          <a:p>
            <a:pPr algn="l"/>
            <a:r>
              <a:rPr sz="1000" b="1" i="0">
                <a:solidFill>
                  <a:srgbClr val="FFFFFF"/>
                </a:solidFill>
                <a:latin typeface="Calibri"/>
              </a:rPr>
              <a:t>SNOW Budgetierung &amp; Contract Renewal</a:t>
            </a:r>
          </a:p>
        </p:txBody>
      </p:sp>
      <p:sp>
        <p:nvSpPr>
          <p:cNvPr id="64" name="TextBox 63"/>
          <p:cNvSpPr txBox="1"/>
          <p:nvPr/>
        </p:nvSpPr>
        <p:spPr>
          <a:xfrm>
            <a:off x="5117592" y="2232660"/>
            <a:ext cx="1161288" cy="259080"/>
          </a:xfrm>
          <a:prstGeom prst="rect">
            <a:avLst/>
          </a:prstGeom>
          <a:noFill/>
          <a:ln>
            <a:noFill/>
          </a:ln>
        </p:spPr>
        <p:txBody>
          <a:bodyPr wrap="square" lIns="40000" tIns="15000" rIns="40000" bIns="15000" anchor="t">
            <a:spAutoFit/>
          </a:bodyPr>
          <a:lstStyle/>
          <a:p>
            <a:pPr algn="l"/>
            <a:r>
              <a:rPr sz="850" b="0" i="1">
                <a:solidFill>
                  <a:srgbClr val="FFFFFF"/>
                </a:solidFill>
                <a:latin typeface="Calibri"/>
              </a:rPr>
              <a:t>ab Q4 2026</a:t>
            </a:r>
          </a:p>
        </p:txBody>
      </p:sp>
      <p:sp>
        <p:nvSpPr>
          <p:cNvPr id="65" name="Rounded Rectangle 64"/>
          <p:cNvSpPr/>
          <p:nvPr/>
        </p:nvSpPr>
        <p:spPr>
          <a:xfrm>
            <a:off x="304800" y="2651760"/>
            <a:ext cx="1981200" cy="685800"/>
          </a:xfrm>
          <a:prstGeom prst="roundRect">
            <a:avLst/>
          </a:prstGeom>
          <a:solidFill>
            <a:srgbClr val="F7F7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6" name="Rectangle 65"/>
          <p:cNvSpPr/>
          <p:nvPr/>
        </p:nvSpPr>
        <p:spPr>
          <a:xfrm>
            <a:off x="304800" y="2651760"/>
            <a:ext cx="60960" cy="685800"/>
          </a:xfrm>
          <a:prstGeom prst="rect">
            <a:avLst/>
          </a:prstGeom>
          <a:solidFill>
            <a:srgbClr val="F07F1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7" name="TextBox 66"/>
          <p:cNvSpPr txBox="1"/>
          <p:nvPr/>
        </p:nvSpPr>
        <p:spPr>
          <a:xfrm>
            <a:off x="419100" y="2689860"/>
            <a:ext cx="1828800" cy="228600"/>
          </a:xfrm>
          <a:prstGeom prst="rect">
            <a:avLst/>
          </a:prstGeom>
          <a:noFill/>
          <a:ln>
            <a:noFill/>
          </a:ln>
        </p:spPr>
        <p:txBody>
          <a:bodyPr wrap="square" lIns="40000" tIns="15000" rIns="40000" bIns="15000" anchor="t">
            <a:spAutoFit/>
          </a:bodyPr>
          <a:lstStyle/>
          <a:p>
            <a:pPr algn="l"/>
            <a:r>
              <a:rPr sz="1150" b="1" i="0">
                <a:solidFill>
                  <a:srgbClr val="1F2937"/>
                </a:solidFill>
                <a:latin typeface="Calibri"/>
              </a:rPr>
              <a:t>Phase 1  SNOW SPM</a:t>
            </a:r>
          </a:p>
        </p:txBody>
      </p:sp>
      <p:sp>
        <p:nvSpPr>
          <p:cNvPr id="68" name="TextBox 67"/>
          <p:cNvSpPr txBox="1"/>
          <p:nvPr/>
        </p:nvSpPr>
        <p:spPr>
          <a:xfrm>
            <a:off x="419100" y="2910839"/>
            <a:ext cx="1828800" cy="381000"/>
          </a:xfrm>
          <a:prstGeom prst="rect">
            <a:avLst/>
          </a:prstGeom>
          <a:noFill/>
          <a:ln>
            <a:noFill/>
          </a:ln>
        </p:spPr>
        <p:txBody>
          <a:bodyPr wrap="square" lIns="40000" tIns="15000" rIns="40000" bIns="15000" anchor="t">
            <a:spAutoFit/>
          </a:bodyPr>
          <a:lstStyle/>
          <a:p>
            <a:pPr algn="l"/>
            <a:r>
              <a:rPr sz="900" b="0" i="1">
                <a:solidFill>
                  <a:srgbClr val="4B5563"/>
                </a:solidFill>
                <a:latin typeface="Calibri"/>
              </a:rPr>
              <a:t>Demand · Strategy · MDM · Portfolio · Workflows</a:t>
            </a:r>
          </a:p>
        </p:txBody>
      </p:sp>
      <p:sp>
        <p:nvSpPr>
          <p:cNvPr id="69" name="Rounded Rectangle 68"/>
          <p:cNvSpPr/>
          <p:nvPr/>
        </p:nvSpPr>
        <p:spPr>
          <a:xfrm>
            <a:off x="2377440" y="2651760"/>
            <a:ext cx="9509760" cy="685800"/>
          </a:xfrm>
          <a:prstGeom prst="roundRect">
            <a:avLst/>
          </a:prstGeom>
          <a:solidFill>
            <a:srgbClr val="F7F7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0" name="Rectangle 69"/>
          <p:cNvSpPr/>
          <p:nvPr/>
        </p:nvSpPr>
        <p:spPr>
          <a:xfrm>
            <a:off x="5542788" y="2682239"/>
            <a:ext cx="9144" cy="624840"/>
          </a:xfrm>
          <a:prstGeom prst="rect">
            <a:avLst/>
          </a:prstGeom>
          <a:solidFill>
            <a:srgbClr val="CBD2D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1" name="Rectangle 70"/>
          <p:cNvSpPr/>
          <p:nvPr/>
        </p:nvSpPr>
        <p:spPr>
          <a:xfrm>
            <a:off x="8712708" y="2682239"/>
            <a:ext cx="9144" cy="624840"/>
          </a:xfrm>
          <a:prstGeom prst="rect">
            <a:avLst/>
          </a:prstGeom>
          <a:solidFill>
            <a:srgbClr val="CBD2D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2" name="Rounded Rectangle 71"/>
          <p:cNvSpPr/>
          <p:nvPr/>
        </p:nvSpPr>
        <p:spPr>
          <a:xfrm>
            <a:off x="4762500" y="2735580"/>
            <a:ext cx="777239" cy="518160"/>
          </a:xfrm>
          <a:prstGeom prst="roundRect">
            <a:avLst/>
          </a:prstGeom>
          <a:solidFill>
            <a:srgbClr val="FBD3A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3" name="TextBox 72"/>
          <p:cNvSpPr txBox="1"/>
          <p:nvPr/>
        </p:nvSpPr>
        <p:spPr>
          <a:xfrm>
            <a:off x="4800600" y="2750820"/>
            <a:ext cx="685799" cy="284988"/>
          </a:xfrm>
          <a:prstGeom prst="rect">
            <a:avLst/>
          </a:prstGeom>
          <a:noFill/>
          <a:ln>
            <a:noFill/>
          </a:ln>
        </p:spPr>
        <p:txBody>
          <a:bodyPr wrap="square" lIns="40000" tIns="15000" rIns="40000" bIns="15000" anchor="b">
            <a:spAutoFit/>
          </a:bodyPr>
          <a:lstStyle/>
          <a:p>
            <a:pPr algn="l"/>
            <a:r>
              <a:rPr sz="900" b="1" i="0">
                <a:solidFill>
                  <a:srgbClr val="FFFFFF"/>
                </a:solidFill>
                <a:latin typeface="Calibri"/>
              </a:rPr>
              <a:t>Konzeption</a:t>
            </a:r>
          </a:p>
        </p:txBody>
      </p:sp>
      <p:sp>
        <p:nvSpPr>
          <p:cNvPr id="74" name="TextBox 73"/>
          <p:cNvSpPr txBox="1"/>
          <p:nvPr/>
        </p:nvSpPr>
        <p:spPr>
          <a:xfrm>
            <a:off x="4800600" y="2994660"/>
            <a:ext cx="685799" cy="259080"/>
          </a:xfrm>
          <a:prstGeom prst="rect">
            <a:avLst/>
          </a:prstGeom>
          <a:noFill/>
          <a:ln>
            <a:noFill/>
          </a:ln>
        </p:spPr>
        <p:txBody>
          <a:bodyPr wrap="square" lIns="40000" tIns="15000" rIns="40000" bIns="15000" anchor="t">
            <a:spAutoFit/>
          </a:bodyPr>
          <a:lstStyle/>
          <a:p>
            <a:pPr algn="l"/>
            <a:r>
              <a:rPr sz="750" b="0" i="1">
                <a:solidFill>
                  <a:srgbClr val="FFFFFF"/>
                </a:solidFill>
                <a:latin typeface="Calibri"/>
              </a:rPr>
              <a:t>Demand · Strategy · MDM · Portfolio</a:t>
            </a:r>
          </a:p>
        </p:txBody>
      </p:sp>
      <p:sp>
        <p:nvSpPr>
          <p:cNvPr id="75" name="Rounded Rectangle 74"/>
          <p:cNvSpPr/>
          <p:nvPr/>
        </p:nvSpPr>
        <p:spPr>
          <a:xfrm>
            <a:off x="5554979" y="2735580"/>
            <a:ext cx="3154680" cy="518160"/>
          </a:xfrm>
          <a:prstGeom prst="roundRect">
            <a:avLst/>
          </a:prstGeom>
          <a:solidFill>
            <a:srgbClr val="F07F1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6" name="TextBox 75"/>
          <p:cNvSpPr txBox="1"/>
          <p:nvPr/>
        </p:nvSpPr>
        <p:spPr>
          <a:xfrm>
            <a:off x="5593079" y="2750820"/>
            <a:ext cx="3063240" cy="284988"/>
          </a:xfrm>
          <a:prstGeom prst="rect">
            <a:avLst/>
          </a:prstGeom>
          <a:noFill/>
          <a:ln>
            <a:noFill/>
          </a:ln>
        </p:spPr>
        <p:txBody>
          <a:bodyPr wrap="square" lIns="40000" tIns="15000" rIns="40000" bIns="15000" anchor="b">
            <a:spAutoFit/>
          </a:bodyPr>
          <a:lstStyle/>
          <a:p>
            <a:pPr algn="l"/>
            <a:r>
              <a:rPr sz="1100" b="1" i="0">
                <a:solidFill>
                  <a:srgbClr val="FFFFFF"/>
                </a:solidFill>
                <a:latin typeface="Calibri"/>
              </a:rPr>
              <a:t>Umsetzung Phase 1</a:t>
            </a:r>
          </a:p>
        </p:txBody>
      </p:sp>
      <p:sp>
        <p:nvSpPr>
          <p:cNvPr id="77" name="TextBox 76"/>
          <p:cNvSpPr txBox="1"/>
          <p:nvPr/>
        </p:nvSpPr>
        <p:spPr>
          <a:xfrm>
            <a:off x="5593079" y="2994660"/>
            <a:ext cx="3063240" cy="259080"/>
          </a:xfrm>
          <a:prstGeom prst="rect">
            <a:avLst/>
          </a:prstGeom>
          <a:noFill/>
          <a:ln>
            <a:noFill/>
          </a:ln>
        </p:spPr>
        <p:txBody>
          <a:bodyPr wrap="square" lIns="40000" tIns="15000" rIns="40000" bIns="15000" anchor="t">
            <a:spAutoFit/>
          </a:bodyPr>
          <a:lstStyle/>
          <a:p>
            <a:pPr algn="l"/>
            <a:r>
              <a:rPr sz="950" b="0" i="1">
                <a:solidFill>
                  <a:srgbClr val="FFFFFF"/>
                </a:solidFill>
                <a:latin typeface="Calibri"/>
              </a:rPr>
              <a:t>+ PIT-Schnittstelle</a:t>
            </a:r>
          </a:p>
        </p:txBody>
      </p:sp>
      <p:sp>
        <p:nvSpPr>
          <p:cNvPr id="78" name="Rounded Rectangle 77"/>
          <p:cNvSpPr/>
          <p:nvPr/>
        </p:nvSpPr>
        <p:spPr>
          <a:xfrm>
            <a:off x="8407908" y="2735580"/>
            <a:ext cx="301752" cy="518160"/>
          </a:xfrm>
          <a:prstGeom prst="roundRect">
            <a:avLst/>
          </a:prstGeom>
          <a:solidFill>
            <a:srgbClr val="2E7D3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9" name="TextBox 78"/>
          <p:cNvSpPr txBox="1"/>
          <p:nvPr/>
        </p:nvSpPr>
        <p:spPr>
          <a:xfrm>
            <a:off x="8446008" y="2750820"/>
            <a:ext cx="210312" cy="284988"/>
          </a:xfrm>
          <a:prstGeom prst="rect">
            <a:avLst/>
          </a:prstGeom>
          <a:noFill/>
          <a:ln>
            <a:noFill/>
          </a:ln>
        </p:spPr>
        <p:txBody>
          <a:bodyPr wrap="square" lIns="40000" tIns="15000" rIns="40000" bIns="15000" anchor="b">
            <a:spAutoFit/>
          </a:bodyPr>
          <a:lstStyle/>
          <a:p>
            <a:pPr algn="l"/>
            <a:r>
              <a:rPr sz="900" b="1" i="0">
                <a:solidFill>
                  <a:srgbClr val="FFFFFF"/>
                </a:solidFill>
                <a:latin typeface="Calibri"/>
              </a:rPr>
              <a:t>Go-Live</a:t>
            </a:r>
          </a:p>
        </p:txBody>
      </p:sp>
      <p:sp>
        <p:nvSpPr>
          <p:cNvPr id="80" name="TextBox 79"/>
          <p:cNvSpPr txBox="1"/>
          <p:nvPr/>
        </p:nvSpPr>
        <p:spPr>
          <a:xfrm>
            <a:off x="8446008" y="2994660"/>
            <a:ext cx="210312" cy="259080"/>
          </a:xfrm>
          <a:prstGeom prst="rect">
            <a:avLst/>
          </a:prstGeom>
          <a:noFill/>
          <a:ln>
            <a:noFill/>
          </a:ln>
        </p:spPr>
        <p:txBody>
          <a:bodyPr wrap="square" lIns="40000" tIns="15000" rIns="40000" bIns="15000" anchor="t">
            <a:spAutoFit/>
          </a:bodyPr>
          <a:lstStyle/>
          <a:p>
            <a:pPr algn="l"/>
            <a:r>
              <a:rPr sz="750" b="0" i="1">
                <a:solidFill>
                  <a:srgbClr val="FFFFFF"/>
                </a:solidFill>
                <a:latin typeface="Calibri"/>
              </a:rPr>
              <a:t>Org + IT</a:t>
            </a:r>
          </a:p>
        </p:txBody>
      </p:sp>
      <p:sp>
        <p:nvSpPr>
          <p:cNvPr id="81" name="Rounded Rectangle 80"/>
          <p:cNvSpPr/>
          <p:nvPr/>
        </p:nvSpPr>
        <p:spPr>
          <a:xfrm>
            <a:off x="304800" y="3413760"/>
            <a:ext cx="1981200" cy="685800"/>
          </a:xfrm>
          <a:prstGeom prst="roundRect">
            <a:avLst/>
          </a:prstGeom>
          <a:solidFill>
            <a:srgbClr val="F7F7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2" name="Rectangle 81"/>
          <p:cNvSpPr/>
          <p:nvPr/>
        </p:nvSpPr>
        <p:spPr>
          <a:xfrm>
            <a:off x="304800" y="3413760"/>
            <a:ext cx="60960" cy="685800"/>
          </a:xfrm>
          <a:prstGeom prst="rect">
            <a:avLst/>
          </a:prstGeom>
          <a:solidFill>
            <a:srgbClr val="C953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3" name="TextBox 82"/>
          <p:cNvSpPr txBox="1"/>
          <p:nvPr/>
        </p:nvSpPr>
        <p:spPr>
          <a:xfrm>
            <a:off x="419100" y="3451860"/>
            <a:ext cx="1828800" cy="228600"/>
          </a:xfrm>
          <a:prstGeom prst="rect">
            <a:avLst/>
          </a:prstGeom>
          <a:noFill/>
          <a:ln>
            <a:noFill/>
          </a:ln>
        </p:spPr>
        <p:txBody>
          <a:bodyPr wrap="square" lIns="40000" tIns="15000" rIns="40000" bIns="15000" anchor="t">
            <a:spAutoFit/>
          </a:bodyPr>
          <a:lstStyle/>
          <a:p>
            <a:pPr algn="l"/>
            <a:r>
              <a:rPr sz="1150" b="1" i="0">
                <a:solidFill>
                  <a:srgbClr val="1F2937"/>
                </a:solidFill>
                <a:latin typeface="Calibri"/>
              </a:rPr>
              <a:t>Phase 2  SNOW SPM</a:t>
            </a:r>
          </a:p>
        </p:txBody>
      </p:sp>
      <p:sp>
        <p:nvSpPr>
          <p:cNvPr id="84" name="TextBox 83"/>
          <p:cNvSpPr txBox="1"/>
          <p:nvPr/>
        </p:nvSpPr>
        <p:spPr>
          <a:xfrm>
            <a:off x="419100" y="3672839"/>
            <a:ext cx="1828800" cy="381000"/>
          </a:xfrm>
          <a:prstGeom prst="rect">
            <a:avLst/>
          </a:prstGeom>
          <a:noFill/>
          <a:ln>
            <a:noFill/>
          </a:ln>
        </p:spPr>
        <p:txBody>
          <a:bodyPr wrap="square" lIns="40000" tIns="15000" rIns="40000" bIns="15000" anchor="t">
            <a:spAutoFit/>
          </a:bodyPr>
          <a:lstStyle/>
          <a:p>
            <a:pPr algn="l"/>
            <a:r>
              <a:rPr sz="900" b="0" i="1">
                <a:solidFill>
                  <a:srgbClr val="4B5563"/>
                </a:solidFill>
                <a:latin typeface="Calibri"/>
              </a:rPr>
              <a:t>Project Management · PEP · VPM · Portfolio</a:t>
            </a:r>
          </a:p>
        </p:txBody>
      </p:sp>
      <p:sp>
        <p:nvSpPr>
          <p:cNvPr id="85" name="Rounded Rectangle 84"/>
          <p:cNvSpPr/>
          <p:nvPr/>
        </p:nvSpPr>
        <p:spPr>
          <a:xfrm>
            <a:off x="2377440" y="3413760"/>
            <a:ext cx="9509760" cy="685800"/>
          </a:xfrm>
          <a:prstGeom prst="roundRect">
            <a:avLst/>
          </a:prstGeom>
          <a:solidFill>
            <a:srgbClr val="F7F7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6" name="Rectangle 85"/>
          <p:cNvSpPr/>
          <p:nvPr/>
        </p:nvSpPr>
        <p:spPr>
          <a:xfrm>
            <a:off x="5542788" y="3444239"/>
            <a:ext cx="9144" cy="624840"/>
          </a:xfrm>
          <a:prstGeom prst="rect">
            <a:avLst/>
          </a:prstGeom>
          <a:solidFill>
            <a:srgbClr val="CBD2D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7" name="Rectangle 86"/>
          <p:cNvSpPr/>
          <p:nvPr/>
        </p:nvSpPr>
        <p:spPr>
          <a:xfrm>
            <a:off x="8712708" y="3444239"/>
            <a:ext cx="9144" cy="624840"/>
          </a:xfrm>
          <a:prstGeom prst="rect">
            <a:avLst/>
          </a:prstGeom>
          <a:solidFill>
            <a:srgbClr val="CBD2D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8" name="Rounded Rectangle 87"/>
          <p:cNvSpPr/>
          <p:nvPr/>
        </p:nvSpPr>
        <p:spPr>
          <a:xfrm>
            <a:off x="7139940" y="3497580"/>
            <a:ext cx="1569719" cy="518160"/>
          </a:xfrm>
          <a:prstGeom prst="roundRect">
            <a:avLst/>
          </a:prstGeom>
          <a:solidFill>
            <a:srgbClr val="FBD3A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9" name="TextBox 88"/>
          <p:cNvSpPr txBox="1"/>
          <p:nvPr/>
        </p:nvSpPr>
        <p:spPr>
          <a:xfrm>
            <a:off x="7178040" y="3512820"/>
            <a:ext cx="1478280" cy="284988"/>
          </a:xfrm>
          <a:prstGeom prst="rect">
            <a:avLst/>
          </a:prstGeom>
          <a:noFill/>
          <a:ln>
            <a:noFill/>
          </a:ln>
        </p:spPr>
        <p:txBody>
          <a:bodyPr wrap="square" lIns="40000" tIns="15000" rIns="40000" bIns="15000" anchor="b">
            <a:spAutoFit/>
          </a:bodyPr>
          <a:lstStyle/>
          <a:p>
            <a:pPr algn="l"/>
            <a:r>
              <a:rPr sz="1100" b="1" i="0">
                <a:solidFill>
                  <a:srgbClr val="FFFFFF"/>
                </a:solidFill>
                <a:latin typeface="Calibri"/>
              </a:rPr>
              <a:t>Konzeption Phase 2</a:t>
            </a:r>
          </a:p>
        </p:txBody>
      </p:sp>
      <p:sp>
        <p:nvSpPr>
          <p:cNvPr id="90" name="TextBox 89"/>
          <p:cNvSpPr txBox="1"/>
          <p:nvPr/>
        </p:nvSpPr>
        <p:spPr>
          <a:xfrm>
            <a:off x="7178040" y="3756660"/>
            <a:ext cx="1478280" cy="259080"/>
          </a:xfrm>
          <a:prstGeom prst="rect">
            <a:avLst/>
          </a:prstGeom>
          <a:noFill/>
          <a:ln>
            <a:noFill/>
          </a:ln>
        </p:spPr>
        <p:txBody>
          <a:bodyPr wrap="square" lIns="40000" tIns="15000" rIns="40000" bIns="15000" anchor="t">
            <a:spAutoFit/>
          </a:bodyPr>
          <a:lstStyle/>
          <a:p>
            <a:pPr algn="l"/>
            <a:r>
              <a:rPr sz="950" b="0" i="1">
                <a:solidFill>
                  <a:srgbClr val="FFFFFF"/>
                </a:solidFill>
                <a:latin typeface="Calibri"/>
              </a:rPr>
              <a:t>Project Mgmt · PEP · VPM</a:t>
            </a:r>
          </a:p>
        </p:txBody>
      </p:sp>
      <p:sp>
        <p:nvSpPr>
          <p:cNvPr id="91" name="Rounded Rectangle 90"/>
          <p:cNvSpPr/>
          <p:nvPr/>
        </p:nvSpPr>
        <p:spPr>
          <a:xfrm>
            <a:off x="8724900" y="3497580"/>
            <a:ext cx="2916935" cy="518160"/>
          </a:xfrm>
          <a:prstGeom prst="roundRect">
            <a:avLst/>
          </a:prstGeom>
          <a:solidFill>
            <a:srgbClr val="E96C0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2" name="TextBox 91"/>
          <p:cNvSpPr txBox="1"/>
          <p:nvPr/>
        </p:nvSpPr>
        <p:spPr>
          <a:xfrm>
            <a:off x="8763000" y="3512820"/>
            <a:ext cx="2825495" cy="284988"/>
          </a:xfrm>
          <a:prstGeom prst="rect">
            <a:avLst/>
          </a:prstGeom>
          <a:noFill/>
          <a:ln>
            <a:noFill/>
          </a:ln>
        </p:spPr>
        <p:txBody>
          <a:bodyPr wrap="square" lIns="40000" tIns="15000" rIns="40000" bIns="15000" anchor="b">
            <a:spAutoFit/>
          </a:bodyPr>
          <a:lstStyle/>
          <a:p>
            <a:pPr algn="l"/>
            <a:r>
              <a:rPr sz="1100" b="1" i="0">
                <a:solidFill>
                  <a:srgbClr val="FFFFFF"/>
                </a:solidFill>
                <a:latin typeface="Calibri"/>
              </a:rPr>
              <a:t>Umsetzung Phase 2</a:t>
            </a:r>
          </a:p>
        </p:txBody>
      </p:sp>
      <p:sp>
        <p:nvSpPr>
          <p:cNvPr id="93" name="TextBox 92"/>
          <p:cNvSpPr txBox="1"/>
          <p:nvPr/>
        </p:nvSpPr>
        <p:spPr>
          <a:xfrm>
            <a:off x="8763000" y="3756660"/>
            <a:ext cx="2825495" cy="259080"/>
          </a:xfrm>
          <a:prstGeom prst="rect">
            <a:avLst/>
          </a:prstGeom>
          <a:noFill/>
          <a:ln>
            <a:noFill/>
          </a:ln>
        </p:spPr>
        <p:txBody>
          <a:bodyPr wrap="square" lIns="40000" tIns="15000" rIns="40000" bIns="15000" anchor="t">
            <a:spAutoFit/>
          </a:bodyPr>
          <a:lstStyle/>
          <a:p>
            <a:pPr algn="l"/>
            <a:r>
              <a:rPr sz="950" b="0" i="1">
                <a:solidFill>
                  <a:srgbClr val="FFFFFF"/>
                </a:solidFill>
                <a:latin typeface="Calibri"/>
              </a:rPr>
              <a:t>+ Maßnahmen-Mgmt</a:t>
            </a:r>
          </a:p>
        </p:txBody>
      </p:sp>
      <p:sp>
        <p:nvSpPr>
          <p:cNvPr id="94" name="Rounded Rectangle 93"/>
          <p:cNvSpPr/>
          <p:nvPr/>
        </p:nvSpPr>
        <p:spPr>
          <a:xfrm>
            <a:off x="11577828" y="3497580"/>
            <a:ext cx="301751" cy="518160"/>
          </a:xfrm>
          <a:prstGeom prst="roundRect">
            <a:avLst/>
          </a:prstGeom>
          <a:solidFill>
            <a:srgbClr val="2E7D3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5" name="TextBox 94"/>
          <p:cNvSpPr txBox="1"/>
          <p:nvPr/>
        </p:nvSpPr>
        <p:spPr>
          <a:xfrm>
            <a:off x="11615928" y="3512820"/>
            <a:ext cx="210311" cy="284988"/>
          </a:xfrm>
          <a:prstGeom prst="rect">
            <a:avLst/>
          </a:prstGeom>
          <a:noFill/>
          <a:ln>
            <a:noFill/>
          </a:ln>
        </p:spPr>
        <p:txBody>
          <a:bodyPr wrap="square" lIns="40000" tIns="15000" rIns="40000" bIns="15000" anchor="b">
            <a:spAutoFit/>
          </a:bodyPr>
          <a:lstStyle/>
          <a:p>
            <a:pPr algn="l"/>
            <a:r>
              <a:rPr sz="900" b="1" i="0">
                <a:solidFill>
                  <a:srgbClr val="FFFFFF"/>
                </a:solidFill>
                <a:latin typeface="Calibri"/>
              </a:rPr>
              <a:t>Go-Live</a:t>
            </a:r>
          </a:p>
        </p:txBody>
      </p:sp>
      <p:sp>
        <p:nvSpPr>
          <p:cNvPr id="96" name="TextBox 95"/>
          <p:cNvSpPr txBox="1"/>
          <p:nvPr/>
        </p:nvSpPr>
        <p:spPr>
          <a:xfrm>
            <a:off x="11615928" y="3756660"/>
            <a:ext cx="210311" cy="259080"/>
          </a:xfrm>
          <a:prstGeom prst="rect">
            <a:avLst/>
          </a:prstGeom>
          <a:noFill/>
          <a:ln>
            <a:noFill/>
          </a:ln>
        </p:spPr>
        <p:txBody>
          <a:bodyPr wrap="square" lIns="40000" tIns="15000" rIns="40000" bIns="15000" anchor="t">
            <a:spAutoFit/>
          </a:bodyPr>
          <a:lstStyle/>
          <a:p>
            <a:pPr algn="l"/>
            <a:r>
              <a:rPr sz="750" b="0" i="1">
                <a:solidFill>
                  <a:srgbClr val="FFFFFF"/>
                </a:solidFill>
                <a:latin typeface="Calibri"/>
              </a:rPr>
              <a:t>VEW / VPM</a:t>
            </a:r>
          </a:p>
        </p:txBody>
      </p:sp>
      <p:sp>
        <p:nvSpPr>
          <p:cNvPr id="97" name="Rounded Rectangle 96"/>
          <p:cNvSpPr/>
          <p:nvPr/>
        </p:nvSpPr>
        <p:spPr>
          <a:xfrm>
            <a:off x="304800" y="4175760"/>
            <a:ext cx="1981200" cy="685800"/>
          </a:xfrm>
          <a:prstGeom prst="roundRect">
            <a:avLst/>
          </a:prstGeom>
          <a:solidFill>
            <a:srgbClr val="F7F7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8" name="Rectangle 97"/>
          <p:cNvSpPr/>
          <p:nvPr/>
        </p:nvSpPr>
        <p:spPr>
          <a:xfrm>
            <a:off x="304800" y="4175760"/>
            <a:ext cx="60960" cy="685800"/>
          </a:xfrm>
          <a:prstGeom prst="rect">
            <a:avLst/>
          </a:prstGeom>
          <a:solidFill>
            <a:srgbClr val="2C3E5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9" name="TextBox 98"/>
          <p:cNvSpPr txBox="1"/>
          <p:nvPr/>
        </p:nvSpPr>
        <p:spPr>
          <a:xfrm>
            <a:off x="419100" y="4213860"/>
            <a:ext cx="1828800" cy="228600"/>
          </a:xfrm>
          <a:prstGeom prst="rect">
            <a:avLst/>
          </a:prstGeom>
          <a:noFill/>
          <a:ln>
            <a:noFill/>
          </a:ln>
        </p:spPr>
        <p:txBody>
          <a:bodyPr wrap="square" lIns="40000" tIns="15000" rIns="40000" bIns="15000" anchor="t">
            <a:spAutoFit/>
          </a:bodyPr>
          <a:lstStyle/>
          <a:p>
            <a:pPr algn="l"/>
            <a:r>
              <a:rPr sz="1150" b="1" i="0">
                <a:solidFill>
                  <a:srgbClr val="1F2937"/>
                </a:solidFill>
                <a:latin typeface="Calibri"/>
              </a:rPr>
              <a:t>Alternative-Spur</a:t>
            </a:r>
          </a:p>
        </p:txBody>
      </p:sp>
      <p:sp>
        <p:nvSpPr>
          <p:cNvPr id="100" name="TextBox 99"/>
          <p:cNvSpPr txBox="1"/>
          <p:nvPr/>
        </p:nvSpPr>
        <p:spPr>
          <a:xfrm>
            <a:off x="419100" y="4434840"/>
            <a:ext cx="1828800" cy="381000"/>
          </a:xfrm>
          <a:prstGeom prst="rect">
            <a:avLst/>
          </a:prstGeom>
          <a:noFill/>
          <a:ln>
            <a:noFill/>
          </a:ln>
        </p:spPr>
        <p:txBody>
          <a:bodyPr wrap="square" lIns="40000" tIns="15000" rIns="40000" bIns="15000" anchor="t">
            <a:spAutoFit/>
          </a:bodyPr>
          <a:lstStyle/>
          <a:p>
            <a:pPr algn="l"/>
            <a:r>
              <a:rPr sz="900" b="0" i="1">
                <a:solidFill>
                  <a:srgbClr val="4B5563"/>
                </a:solidFill>
                <a:latin typeface="Calibri"/>
              </a:rPr>
              <a:t>PM-Plattform für VEW / VPM (Hedge)</a:t>
            </a:r>
          </a:p>
        </p:txBody>
      </p:sp>
      <p:sp>
        <p:nvSpPr>
          <p:cNvPr id="101" name="Rounded Rectangle 100"/>
          <p:cNvSpPr/>
          <p:nvPr/>
        </p:nvSpPr>
        <p:spPr>
          <a:xfrm>
            <a:off x="2377440" y="4175760"/>
            <a:ext cx="9509760" cy="685800"/>
          </a:xfrm>
          <a:prstGeom prst="roundRect">
            <a:avLst/>
          </a:prstGeom>
          <a:solidFill>
            <a:srgbClr val="F7F7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2" name="Rectangle 101"/>
          <p:cNvSpPr/>
          <p:nvPr/>
        </p:nvSpPr>
        <p:spPr>
          <a:xfrm>
            <a:off x="5542788" y="4206240"/>
            <a:ext cx="9144" cy="624840"/>
          </a:xfrm>
          <a:prstGeom prst="rect">
            <a:avLst/>
          </a:prstGeom>
          <a:solidFill>
            <a:srgbClr val="CBD2D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3" name="Rectangle 102"/>
          <p:cNvSpPr/>
          <p:nvPr/>
        </p:nvSpPr>
        <p:spPr>
          <a:xfrm>
            <a:off x="8712708" y="4206240"/>
            <a:ext cx="9144" cy="624840"/>
          </a:xfrm>
          <a:prstGeom prst="rect">
            <a:avLst/>
          </a:prstGeom>
          <a:solidFill>
            <a:srgbClr val="CBD2D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4" name="Rounded Rectangle 103"/>
          <p:cNvSpPr/>
          <p:nvPr/>
        </p:nvSpPr>
        <p:spPr>
          <a:xfrm>
            <a:off x="4762500" y="4259580"/>
            <a:ext cx="2362200" cy="518160"/>
          </a:xfrm>
          <a:prstGeom prst="roundRect">
            <a:avLst/>
          </a:prstGeom>
          <a:solidFill>
            <a:srgbClr val="2C3E5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5" name="TextBox 104"/>
          <p:cNvSpPr txBox="1"/>
          <p:nvPr/>
        </p:nvSpPr>
        <p:spPr>
          <a:xfrm>
            <a:off x="4800600" y="4274820"/>
            <a:ext cx="2270760" cy="284988"/>
          </a:xfrm>
          <a:prstGeom prst="rect">
            <a:avLst/>
          </a:prstGeom>
          <a:noFill/>
          <a:ln>
            <a:noFill/>
          </a:ln>
        </p:spPr>
        <p:txBody>
          <a:bodyPr wrap="square" lIns="40000" tIns="15000" rIns="40000" bIns="15000" anchor="b">
            <a:spAutoFit/>
          </a:bodyPr>
          <a:lstStyle/>
          <a:p>
            <a:pPr algn="l"/>
            <a:r>
              <a:rPr sz="1100" b="1" i="0">
                <a:solidFill>
                  <a:srgbClr val="FFFFFF"/>
                </a:solidFill>
                <a:latin typeface="Calibri"/>
              </a:rPr>
              <a:t>Alternative PM-Plattform (VEW / VPM)</a:t>
            </a:r>
          </a:p>
        </p:txBody>
      </p:sp>
      <p:sp>
        <p:nvSpPr>
          <p:cNvPr id="106" name="TextBox 105"/>
          <p:cNvSpPr txBox="1"/>
          <p:nvPr/>
        </p:nvSpPr>
        <p:spPr>
          <a:xfrm>
            <a:off x="4800600" y="4518660"/>
            <a:ext cx="2270760" cy="259080"/>
          </a:xfrm>
          <a:prstGeom prst="rect">
            <a:avLst/>
          </a:prstGeom>
          <a:noFill/>
          <a:ln>
            <a:noFill/>
          </a:ln>
        </p:spPr>
        <p:txBody>
          <a:bodyPr wrap="square" lIns="40000" tIns="15000" rIns="40000" bIns="15000" anchor="t">
            <a:spAutoFit/>
          </a:bodyPr>
          <a:lstStyle/>
          <a:p>
            <a:pPr algn="l"/>
            <a:r>
              <a:rPr sz="950" b="0" i="1">
                <a:solidFill>
                  <a:srgbClr val="FFFFFF"/>
                </a:solidFill>
                <a:latin typeface="Calibri"/>
              </a:rPr>
              <a:t>Bewertung als Risiko-Hedge</a:t>
            </a:r>
          </a:p>
        </p:txBody>
      </p:sp>
      <p:sp>
        <p:nvSpPr>
          <p:cNvPr id="107" name="TextBox 106"/>
          <p:cNvSpPr txBox="1"/>
          <p:nvPr/>
        </p:nvSpPr>
        <p:spPr>
          <a:xfrm>
            <a:off x="304800" y="4960620"/>
            <a:ext cx="1676400" cy="152400"/>
          </a:xfrm>
          <a:prstGeom prst="rect">
            <a:avLst/>
          </a:prstGeom>
          <a:noFill/>
          <a:ln>
            <a:noFill/>
          </a:ln>
        </p:spPr>
        <p:txBody>
          <a:bodyPr wrap="square" lIns="40000" tIns="15000" rIns="40000" bIns="15000" anchor="ctr">
            <a:spAutoFit/>
          </a:bodyPr>
          <a:lstStyle/>
          <a:p>
            <a:pPr algn="l"/>
            <a:r>
              <a:rPr sz="950" b="1" i="0">
                <a:solidFill>
                  <a:srgbClr val="1F2937"/>
                </a:solidFill>
                <a:latin typeface="Calibri"/>
              </a:rPr>
              <a:t>Legende:</a:t>
            </a:r>
          </a:p>
        </p:txBody>
      </p:sp>
      <p:sp>
        <p:nvSpPr>
          <p:cNvPr id="108" name="Rounded Rectangle 107"/>
          <p:cNvSpPr/>
          <p:nvPr/>
        </p:nvSpPr>
        <p:spPr>
          <a:xfrm>
            <a:off x="1143000" y="4998720"/>
            <a:ext cx="121920" cy="121920"/>
          </a:xfrm>
          <a:prstGeom prst="roundRect">
            <a:avLst/>
          </a:prstGeom>
          <a:solidFill>
            <a:srgbClr val="FBD3A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9" name="TextBox 108"/>
          <p:cNvSpPr txBox="1"/>
          <p:nvPr/>
        </p:nvSpPr>
        <p:spPr>
          <a:xfrm>
            <a:off x="1287780" y="4960620"/>
            <a:ext cx="1371600" cy="167640"/>
          </a:xfrm>
          <a:prstGeom prst="rect">
            <a:avLst/>
          </a:prstGeom>
          <a:noFill/>
          <a:ln>
            <a:noFill/>
          </a:ln>
        </p:spPr>
        <p:txBody>
          <a:bodyPr wrap="square" lIns="40000" tIns="15000" rIns="40000" bIns="15000" anchor="ctr">
            <a:spAutoFit/>
          </a:bodyPr>
          <a:lstStyle/>
          <a:p>
            <a:pPr algn="l"/>
            <a:r>
              <a:rPr sz="880" b="0" i="0">
                <a:solidFill>
                  <a:srgbClr val="1F2937"/>
                </a:solidFill>
                <a:latin typeface="Calibri"/>
              </a:rPr>
              <a:t>Konzeption</a:t>
            </a:r>
          </a:p>
        </p:txBody>
      </p:sp>
      <p:sp>
        <p:nvSpPr>
          <p:cNvPr id="110" name="Rounded Rectangle 109"/>
          <p:cNvSpPr/>
          <p:nvPr/>
        </p:nvSpPr>
        <p:spPr>
          <a:xfrm>
            <a:off x="2743200" y="4998720"/>
            <a:ext cx="121920" cy="121920"/>
          </a:xfrm>
          <a:prstGeom prst="roundRect">
            <a:avLst/>
          </a:prstGeom>
          <a:solidFill>
            <a:srgbClr val="F07F1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1" name="TextBox 110"/>
          <p:cNvSpPr txBox="1"/>
          <p:nvPr/>
        </p:nvSpPr>
        <p:spPr>
          <a:xfrm>
            <a:off x="2887980" y="4960620"/>
            <a:ext cx="1371600" cy="167640"/>
          </a:xfrm>
          <a:prstGeom prst="rect">
            <a:avLst/>
          </a:prstGeom>
          <a:noFill/>
          <a:ln>
            <a:noFill/>
          </a:ln>
        </p:spPr>
        <p:txBody>
          <a:bodyPr wrap="square" lIns="40000" tIns="15000" rIns="40000" bIns="15000" anchor="ctr">
            <a:spAutoFit/>
          </a:bodyPr>
          <a:lstStyle/>
          <a:p>
            <a:pPr algn="l"/>
            <a:r>
              <a:rPr sz="880" b="0" i="0">
                <a:solidFill>
                  <a:srgbClr val="1F2937"/>
                </a:solidFill>
                <a:latin typeface="Calibri"/>
              </a:rPr>
              <a:t>Umsetzung</a:t>
            </a:r>
          </a:p>
        </p:txBody>
      </p:sp>
      <p:sp>
        <p:nvSpPr>
          <p:cNvPr id="112" name="Rounded Rectangle 111"/>
          <p:cNvSpPr/>
          <p:nvPr/>
        </p:nvSpPr>
        <p:spPr>
          <a:xfrm>
            <a:off x="4343400" y="4998720"/>
            <a:ext cx="121920" cy="121920"/>
          </a:xfrm>
          <a:prstGeom prst="roundRect">
            <a:avLst/>
          </a:prstGeom>
          <a:solidFill>
            <a:srgbClr val="E96C0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3" name="TextBox 112"/>
          <p:cNvSpPr txBox="1"/>
          <p:nvPr/>
        </p:nvSpPr>
        <p:spPr>
          <a:xfrm>
            <a:off x="4488180" y="4960620"/>
            <a:ext cx="1371600" cy="167640"/>
          </a:xfrm>
          <a:prstGeom prst="rect">
            <a:avLst/>
          </a:prstGeom>
          <a:noFill/>
          <a:ln>
            <a:noFill/>
          </a:ln>
        </p:spPr>
        <p:txBody>
          <a:bodyPr wrap="square" lIns="40000" tIns="15000" rIns="40000" bIns="15000" anchor="ctr">
            <a:spAutoFit/>
          </a:bodyPr>
          <a:lstStyle/>
          <a:p>
            <a:pPr algn="l"/>
            <a:r>
              <a:rPr sz="880" b="0" i="0">
                <a:solidFill>
                  <a:srgbClr val="1F2937"/>
                </a:solidFill>
                <a:latin typeface="Calibri"/>
              </a:rPr>
              <a:t>Umsetzung +</a:t>
            </a:r>
          </a:p>
        </p:txBody>
      </p:sp>
      <p:sp>
        <p:nvSpPr>
          <p:cNvPr id="114" name="Rounded Rectangle 113"/>
          <p:cNvSpPr/>
          <p:nvPr/>
        </p:nvSpPr>
        <p:spPr>
          <a:xfrm>
            <a:off x="5943600" y="4998720"/>
            <a:ext cx="121920" cy="121920"/>
          </a:xfrm>
          <a:prstGeom prst="roundRect">
            <a:avLst/>
          </a:prstGeom>
          <a:solidFill>
            <a:srgbClr val="2E7D3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5" name="TextBox 114"/>
          <p:cNvSpPr txBox="1"/>
          <p:nvPr/>
        </p:nvSpPr>
        <p:spPr>
          <a:xfrm>
            <a:off x="6088380" y="4960620"/>
            <a:ext cx="1371600" cy="167640"/>
          </a:xfrm>
          <a:prstGeom prst="rect">
            <a:avLst/>
          </a:prstGeom>
          <a:noFill/>
          <a:ln>
            <a:noFill/>
          </a:ln>
        </p:spPr>
        <p:txBody>
          <a:bodyPr wrap="square" lIns="40000" tIns="15000" rIns="40000" bIns="15000" anchor="ctr">
            <a:spAutoFit/>
          </a:bodyPr>
          <a:lstStyle/>
          <a:p>
            <a:pPr algn="l"/>
            <a:r>
              <a:rPr sz="880" b="0" i="0">
                <a:solidFill>
                  <a:srgbClr val="1F2937"/>
                </a:solidFill>
                <a:latin typeface="Calibri"/>
              </a:rPr>
              <a:t>Go-Live</a:t>
            </a:r>
          </a:p>
        </p:txBody>
      </p:sp>
      <p:sp>
        <p:nvSpPr>
          <p:cNvPr id="116" name="Rounded Rectangle 115"/>
          <p:cNvSpPr/>
          <p:nvPr/>
        </p:nvSpPr>
        <p:spPr>
          <a:xfrm>
            <a:off x="7543800" y="4998720"/>
            <a:ext cx="121920" cy="121920"/>
          </a:xfrm>
          <a:prstGeom prst="roundRect">
            <a:avLst/>
          </a:prstGeom>
          <a:solidFill>
            <a:srgbClr val="3B6BA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7" name="TextBox 116"/>
          <p:cNvSpPr txBox="1"/>
          <p:nvPr/>
        </p:nvSpPr>
        <p:spPr>
          <a:xfrm>
            <a:off x="7688580" y="4960620"/>
            <a:ext cx="1371600" cy="167640"/>
          </a:xfrm>
          <a:prstGeom prst="rect">
            <a:avLst/>
          </a:prstGeom>
          <a:noFill/>
          <a:ln>
            <a:noFill/>
          </a:ln>
        </p:spPr>
        <p:txBody>
          <a:bodyPr wrap="square" lIns="40000" tIns="15000" rIns="40000" bIns="15000" anchor="ctr">
            <a:spAutoFit/>
          </a:bodyPr>
          <a:lstStyle/>
          <a:p>
            <a:pPr algn="l"/>
            <a:r>
              <a:rPr sz="880" b="0" i="0">
                <a:solidFill>
                  <a:srgbClr val="1F2937"/>
                </a:solidFill>
                <a:latin typeface="Calibri"/>
              </a:rPr>
              <a:t>Vorbereitung / Vertrag</a:t>
            </a:r>
          </a:p>
        </p:txBody>
      </p:sp>
      <p:sp>
        <p:nvSpPr>
          <p:cNvPr id="118" name="Rounded Rectangle 117"/>
          <p:cNvSpPr/>
          <p:nvPr/>
        </p:nvSpPr>
        <p:spPr>
          <a:xfrm>
            <a:off x="9144000" y="4998720"/>
            <a:ext cx="121920" cy="121920"/>
          </a:xfrm>
          <a:prstGeom prst="roundRect">
            <a:avLst/>
          </a:prstGeom>
          <a:solidFill>
            <a:srgbClr val="2C3E5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9" name="TextBox 118"/>
          <p:cNvSpPr txBox="1"/>
          <p:nvPr/>
        </p:nvSpPr>
        <p:spPr>
          <a:xfrm>
            <a:off x="9288780" y="4960620"/>
            <a:ext cx="1371600" cy="167640"/>
          </a:xfrm>
          <a:prstGeom prst="rect">
            <a:avLst/>
          </a:prstGeom>
          <a:noFill/>
          <a:ln>
            <a:noFill/>
          </a:ln>
        </p:spPr>
        <p:txBody>
          <a:bodyPr wrap="square" lIns="40000" tIns="15000" rIns="40000" bIns="15000" anchor="ctr">
            <a:spAutoFit/>
          </a:bodyPr>
          <a:lstStyle/>
          <a:p>
            <a:pPr algn="l"/>
            <a:r>
              <a:rPr sz="880" b="0" i="0">
                <a:solidFill>
                  <a:srgbClr val="1F2937"/>
                </a:solidFill>
                <a:latin typeface="Calibri"/>
              </a:rPr>
              <a:t>Alternative</a:t>
            </a:r>
          </a:p>
        </p:txBody>
      </p:sp>
      <p:sp>
        <p:nvSpPr>
          <p:cNvPr id="120" name="Diamond 119"/>
          <p:cNvSpPr/>
          <p:nvPr/>
        </p:nvSpPr>
        <p:spPr>
          <a:xfrm>
            <a:off x="9906000" y="4998720"/>
            <a:ext cx="121920" cy="121920"/>
          </a:xfrm>
          <a:prstGeom prst="diamond">
            <a:avLst/>
          </a:prstGeom>
          <a:solidFill>
            <a:srgbClr val="B91C1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1" name="TextBox 120"/>
          <p:cNvSpPr txBox="1"/>
          <p:nvPr/>
        </p:nvSpPr>
        <p:spPr>
          <a:xfrm>
            <a:off x="10058400" y="4960620"/>
            <a:ext cx="1981200" cy="167640"/>
          </a:xfrm>
          <a:prstGeom prst="rect">
            <a:avLst/>
          </a:prstGeom>
          <a:noFill/>
          <a:ln>
            <a:noFill/>
          </a:ln>
        </p:spPr>
        <p:txBody>
          <a:bodyPr wrap="square" lIns="40000" tIns="15000" rIns="40000" bIns="15000" anchor="ctr">
            <a:spAutoFit/>
          </a:bodyPr>
          <a:lstStyle/>
          <a:p>
            <a:pPr algn="l"/>
            <a:r>
              <a:rPr sz="880" b="0" i="0">
                <a:solidFill>
                  <a:srgbClr val="1F2937"/>
                </a:solidFill>
                <a:latin typeface="Calibri"/>
              </a:rPr>
              <a:t>◆ Vorstands-Meilenstein</a:t>
            </a:r>
          </a:p>
        </p:txBody>
      </p:sp>
      <p:sp>
        <p:nvSpPr>
          <p:cNvPr id="122" name="TextBox 121"/>
          <p:cNvSpPr txBox="1"/>
          <p:nvPr/>
        </p:nvSpPr>
        <p:spPr>
          <a:xfrm>
            <a:off x="304800" y="6576060"/>
            <a:ext cx="11582400" cy="167640"/>
          </a:xfrm>
          <a:prstGeom prst="rect">
            <a:avLst/>
          </a:prstGeom>
          <a:noFill/>
          <a:ln>
            <a:noFill/>
          </a:ln>
        </p:spPr>
        <p:txBody>
          <a:bodyPr wrap="square" lIns="40000" tIns="15000" rIns="40000" bIns="15000" anchor="ctr">
            <a:spAutoFit/>
          </a:bodyPr>
          <a:lstStyle/>
          <a:p>
            <a:pPr algn="l"/>
            <a:r>
              <a:rPr sz="850" b="0" i="1">
                <a:solidFill>
                  <a:srgbClr val="4B5563"/>
                </a:solidFill>
                <a:latin typeface="Calibri"/>
              </a:rPr>
              <a:t>Konsolidiert aus den Original-Folien 2026 / 2027 / 2028 (Rough Schedule).  Stand: 18.05.2026.</a:t>
            </a:r>
          </a:p>
        </p:txBody>
      </p:sp>
      <p:sp>
        <p:nvSpPr>
          <p:cNvPr id="123" name="Rectangle 122"/>
          <p:cNvSpPr/>
          <p:nvPr/>
        </p:nvSpPr>
        <p:spPr>
          <a:xfrm>
            <a:off x="0" y="6804660"/>
            <a:ext cx="12192000" cy="53340"/>
          </a:xfrm>
          <a:prstGeom prst="rect">
            <a:avLst/>
          </a:prstGeom>
          <a:solidFill>
            <a:srgbClr val="F07F1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</p:spTree>
    <p:extLst>
      <p:ext uri="{BB962C8B-B14F-4D97-AF65-F5344CB8AC3E}">
        <p14:creationId xmlns:p14="http://schemas.microsoft.com/office/powerpoint/2010/main" val="2391266785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Bildplatzhalter 6" descr="Ein Bild, das draußen, Berg, Landschaft, Natur enthält.&#10;&#10;Automatisch generierte Beschreibung">
            <a:extLst>
              <a:ext uri="{FF2B5EF4-FFF2-40B4-BE49-F238E27FC236}">
                <a16:creationId xmlns:a16="http://schemas.microsoft.com/office/drawing/2014/main" id="{C1877D97-8BFD-8283-1981-2250D5B57AE3}"/>
              </a:ext>
            </a:extLst>
          </p:cNvPr>
          <p:cNvPicPr>
            <a:picLocks noGrp="1" noChangeAspect="1"/>
          </p:cNvPicPr>
          <p:nvPr>
            <p:ph type="pic" sz="quarter" idx="15"/>
          </p:nvPr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12500" b="12500"/>
          <a:stretch>
            <a:fillRect/>
          </a:stretch>
        </p:blipFill>
        <p:spPr/>
      </p:pic>
      <p:graphicFrame>
        <p:nvGraphicFramePr>
          <p:cNvPr id="2" name="Objekt 1" hidden="1"/>
          <p:cNvGraphicFramePr>
            <a:graphicFrameLocks/>
          </p:cNvGraphicFramePr>
          <p:nvPr>
            <p:custDataLst>
              <p:tags r:id="rId1"/>
            </p:custDataLst>
          </p:nvPr>
        </p:nvGraphicFramePr>
        <p:xfrm>
          <a:off x="1588" y="1588"/>
          <a:ext cx="1588" cy="15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think-cell Slide" r:id="rId5" imgW="370" imgH="371" progId="TCLayout.ActiveDocument.1">
                  <p:embed/>
                </p:oleObj>
              </mc:Choice>
              <mc:Fallback>
                <p:oleObj name="think-cell Slide" r:id="rId5" imgW="370" imgH="371" progId="TCLayout.ActiveDocument.1">
                  <p:embed/>
                  <p:pic>
                    <p:nvPicPr>
                      <p:cNvPr id="2" name="Objekt 1" hidden="1"/>
                      <p:cNvPicPr/>
                      <p:nvPr/>
                    </p:nvPicPr>
                    <p:blipFill>
                      <a:blip r:embed="rId6"/>
                      <a:stretch>
                        <a:fillRect/>
                      </a:stretch>
                    </p:blipFill>
                    <p:spPr>
                      <a:xfrm>
                        <a:off x="1588" y="1588"/>
                        <a:ext cx="1588" cy="1588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5" name="Textplatzhalter 4">
            <a:extLst>
              <a:ext uri="{FF2B5EF4-FFF2-40B4-BE49-F238E27FC236}">
                <a16:creationId xmlns:a16="http://schemas.microsoft.com/office/drawing/2014/main" id="{40410E87-BFFA-41C1-BE52-E67DD581A30B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>
          <a:xfrm>
            <a:off x="479425" y="5499656"/>
            <a:ext cx="7812088" cy="671274"/>
          </a:xfrm>
        </p:spPr>
        <p:txBody>
          <a:bodyPr/>
          <a:lstStyle/>
          <a:p>
            <a:r>
              <a:rPr lang="de-DE"/>
              <a:t>Vielen Dank</a:t>
            </a:r>
          </a:p>
        </p:txBody>
      </p:sp>
      <p:pic>
        <p:nvPicPr>
          <p:cNvPr id="3" name="Grafik 2" descr="Ein Bild, das Entwurf, Kreis, Schwarzweiß, Grafiken enthält.&#10;&#10;Automatisch generierte Beschreibung">
            <a:extLst>
              <a:ext uri="{FF2B5EF4-FFF2-40B4-BE49-F238E27FC236}">
                <a16:creationId xmlns:a16="http://schemas.microsoft.com/office/drawing/2014/main" id="{8CF4DCC0-6205-DA53-CC3B-7CAA3EBBB7D9}"/>
              </a:ext>
            </a:extLst>
          </p:cNvPr>
          <p:cNvPicPr>
            <a:picLocks noChangeAspect="1"/>
          </p:cNvPicPr>
          <p:nvPr/>
        </p:nvPicPr>
        <p:blipFill>
          <a:blip r:embed="rId7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558680" y="378086"/>
            <a:ext cx="1303300" cy="53696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326277850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6" name="think-cell data - do not delete" hidden="1">
            <a:extLst>
              <a:ext uri="{FF2B5EF4-FFF2-40B4-BE49-F238E27FC236}">
                <a16:creationId xmlns:a16="http://schemas.microsoft.com/office/drawing/2014/main" id="{EC53D5A5-84E6-3148-A66F-9B15DBC4BC0B}"/>
              </a:ext>
            </a:extLst>
          </p:cNvPr>
          <p:cNvGraphicFramePr>
            <a:graphicFrameLocks noChangeAspect="1"/>
          </p:cNvGraphicFramePr>
          <p:nvPr>
            <p:custDataLst>
              <p:tags r:id="rId1"/>
            </p:custDataLst>
          </p:nvPr>
        </p:nvGraphicFramePr>
        <p:xfrm>
          <a:off x="1588" y="1588"/>
          <a:ext cx="1588" cy="15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think-cell Slide" r:id="rId4" imgW="592" imgH="595" progId="TCLayout.ActiveDocument.1">
                  <p:embed/>
                </p:oleObj>
              </mc:Choice>
              <mc:Fallback>
                <p:oleObj name="think-cell Slide" r:id="rId4" imgW="592" imgH="595" progId="TCLayout.ActiveDocument.1">
                  <p:embed/>
                  <p:pic>
                    <p:nvPicPr>
                      <p:cNvPr id="6" name="think-cell data - do not delete" hidden="1">
                        <a:extLst>
                          <a:ext uri="{FF2B5EF4-FFF2-40B4-BE49-F238E27FC236}">
                            <a16:creationId xmlns:a16="http://schemas.microsoft.com/office/drawing/2014/main" id="{EC53D5A5-84E6-3148-A66F-9B15DBC4BC0B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5"/>
                      <a:stretch>
                        <a:fillRect/>
                      </a:stretch>
                    </p:blipFill>
                    <p:spPr>
                      <a:xfrm>
                        <a:off x="1588" y="1588"/>
                        <a:ext cx="1588" cy="1588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2" name="Titel 1">
            <a:extLst>
              <a:ext uri="{FF2B5EF4-FFF2-40B4-BE49-F238E27FC236}">
                <a16:creationId xmlns:a16="http://schemas.microsoft.com/office/drawing/2014/main" id="{B15611A1-1F36-6A2B-E722-70AE13956A7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 vert="horz"/>
          <a:lstStyle/>
          <a:p>
            <a:r>
              <a:rPr lang="de-DE">
                <a:solidFill>
                  <a:schemeClr val="tx2">
                    <a:lumMod val="50000"/>
                  </a:schemeClr>
                </a:solidFill>
              </a:rPr>
              <a:t>Bewertung der Plattformstrategie mit ServiceNow</a:t>
            </a:r>
            <a:endParaRPr lang="de-DE"/>
          </a:p>
        </p:txBody>
      </p:sp>
      <p:sp>
        <p:nvSpPr>
          <p:cNvPr id="3" name="Textplatzhalter 2">
            <a:extLst>
              <a:ext uri="{FF2B5EF4-FFF2-40B4-BE49-F238E27FC236}">
                <a16:creationId xmlns:a16="http://schemas.microsoft.com/office/drawing/2014/main" id="{189D25D2-9E95-2963-5013-89D932592215}"/>
              </a:ext>
            </a:extLst>
          </p:cNvPr>
          <p:cNvSpPr>
            <a:spLocks noGrp="1"/>
          </p:cNvSpPr>
          <p:nvPr>
            <p:ph type="body" sz="quarter" idx="14"/>
          </p:nvPr>
        </p:nvSpPr>
        <p:spPr/>
        <p:txBody>
          <a:bodyPr/>
          <a:lstStyle/>
          <a:p>
            <a:r>
              <a:rPr lang="de-DE"/>
              <a:t>1. Was soll gegenüber gestellt werden?</a:t>
            </a:r>
          </a:p>
        </p:txBody>
      </p:sp>
      <p:graphicFrame>
        <p:nvGraphicFramePr>
          <p:cNvPr id="7" name="Tabelle 6">
            <a:extLst>
              <a:ext uri="{FF2B5EF4-FFF2-40B4-BE49-F238E27FC236}">
                <a16:creationId xmlns:a16="http://schemas.microsoft.com/office/drawing/2014/main" id="{D067B29F-F1F7-5509-BCB5-9E9364656E43}"/>
              </a:ext>
            </a:extLst>
          </p:cNvPr>
          <p:cNvGraphicFramePr>
            <a:graphicFrameLocks noGrp="1"/>
          </p:cNvGraphicFramePr>
          <p:nvPr/>
        </p:nvGraphicFramePr>
        <p:xfrm>
          <a:off x="479426" y="1482756"/>
          <a:ext cx="11658918" cy="552704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6267363">
                  <a:extLst>
                    <a:ext uri="{9D8B030D-6E8A-4147-A177-3AD203B41FA5}">
                      <a16:colId xmlns:a16="http://schemas.microsoft.com/office/drawing/2014/main" val="1926975194"/>
                    </a:ext>
                  </a:extLst>
                </a:gridCol>
                <a:gridCol w="5391555">
                  <a:extLst>
                    <a:ext uri="{9D8B030D-6E8A-4147-A177-3AD203B41FA5}">
                      <a16:colId xmlns:a16="http://schemas.microsoft.com/office/drawing/2014/main" val="2469589520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r>
                        <a:rPr lang="de-DE" dirty="0"/>
                        <a:t>ServiceNow SPM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de-DE" dirty="0"/>
                        <a:t>Multi-Tool-Ansatz (B-o-B) </a:t>
                      </a:r>
                      <a:br>
                        <a:rPr lang="de-DE" dirty="0"/>
                      </a:br>
                      <a:r>
                        <a:rPr lang="de-DE" dirty="0"/>
                        <a:t>– inkl. Toolannahmen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751484052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de-DE"/>
                        <a:t>Strategische Produkt- Portfolioplanung 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de-DE"/>
                        <a:t>SharePoint-Listen / Power-</a:t>
                      </a:r>
                      <a:r>
                        <a:rPr lang="de-DE" err="1"/>
                        <a:t>Automate</a:t>
                      </a:r>
                      <a:r>
                        <a:rPr lang="de-DE"/>
                        <a:t>/ 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881368254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de-DE" dirty="0"/>
                        <a:t>OKR, Strategisches Projekt Portfolio Management, </a:t>
                      </a:r>
                      <a:br>
                        <a:rPr lang="de-DE" dirty="0"/>
                      </a:br>
                      <a:r>
                        <a:rPr lang="de-DE" dirty="0"/>
                        <a:t>Programm Management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de-DE" dirty="0"/>
                        <a:t>Workpath, Power BI, SharePoint Listen, Planisware</a:t>
                      </a:r>
                    </a:p>
                    <a:p>
                      <a:endParaRPr lang="de-DE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972618909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de-DE"/>
                        <a:t>Finanzielle Planung von Projekten (Jahresplanung)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de-DE" dirty="0"/>
                        <a:t>SAC, (Planisware)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149627413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de-DE" dirty="0"/>
                        <a:t>Workflow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de-DE" dirty="0"/>
                        <a:t>Power Automate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753432752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de-DE" dirty="0"/>
                        <a:t>Demand-Management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de-DE"/>
                        <a:t>ServiceNow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857073423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de-DE" dirty="0"/>
                        <a:t>Terminplanung (Einzelprojekt)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de-DE" dirty="0"/>
                        <a:t>Planisware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890918526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de-DE"/>
                        <a:t>Ressourcenplanung (Einzelprojekt)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de-DE" dirty="0"/>
                        <a:t>Planisware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137248286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de-DE" dirty="0"/>
                        <a:t>Aufgabenmanagement (Einzelprojekt)</a:t>
                      </a:r>
                      <a:br>
                        <a:rPr lang="de-DE" dirty="0"/>
                      </a:br>
                      <a:r>
                        <a:rPr lang="de-DE" dirty="0"/>
                        <a:t>ServiceNow „Planner“, Jira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de-DE" dirty="0"/>
                        <a:t>MS Planner, Jira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883199924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de-DE" dirty="0"/>
                        <a:t>ServiceNow Reporting, </a:t>
                      </a:r>
                      <a:r>
                        <a:rPr lang="de-DE" dirty="0" err="1"/>
                        <a:t>PowerBI</a:t>
                      </a:r>
                      <a:endParaRPr lang="de-DE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de-DE" dirty="0" err="1"/>
                        <a:t>PowerBI</a:t>
                      </a:r>
                      <a:endParaRPr lang="de-DE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518107429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de-DE" dirty="0"/>
                        <a:t>DAP „light“ für </a:t>
                      </a:r>
                      <a:r>
                        <a:rPr lang="de-DE" dirty="0" err="1"/>
                        <a:t>PowerBI</a:t>
                      </a:r>
                      <a:endParaRPr lang="de-DE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de-DE"/>
                        <a:t>DAP - Plattform zur Verbindung aller Tools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443591281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de-DE" dirty="0"/>
                        <a:t>Eine SAP-Schnittstelle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de-DE" dirty="0"/>
                        <a:t>SAP-Integration über DAP </a:t>
                      </a:r>
                    </a:p>
                    <a:p>
                      <a:endParaRPr lang="de-DE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487184453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2166983404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platzhalter 1">
            <a:extLst>
              <a:ext uri="{FF2B5EF4-FFF2-40B4-BE49-F238E27FC236}">
                <a16:creationId xmlns:a16="http://schemas.microsoft.com/office/drawing/2014/main" id="{C0B34AF4-2270-F99D-2A26-82D1E588A7DF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/>
        <p:txBody>
          <a:bodyPr/>
          <a:lstStyle/>
          <a:p>
            <a:endParaRPr lang="de-DE"/>
          </a:p>
        </p:txBody>
      </p:sp>
      <p:sp>
        <p:nvSpPr>
          <p:cNvPr id="3" name="Textplatzhalter 2">
            <a:extLst>
              <a:ext uri="{FF2B5EF4-FFF2-40B4-BE49-F238E27FC236}">
                <a16:creationId xmlns:a16="http://schemas.microsoft.com/office/drawing/2014/main" id="{32972CF5-26F3-88BE-98C6-7F379B4889C0}"/>
              </a:ext>
            </a:extLst>
          </p:cNvPr>
          <p:cNvSpPr>
            <a:spLocks noGrp="1"/>
          </p:cNvSpPr>
          <p:nvPr>
            <p:ph type="body" sz="quarter" idx="14"/>
          </p:nvPr>
        </p:nvSpPr>
        <p:spPr/>
        <p:txBody>
          <a:bodyPr/>
          <a:lstStyle/>
          <a:p>
            <a:endParaRPr lang="de-DE"/>
          </a:p>
        </p:txBody>
      </p:sp>
      <p:sp>
        <p:nvSpPr>
          <p:cNvPr id="4" name="Textplatzhalter 3">
            <a:extLst>
              <a:ext uri="{FF2B5EF4-FFF2-40B4-BE49-F238E27FC236}">
                <a16:creationId xmlns:a16="http://schemas.microsoft.com/office/drawing/2014/main" id="{44F6FE75-A0BC-9256-E90F-2450989E8F20}"/>
              </a:ext>
            </a:extLst>
          </p:cNvPr>
          <p:cNvSpPr>
            <a:spLocks noGrp="1"/>
          </p:cNvSpPr>
          <p:nvPr>
            <p:ph type="body" sz="quarter" idx="15"/>
          </p:nvPr>
        </p:nvSpPr>
        <p:spPr/>
        <p:txBody>
          <a:bodyPr/>
          <a:lstStyle/>
          <a:p>
            <a:endParaRPr lang="de-DE"/>
          </a:p>
        </p:txBody>
      </p:sp>
      <p:sp>
        <p:nvSpPr>
          <p:cNvPr id="5" name="Titel 4">
            <a:extLst>
              <a:ext uri="{FF2B5EF4-FFF2-40B4-BE49-F238E27FC236}">
                <a16:creationId xmlns:a16="http://schemas.microsoft.com/office/drawing/2014/main" id="{5925A8F2-D526-370B-79C8-F3F2C627129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de-DE"/>
          </a:p>
        </p:txBody>
      </p:sp>
      <p:pic>
        <p:nvPicPr>
          <p:cNvPr id="10" name="Grafik 9" descr="Ein Bild, das Screenshot, Kunst, Muster, Design enthält.&#10;&#10;Automatisch generierte Beschreibung">
            <a:extLst>
              <a:ext uri="{FF2B5EF4-FFF2-40B4-BE49-F238E27FC236}">
                <a16:creationId xmlns:a16="http://schemas.microsoft.com/office/drawing/2014/main" id="{F9F59998-C27D-727C-FDD0-13F6C930303F}"/>
              </a:ext>
            </a:extLst>
          </p:cNvPr>
          <p:cNvPicPr>
            <a:picLocks noChangeAspect="1"/>
          </p:cNvPicPr>
          <p:nvPr/>
        </p:nvPicPr>
        <p:blipFill>
          <a:blip r:embed="rId2">
            <a:alphaModFix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540250" y="2043186"/>
            <a:ext cx="7648899" cy="481481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625075440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/>
          <p:cNvSpPr>
            <a:spLocks noGrp="1"/>
          </p:cNvSpPr>
          <p:nvPr>
            <p:ph type="title"/>
          </p:nvPr>
        </p:nvSpPr>
        <p:spPr>
          <a:xfrm>
            <a:off x="479426" y="503546"/>
            <a:ext cx="8664574" cy="304699"/>
          </a:xfrm>
        </p:spPr>
        <p:txBody>
          <a:bodyPr/>
          <a:lstStyle/>
          <a:p>
            <a:endParaRPr lang="de-DE"/>
          </a:p>
        </p:txBody>
      </p:sp>
      <p:sp>
        <p:nvSpPr>
          <p:cNvPr id="3" name="Textplatzhalter 2"/>
          <p:cNvSpPr>
            <a:spLocks noGrp="1"/>
          </p:cNvSpPr>
          <p:nvPr>
            <p:ph type="body" sz="quarter" idx="14"/>
          </p:nvPr>
        </p:nvSpPr>
        <p:spPr/>
        <p:txBody>
          <a:bodyPr/>
          <a:lstStyle/>
          <a:p>
            <a:endParaRPr lang="de-DE"/>
          </a:p>
        </p:txBody>
      </p:sp>
      <p:sp>
        <p:nvSpPr>
          <p:cNvPr id="4" name="Textplatzhalter 3"/>
          <p:cNvSpPr>
            <a:spLocks noGrp="1"/>
          </p:cNvSpPr>
          <p:nvPr>
            <p:ph type="body" sz="quarter" idx="15"/>
          </p:nvPr>
        </p:nvSpPr>
        <p:spPr/>
        <p:txBody>
          <a:bodyPr/>
          <a:lstStyle/>
          <a:p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3055197963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29" name="Objekt 28" hidden="1"/>
          <p:cNvGraphicFramePr>
            <a:graphicFrameLocks/>
          </p:cNvGraphicFramePr>
          <p:nvPr>
            <p:custDataLst>
              <p:tags r:id="rId1"/>
            </p:custDataLst>
          </p:nvPr>
        </p:nvGraphicFramePr>
        <p:xfrm>
          <a:off x="1588" y="1588"/>
          <a:ext cx="1588" cy="15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think-cell Slide" r:id="rId3" imgW="370" imgH="371" progId="TCLayout.ActiveDocument.1">
                  <p:embed/>
                </p:oleObj>
              </mc:Choice>
              <mc:Fallback>
                <p:oleObj name="think-cell Slide" r:id="rId3" imgW="370" imgH="371" progId="TCLayout.ActiveDocument.1">
                  <p:embed/>
                  <p:pic>
                    <p:nvPicPr>
                      <p:cNvPr id="29" name="Objekt 28" hidden="1"/>
                      <p:cNvPicPr/>
                      <p:nvPr/>
                    </p:nvPicPr>
                    <p:blipFill>
                      <a:blip r:embed="rId4"/>
                      <a:stretch>
                        <a:fillRect/>
                      </a:stretch>
                    </p:blipFill>
                    <p:spPr>
                      <a:xfrm>
                        <a:off x="1588" y="1588"/>
                        <a:ext cx="1588" cy="1588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2" name="Titel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3" name="Textplatzhalter 2"/>
          <p:cNvSpPr>
            <a:spLocks noGrp="1"/>
          </p:cNvSpPr>
          <p:nvPr>
            <p:ph type="body" sz="quarter" idx="13"/>
          </p:nvPr>
        </p:nvSpPr>
        <p:spPr/>
        <p:txBody>
          <a:bodyPr/>
          <a:lstStyle/>
          <a:p>
            <a:r>
              <a:rPr lang="en-GB" err="1"/>
              <a:t>Zielsetzung</a:t>
            </a:r>
            <a:endParaRPr lang="en-GB"/>
          </a:p>
        </p:txBody>
      </p:sp>
      <p:sp>
        <p:nvSpPr>
          <p:cNvPr id="4" name="Textfeld 3">
            <a:extLst>
              <a:ext uri="{FF2B5EF4-FFF2-40B4-BE49-F238E27FC236}">
                <a16:creationId xmlns:a16="http://schemas.microsoft.com/office/drawing/2014/main" id="{72A421FE-8A25-4769-A39E-2146C9832413}"/>
              </a:ext>
            </a:extLst>
          </p:cNvPr>
          <p:cNvSpPr txBox="1"/>
          <p:nvPr/>
        </p:nvSpPr>
        <p:spPr>
          <a:xfrm>
            <a:off x="479426" y="6340250"/>
            <a:ext cx="1317668" cy="110800"/>
          </a:xfrm>
          <a:prstGeom prst="rect">
            <a:avLst/>
          </a:prstGeom>
          <a:noFill/>
        </p:spPr>
        <p:txBody>
          <a:bodyPr wrap="none" lIns="0" tIns="0" rIns="0" bIns="0" rtlCol="0" anchor="b">
            <a:spAutoFit/>
          </a:bodyPr>
          <a:lstStyle/>
          <a:p>
            <a:pPr>
              <a:lnSpc>
                <a:spcPct val="90000"/>
              </a:lnSpc>
            </a:pPr>
            <a:r>
              <a:rPr lang="de-DE" sz="800"/>
              <a:t>① </a:t>
            </a:r>
            <a:r>
              <a:rPr lang="de-DE" sz="800" err="1"/>
              <a:t>Please</a:t>
            </a:r>
            <a:r>
              <a:rPr lang="de-DE" sz="800"/>
              <a:t> </a:t>
            </a:r>
            <a:r>
              <a:rPr lang="de-DE" sz="800" err="1"/>
              <a:t>insert</a:t>
            </a:r>
            <a:r>
              <a:rPr lang="de-DE" sz="800"/>
              <a:t> </a:t>
            </a:r>
            <a:r>
              <a:rPr lang="de-DE" sz="800" err="1"/>
              <a:t>footnote</a:t>
            </a:r>
            <a:r>
              <a:rPr lang="de-DE" sz="800"/>
              <a:t> </a:t>
            </a:r>
            <a:r>
              <a:rPr lang="de-DE" sz="800" err="1"/>
              <a:t>here</a:t>
            </a:r>
            <a:endParaRPr lang="de-DE" sz="800"/>
          </a:p>
        </p:txBody>
      </p:sp>
      <p:sp>
        <p:nvSpPr>
          <p:cNvPr id="5" name="RbLeanShape Left U-Shape 13"/>
          <p:cNvSpPr/>
          <p:nvPr/>
        </p:nvSpPr>
        <p:spPr>
          <a:xfrm flipH="1">
            <a:off x="4305307" y="1612900"/>
            <a:ext cx="7408856" cy="4540250"/>
          </a:xfrm>
          <a:custGeom>
            <a:avLst/>
            <a:gdLst>
              <a:gd name="connsiteX0" fmla="*/ 0 w 1270000"/>
              <a:gd name="connsiteY0" fmla="*/ 0 h 3175000"/>
              <a:gd name="connsiteX1" fmla="*/ 1270000 w 1270000"/>
              <a:gd name="connsiteY1" fmla="*/ 0 h 3175000"/>
              <a:gd name="connsiteX2" fmla="*/ 1270000 w 1270000"/>
              <a:gd name="connsiteY2" fmla="*/ 3175000 h 3175000"/>
              <a:gd name="connsiteX3" fmla="*/ 0 w 1270000"/>
              <a:gd name="connsiteY3" fmla="*/ 3175000 h 3175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1270000" h="3175000">
                <a:moveTo>
                  <a:pt x="0" y="0"/>
                </a:moveTo>
                <a:lnTo>
                  <a:pt x="1270000" y="0"/>
                </a:lnTo>
                <a:lnTo>
                  <a:pt x="1270000" y="3175000"/>
                </a:lnTo>
                <a:lnTo>
                  <a:pt x="0" y="3175000"/>
                </a:lnTo>
              </a:path>
            </a:pathLst>
          </a:custGeom>
          <a:ln w="22225" cmpd="sng">
            <a:solidFill>
              <a:schemeClr val="accent2"/>
            </a:solidFill>
          </a:ln>
          <a:effectLst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lIns="0" tIns="90000" rIns="0" bIns="0" rtlCol="0" anchor="t"/>
          <a:lstStyle/>
          <a:p>
            <a:pPr fontAlgn="ctr">
              <a:lnSpc>
                <a:spcPct val="90000"/>
              </a:lnSpc>
              <a:spcBef>
                <a:spcPts val="600"/>
              </a:spcBef>
            </a:pPr>
            <a:endParaRPr lang="de-DE">
              <a:solidFill>
                <a:srgbClr val="000000"/>
              </a:solidFill>
              <a:latin typeface="+mj-lt"/>
            </a:endParaRPr>
          </a:p>
        </p:txBody>
      </p:sp>
      <p:sp>
        <p:nvSpPr>
          <p:cNvPr id="6" name="Rectangle 17"/>
          <p:cNvSpPr/>
          <p:nvPr/>
        </p:nvSpPr>
        <p:spPr>
          <a:xfrm flipH="1">
            <a:off x="4215024" y="2435427"/>
            <a:ext cx="178265" cy="2895196"/>
          </a:xfrm>
          <a:prstGeom prst="rect">
            <a:avLst/>
          </a:prstGeom>
          <a:solidFill>
            <a:schemeClr val="bg1"/>
          </a:solidFill>
          <a:ln w="9525">
            <a:noFill/>
          </a:ln>
          <a:effectLst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lIns="72000" tIns="72000" rIns="72000" bIns="108000" rtlCol="0" anchor="t" anchorCtr="0">
            <a:noAutofit/>
          </a:bodyPr>
          <a:lstStyle/>
          <a:p>
            <a:pPr>
              <a:lnSpc>
                <a:spcPct val="90000"/>
              </a:lnSpc>
              <a:spcBef>
                <a:spcPts val="600"/>
              </a:spcBef>
            </a:pPr>
            <a:endParaRPr lang="de-DE" sz="1400" b="0">
              <a:solidFill>
                <a:srgbClr val="000000"/>
              </a:solidFill>
              <a:latin typeface="+mj-lt"/>
            </a:endParaRPr>
          </a:p>
        </p:txBody>
      </p:sp>
      <p:pic>
        <p:nvPicPr>
          <p:cNvPr id="7" name="Picture 19"/>
          <p:cNvPicPr>
            <a:picLocks noChangeAspect="1"/>
          </p:cNvPicPr>
          <p:nvPr/>
        </p:nvPicPr>
        <p:blipFill rotWithShape="1">
          <a:blip r:embed="rId5">
            <a:extLst>
              <a:ext uri="{BEBA8EAE-BF5A-486C-A8C5-ECC9F3942E4B}">
                <a14:imgProps xmlns:a14="http://schemas.microsoft.com/office/drawing/2010/main">
                  <a14:imgLayer r:embed="rId6">
                    <a14:imgEffect>
                      <a14:saturation sat="0"/>
                    </a14:imgEffect>
                  </a14:imgLayer>
                </a14:imgProps>
              </a:ext>
            </a:extLst>
          </a:blip>
          <a:srcRect l="4354" r="11368" b="15876"/>
          <a:stretch/>
        </p:blipFill>
        <p:spPr>
          <a:xfrm>
            <a:off x="479425" y="2608834"/>
            <a:ext cx="3984999" cy="2548382"/>
          </a:xfrm>
          <a:prstGeom prst="rect">
            <a:avLst/>
          </a:prstGeom>
        </p:spPr>
      </p:pic>
      <p:sp>
        <p:nvSpPr>
          <p:cNvPr id="9" name="Textframe 5"/>
          <p:cNvSpPr txBox="1"/>
          <p:nvPr/>
        </p:nvSpPr>
        <p:spPr>
          <a:xfrm>
            <a:off x="4837613" y="2606304"/>
            <a:ext cx="6874960" cy="443198"/>
          </a:xfrm>
          <a:prstGeom prst="rect">
            <a:avLst/>
          </a:prstGeom>
          <a:noFill/>
          <a:ln w="9525">
            <a:noFill/>
          </a:ln>
        </p:spPr>
        <p:txBody>
          <a:bodyPr vert="horz" wrap="square" lIns="0" tIns="0" rIns="0" bIns="0" rtlCol="0">
            <a:spAutoFit/>
          </a:bodyPr>
          <a:lstStyle/>
          <a:p>
            <a:pPr>
              <a:lnSpc>
                <a:spcPct val="90000"/>
              </a:lnSpc>
              <a:spcBef>
                <a:spcPts val="600"/>
              </a:spcBef>
              <a:buSzPct val="100000"/>
            </a:pPr>
            <a:r>
              <a:rPr lang="de-DE" sz="3200" b="1">
                <a:solidFill>
                  <a:schemeClr val="accent2"/>
                </a:solidFill>
                <a:latin typeface="+mj-lt"/>
                <a:cs typeface="Arial Narrow" pitchFamily="34" charset="0"/>
              </a:rPr>
              <a:t>Zielsetzung des heutigen Termins</a:t>
            </a:r>
          </a:p>
        </p:txBody>
      </p:sp>
      <p:grpSp>
        <p:nvGrpSpPr>
          <p:cNvPr id="10" name="Gruppieren 9"/>
          <p:cNvGrpSpPr/>
          <p:nvPr/>
        </p:nvGrpSpPr>
        <p:grpSpPr>
          <a:xfrm>
            <a:off x="4837614" y="3305750"/>
            <a:ext cx="6876549" cy="747897"/>
            <a:chOff x="4837614" y="2589536"/>
            <a:chExt cx="6876549" cy="747897"/>
          </a:xfrm>
        </p:grpSpPr>
        <p:sp>
          <p:nvSpPr>
            <p:cNvPr id="11" name="Textframe 10"/>
            <p:cNvSpPr txBox="1"/>
            <p:nvPr/>
          </p:nvSpPr>
          <p:spPr>
            <a:xfrm>
              <a:off x="4837614" y="2741884"/>
              <a:ext cx="238884" cy="443198"/>
            </a:xfrm>
            <a:prstGeom prst="rect">
              <a:avLst/>
            </a:prstGeom>
            <a:noFill/>
            <a:ln w="9525">
              <a:noFill/>
            </a:ln>
          </p:spPr>
          <p:txBody>
            <a:bodyPr vert="horz" wrap="square" lIns="0" tIns="0" rIns="0" bIns="0" rtlCol="0" anchor="ctr" anchorCtr="0">
              <a:spAutoFit/>
            </a:bodyPr>
            <a:lstStyle/>
            <a:p>
              <a:pPr algn="ctr">
                <a:lnSpc>
                  <a:spcPct val="90000"/>
                </a:lnSpc>
                <a:spcBef>
                  <a:spcPts val="1200"/>
                </a:spcBef>
                <a:buSzPct val="100000"/>
              </a:pPr>
              <a:r>
                <a:rPr lang="de-DE" sz="3200" b="1">
                  <a:solidFill>
                    <a:schemeClr val="accent2"/>
                  </a:solidFill>
                  <a:cs typeface="Arial Narrow" pitchFamily="34" charset="0"/>
                </a:rPr>
                <a:t>1</a:t>
              </a:r>
            </a:p>
          </p:txBody>
        </p:sp>
        <p:sp>
          <p:nvSpPr>
            <p:cNvPr id="12" name="Textframe 10"/>
            <p:cNvSpPr txBox="1"/>
            <p:nvPr/>
          </p:nvSpPr>
          <p:spPr>
            <a:xfrm>
              <a:off x="5293178" y="2589536"/>
              <a:ext cx="6420985" cy="747897"/>
            </a:xfrm>
            <a:prstGeom prst="rect">
              <a:avLst/>
            </a:prstGeom>
            <a:noFill/>
            <a:ln w="9525">
              <a:noFill/>
            </a:ln>
          </p:spPr>
          <p:txBody>
            <a:bodyPr vert="horz" wrap="square" lIns="0" tIns="0" rIns="0" bIns="0" rtlCol="0" anchor="ctr">
              <a:spAutoFit/>
            </a:bodyPr>
            <a:lstStyle/>
            <a:p>
              <a:pPr>
                <a:lnSpc>
                  <a:spcPct val="90000"/>
                </a:lnSpc>
                <a:spcBef>
                  <a:spcPts val="400"/>
                </a:spcBef>
              </a:pPr>
              <a:r>
                <a:rPr lang="de-DE"/>
                <a:t>Gemeinsames Verständnis zu den Herausforderungen im Strategischen Projektportfolio Management (für Sonderprojekte in der STIHL Gruppe) schaffen.</a:t>
              </a:r>
            </a:p>
          </p:txBody>
        </p:sp>
      </p:grpSp>
      <p:cxnSp>
        <p:nvCxnSpPr>
          <p:cNvPr id="16" name="Straight Connector 22"/>
          <p:cNvCxnSpPr>
            <a:cxnSpLocks/>
          </p:cNvCxnSpPr>
          <p:nvPr/>
        </p:nvCxnSpPr>
        <p:spPr>
          <a:xfrm>
            <a:off x="5293178" y="4309895"/>
            <a:ext cx="6420985" cy="0"/>
          </a:xfrm>
          <a:prstGeom prst="line">
            <a:avLst/>
          </a:prstGeom>
          <a:ln w="9525">
            <a:solidFill>
              <a:schemeClr val="bg1">
                <a:lumMod val="65000"/>
              </a:schemeClr>
            </a:solidFill>
          </a:ln>
          <a:effectLst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pSp>
        <p:nvGrpSpPr>
          <p:cNvPr id="17" name="Gruppieren 16"/>
          <p:cNvGrpSpPr/>
          <p:nvPr/>
        </p:nvGrpSpPr>
        <p:grpSpPr>
          <a:xfrm>
            <a:off x="4837614" y="4566142"/>
            <a:ext cx="6876549" cy="498598"/>
            <a:chOff x="4837614" y="3649159"/>
            <a:chExt cx="6876549" cy="498598"/>
          </a:xfrm>
        </p:grpSpPr>
        <p:sp>
          <p:nvSpPr>
            <p:cNvPr id="18" name="Textframe 10"/>
            <p:cNvSpPr txBox="1"/>
            <p:nvPr/>
          </p:nvSpPr>
          <p:spPr>
            <a:xfrm>
              <a:off x="4837614" y="3676858"/>
              <a:ext cx="238884" cy="443198"/>
            </a:xfrm>
            <a:prstGeom prst="rect">
              <a:avLst/>
            </a:prstGeom>
            <a:noFill/>
            <a:ln w="9525">
              <a:noFill/>
            </a:ln>
          </p:spPr>
          <p:txBody>
            <a:bodyPr vert="horz" wrap="square" lIns="0" tIns="0" rIns="0" bIns="0" rtlCol="0" anchor="ctr" anchorCtr="0">
              <a:spAutoFit/>
            </a:bodyPr>
            <a:lstStyle/>
            <a:p>
              <a:pPr algn="ctr">
                <a:lnSpc>
                  <a:spcPct val="90000"/>
                </a:lnSpc>
                <a:spcBef>
                  <a:spcPts val="1200"/>
                </a:spcBef>
                <a:buSzPct val="100000"/>
              </a:pPr>
              <a:r>
                <a:rPr lang="de-DE" sz="3200" b="1">
                  <a:solidFill>
                    <a:schemeClr val="accent2"/>
                  </a:solidFill>
                  <a:cs typeface="Arial Narrow" pitchFamily="34" charset="0"/>
                </a:rPr>
                <a:t>2</a:t>
              </a:r>
            </a:p>
          </p:txBody>
        </p:sp>
        <p:sp>
          <p:nvSpPr>
            <p:cNvPr id="19" name="Textframe 10"/>
            <p:cNvSpPr txBox="1"/>
            <p:nvPr/>
          </p:nvSpPr>
          <p:spPr>
            <a:xfrm>
              <a:off x="5293178" y="3649159"/>
              <a:ext cx="6420985" cy="498598"/>
            </a:xfrm>
            <a:prstGeom prst="rect">
              <a:avLst/>
            </a:prstGeom>
            <a:noFill/>
            <a:ln w="9525">
              <a:noFill/>
            </a:ln>
          </p:spPr>
          <p:txBody>
            <a:bodyPr vert="horz" wrap="square" lIns="0" tIns="0" rIns="0" bIns="0" rtlCol="0" anchor="ctr">
              <a:spAutoFit/>
            </a:bodyPr>
            <a:lstStyle/>
            <a:p>
              <a:pPr>
                <a:lnSpc>
                  <a:spcPct val="90000"/>
                </a:lnSpc>
                <a:spcBef>
                  <a:spcPts val="400"/>
                </a:spcBef>
                <a:buSzPct val="100000"/>
              </a:pPr>
              <a:r>
                <a:rPr lang="de-DE"/>
                <a:t>Überblick zur Einführung der Software-Plattform </a:t>
              </a:r>
              <a:r>
                <a:rPr lang="de-DE" err="1"/>
                <a:t>servicenow</a:t>
              </a:r>
              <a:r>
                <a:rPr lang="de-DE"/>
                <a:t> geben.</a:t>
              </a:r>
            </a:p>
          </p:txBody>
        </p:sp>
      </p:grpSp>
    </p:spTree>
    <p:extLst>
      <p:ext uri="{BB962C8B-B14F-4D97-AF65-F5344CB8AC3E}">
        <p14:creationId xmlns:p14="http://schemas.microsoft.com/office/powerpoint/2010/main" val="714284714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5" name="Rechteck 84">
            <a:extLst>
              <a:ext uri="{FF2B5EF4-FFF2-40B4-BE49-F238E27FC236}">
                <a16:creationId xmlns:a16="http://schemas.microsoft.com/office/drawing/2014/main" id="{3B8867A5-287F-7288-D886-5F9C82B95DBC}"/>
              </a:ext>
            </a:extLst>
          </p:cNvPr>
          <p:cNvSpPr/>
          <p:nvPr/>
        </p:nvSpPr>
        <p:spPr>
          <a:xfrm>
            <a:off x="4909253" y="5683842"/>
            <a:ext cx="4336348" cy="1052225"/>
          </a:xfrm>
          <a:prstGeom prst="rect">
            <a:avLst/>
          </a:prstGeom>
          <a:solidFill>
            <a:srgbClr val="5B9BD5">
              <a:lumMod val="20000"/>
              <a:lumOff val="80000"/>
            </a:srgbClr>
          </a:solidFill>
          <a:ln w="12700" cap="flat" cmpd="sng" algn="ctr">
            <a:noFill/>
            <a:prstDash val="solid"/>
            <a:miter lim="800000"/>
          </a:ln>
          <a:effectLst/>
        </p:spPr>
        <p:txBody>
          <a:bodyPr vert="vert270" lIns="288000" rtlCol="0" anchor="ctr"/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de-DE" sz="1600" b="0" i="0" u="none" strike="noStrike" kern="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+mj-lt"/>
              <a:ea typeface="+mn-ea"/>
              <a:cs typeface="+mn-cs"/>
            </a:endParaRPr>
          </a:p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de-DE" sz="1600" b="0" i="0" u="none" strike="noStrike" kern="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+mj-lt"/>
              <a:ea typeface="+mn-ea"/>
              <a:cs typeface="+mn-cs"/>
            </a:endParaRPr>
          </a:p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lang="de-DE" sz="1600" kern="0">
              <a:solidFill>
                <a:prstClr val="black"/>
              </a:solidFill>
              <a:latin typeface="+mj-lt"/>
            </a:endParaRPr>
          </a:p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de-DE" sz="1600" b="0" i="0" u="none" strike="noStrike" kern="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+mj-lt"/>
              <a:ea typeface="+mn-ea"/>
              <a:cs typeface="+mn-cs"/>
            </a:endParaRPr>
          </a:p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lang="de-DE" sz="1600" kern="0">
              <a:solidFill>
                <a:prstClr val="black"/>
              </a:solidFill>
              <a:latin typeface="+mj-lt"/>
            </a:endParaRPr>
          </a:p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de-DE" sz="1600" b="0" i="0" u="none" strike="noStrike" kern="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+mj-lt"/>
              <a:ea typeface="+mn-ea"/>
              <a:cs typeface="+mn-cs"/>
            </a:endParaRPr>
          </a:p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lang="de-DE" sz="1600" kern="0">
              <a:solidFill>
                <a:prstClr val="black"/>
              </a:solidFill>
              <a:latin typeface="+mj-lt"/>
            </a:endParaRPr>
          </a:p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de-DE" sz="1600" b="0" i="0" u="none" strike="noStrike" kern="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+mj-lt"/>
              <a:ea typeface="+mn-ea"/>
              <a:cs typeface="+mn-cs"/>
            </a:endParaRPr>
          </a:p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lang="de-DE" sz="1600" kern="0">
              <a:solidFill>
                <a:prstClr val="black"/>
              </a:solidFill>
              <a:latin typeface="+mj-lt"/>
            </a:endParaRPr>
          </a:p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de-DE" sz="1600" b="0" i="0" u="none" strike="noStrike" kern="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+mj-lt"/>
              <a:ea typeface="+mn-ea"/>
              <a:cs typeface="+mn-cs"/>
            </a:endParaRPr>
          </a:p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lang="de-DE" sz="1600" kern="0">
              <a:solidFill>
                <a:prstClr val="black"/>
              </a:solidFill>
              <a:latin typeface="+mj-lt"/>
            </a:endParaRPr>
          </a:p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de-DE" sz="1600" b="0" i="0" u="none" strike="noStrike" kern="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+mj-lt"/>
              <a:ea typeface="+mn-ea"/>
              <a:cs typeface="+mn-cs"/>
            </a:endParaRPr>
          </a:p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lang="de-DE" sz="1600" kern="0">
              <a:solidFill>
                <a:prstClr val="black"/>
              </a:solidFill>
              <a:latin typeface="+mj-lt"/>
            </a:endParaRPr>
          </a:p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de-DE" sz="1600" b="0" i="0" u="none" strike="noStrike" kern="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+mj-lt"/>
              <a:ea typeface="+mn-ea"/>
              <a:cs typeface="+mn-cs"/>
            </a:endParaRPr>
          </a:p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lang="de-DE" sz="1600" kern="0">
              <a:solidFill>
                <a:prstClr val="black"/>
              </a:solidFill>
              <a:latin typeface="+mj-lt"/>
            </a:endParaRPr>
          </a:p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de-DE" sz="1600" b="0" i="0" u="none" strike="noStrike" kern="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+mj-lt"/>
              <a:ea typeface="+mn-ea"/>
              <a:cs typeface="+mn-cs"/>
            </a:endParaRPr>
          </a:p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lang="de-DE" sz="1600" kern="0">
              <a:solidFill>
                <a:prstClr val="black"/>
              </a:solidFill>
              <a:latin typeface="+mj-lt"/>
            </a:endParaRPr>
          </a:p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de-DE" sz="1600" b="0" i="0" u="none" strike="noStrike" kern="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+mj-lt"/>
              <a:ea typeface="+mn-ea"/>
              <a:cs typeface="+mn-cs"/>
            </a:endParaRPr>
          </a:p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lang="de-DE" sz="1600" kern="0">
              <a:solidFill>
                <a:prstClr val="black"/>
              </a:solidFill>
              <a:latin typeface="+mj-lt"/>
            </a:endParaRPr>
          </a:p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de-DE" sz="1600" b="0" i="0" u="none" strike="noStrike" kern="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+mj-lt"/>
              <a:ea typeface="+mn-ea"/>
              <a:cs typeface="+mn-cs"/>
            </a:endParaRPr>
          </a:p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lang="de-DE" sz="1600" kern="0">
              <a:solidFill>
                <a:prstClr val="black"/>
              </a:solidFill>
              <a:latin typeface="+mj-lt"/>
            </a:endParaRPr>
          </a:p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de-DE" sz="1600" b="0" i="0" u="none" strike="noStrike" kern="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+mj-lt"/>
              <a:ea typeface="+mn-ea"/>
              <a:cs typeface="+mn-cs"/>
            </a:endParaRPr>
          </a:p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de-DE" sz="1600" b="0" i="0" u="none" strike="noStrike" kern="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+mj-lt"/>
              <a:ea typeface="+mn-ea"/>
              <a:cs typeface="+mn-cs"/>
            </a:endParaRPr>
          </a:p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de-DE" sz="1600" b="0" i="0" u="none" strike="noStrike" kern="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+mj-lt"/>
              <a:ea typeface="+mn-ea"/>
              <a:cs typeface="+mn-cs"/>
            </a:endParaRPr>
          </a:p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de-DE" sz="1600" b="0" i="0" u="none" strike="noStrike" kern="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+mj-lt"/>
              <a:ea typeface="+mn-ea"/>
              <a:cs typeface="+mn-cs"/>
            </a:endParaRPr>
          </a:p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de-DE" sz="1600" b="0" i="0" u="none" strike="noStrike" kern="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+mj-lt"/>
              <a:ea typeface="+mn-ea"/>
              <a:cs typeface="+mn-cs"/>
            </a:endParaRPr>
          </a:p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de-DE" sz="1600" b="0" i="0" u="none" strike="noStrike" kern="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+mj-lt"/>
              <a:ea typeface="+mn-ea"/>
              <a:cs typeface="+mn-cs"/>
            </a:endParaRPr>
          </a:p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de-DE" sz="1600" b="0" i="0" u="none" strike="noStrike" kern="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+mj-lt"/>
              <a:ea typeface="+mn-ea"/>
              <a:cs typeface="+mn-cs"/>
            </a:endParaRPr>
          </a:p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de-DE" sz="1600" b="0" i="0" u="none" strike="noStrike" kern="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+mj-lt"/>
              <a:ea typeface="+mn-ea"/>
              <a:cs typeface="+mn-cs"/>
            </a:endParaRPr>
          </a:p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de-DE" sz="1600" b="0" i="0" u="none" strike="noStrike" kern="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+mj-lt"/>
              <a:ea typeface="+mn-ea"/>
              <a:cs typeface="+mn-cs"/>
            </a:endParaRPr>
          </a:p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de-DE" sz="1600" b="0" i="0" u="none" strike="noStrike" kern="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+mj-lt"/>
              <a:ea typeface="+mn-ea"/>
              <a:cs typeface="+mn-cs"/>
            </a:endParaRPr>
          </a:p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de-DE" sz="1600" b="0" i="0" u="none" strike="noStrike" kern="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+mj-lt"/>
              <a:ea typeface="+mn-ea"/>
              <a:cs typeface="+mn-cs"/>
            </a:endParaRPr>
          </a:p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de-DE" sz="1600" b="0" i="0" u="none" strike="noStrike" kern="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+mj-lt"/>
              <a:ea typeface="+mn-ea"/>
              <a:cs typeface="+mn-cs"/>
            </a:endParaRPr>
          </a:p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de-DE" sz="1600" b="0" i="0" u="none" strike="noStrike" kern="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+mj-lt"/>
              <a:ea typeface="+mn-ea"/>
              <a:cs typeface="+mn-cs"/>
            </a:endParaRPr>
          </a:p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de-DE" sz="1600" b="0" i="0" u="none" strike="noStrike" kern="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+mj-lt"/>
              <a:ea typeface="+mn-ea"/>
              <a:cs typeface="+mn-cs"/>
            </a:endParaRPr>
          </a:p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de-DE" sz="1600" b="0" i="0" u="none" strike="noStrike" kern="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+mj-lt"/>
              <a:ea typeface="+mn-ea"/>
              <a:cs typeface="+mn-cs"/>
            </a:endParaRPr>
          </a:p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de-DE" sz="1600" b="0" i="0" u="none" strike="noStrike" kern="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+mj-lt"/>
              <a:ea typeface="+mn-ea"/>
              <a:cs typeface="+mn-cs"/>
            </a:endParaRPr>
          </a:p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de-DE" sz="1600" b="0" i="0" u="none" strike="noStrike" kern="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+mj-lt"/>
              <a:ea typeface="+mn-ea"/>
              <a:cs typeface="+mn-cs"/>
            </a:endParaRPr>
          </a:p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de-DE" sz="1600" b="0" i="0" u="none" strike="noStrike" kern="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+mj-lt"/>
              <a:ea typeface="+mn-ea"/>
              <a:cs typeface="+mn-cs"/>
            </a:endParaRPr>
          </a:p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de-DE" sz="1600" b="0" i="0" u="none" strike="noStrike" kern="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+mj-lt"/>
              <a:ea typeface="+mn-ea"/>
              <a:cs typeface="+mn-cs"/>
            </a:endParaRPr>
          </a:p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de-DE" sz="1600" b="0" i="0" u="none" strike="noStrike" kern="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+mj-lt"/>
              <a:ea typeface="+mn-ea"/>
              <a:cs typeface="+mn-cs"/>
            </a:endParaRPr>
          </a:p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de-DE" sz="1600" b="0" i="0" u="none" strike="noStrike" kern="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+mj-lt"/>
              <a:ea typeface="+mn-ea"/>
              <a:cs typeface="+mn-cs"/>
            </a:endParaRPr>
          </a:p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de-DE" sz="1600" b="0" i="0" u="none" strike="noStrike" kern="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+mj-lt"/>
              <a:ea typeface="+mn-ea"/>
              <a:cs typeface="+mn-cs"/>
            </a:endParaRPr>
          </a:p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de-DE" sz="1600" b="0" i="0" u="none" strike="noStrike" kern="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+mj-lt"/>
              <a:ea typeface="+mn-ea"/>
              <a:cs typeface="+mn-cs"/>
            </a:endParaRPr>
          </a:p>
        </p:txBody>
      </p:sp>
      <p:sp>
        <p:nvSpPr>
          <p:cNvPr id="125" name="Rechteck 124">
            <a:extLst>
              <a:ext uri="{FF2B5EF4-FFF2-40B4-BE49-F238E27FC236}">
                <a16:creationId xmlns:a16="http://schemas.microsoft.com/office/drawing/2014/main" id="{75D601FE-0E3B-2296-C4D5-16DBA17A9543}"/>
              </a:ext>
            </a:extLst>
          </p:cNvPr>
          <p:cNvSpPr/>
          <p:nvPr/>
        </p:nvSpPr>
        <p:spPr>
          <a:xfrm>
            <a:off x="156434" y="4153649"/>
            <a:ext cx="9075152" cy="1283740"/>
          </a:xfrm>
          <a:prstGeom prst="rect">
            <a:avLst/>
          </a:prstGeom>
          <a:solidFill>
            <a:srgbClr val="5B9BD5">
              <a:lumMod val="20000"/>
              <a:lumOff val="80000"/>
            </a:srgbClr>
          </a:solidFill>
          <a:ln w="12700" cap="flat" cmpd="sng" algn="ctr">
            <a:noFill/>
            <a:prstDash val="solid"/>
            <a:miter lim="800000"/>
          </a:ln>
          <a:effectLst/>
        </p:spPr>
        <p:txBody>
          <a:bodyPr vert="vert270" lIns="288000" rtlCol="0" anchor="ctr"/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de-DE" sz="1600" b="0" i="0" u="none" strike="noStrike" kern="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+mj-lt"/>
              <a:ea typeface="+mn-ea"/>
              <a:cs typeface="+mn-cs"/>
            </a:endParaRPr>
          </a:p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de-DE" sz="1600" b="0" i="0" u="none" strike="noStrike" kern="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+mj-lt"/>
              <a:ea typeface="+mn-ea"/>
              <a:cs typeface="+mn-cs"/>
            </a:endParaRPr>
          </a:p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lang="de-DE" sz="1600" kern="0">
              <a:solidFill>
                <a:prstClr val="black"/>
              </a:solidFill>
              <a:latin typeface="+mj-lt"/>
            </a:endParaRPr>
          </a:p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de-DE" sz="1600" b="0" i="0" u="none" strike="noStrike" kern="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+mj-lt"/>
              <a:ea typeface="+mn-ea"/>
              <a:cs typeface="+mn-cs"/>
            </a:endParaRPr>
          </a:p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lang="de-DE" sz="1600" kern="0">
              <a:solidFill>
                <a:prstClr val="black"/>
              </a:solidFill>
              <a:latin typeface="+mj-lt"/>
            </a:endParaRPr>
          </a:p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de-DE" sz="1600" b="0" i="0" u="none" strike="noStrike" kern="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+mj-lt"/>
              <a:ea typeface="+mn-ea"/>
              <a:cs typeface="+mn-cs"/>
            </a:endParaRPr>
          </a:p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lang="de-DE" sz="1600" kern="0">
              <a:solidFill>
                <a:prstClr val="black"/>
              </a:solidFill>
              <a:latin typeface="+mj-lt"/>
            </a:endParaRPr>
          </a:p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de-DE" sz="1600" b="0" i="0" u="none" strike="noStrike" kern="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+mj-lt"/>
              <a:ea typeface="+mn-ea"/>
              <a:cs typeface="+mn-cs"/>
            </a:endParaRPr>
          </a:p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lang="de-DE" sz="1600" kern="0">
              <a:solidFill>
                <a:prstClr val="black"/>
              </a:solidFill>
              <a:latin typeface="+mj-lt"/>
            </a:endParaRPr>
          </a:p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de-DE" sz="1600" b="0" i="0" u="none" strike="noStrike" kern="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+mj-lt"/>
              <a:ea typeface="+mn-ea"/>
              <a:cs typeface="+mn-cs"/>
            </a:endParaRPr>
          </a:p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lang="de-DE" sz="1600" kern="0">
              <a:solidFill>
                <a:prstClr val="black"/>
              </a:solidFill>
              <a:latin typeface="+mj-lt"/>
            </a:endParaRPr>
          </a:p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de-DE" sz="1600" b="0" i="0" u="none" strike="noStrike" kern="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+mj-lt"/>
              <a:ea typeface="+mn-ea"/>
              <a:cs typeface="+mn-cs"/>
            </a:endParaRPr>
          </a:p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lang="de-DE" sz="1600" kern="0">
              <a:solidFill>
                <a:prstClr val="black"/>
              </a:solidFill>
              <a:latin typeface="+mj-lt"/>
            </a:endParaRPr>
          </a:p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de-DE" sz="1600" b="0" i="0" u="none" strike="noStrike" kern="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+mj-lt"/>
              <a:ea typeface="+mn-ea"/>
              <a:cs typeface="+mn-cs"/>
            </a:endParaRPr>
          </a:p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lang="de-DE" sz="1600" kern="0">
              <a:solidFill>
                <a:prstClr val="black"/>
              </a:solidFill>
              <a:latin typeface="+mj-lt"/>
            </a:endParaRPr>
          </a:p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de-DE" sz="1600" b="0" i="0" u="none" strike="noStrike" kern="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+mj-lt"/>
              <a:ea typeface="+mn-ea"/>
              <a:cs typeface="+mn-cs"/>
            </a:endParaRPr>
          </a:p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lang="de-DE" sz="1600" kern="0">
              <a:solidFill>
                <a:prstClr val="black"/>
              </a:solidFill>
              <a:latin typeface="+mj-lt"/>
            </a:endParaRPr>
          </a:p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de-DE" sz="1600" b="0" i="0" u="none" strike="noStrike" kern="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+mj-lt"/>
              <a:ea typeface="+mn-ea"/>
              <a:cs typeface="+mn-cs"/>
            </a:endParaRPr>
          </a:p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lang="de-DE" sz="1600" kern="0">
              <a:solidFill>
                <a:prstClr val="black"/>
              </a:solidFill>
              <a:latin typeface="+mj-lt"/>
            </a:endParaRPr>
          </a:p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de-DE" sz="1600" b="0" i="0" u="none" strike="noStrike" kern="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+mj-lt"/>
              <a:ea typeface="+mn-ea"/>
              <a:cs typeface="+mn-cs"/>
            </a:endParaRPr>
          </a:p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lang="de-DE" sz="1600" kern="0">
              <a:solidFill>
                <a:prstClr val="black"/>
              </a:solidFill>
              <a:latin typeface="+mj-lt"/>
            </a:endParaRPr>
          </a:p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de-DE" sz="1600" b="0" i="0" u="none" strike="noStrike" kern="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+mj-lt"/>
              <a:ea typeface="+mn-ea"/>
              <a:cs typeface="+mn-cs"/>
            </a:endParaRPr>
          </a:p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de-DE" sz="1600" b="0" i="0" u="none" strike="noStrike" kern="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+mj-lt"/>
              <a:ea typeface="+mn-ea"/>
              <a:cs typeface="+mn-cs"/>
            </a:endParaRPr>
          </a:p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de-DE" sz="1600" b="0" i="0" u="none" strike="noStrike" kern="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+mj-lt"/>
              <a:ea typeface="+mn-ea"/>
              <a:cs typeface="+mn-cs"/>
            </a:endParaRPr>
          </a:p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de-DE" sz="1600" b="0" i="0" u="none" strike="noStrike" kern="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+mj-lt"/>
              <a:ea typeface="+mn-ea"/>
              <a:cs typeface="+mn-cs"/>
            </a:endParaRPr>
          </a:p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de-DE" sz="1600" b="0" i="0" u="none" strike="noStrike" kern="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+mj-lt"/>
              <a:ea typeface="+mn-ea"/>
              <a:cs typeface="+mn-cs"/>
            </a:endParaRPr>
          </a:p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de-DE" sz="1600" b="0" i="0" u="none" strike="noStrike" kern="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+mj-lt"/>
              <a:ea typeface="+mn-ea"/>
              <a:cs typeface="+mn-cs"/>
            </a:endParaRPr>
          </a:p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de-DE" sz="1600" b="0" i="0" u="none" strike="noStrike" kern="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+mj-lt"/>
              <a:ea typeface="+mn-ea"/>
              <a:cs typeface="+mn-cs"/>
            </a:endParaRPr>
          </a:p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de-DE" sz="1600" b="0" i="0" u="none" strike="noStrike" kern="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+mj-lt"/>
              <a:ea typeface="+mn-ea"/>
              <a:cs typeface="+mn-cs"/>
            </a:endParaRPr>
          </a:p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de-DE" sz="1600" b="0" i="0" u="none" strike="noStrike" kern="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+mj-lt"/>
              <a:ea typeface="+mn-ea"/>
              <a:cs typeface="+mn-cs"/>
            </a:endParaRPr>
          </a:p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de-DE" sz="1600" b="0" i="0" u="none" strike="noStrike" kern="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+mj-lt"/>
              <a:ea typeface="+mn-ea"/>
              <a:cs typeface="+mn-cs"/>
            </a:endParaRPr>
          </a:p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de-DE" sz="1600" b="0" i="0" u="none" strike="noStrike" kern="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+mj-lt"/>
              <a:ea typeface="+mn-ea"/>
              <a:cs typeface="+mn-cs"/>
            </a:endParaRPr>
          </a:p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de-DE" sz="1600" b="0" i="0" u="none" strike="noStrike" kern="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+mj-lt"/>
              <a:ea typeface="+mn-ea"/>
              <a:cs typeface="+mn-cs"/>
            </a:endParaRPr>
          </a:p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de-DE" sz="1600" b="0" i="0" u="none" strike="noStrike" kern="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+mj-lt"/>
              <a:ea typeface="+mn-ea"/>
              <a:cs typeface="+mn-cs"/>
            </a:endParaRPr>
          </a:p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de-DE" sz="1600" b="0" i="0" u="none" strike="noStrike" kern="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+mj-lt"/>
              <a:ea typeface="+mn-ea"/>
              <a:cs typeface="+mn-cs"/>
            </a:endParaRPr>
          </a:p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de-DE" sz="1600" b="0" i="0" u="none" strike="noStrike" kern="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+mj-lt"/>
              <a:ea typeface="+mn-ea"/>
              <a:cs typeface="+mn-cs"/>
            </a:endParaRPr>
          </a:p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de-DE" sz="1600" b="0" i="0" u="none" strike="noStrike" kern="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+mj-lt"/>
              <a:ea typeface="+mn-ea"/>
              <a:cs typeface="+mn-cs"/>
            </a:endParaRPr>
          </a:p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de-DE" sz="1600" b="0" i="0" u="none" strike="noStrike" kern="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+mj-lt"/>
              <a:ea typeface="+mn-ea"/>
              <a:cs typeface="+mn-cs"/>
            </a:endParaRPr>
          </a:p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de-DE" sz="1600" b="0" i="0" u="none" strike="noStrike" kern="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+mj-lt"/>
              <a:ea typeface="+mn-ea"/>
              <a:cs typeface="+mn-cs"/>
            </a:endParaRPr>
          </a:p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de-DE" sz="1600" b="0" i="0" u="none" strike="noStrike" kern="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+mj-lt"/>
              <a:ea typeface="+mn-ea"/>
              <a:cs typeface="+mn-cs"/>
            </a:endParaRPr>
          </a:p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de-DE" sz="1600" b="0" i="0" u="none" strike="noStrike" kern="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+mj-lt"/>
              <a:ea typeface="+mn-ea"/>
              <a:cs typeface="+mn-cs"/>
            </a:endParaRPr>
          </a:p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de-DE" sz="1600" b="0" i="0" u="none" strike="noStrike" kern="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+mj-lt"/>
              <a:ea typeface="+mn-ea"/>
              <a:cs typeface="+mn-cs"/>
            </a:endParaRPr>
          </a:p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de-DE" sz="1600" b="0" i="0" u="none" strike="noStrike" kern="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+mj-lt"/>
              <a:ea typeface="+mn-ea"/>
              <a:cs typeface="+mn-cs"/>
            </a:endParaRPr>
          </a:p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de-DE" sz="1600" b="0" i="0" u="none" strike="noStrike" kern="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+mj-lt"/>
              <a:ea typeface="+mn-ea"/>
              <a:cs typeface="+mn-cs"/>
            </a:endParaRPr>
          </a:p>
        </p:txBody>
      </p:sp>
      <p:sp>
        <p:nvSpPr>
          <p:cNvPr id="7" name="Titel 6">
            <a:extLst>
              <a:ext uri="{FF2B5EF4-FFF2-40B4-BE49-F238E27FC236}">
                <a16:creationId xmlns:a16="http://schemas.microsoft.com/office/drawing/2014/main" id="{9EF51B70-074D-3DB2-5003-C6EA184B825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DE"/>
              <a:t>Status Quo</a:t>
            </a:r>
          </a:p>
        </p:txBody>
      </p:sp>
      <p:sp>
        <p:nvSpPr>
          <p:cNvPr id="174" name="Freihandform: Form 173">
            <a:extLst>
              <a:ext uri="{FF2B5EF4-FFF2-40B4-BE49-F238E27FC236}">
                <a16:creationId xmlns:a16="http://schemas.microsoft.com/office/drawing/2014/main" id="{9AD1DB6D-DC5E-6069-007C-63726EA2F4A8}"/>
              </a:ext>
            </a:extLst>
          </p:cNvPr>
          <p:cNvSpPr>
            <a:spLocks noGrp="1" noRot="1" noMove="1" noResize="1" noEditPoints="1" noAdjustHandles="1" noChangeArrowheads="1" noChangeShapeType="1"/>
          </p:cNvSpPr>
          <p:nvPr/>
        </p:nvSpPr>
        <p:spPr>
          <a:xfrm>
            <a:off x="170448" y="1206441"/>
            <a:ext cx="9075152" cy="1656000"/>
          </a:xfrm>
          <a:custGeom>
            <a:avLst/>
            <a:gdLst>
              <a:gd name="csX0" fmla="*/ 0 w 9075152"/>
              <a:gd name="csY0" fmla="*/ 0 h 1656000"/>
              <a:gd name="csX1" fmla="*/ 9075152 w 9075152"/>
              <a:gd name="csY1" fmla="*/ 0 h 1656000"/>
              <a:gd name="csX2" fmla="*/ 9075152 w 9075152"/>
              <a:gd name="csY2" fmla="*/ 1074601 h 1656000"/>
              <a:gd name="csX3" fmla="*/ 3963159 w 9075152"/>
              <a:gd name="csY3" fmla="*/ 1074601 h 1656000"/>
              <a:gd name="csX4" fmla="*/ 3963159 w 9075152"/>
              <a:gd name="csY4" fmla="*/ 1656000 h 1656000"/>
              <a:gd name="csX5" fmla="*/ 0 w 9075152"/>
              <a:gd name="csY5" fmla="*/ 1656000 h 1656000"/>
            </a:gdLst>
            <a:ahLst/>
            <a:cxnLst>
              <a:cxn ang="0">
                <a:pos x="csX0" y="csY0"/>
              </a:cxn>
              <a:cxn ang="0">
                <a:pos x="csX1" y="csY1"/>
              </a:cxn>
              <a:cxn ang="0">
                <a:pos x="csX2" y="csY2"/>
              </a:cxn>
              <a:cxn ang="0">
                <a:pos x="csX3" y="csY3"/>
              </a:cxn>
              <a:cxn ang="0">
                <a:pos x="csX4" y="csY4"/>
              </a:cxn>
              <a:cxn ang="0">
                <a:pos x="csX5" y="csY5"/>
              </a:cxn>
            </a:cxnLst>
            <a:rect l="l" t="t" r="r" b="b"/>
            <a:pathLst>
              <a:path w="9075152" h="1656000">
                <a:moveTo>
                  <a:pt x="0" y="0"/>
                </a:moveTo>
                <a:lnTo>
                  <a:pt x="9075152" y="0"/>
                </a:lnTo>
                <a:lnTo>
                  <a:pt x="9075152" y="1074601"/>
                </a:lnTo>
                <a:lnTo>
                  <a:pt x="3963159" y="1074601"/>
                </a:lnTo>
                <a:lnTo>
                  <a:pt x="3963159" y="1656000"/>
                </a:lnTo>
                <a:lnTo>
                  <a:pt x="0" y="1656000"/>
                </a:lnTo>
                <a:close/>
              </a:path>
            </a:pathLst>
          </a:custGeom>
          <a:solidFill>
            <a:srgbClr val="5B9BD5">
              <a:lumMod val="20000"/>
              <a:lumOff val="80000"/>
            </a:srgbClr>
          </a:solidFill>
          <a:ln w="12700" cap="flat" cmpd="sng" algn="ctr">
            <a:noFill/>
            <a:prstDash val="solid"/>
            <a:miter lim="800000"/>
          </a:ln>
          <a:effectLst/>
        </p:spPr>
        <p:txBody>
          <a:bodyPr vert="vert270" wrap="square" lIns="288000" rtlCol="0" anchor="ctr">
            <a:noAutofit/>
          </a:bodyPr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de-DE" sz="1600" b="0" i="0" u="none" strike="noStrike" kern="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+mj-lt"/>
              <a:ea typeface="+mn-ea"/>
              <a:cs typeface="+mn-cs"/>
            </a:endParaRPr>
          </a:p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de-DE" sz="1600" b="0" i="0" u="none" strike="noStrike" kern="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+mj-lt"/>
              <a:ea typeface="+mn-ea"/>
              <a:cs typeface="+mn-cs"/>
            </a:endParaRPr>
          </a:p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lang="de-DE" sz="1600" kern="0">
              <a:solidFill>
                <a:prstClr val="black"/>
              </a:solidFill>
              <a:latin typeface="+mj-lt"/>
            </a:endParaRPr>
          </a:p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de-DE" sz="1600" b="0" i="0" u="none" strike="noStrike" kern="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+mj-lt"/>
              <a:ea typeface="+mn-ea"/>
              <a:cs typeface="+mn-cs"/>
            </a:endParaRPr>
          </a:p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lang="de-DE" sz="1600" kern="0">
              <a:solidFill>
                <a:prstClr val="black"/>
              </a:solidFill>
              <a:latin typeface="+mj-lt"/>
            </a:endParaRPr>
          </a:p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de-DE" sz="1600" b="0" i="0" u="none" strike="noStrike" kern="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+mj-lt"/>
              <a:ea typeface="+mn-ea"/>
              <a:cs typeface="+mn-cs"/>
            </a:endParaRPr>
          </a:p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lang="de-DE" sz="1600" kern="0">
              <a:solidFill>
                <a:prstClr val="black"/>
              </a:solidFill>
              <a:latin typeface="+mj-lt"/>
            </a:endParaRPr>
          </a:p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de-DE" sz="1600" b="0" i="0" u="none" strike="noStrike" kern="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+mj-lt"/>
              <a:ea typeface="+mn-ea"/>
              <a:cs typeface="+mn-cs"/>
            </a:endParaRPr>
          </a:p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lang="de-DE" sz="1600" kern="0">
              <a:solidFill>
                <a:prstClr val="black"/>
              </a:solidFill>
              <a:latin typeface="+mj-lt"/>
            </a:endParaRPr>
          </a:p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de-DE" sz="1600" b="0" i="0" u="none" strike="noStrike" kern="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+mj-lt"/>
              <a:ea typeface="+mn-ea"/>
              <a:cs typeface="+mn-cs"/>
            </a:endParaRPr>
          </a:p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lang="de-DE" sz="1600" kern="0">
              <a:solidFill>
                <a:prstClr val="black"/>
              </a:solidFill>
              <a:latin typeface="+mj-lt"/>
            </a:endParaRPr>
          </a:p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de-DE" sz="1600" b="0" i="0" u="none" strike="noStrike" kern="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+mj-lt"/>
              <a:ea typeface="+mn-ea"/>
              <a:cs typeface="+mn-cs"/>
            </a:endParaRPr>
          </a:p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lang="de-DE" sz="1600" kern="0">
              <a:solidFill>
                <a:prstClr val="black"/>
              </a:solidFill>
              <a:latin typeface="+mj-lt"/>
            </a:endParaRPr>
          </a:p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de-DE" sz="1600" b="0" i="0" u="none" strike="noStrike" kern="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+mj-lt"/>
              <a:ea typeface="+mn-ea"/>
              <a:cs typeface="+mn-cs"/>
            </a:endParaRPr>
          </a:p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lang="de-DE" sz="1600" kern="0">
              <a:solidFill>
                <a:prstClr val="black"/>
              </a:solidFill>
              <a:latin typeface="+mj-lt"/>
            </a:endParaRPr>
          </a:p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de-DE" sz="1600" b="0" i="0" u="none" strike="noStrike" kern="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+mj-lt"/>
              <a:ea typeface="+mn-ea"/>
              <a:cs typeface="+mn-cs"/>
            </a:endParaRPr>
          </a:p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lang="de-DE" sz="1600" kern="0">
              <a:solidFill>
                <a:prstClr val="black"/>
              </a:solidFill>
              <a:latin typeface="+mj-lt"/>
            </a:endParaRPr>
          </a:p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de-DE" sz="1600" b="0" i="0" u="none" strike="noStrike" kern="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+mj-lt"/>
              <a:ea typeface="+mn-ea"/>
              <a:cs typeface="+mn-cs"/>
            </a:endParaRPr>
          </a:p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lang="de-DE" sz="1600" kern="0">
              <a:solidFill>
                <a:prstClr val="black"/>
              </a:solidFill>
              <a:latin typeface="+mj-lt"/>
            </a:endParaRPr>
          </a:p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de-DE" sz="1600" b="0" i="0" u="none" strike="noStrike" kern="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+mj-lt"/>
              <a:ea typeface="+mn-ea"/>
              <a:cs typeface="+mn-cs"/>
            </a:endParaRPr>
          </a:p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lang="de-DE" sz="1600" kern="0">
              <a:solidFill>
                <a:prstClr val="black"/>
              </a:solidFill>
              <a:latin typeface="+mj-lt"/>
            </a:endParaRPr>
          </a:p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de-DE" sz="1600" b="0" i="0" u="none" strike="noStrike" kern="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+mj-lt"/>
              <a:ea typeface="+mn-ea"/>
              <a:cs typeface="+mn-cs"/>
            </a:endParaRPr>
          </a:p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de-DE" sz="1600" b="0" i="0" u="none" strike="noStrike" kern="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+mj-lt"/>
              <a:ea typeface="+mn-ea"/>
              <a:cs typeface="+mn-cs"/>
            </a:endParaRPr>
          </a:p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de-DE" sz="1600" b="0" i="0" u="none" strike="noStrike" kern="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+mj-lt"/>
              <a:ea typeface="+mn-ea"/>
              <a:cs typeface="+mn-cs"/>
            </a:endParaRPr>
          </a:p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de-DE" sz="1600" b="0" i="0" u="none" strike="noStrike" kern="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+mj-lt"/>
              <a:ea typeface="+mn-ea"/>
              <a:cs typeface="+mn-cs"/>
            </a:endParaRPr>
          </a:p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de-DE" sz="1600" b="0" i="0" u="none" strike="noStrike" kern="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+mj-lt"/>
              <a:ea typeface="+mn-ea"/>
              <a:cs typeface="+mn-cs"/>
            </a:endParaRPr>
          </a:p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de-DE" sz="1600" b="0" i="0" u="none" strike="noStrike" kern="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+mj-lt"/>
              <a:ea typeface="+mn-ea"/>
              <a:cs typeface="+mn-cs"/>
            </a:endParaRPr>
          </a:p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de-DE" sz="1600" b="0" i="0" u="none" strike="noStrike" kern="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+mj-lt"/>
              <a:ea typeface="+mn-ea"/>
              <a:cs typeface="+mn-cs"/>
            </a:endParaRPr>
          </a:p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de-DE" sz="1600" b="0" i="0" u="none" strike="noStrike" kern="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+mj-lt"/>
              <a:ea typeface="+mn-ea"/>
              <a:cs typeface="+mn-cs"/>
            </a:endParaRPr>
          </a:p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de-DE" sz="1600" b="0" i="0" u="none" strike="noStrike" kern="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+mj-lt"/>
              <a:ea typeface="+mn-ea"/>
              <a:cs typeface="+mn-cs"/>
            </a:endParaRPr>
          </a:p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de-DE" sz="1600" b="0" i="0" u="none" strike="noStrike" kern="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+mj-lt"/>
              <a:ea typeface="+mn-ea"/>
              <a:cs typeface="+mn-cs"/>
            </a:endParaRPr>
          </a:p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de-DE" sz="1600" b="0" i="0" u="none" strike="noStrike" kern="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+mj-lt"/>
              <a:ea typeface="+mn-ea"/>
              <a:cs typeface="+mn-cs"/>
            </a:endParaRPr>
          </a:p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de-DE" sz="1600" b="0" i="0" u="none" strike="noStrike" kern="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+mj-lt"/>
              <a:ea typeface="+mn-ea"/>
              <a:cs typeface="+mn-cs"/>
            </a:endParaRPr>
          </a:p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de-DE" sz="1600" b="0" i="0" u="none" strike="noStrike" kern="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+mj-lt"/>
              <a:ea typeface="+mn-ea"/>
              <a:cs typeface="+mn-cs"/>
            </a:endParaRPr>
          </a:p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de-DE" sz="1600" b="0" i="0" u="none" strike="noStrike" kern="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+mj-lt"/>
              <a:ea typeface="+mn-ea"/>
              <a:cs typeface="+mn-cs"/>
            </a:endParaRPr>
          </a:p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de-DE" sz="1600" b="0" i="0" u="none" strike="noStrike" kern="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+mj-lt"/>
              <a:ea typeface="+mn-ea"/>
              <a:cs typeface="+mn-cs"/>
            </a:endParaRPr>
          </a:p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de-DE" sz="1600" b="0" i="0" u="none" strike="noStrike" kern="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+mj-lt"/>
              <a:ea typeface="+mn-ea"/>
              <a:cs typeface="+mn-cs"/>
            </a:endParaRPr>
          </a:p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de-DE" sz="1600" b="0" i="0" u="none" strike="noStrike" kern="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+mj-lt"/>
              <a:ea typeface="+mn-ea"/>
              <a:cs typeface="+mn-cs"/>
            </a:endParaRPr>
          </a:p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de-DE" sz="1600" b="0" i="0" u="none" strike="noStrike" kern="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+mj-lt"/>
              <a:ea typeface="+mn-ea"/>
              <a:cs typeface="+mn-cs"/>
            </a:endParaRPr>
          </a:p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de-DE" sz="1600" b="0" i="0" u="none" strike="noStrike" kern="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+mj-lt"/>
              <a:ea typeface="+mn-ea"/>
              <a:cs typeface="+mn-cs"/>
            </a:endParaRPr>
          </a:p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de-DE" sz="1600" b="0" i="0" u="none" strike="noStrike" kern="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+mj-lt"/>
              <a:ea typeface="+mn-ea"/>
              <a:cs typeface="+mn-cs"/>
            </a:endParaRPr>
          </a:p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de-DE" sz="1600" b="0" i="0" u="none" strike="noStrike" kern="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+mj-lt"/>
              <a:ea typeface="+mn-ea"/>
              <a:cs typeface="+mn-cs"/>
            </a:endParaRPr>
          </a:p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de-DE" sz="1600" b="0" i="0" u="none" strike="noStrike" kern="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+mj-lt"/>
              <a:ea typeface="+mn-ea"/>
              <a:cs typeface="+mn-cs"/>
            </a:endParaRPr>
          </a:p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de-DE" sz="1600" b="0" i="0" u="none" strike="noStrike" kern="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+mj-lt"/>
              <a:ea typeface="+mn-ea"/>
              <a:cs typeface="+mn-cs"/>
            </a:endParaRPr>
          </a:p>
        </p:txBody>
      </p:sp>
      <p:sp>
        <p:nvSpPr>
          <p:cNvPr id="12" name="Rechteck 11">
            <a:extLst>
              <a:ext uri="{FF2B5EF4-FFF2-40B4-BE49-F238E27FC236}">
                <a16:creationId xmlns:a16="http://schemas.microsoft.com/office/drawing/2014/main" id="{CA69976B-347B-F22F-F308-07E7896756EE}"/>
              </a:ext>
            </a:extLst>
          </p:cNvPr>
          <p:cNvSpPr/>
          <p:nvPr/>
        </p:nvSpPr>
        <p:spPr>
          <a:xfrm>
            <a:off x="938148" y="1618360"/>
            <a:ext cx="1044000" cy="436824"/>
          </a:xfrm>
          <a:prstGeom prst="rect">
            <a:avLst/>
          </a:prstGeom>
          <a:solidFill>
            <a:schemeClr val="bg1"/>
          </a:solidFill>
          <a:ln w="12700" cap="flat" cmpd="sng" algn="ctr">
            <a:solidFill>
              <a:schemeClr val="bg1">
                <a:lumMod val="85000"/>
              </a:schemeClr>
            </a:solidFill>
            <a:prstDash val="solid"/>
            <a:miter lim="800000"/>
          </a:ln>
          <a:effectLst/>
        </p:spPr>
        <p:txBody>
          <a:bodyPr lIns="0" tIns="0" rIns="0" bIns="45720" rtlCol="0" anchor="ctr"/>
          <a:lstStyle/>
          <a:p>
            <a:pPr algn="ctr"/>
            <a:r>
              <a:rPr lang="de-DE" sz="1100" kern="0" err="1">
                <a:latin typeface="+mj-lt"/>
              </a:rPr>
              <a:t>Submitting</a:t>
            </a:r>
            <a:endParaRPr lang="de-DE" sz="1100" kern="0">
              <a:latin typeface="+mj-lt"/>
            </a:endParaRPr>
          </a:p>
          <a:p>
            <a:pPr algn="ctr"/>
            <a:r>
              <a:rPr lang="de-DE" sz="1100" kern="0">
                <a:latin typeface="+mj-lt"/>
              </a:rPr>
              <a:t>Phase</a:t>
            </a:r>
          </a:p>
        </p:txBody>
      </p:sp>
      <p:sp>
        <p:nvSpPr>
          <p:cNvPr id="13" name="Rechteck 12">
            <a:extLst>
              <a:ext uri="{FF2B5EF4-FFF2-40B4-BE49-F238E27FC236}">
                <a16:creationId xmlns:a16="http://schemas.microsoft.com/office/drawing/2014/main" id="{E256EB07-9697-FF0C-B39A-8B34B8920B37}"/>
              </a:ext>
            </a:extLst>
          </p:cNvPr>
          <p:cNvSpPr/>
          <p:nvPr/>
        </p:nvSpPr>
        <p:spPr>
          <a:xfrm>
            <a:off x="2508601" y="1618360"/>
            <a:ext cx="869731" cy="436824"/>
          </a:xfrm>
          <a:prstGeom prst="rect">
            <a:avLst/>
          </a:prstGeom>
          <a:solidFill>
            <a:schemeClr val="bg1"/>
          </a:solidFill>
          <a:ln w="12700" cap="flat" cmpd="sng" algn="ctr">
            <a:solidFill>
              <a:schemeClr val="bg1">
                <a:lumMod val="85000"/>
              </a:schemeClr>
            </a:solidFill>
            <a:prstDash val="solid"/>
            <a:miter lim="800000"/>
          </a:ln>
          <a:effectLst/>
        </p:spPr>
        <p:txBody>
          <a:bodyPr lIns="0" tIns="0" rIns="0" bIns="45720" rtlCol="0" anchor="ctr"/>
          <a:lstStyle/>
          <a:p>
            <a:pPr algn="ctr">
              <a:defRPr/>
            </a:pPr>
            <a:r>
              <a:rPr kumimoji="0" lang="de-DE" sz="1100" b="0" i="0" u="none" strike="noStrike" kern="0" cap="none" spc="0" normalizeH="0" baseline="0" noProof="0">
                <a:ln>
                  <a:noFill/>
                </a:ln>
                <a:effectLst/>
                <a:uLnTx/>
                <a:uFillTx/>
                <a:latin typeface="+mj-lt"/>
                <a:ea typeface="+mn-ea"/>
                <a:cs typeface="+mn-cs"/>
              </a:rPr>
              <a:t>Qualifying </a:t>
            </a:r>
            <a:br>
              <a:rPr kumimoji="0" lang="de-DE" sz="1100" b="0" i="0" u="none" strike="noStrike" kern="0" cap="none" spc="0" normalizeH="0" baseline="0" noProof="0">
                <a:ln>
                  <a:noFill/>
                </a:ln>
                <a:effectLst/>
                <a:uLnTx/>
                <a:uFillTx/>
                <a:latin typeface="+mj-lt"/>
                <a:ea typeface="+mn-ea"/>
                <a:cs typeface="+mn-cs"/>
              </a:rPr>
            </a:br>
            <a:r>
              <a:rPr kumimoji="0" lang="de-DE" sz="1100" b="0" i="0" u="none" strike="noStrike" kern="0" cap="none" spc="0" normalizeH="0" baseline="0" noProof="0">
                <a:ln>
                  <a:noFill/>
                </a:ln>
                <a:effectLst/>
                <a:uLnTx/>
                <a:uFillTx/>
                <a:latin typeface="+mj-lt"/>
                <a:ea typeface="+mn-ea"/>
                <a:cs typeface="+mn-cs"/>
              </a:rPr>
              <a:t>Phase</a:t>
            </a:r>
          </a:p>
        </p:txBody>
      </p:sp>
      <p:cxnSp>
        <p:nvCxnSpPr>
          <p:cNvPr id="15" name="Gerade Verbindung mit Pfeil 14">
            <a:extLst>
              <a:ext uri="{FF2B5EF4-FFF2-40B4-BE49-F238E27FC236}">
                <a16:creationId xmlns:a16="http://schemas.microsoft.com/office/drawing/2014/main" id="{6298AE72-D59F-91A2-9F53-13223EA6C256}"/>
              </a:ext>
            </a:extLst>
          </p:cNvPr>
          <p:cNvCxnSpPr>
            <a:cxnSpLocks/>
            <a:stCxn id="12" idx="3"/>
            <a:endCxn id="13" idx="1"/>
          </p:cNvCxnSpPr>
          <p:nvPr/>
        </p:nvCxnSpPr>
        <p:spPr>
          <a:xfrm>
            <a:off x="1982148" y="1836772"/>
            <a:ext cx="526453" cy="0"/>
          </a:xfrm>
          <a:prstGeom prst="straightConnector1">
            <a:avLst/>
          </a:prstGeom>
          <a:noFill/>
          <a:ln w="19050" cap="flat" cmpd="sng" algn="ctr">
            <a:solidFill>
              <a:sysClr val="windowText" lastClr="000000"/>
            </a:solidFill>
            <a:prstDash val="solid"/>
            <a:miter lim="800000"/>
            <a:tailEnd type="triangle" w="lg" len="med"/>
          </a:ln>
          <a:effectLst/>
        </p:spPr>
      </p:cxnSp>
      <p:sp>
        <p:nvSpPr>
          <p:cNvPr id="18" name="Rechteck 17">
            <a:extLst>
              <a:ext uri="{FF2B5EF4-FFF2-40B4-BE49-F238E27FC236}">
                <a16:creationId xmlns:a16="http://schemas.microsoft.com/office/drawing/2014/main" id="{A74E26B5-01CC-1FDF-012A-5AD9936D2287}"/>
              </a:ext>
            </a:extLst>
          </p:cNvPr>
          <p:cNvSpPr/>
          <p:nvPr/>
        </p:nvSpPr>
        <p:spPr>
          <a:xfrm>
            <a:off x="2512637" y="4674702"/>
            <a:ext cx="2382602" cy="436824"/>
          </a:xfrm>
          <a:prstGeom prst="rect">
            <a:avLst/>
          </a:prstGeom>
          <a:solidFill>
            <a:schemeClr val="bg1"/>
          </a:solidFill>
          <a:ln w="12700" cap="flat" cmpd="sng" algn="ctr">
            <a:solidFill>
              <a:schemeClr val="bg1">
                <a:lumMod val="85000"/>
              </a:schemeClr>
            </a:solidFill>
            <a:prstDash val="solid"/>
            <a:miter lim="800000"/>
          </a:ln>
          <a:effectLst/>
        </p:spPr>
        <p:txBody>
          <a:bodyPr lIns="0" tIns="0" rIns="0" bIns="0" rtlCol="0" anchor="ctr"/>
          <a:lstStyle/>
          <a:p>
            <a:pPr algn="ctr"/>
            <a:r>
              <a:rPr lang="de-DE" sz="1000" kern="0">
                <a:latin typeface="+mj-lt"/>
              </a:rPr>
              <a:t>Initiation</a:t>
            </a:r>
          </a:p>
        </p:txBody>
      </p:sp>
      <p:sp>
        <p:nvSpPr>
          <p:cNvPr id="19" name="Rechteck 18">
            <a:extLst>
              <a:ext uri="{FF2B5EF4-FFF2-40B4-BE49-F238E27FC236}">
                <a16:creationId xmlns:a16="http://schemas.microsoft.com/office/drawing/2014/main" id="{C6445840-FFB8-6C94-8EAA-078CA8A44959}"/>
              </a:ext>
            </a:extLst>
          </p:cNvPr>
          <p:cNvSpPr/>
          <p:nvPr/>
        </p:nvSpPr>
        <p:spPr>
          <a:xfrm>
            <a:off x="5779021" y="4670322"/>
            <a:ext cx="869703" cy="436824"/>
          </a:xfrm>
          <a:prstGeom prst="rect">
            <a:avLst/>
          </a:prstGeom>
          <a:solidFill>
            <a:schemeClr val="bg1"/>
          </a:solidFill>
          <a:ln w="12700" cap="flat" cmpd="sng" algn="ctr">
            <a:solidFill>
              <a:schemeClr val="bg1">
                <a:lumMod val="85000"/>
              </a:schemeClr>
            </a:solidFill>
            <a:prstDash val="solid"/>
            <a:miter lim="800000"/>
          </a:ln>
          <a:effectLst/>
        </p:spPr>
        <p:txBody>
          <a:bodyPr lIns="0" tIns="0" rIns="0" bIns="0" rtlCol="0" anchor="ctr"/>
          <a:lstStyle/>
          <a:p>
            <a:pPr algn="ctr"/>
            <a:r>
              <a:rPr lang="de-DE" sz="1000" kern="0" err="1">
                <a:latin typeface="+mj-lt"/>
              </a:rPr>
              <a:t>Planning</a:t>
            </a:r>
            <a:endParaRPr lang="de-DE" sz="1000" kern="0">
              <a:latin typeface="+mj-lt"/>
            </a:endParaRPr>
          </a:p>
        </p:txBody>
      </p:sp>
      <p:sp>
        <p:nvSpPr>
          <p:cNvPr id="24" name="Rechteck 23">
            <a:extLst>
              <a:ext uri="{FF2B5EF4-FFF2-40B4-BE49-F238E27FC236}">
                <a16:creationId xmlns:a16="http://schemas.microsoft.com/office/drawing/2014/main" id="{1EF066A3-12A0-BF12-5D1F-F90CA9D19467}"/>
              </a:ext>
            </a:extLst>
          </p:cNvPr>
          <p:cNvSpPr/>
          <p:nvPr/>
        </p:nvSpPr>
        <p:spPr>
          <a:xfrm>
            <a:off x="4387254" y="1625806"/>
            <a:ext cx="1044000" cy="436824"/>
          </a:xfrm>
          <a:prstGeom prst="rect">
            <a:avLst/>
          </a:prstGeom>
          <a:solidFill>
            <a:schemeClr val="bg1"/>
          </a:solidFill>
          <a:ln w="12700" cap="flat" cmpd="sng" algn="ctr">
            <a:solidFill>
              <a:schemeClr val="bg1">
                <a:lumMod val="85000"/>
              </a:schemeClr>
            </a:solidFill>
            <a:prstDash val="solid"/>
            <a:miter lim="800000"/>
          </a:ln>
          <a:effectLst/>
        </p:spPr>
        <p:txBody>
          <a:bodyPr lIns="0" tIns="0" rIns="0" rtlCol="0" anchor="ctr"/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de-DE" sz="1100" b="0" i="0" u="none" strike="noStrike" kern="0" cap="none" spc="0" normalizeH="0" baseline="0" noProof="0" err="1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  <a:t>Approving</a:t>
            </a:r>
            <a:r>
              <a:rPr kumimoji="0" lang="de-DE" sz="1100" b="0" i="0" u="none" strike="noStrike" kern="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  <a:t> </a:t>
            </a:r>
          </a:p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de-DE" sz="1100" b="0" i="0" u="none" strike="noStrike" kern="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  <a:t>Phase </a:t>
            </a:r>
          </a:p>
        </p:txBody>
      </p:sp>
      <p:sp>
        <p:nvSpPr>
          <p:cNvPr id="27" name="Rechteck 26">
            <a:extLst>
              <a:ext uri="{FF2B5EF4-FFF2-40B4-BE49-F238E27FC236}">
                <a16:creationId xmlns:a16="http://schemas.microsoft.com/office/drawing/2014/main" id="{64BF7135-F1A3-8214-4E1B-AAC7F168D6CB}"/>
              </a:ext>
            </a:extLst>
          </p:cNvPr>
          <p:cNvSpPr/>
          <p:nvPr/>
        </p:nvSpPr>
        <p:spPr>
          <a:xfrm>
            <a:off x="7227066" y="1625806"/>
            <a:ext cx="1044000" cy="436824"/>
          </a:xfrm>
          <a:prstGeom prst="rect">
            <a:avLst/>
          </a:prstGeom>
          <a:solidFill>
            <a:schemeClr val="bg1"/>
          </a:solidFill>
          <a:ln w="12700" cap="flat" cmpd="sng" algn="ctr">
            <a:solidFill>
              <a:schemeClr val="bg1">
                <a:lumMod val="85000"/>
              </a:schemeClr>
            </a:solidFill>
            <a:prstDash val="solid"/>
            <a:miter lim="800000"/>
          </a:ln>
          <a:effectLst/>
        </p:spPr>
        <p:txBody>
          <a:bodyPr lIns="0" tIns="0" rIns="0" bIns="45720" rtlCol="0" anchor="ctr"/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de-DE" sz="1100" b="0" i="0" u="none" strike="noStrike" kern="0" cap="none" spc="0" normalizeH="0" baseline="0" noProof="0">
                <a:ln>
                  <a:noFill/>
                </a:ln>
                <a:effectLst/>
                <a:uLnTx/>
                <a:uFillTx/>
                <a:latin typeface="+mj-lt"/>
                <a:ea typeface="+mn-ea"/>
                <a:cs typeface="+mn-cs"/>
              </a:rPr>
              <a:t>Implementation</a:t>
            </a:r>
            <a:r>
              <a:rPr kumimoji="0" lang="de-DE" sz="1100" b="0" i="0" u="none" strike="noStrike" kern="0" cap="none" spc="0" normalizeH="0" baseline="0" noProof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  <a:t> </a:t>
            </a:r>
            <a:r>
              <a:rPr kumimoji="0" lang="de-DE" sz="1100" b="0" i="0" u="none" strike="noStrike" kern="0" cap="none" spc="0" normalizeH="0" baseline="0" noProof="0">
                <a:ln>
                  <a:noFill/>
                </a:ln>
                <a:effectLst/>
                <a:uLnTx/>
                <a:uFillTx/>
                <a:latin typeface="+mj-lt"/>
                <a:ea typeface="+mn-ea"/>
                <a:cs typeface="+mn-cs"/>
              </a:rPr>
              <a:t>Phase</a:t>
            </a:r>
            <a:endParaRPr lang="de-DE" sz="1100" b="0" i="0" u="none" strike="noStrike" kern="0" cap="none" spc="0" normalizeH="0" baseline="0" noProof="0">
              <a:ln>
                <a:noFill/>
              </a:ln>
              <a:effectLst/>
              <a:uLnTx/>
              <a:uFillTx/>
              <a:latin typeface="+mj-lt"/>
            </a:endParaRPr>
          </a:p>
        </p:txBody>
      </p:sp>
      <p:sp>
        <p:nvSpPr>
          <p:cNvPr id="33" name="Rechteck 32">
            <a:extLst>
              <a:ext uri="{FF2B5EF4-FFF2-40B4-BE49-F238E27FC236}">
                <a16:creationId xmlns:a16="http://schemas.microsoft.com/office/drawing/2014/main" id="{2C9B298F-2E23-8494-BCB4-A6F35E248A73}"/>
              </a:ext>
            </a:extLst>
          </p:cNvPr>
          <p:cNvSpPr/>
          <p:nvPr/>
        </p:nvSpPr>
        <p:spPr>
          <a:xfrm>
            <a:off x="5787455" y="1625806"/>
            <a:ext cx="875283" cy="436824"/>
          </a:xfrm>
          <a:prstGeom prst="rect">
            <a:avLst/>
          </a:prstGeom>
          <a:solidFill>
            <a:schemeClr val="bg1"/>
          </a:solidFill>
          <a:ln w="12700" cap="flat" cmpd="sng" algn="ctr">
            <a:solidFill>
              <a:schemeClr val="bg1">
                <a:lumMod val="85000"/>
              </a:schemeClr>
            </a:solidFill>
            <a:prstDash val="solid"/>
            <a:miter lim="800000"/>
          </a:ln>
          <a:effectLst/>
        </p:spPr>
        <p:txBody>
          <a:bodyPr lIns="0" tIns="0" rIns="0" bIns="45720" rtlCol="0" anchor="ctr"/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de-DE" sz="1100" b="0" i="0" u="none" strike="noStrike" kern="0" cap="none" spc="0" normalizeH="0" baseline="0" noProof="0">
                <a:ln>
                  <a:noFill/>
                </a:ln>
                <a:effectLst/>
                <a:uLnTx/>
                <a:uFillTx/>
                <a:latin typeface="+mj-lt"/>
                <a:ea typeface="+mn-ea"/>
                <a:cs typeface="+mn-cs"/>
              </a:rPr>
              <a:t>Scheduling</a:t>
            </a:r>
            <a:r>
              <a:rPr kumimoji="0" lang="de-DE" sz="1100" b="0" i="0" u="none" strike="noStrike" kern="0" cap="none" spc="0" normalizeH="0" baseline="0" noProof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  <a:t> </a:t>
            </a:r>
            <a:r>
              <a:rPr kumimoji="0" lang="de-DE" sz="1100" b="0" i="0" u="none" strike="noStrike" kern="0" cap="none" spc="0" normalizeH="0" baseline="0" noProof="0">
                <a:ln>
                  <a:noFill/>
                </a:ln>
                <a:effectLst/>
                <a:uLnTx/>
                <a:uFillTx/>
                <a:latin typeface="+mj-lt"/>
                <a:ea typeface="+mn-ea"/>
                <a:cs typeface="+mn-cs"/>
              </a:rPr>
              <a:t>Phase</a:t>
            </a:r>
            <a:endParaRPr lang="de-DE" sz="1100" b="0" i="0" u="none" strike="noStrike" kern="0" cap="none" spc="0" normalizeH="0" baseline="0" noProof="0">
              <a:ln>
                <a:noFill/>
              </a:ln>
              <a:effectLst/>
              <a:uLnTx/>
              <a:uFillTx/>
              <a:latin typeface="+mj-lt"/>
            </a:endParaRPr>
          </a:p>
        </p:txBody>
      </p:sp>
      <p:cxnSp>
        <p:nvCxnSpPr>
          <p:cNvPr id="34" name="Gerade Verbindung mit Pfeil 33">
            <a:extLst>
              <a:ext uri="{FF2B5EF4-FFF2-40B4-BE49-F238E27FC236}">
                <a16:creationId xmlns:a16="http://schemas.microsoft.com/office/drawing/2014/main" id="{66EA4E59-2EB3-D770-8078-F9BE4829AA4D}"/>
              </a:ext>
            </a:extLst>
          </p:cNvPr>
          <p:cNvCxnSpPr>
            <a:cxnSpLocks/>
            <a:stCxn id="24" idx="3"/>
            <a:endCxn id="33" idx="1"/>
          </p:cNvCxnSpPr>
          <p:nvPr/>
        </p:nvCxnSpPr>
        <p:spPr>
          <a:xfrm>
            <a:off x="5431254" y="1844218"/>
            <a:ext cx="356201" cy="0"/>
          </a:xfrm>
          <a:prstGeom prst="straightConnector1">
            <a:avLst/>
          </a:prstGeom>
          <a:noFill/>
          <a:ln w="19050" cap="flat" cmpd="sng" algn="ctr">
            <a:solidFill>
              <a:sysClr val="windowText" lastClr="000000"/>
            </a:solidFill>
            <a:prstDash val="solid"/>
            <a:miter lim="800000"/>
            <a:tailEnd type="triangle" w="lg" len="med"/>
          </a:ln>
          <a:effectLst/>
        </p:spPr>
      </p:cxnSp>
      <p:cxnSp>
        <p:nvCxnSpPr>
          <p:cNvPr id="37" name="Gerade Verbindung mit Pfeil 36">
            <a:extLst>
              <a:ext uri="{FF2B5EF4-FFF2-40B4-BE49-F238E27FC236}">
                <a16:creationId xmlns:a16="http://schemas.microsoft.com/office/drawing/2014/main" id="{78419F8E-EE52-AE89-B95F-3034E68DEE2E}"/>
              </a:ext>
            </a:extLst>
          </p:cNvPr>
          <p:cNvCxnSpPr>
            <a:cxnSpLocks/>
            <a:stCxn id="33" idx="3"/>
            <a:endCxn id="27" idx="1"/>
          </p:cNvCxnSpPr>
          <p:nvPr/>
        </p:nvCxnSpPr>
        <p:spPr>
          <a:xfrm>
            <a:off x="6662738" y="1844218"/>
            <a:ext cx="564328" cy="0"/>
          </a:xfrm>
          <a:prstGeom prst="straightConnector1">
            <a:avLst/>
          </a:prstGeom>
          <a:noFill/>
          <a:ln w="19050" cap="flat" cmpd="sng" algn="ctr">
            <a:solidFill>
              <a:sysClr val="windowText" lastClr="000000"/>
            </a:solidFill>
            <a:prstDash val="solid"/>
            <a:miter lim="800000"/>
            <a:tailEnd type="triangle" w="lg" len="med"/>
          </a:ln>
          <a:effectLst/>
        </p:spPr>
      </p:cxnSp>
      <p:sp>
        <p:nvSpPr>
          <p:cNvPr id="43" name="Textfeld 42">
            <a:extLst>
              <a:ext uri="{FF2B5EF4-FFF2-40B4-BE49-F238E27FC236}">
                <a16:creationId xmlns:a16="http://schemas.microsoft.com/office/drawing/2014/main" id="{046F1DE4-7292-F753-D69C-17540D29DC55}"/>
              </a:ext>
            </a:extLst>
          </p:cNvPr>
          <p:cNvSpPr txBox="1"/>
          <p:nvPr/>
        </p:nvSpPr>
        <p:spPr>
          <a:xfrm>
            <a:off x="3716190" y="1492702"/>
            <a:ext cx="427484" cy="257951"/>
          </a:xfrm>
          <a:prstGeom prst="rect">
            <a:avLst/>
          </a:prstGeom>
          <a:noFill/>
        </p:spPr>
        <p:txBody>
          <a:bodyPr wrap="none" lIns="18000" tIns="18000" rIns="18000" bIns="18000" rtlCol="0">
            <a:spAutoFit/>
          </a:bodyPr>
          <a:lstStyle/>
          <a:p>
            <a:pPr algn="ctr">
              <a:lnSpc>
                <a:spcPct val="90000"/>
              </a:lnSpc>
              <a:spcBef>
                <a:spcPts val="400"/>
              </a:spcBef>
            </a:pPr>
            <a:r>
              <a:rPr lang="de-DE" sz="800"/>
              <a:t>Demand </a:t>
            </a:r>
            <a:br>
              <a:rPr lang="de-DE" sz="800"/>
            </a:br>
            <a:r>
              <a:rPr lang="de-DE" sz="800"/>
              <a:t>&gt; 50 PT</a:t>
            </a:r>
          </a:p>
        </p:txBody>
      </p:sp>
      <p:cxnSp>
        <p:nvCxnSpPr>
          <p:cNvPr id="45" name="Verbinder: gewinkelt 44">
            <a:extLst>
              <a:ext uri="{FF2B5EF4-FFF2-40B4-BE49-F238E27FC236}">
                <a16:creationId xmlns:a16="http://schemas.microsoft.com/office/drawing/2014/main" id="{5A3F95E7-8B56-A370-8C6F-9B3FA47E191D}"/>
              </a:ext>
            </a:extLst>
          </p:cNvPr>
          <p:cNvCxnSpPr>
            <a:cxnSpLocks/>
            <a:stCxn id="13" idx="3"/>
            <a:endCxn id="24" idx="1"/>
          </p:cNvCxnSpPr>
          <p:nvPr/>
        </p:nvCxnSpPr>
        <p:spPr>
          <a:xfrm>
            <a:off x="3378332" y="1836772"/>
            <a:ext cx="1008922" cy="7446"/>
          </a:xfrm>
          <a:prstGeom prst="bentConnector3">
            <a:avLst/>
          </a:prstGeom>
          <a:noFill/>
          <a:ln w="19050" cap="flat" cmpd="sng" algn="ctr">
            <a:solidFill>
              <a:sysClr val="windowText" lastClr="000000"/>
            </a:solidFill>
            <a:prstDash val="solid"/>
            <a:miter lim="800000"/>
            <a:tailEnd type="triangle" w="lg" len="med"/>
          </a:ln>
          <a:effectLst/>
        </p:spPr>
      </p:cxnSp>
      <p:sp>
        <p:nvSpPr>
          <p:cNvPr id="46" name="Raute 45">
            <a:extLst>
              <a:ext uri="{FF2B5EF4-FFF2-40B4-BE49-F238E27FC236}">
                <a16:creationId xmlns:a16="http://schemas.microsoft.com/office/drawing/2014/main" id="{B4538FA2-D282-9D1F-32D8-D11A88EB5E19}"/>
              </a:ext>
            </a:extLst>
          </p:cNvPr>
          <p:cNvSpPr/>
          <p:nvPr/>
        </p:nvSpPr>
        <p:spPr>
          <a:xfrm>
            <a:off x="3787061" y="1718334"/>
            <a:ext cx="275621" cy="236876"/>
          </a:xfrm>
          <a:prstGeom prst="diamond">
            <a:avLst/>
          </a:prstGeom>
          <a:solidFill>
            <a:schemeClr val="accent6">
              <a:lumMod val="60000"/>
              <a:lumOff val="40000"/>
            </a:schemeClr>
          </a:solidFill>
          <a:ln w="635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="horz" lIns="0" tIns="0" rIns="0" bIns="0" rtlCol="0" anchor="ctr"/>
          <a:lstStyle/>
          <a:p>
            <a:pPr algn="ctr">
              <a:lnSpc>
                <a:spcPct val="90000"/>
              </a:lnSpc>
            </a:pPr>
            <a:endParaRPr lang="en-US" sz="1000">
              <a:solidFill>
                <a:schemeClr val="tx1"/>
              </a:solidFill>
              <a:latin typeface="+mj-lt"/>
            </a:endParaRPr>
          </a:p>
        </p:txBody>
      </p:sp>
      <p:sp>
        <p:nvSpPr>
          <p:cNvPr id="48" name="Textfeld 47">
            <a:extLst>
              <a:ext uri="{FF2B5EF4-FFF2-40B4-BE49-F238E27FC236}">
                <a16:creationId xmlns:a16="http://schemas.microsoft.com/office/drawing/2014/main" id="{BB536666-5B60-B3A5-D57E-0DC512F61C08}"/>
              </a:ext>
            </a:extLst>
          </p:cNvPr>
          <p:cNvSpPr txBox="1"/>
          <p:nvPr/>
        </p:nvSpPr>
        <p:spPr>
          <a:xfrm>
            <a:off x="232851" y="2031120"/>
            <a:ext cx="518856" cy="257951"/>
          </a:xfrm>
          <a:prstGeom prst="rect">
            <a:avLst/>
          </a:prstGeom>
          <a:noFill/>
        </p:spPr>
        <p:txBody>
          <a:bodyPr wrap="none" lIns="18000" tIns="18000" rIns="18000" bIns="18000" rtlCol="0">
            <a:spAutoFit/>
          </a:bodyPr>
          <a:lstStyle/>
          <a:p>
            <a:pPr algn="ctr">
              <a:lnSpc>
                <a:spcPct val="90000"/>
              </a:lnSpc>
              <a:spcBef>
                <a:spcPts val="400"/>
              </a:spcBef>
            </a:pPr>
            <a:r>
              <a:rPr lang="de-DE" sz="800"/>
              <a:t>Start </a:t>
            </a:r>
            <a:br>
              <a:rPr lang="de-DE" sz="800"/>
            </a:br>
            <a:r>
              <a:rPr lang="de-DE" sz="800"/>
              <a:t>IT-Demand</a:t>
            </a:r>
          </a:p>
        </p:txBody>
      </p:sp>
      <p:sp>
        <p:nvSpPr>
          <p:cNvPr id="50" name="Ellipse 49">
            <a:extLst>
              <a:ext uri="{FF2B5EF4-FFF2-40B4-BE49-F238E27FC236}">
                <a16:creationId xmlns:a16="http://schemas.microsoft.com/office/drawing/2014/main" id="{A5C4FC50-BC2D-6FCF-783F-80EE6373E61F}"/>
              </a:ext>
            </a:extLst>
          </p:cNvPr>
          <p:cNvSpPr/>
          <p:nvPr/>
        </p:nvSpPr>
        <p:spPr>
          <a:xfrm>
            <a:off x="375656" y="1704647"/>
            <a:ext cx="263285" cy="263285"/>
          </a:xfrm>
          <a:prstGeom prst="ellipse">
            <a:avLst/>
          </a:prstGeom>
          <a:solidFill>
            <a:schemeClr val="bg1"/>
          </a:solidFill>
          <a:ln w="635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72000" tIns="72000" rIns="72000" bIns="72000" rtlCol="0" anchor="ctr"/>
          <a:lstStyle/>
          <a:p>
            <a:pPr algn="ctr">
              <a:lnSpc>
                <a:spcPct val="90000"/>
              </a:lnSpc>
            </a:pPr>
            <a:endParaRPr lang="de-DE" sz="1600" b="1">
              <a:solidFill>
                <a:schemeClr val="tx1"/>
              </a:solidFill>
            </a:endParaRPr>
          </a:p>
        </p:txBody>
      </p:sp>
      <p:cxnSp>
        <p:nvCxnSpPr>
          <p:cNvPr id="51" name="Gerade Verbindung mit Pfeil 50">
            <a:extLst>
              <a:ext uri="{FF2B5EF4-FFF2-40B4-BE49-F238E27FC236}">
                <a16:creationId xmlns:a16="http://schemas.microsoft.com/office/drawing/2014/main" id="{E2D81D7E-1947-6066-BBE4-E52735D413AB}"/>
              </a:ext>
            </a:extLst>
          </p:cNvPr>
          <p:cNvCxnSpPr>
            <a:cxnSpLocks/>
            <a:stCxn id="50" idx="6"/>
            <a:endCxn id="12" idx="1"/>
          </p:cNvCxnSpPr>
          <p:nvPr/>
        </p:nvCxnSpPr>
        <p:spPr>
          <a:xfrm>
            <a:off x="638941" y="1836290"/>
            <a:ext cx="299207" cy="482"/>
          </a:xfrm>
          <a:prstGeom prst="straightConnector1">
            <a:avLst/>
          </a:prstGeom>
          <a:noFill/>
          <a:ln w="19050" cap="flat" cmpd="sng" algn="ctr">
            <a:solidFill>
              <a:sysClr val="windowText" lastClr="000000"/>
            </a:solidFill>
            <a:prstDash val="solid"/>
            <a:miter lim="800000"/>
            <a:tailEnd type="triangle" w="lg" len="med"/>
          </a:ln>
          <a:effectLst/>
        </p:spPr>
      </p:cxnSp>
      <p:sp>
        <p:nvSpPr>
          <p:cNvPr id="56" name="Textfeld 55">
            <a:extLst>
              <a:ext uri="{FF2B5EF4-FFF2-40B4-BE49-F238E27FC236}">
                <a16:creationId xmlns:a16="http://schemas.microsoft.com/office/drawing/2014/main" id="{58E1DC76-DA35-E0F0-E639-5A1794DB2463}"/>
              </a:ext>
            </a:extLst>
          </p:cNvPr>
          <p:cNvSpPr txBox="1"/>
          <p:nvPr/>
        </p:nvSpPr>
        <p:spPr>
          <a:xfrm>
            <a:off x="4105529" y="1722104"/>
            <a:ext cx="146959" cy="147151"/>
          </a:xfrm>
          <a:prstGeom prst="rect">
            <a:avLst/>
          </a:prstGeom>
          <a:noFill/>
        </p:spPr>
        <p:txBody>
          <a:bodyPr wrap="none" lIns="18000" tIns="18000" rIns="18000" bIns="18000" rtlCol="0">
            <a:spAutoFit/>
          </a:bodyPr>
          <a:lstStyle/>
          <a:p>
            <a:pPr algn="ctr">
              <a:lnSpc>
                <a:spcPct val="90000"/>
              </a:lnSpc>
              <a:spcBef>
                <a:spcPts val="400"/>
              </a:spcBef>
            </a:pPr>
            <a:r>
              <a:rPr lang="de-DE" sz="800" i="1" err="1"/>
              <a:t>no</a:t>
            </a:r>
            <a:endParaRPr lang="de-DE" sz="800" i="1"/>
          </a:p>
        </p:txBody>
      </p:sp>
      <p:cxnSp>
        <p:nvCxnSpPr>
          <p:cNvPr id="58" name="Verbinder: gewinkelt 57">
            <a:extLst>
              <a:ext uri="{FF2B5EF4-FFF2-40B4-BE49-F238E27FC236}">
                <a16:creationId xmlns:a16="http://schemas.microsoft.com/office/drawing/2014/main" id="{5ECA665F-C57A-B817-627B-401149EF115C}"/>
              </a:ext>
            </a:extLst>
          </p:cNvPr>
          <p:cNvCxnSpPr>
            <a:cxnSpLocks/>
            <a:stCxn id="46" idx="2"/>
            <a:endCxn id="55" idx="1"/>
          </p:cNvCxnSpPr>
          <p:nvPr/>
        </p:nvCxnSpPr>
        <p:spPr>
          <a:xfrm rot="16200000" flipH="1">
            <a:off x="3843286" y="2036796"/>
            <a:ext cx="625555" cy="462382"/>
          </a:xfrm>
          <a:prstGeom prst="bentConnector2">
            <a:avLst/>
          </a:prstGeom>
          <a:noFill/>
          <a:ln w="19050" cap="flat" cmpd="sng" algn="ctr">
            <a:solidFill>
              <a:sysClr val="windowText" lastClr="000000"/>
            </a:solidFill>
            <a:prstDash val="solid"/>
            <a:miter lim="800000"/>
            <a:tailEnd type="triangle" w="lg" len="med"/>
          </a:ln>
          <a:effectLst/>
        </p:spPr>
      </p:cxnSp>
      <p:sp>
        <p:nvSpPr>
          <p:cNvPr id="61" name="Textfeld 60">
            <a:extLst>
              <a:ext uri="{FF2B5EF4-FFF2-40B4-BE49-F238E27FC236}">
                <a16:creationId xmlns:a16="http://schemas.microsoft.com/office/drawing/2014/main" id="{ED6C3829-1B2D-A526-06F0-EF65EC99485C}"/>
              </a:ext>
            </a:extLst>
          </p:cNvPr>
          <p:cNvSpPr txBox="1"/>
          <p:nvPr/>
        </p:nvSpPr>
        <p:spPr>
          <a:xfrm>
            <a:off x="3968129" y="2423209"/>
            <a:ext cx="179019" cy="147151"/>
          </a:xfrm>
          <a:prstGeom prst="rect">
            <a:avLst/>
          </a:prstGeom>
          <a:noFill/>
        </p:spPr>
        <p:txBody>
          <a:bodyPr wrap="none" lIns="18000" tIns="18000" rIns="18000" bIns="18000" rtlCol="0">
            <a:spAutoFit/>
          </a:bodyPr>
          <a:lstStyle/>
          <a:p>
            <a:pPr algn="ctr">
              <a:lnSpc>
                <a:spcPct val="90000"/>
              </a:lnSpc>
              <a:spcBef>
                <a:spcPts val="400"/>
              </a:spcBef>
            </a:pPr>
            <a:r>
              <a:rPr lang="de-DE" sz="800" i="1" err="1"/>
              <a:t>yes</a:t>
            </a:r>
            <a:endParaRPr lang="de-DE" sz="800" i="1"/>
          </a:p>
        </p:txBody>
      </p:sp>
      <p:cxnSp>
        <p:nvCxnSpPr>
          <p:cNvPr id="63" name="Gerader Verbinder 62">
            <a:extLst>
              <a:ext uri="{FF2B5EF4-FFF2-40B4-BE49-F238E27FC236}">
                <a16:creationId xmlns:a16="http://schemas.microsoft.com/office/drawing/2014/main" id="{0F5703CD-085C-9105-EF71-7706EFFD0B59}"/>
              </a:ext>
            </a:extLst>
          </p:cNvPr>
          <p:cNvCxnSpPr>
            <a:cxnSpLocks/>
          </p:cNvCxnSpPr>
          <p:nvPr/>
        </p:nvCxnSpPr>
        <p:spPr>
          <a:xfrm>
            <a:off x="2208451" y="1185439"/>
            <a:ext cx="0" cy="500062"/>
          </a:xfrm>
          <a:prstGeom prst="line">
            <a:avLst/>
          </a:prstGeom>
          <a:ln>
            <a:solidFill>
              <a:schemeClr val="tx1"/>
            </a:solidFill>
            <a:prstDash val="dashDot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65" name="Textfeld 64">
            <a:extLst>
              <a:ext uri="{FF2B5EF4-FFF2-40B4-BE49-F238E27FC236}">
                <a16:creationId xmlns:a16="http://schemas.microsoft.com/office/drawing/2014/main" id="{C6719D24-29A1-083C-2AD3-078B17BAAEE2}"/>
              </a:ext>
            </a:extLst>
          </p:cNvPr>
          <p:cNvSpPr txBox="1"/>
          <p:nvPr/>
        </p:nvSpPr>
        <p:spPr>
          <a:xfrm>
            <a:off x="900555" y="1261545"/>
            <a:ext cx="1126394" cy="181776"/>
          </a:xfrm>
          <a:prstGeom prst="rect">
            <a:avLst/>
          </a:prstGeom>
          <a:noFill/>
        </p:spPr>
        <p:txBody>
          <a:bodyPr wrap="none" lIns="18000" tIns="18000" rIns="18000" bIns="18000" rtlCol="0">
            <a:spAutoFit/>
          </a:bodyPr>
          <a:lstStyle/>
          <a:p>
            <a:pPr algn="ctr">
              <a:lnSpc>
                <a:spcPct val="90000"/>
              </a:lnSpc>
              <a:spcBef>
                <a:spcPts val="400"/>
              </a:spcBef>
            </a:pPr>
            <a:r>
              <a:rPr lang="de-DE" sz="1050"/>
              <a:t>Lead: Business </a:t>
            </a:r>
            <a:r>
              <a:rPr lang="de-DE" sz="1050" err="1"/>
              <a:t>unit</a:t>
            </a:r>
            <a:endParaRPr lang="de-DE" sz="1050"/>
          </a:p>
        </p:txBody>
      </p:sp>
      <p:sp>
        <p:nvSpPr>
          <p:cNvPr id="66" name="Textfeld 65">
            <a:extLst>
              <a:ext uri="{FF2B5EF4-FFF2-40B4-BE49-F238E27FC236}">
                <a16:creationId xmlns:a16="http://schemas.microsoft.com/office/drawing/2014/main" id="{BB7BC49D-7606-5F59-96D8-ED4C5C6788B4}"/>
              </a:ext>
            </a:extLst>
          </p:cNvPr>
          <p:cNvSpPr txBox="1"/>
          <p:nvPr/>
        </p:nvSpPr>
        <p:spPr>
          <a:xfrm>
            <a:off x="2628319" y="1265304"/>
            <a:ext cx="496414" cy="181776"/>
          </a:xfrm>
          <a:prstGeom prst="rect">
            <a:avLst/>
          </a:prstGeom>
          <a:noFill/>
        </p:spPr>
        <p:txBody>
          <a:bodyPr wrap="none" lIns="18000" tIns="18000" rIns="18000" bIns="18000" rtlCol="0">
            <a:spAutoFit/>
          </a:bodyPr>
          <a:lstStyle/>
          <a:p>
            <a:pPr algn="ctr">
              <a:lnSpc>
                <a:spcPct val="90000"/>
              </a:lnSpc>
              <a:spcBef>
                <a:spcPts val="400"/>
              </a:spcBef>
            </a:pPr>
            <a:r>
              <a:rPr lang="de-DE" sz="1050"/>
              <a:t>Lead: IT</a:t>
            </a:r>
          </a:p>
        </p:txBody>
      </p:sp>
      <p:sp>
        <p:nvSpPr>
          <p:cNvPr id="74" name="Textfeld 73">
            <a:extLst>
              <a:ext uri="{FF2B5EF4-FFF2-40B4-BE49-F238E27FC236}">
                <a16:creationId xmlns:a16="http://schemas.microsoft.com/office/drawing/2014/main" id="{41079EA0-1A40-0B0D-EB0E-3669BD499414}"/>
              </a:ext>
            </a:extLst>
          </p:cNvPr>
          <p:cNvSpPr txBox="1"/>
          <p:nvPr/>
        </p:nvSpPr>
        <p:spPr>
          <a:xfrm>
            <a:off x="301393" y="5087945"/>
            <a:ext cx="353746" cy="257951"/>
          </a:xfrm>
          <a:prstGeom prst="rect">
            <a:avLst/>
          </a:prstGeom>
          <a:noFill/>
        </p:spPr>
        <p:txBody>
          <a:bodyPr wrap="none" lIns="18000" tIns="18000" rIns="18000" bIns="18000" rtlCol="0">
            <a:spAutoFit/>
          </a:bodyPr>
          <a:lstStyle/>
          <a:p>
            <a:pPr algn="ctr">
              <a:lnSpc>
                <a:spcPct val="90000"/>
              </a:lnSpc>
              <a:spcBef>
                <a:spcPts val="400"/>
              </a:spcBef>
            </a:pPr>
            <a:r>
              <a:rPr lang="de-DE" sz="800"/>
              <a:t>Start </a:t>
            </a:r>
            <a:br>
              <a:rPr lang="de-DE" sz="800"/>
            </a:br>
            <a:r>
              <a:rPr lang="de-DE" sz="800"/>
              <a:t>Project</a:t>
            </a:r>
          </a:p>
        </p:txBody>
      </p:sp>
      <p:sp>
        <p:nvSpPr>
          <p:cNvPr id="75" name="Ellipse 74">
            <a:extLst>
              <a:ext uri="{FF2B5EF4-FFF2-40B4-BE49-F238E27FC236}">
                <a16:creationId xmlns:a16="http://schemas.microsoft.com/office/drawing/2014/main" id="{824DE8E0-5561-8C42-2E81-FB644EE37C8C}"/>
              </a:ext>
            </a:extLst>
          </p:cNvPr>
          <p:cNvSpPr/>
          <p:nvPr/>
        </p:nvSpPr>
        <p:spPr>
          <a:xfrm>
            <a:off x="361642" y="4761472"/>
            <a:ext cx="263285" cy="263285"/>
          </a:xfrm>
          <a:prstGeom prst="ellipse">
            <a:avLst/>
          </a:prstGeom>
          <a:solidFill>
            <a:schemeClr val="bg1"/>
          </a:solidFill>
          <a:ln w="635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72000" tIns="72000" rIns="72000" bIns="72000" rtlCol="0" anchor="ctr"/>
          <a:lstStyle/>
          <a:p>
            <a:pPr algn="ctr">
              <a:lnSpc>
                <a:spcPct val="90000"/>
              </a:lnSpc>
            </a:pPr>
            <a:endParaRPr lang="de-DE" sz="1600" b="1">
              <a:solidFill>
                <a:schemeClr val="tx1"/>
              </a:solidFill>
            </a:endParaRPr>
          </a:p>
        </p:txBody>
      </p:sp>
      <p:sp>
        <p:nvSpPr>
          <p:cNvPr id="76" name="Rechteck 75">
            <a:extLst>
              <a:ext uri="{FF2B5EF4-FFF2-40B4-BE49-F238E27FC236}">
                <a16:creationId xmlns:a16="http://schemas.microsoft.com/office/drawing/2014/main" id="{5E87E906-7125-44D4-5D36-68C777A70834}"/>
              </a:ext>
            </a:extLst>
          </p:cNvPr>
          <p:cNvSpPr/>
          <p:nvPr/>
        </p:nvSpPr>
        <p:spPr>
          <a:xfrm>
            <a:off x="886541" y="4674702"/>
            <a:ext cx="1081593" cy="436824"/>
          </a:xfrm>
          <a:prstGeom prst="rect">
            <a:avLst/>
          </a:prstGeom>
          <a:solidFill>
            <a:schemeClr val="bg1"/>
          </a:solidFill>
          <a:ln w="12700" cap="flat" cmpd="sng" algn="ctr">
            <a:solidFill>
              <a:schemeClr val="bg1">
                <a:lumMod val="85000"/>
              </a:schemeClr>
            </a:solidFill>
            <a:prstDash val="solid"/>
            <a:miter lim="800000"/>
          </a:ln>
          <a:effectLst/>
        </p:spPr>
        <p:txBody>
          <a:bodyPr lIns="0" tIns="0" rIns="0" bIns="0" rtlCol="0" anchor="ctr"/>
          <a:lstStyle/>
          <a:p>
            <a:pPr algn="ctr"/>
            <a:r>
              <a:rPr lang="de-DE" sz="900" kern="0">
                <a:latin typeface="+mj-lt"/>
              </a:rPr>
              <a:t>Create </a:t>
            </a:r>
            <a:r>
              <a:rPr lang="de-DE" sz="900" kern="0" err="1">
                <a:latin typeface="+mj-lt"/>
              </a:rPr>
              <a:t>project</a:t>
            </a:r>
            <a:r>
              <a:rPr lang="de-DE" sz="900" kern="0">
                <a:latin typeface="+mj-lt"/>
              </a:rPr>
              <a:t> in portfolio (PIT: VEW, VPM, IT, App: Rest)</a:t>
            </a:r>
          </a:p>
        </p:txBody>
      </p:sp>
      <p:cxnSp>
        <p:nvCxnSpPr>
          <p:cNvPr id="78" name="Gerade Verbindung mit Pfeil 77">
            <a:extLst>
              <a:ext uri="{FF2B5EF4-FFF2-40B4-BE49-F238E27FC236}">
                <a16:creationId xmlns:a16="http://schemas.microsoft.com/office/drawing/2014/main" id="{4C4F007F-82B8-3948-FB20-F1456218D9DE}"/>
              </a:ext>
            </a:extLst>
          </p:cNvPr>
          <p:cNvCxnSpPr>
            <a:cxnSpLocks/>
          </p:cNvCxnSpPr>
          <p:nvPr/>
        </p:nvCxnSpPr>
        <p:spPr>
          <a:xfrm>
            <a:off x="1319284" y="2043202"/>
            <a:ext cx="0" cy="2627120"/>
          </a:xfrm>
          <a:prstGeom prst="straightConnector1">
            <a:avLst/>
          </a:prstGeom>
          <a:ln>
            <a:solidFill>
              <a:schemeClr val="tx1"/>
            </a:solidFill>
            <a:prstDash val="dashDot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80" name="Textfeld 79">
            <a:extLst>
              <a:ext uri="{FF2B5EF4-FFF2-40B4-BE49-F238E27FC236}">
                <a16:creationId xmlns:a16="http://schemas.microsoft.com/office/drawing/2014/main" id="{66ACB7AE-856B-C598-AB38-C8B7C268E67D}"/>
              </a:ext>
            </a:extLst>
          </p:cNvPr>
          <p:cNvSpPr txBox="1"/>
          <p:nvPr/>
        </p:nvSpPr>
        <p:spPr>
          <a:xfrm>
            <a:off x="331160" y="3110212"/>
            <a:ext cx="913194" cy="368750"/>
          </a:xfrm>
          <a:prstGeom prst="rect">
            <a:avLst/>
          </a:prstGeom>
          <a:noFill/>
        </p:spPr>
        <p:txBody>
          <a:bodyPr wrap="none" lIns="18000" tIns="18000" rIns="18000" bIns="18000" rtlCol="0">
            <a:spAutoFit/>
          </a:bodyPr>
          <a:lstStyle/>
          <a:p>
            <a:pPr algn="r">
              <a:lnSpc>
                <a:spcPct val="90000"/>
              </a:lnSpc>
              <a:spcBef>
                <a:spcPts val="400"/>
              </a:spcBef>
            </a:pPr>
            <a:r>
              <a:rPr lang="de-DE" sz="800"/>
              <a:t>Manuelle Aufnahme</a:t>
            </a:r>
            <a:br>
              <a:rPr lang="de-DE" sz="800"/>
            </a:br>
            <a:r>
              <a:rPr lang="de-DE" sz="800"/>
              <a:t>IT-Demand -</a:t>
            </a:r>
            <a:br>
              <a:rPr lang="de-DE" sz="800"/>
            </a:br>
            <a:r>
              <a:rPr lang="de-DE" sz="800"/>
              <a:t>ID</a:t>
            </a:r>
          </a:p>
        </p:txBody>
      </p:sp>
      <p:cxnSp>
        <p:nvCxnSpPr>
          <p:cNvPr id="81" name="Gerade Verbindung mit Pfeil 80">
            <a:extLst>
              <a:ext uri="{FF2B5EF4-FFF2-40B4-BE49-F238E27FC236}">
                <a16:creationId xmlns:a16="http://schemas.microsoft.com/office/drawing/2014/main" id="{3B48725B-2BAB-6131-6E40-78C28BE5A442}"/>
              </a:ext>
            </a:extLst>
          </p:cNvPr>
          <p:cNvCxnSpPr>
            <a:cxnSpLocks/>
            <a:stCxn id="75" idx="6"/>
            <a:endCxn id="76" idx="1"/>
          </p:cNvCxnSpPr>
          <p:nvPr/>
        </p:nvCxnSpPr>
        <p:spPr>
          <a:xfrm flipV="1">
            <a:off x="624927" y="4893114"/>
            <a:ext cx="261614" cy="1"/>
          </a:xfrm>
          <a:prstGeom prst="straightConnector1">
            <a:avLst/>
          </a:prstGeom>
          <a:noFill/>
          <a:ln w="19050" cap="flat" cmpd="sng" algn="ctr">
            <a:solidFill>
              <a:sysClr val="windowText" lastClr="000000"/>
            </a:solidFill>
            <a:prstDash val="solid"/>
            <a:miter lim="800000"/>
            <a:tailEnd type="triangle" w="lg" len="med"/>
          </a:ln>
          <a:effectLst/>
        </p:spPr>
      </p:cxnSp>
      <p:cxnSp>
        <p:nvCxnSpPr>
          <p:cNvPr id="84" name="Gerade Verbindung mit Pfeil 83">
            <a:extLst>
              <a:ext uri="{FF2B5EF4-FFF2-40B4-BE49-F238E27FC236}">
                <a16:creationId xmlns:a16="http://schemas.microsoft.com/office/drawing/2014/main" id="{30F1EA24-33F9-FEB9-3DB9-3B21F8D13190}"/>
              </a:ext>
            </a:extLst>
          </p:cNvPr>
          <p:cNvCxnSpPr>
            <a:cxnSpLocks/>
          </p:cNvCxnSpPr>
          <p:nvPr/>
        </p:nvCxnSpPr>
        <p:spPr>
          <a:xfrm flipV="1">
            <a:off x="1600200" y="2056520"/>
            <a:ext cx="0" cy="2613802"/>
          </a:xfrm>
          <a:prstGeom prst="straightConnector1">
            <a:avLst/>
          </a:prstGeom>
          <a:ln>
            <a:solidFill>
              <a:schemeClr val="tx1"/>
            </a:solidFill>
            <a:prstDash val="dashDot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88" name="Textfeld 87">
            <a:extLst>
              <a:ext uri="{FF2B5EF4-FFF2-40B4-BE49-F238E27FC236}">
                <a16:creationId xmlns:a16="http://schemas.microsoft.com/office/drawing/2014/main" id="{5F4222D9-D923-133E-BFAC-71184B8CBD5A}"/>
              </a:ext>
            </a:extLst>
          </p:cNvPr>
          <p:cNvSpPr txBox="1"/>
          <p:nvPr/>
        </p:nvSpPr>
        <p:spPr>
          <a:xfrm>
            <a:off x="1675929" y="3743880"/>
            <a:ext cx="1200597" cy="368750"/>
          </a:xfrm>
          <a:prstGeom prst="rect">
            <a:avLst/>
          </a:prstGeom>
          <a:noFill/>
        </p:spPr>
        <p:txBody>
          <a:bodyPr wrap="square" lIns="18000" tIns="18000" rIns="18000" bIns="18000" rtlCol="0">
            <a:spAutoFit/>
          </a:bodyPr>
          <a:lstStyle/>
          <a:p>
            <a:pPr>
              <a:lnSpc>
                <a:spcPct val="90000"/>
              </a:lnSpc>
              <a:spcBef>
                <a:spcPts val="400"/>
              </a:spcBef>
            </a:pPr>
            <a:r>
              <a:rPr lang="de-DE" sz="800"/>
              <a:t>Manuelle Aufnahme Portfolio-</a:t>
            </a:r>
            <a:br>
              <a:rPr lang="de-DE" sz="800"/>
            </a:br>
            <a:r>
              <a:rPr lang="de-DE" sz="800"/>
              <a:t>ID, Project-ID</a:t>
            </a:r>
          </a:p>
        </p:txBody>
      </p:sp>
      <p:cxnSp>
        <p:nvCxnSpPr>
          <p:cNvPr id="89" name="Gerade Verbindung mit Pfeil 88">
            <a:extLst>
              <a:ext uri="{FF2B5EF4-FFF2-40B4-BE49-F238E27FC236}">
                <a16:creationId xmlns:a16="http://schemas.microsoft.com/office/drawing/2014/main" id="{8B31A662-764C-6839-7365-4AA5F9737EDD}"/>
              </a:ext>
            </a:extLst>
          </p:cNvPr>
          <p:cNvCxnSpPr>
            <a:cxnSpLocks/>
            <a:endCxn id="18" idx="1"/>
          </p:cNvCxnSpPr>
          <p:nvPr/>
        </p:nvCxnSpPr>
        <p:spPr>
          <a:xfrm>
            <a:off x="1968134" y="4893114"/>
            <a:ext cx="544503" cy="0"/>
          </a:xfrm>
          <a:prstGeom prst="straightConnector1">
            <a:avLst/>
          </a:prstGeom>
          <a:noFill/>
          <a:ln w="19050" cap="flat" cmpd="sng" algn="ctr">
            <a:solidFill>
              <a:sysClr val="windowText" lastClr="000000"/>
            </a:solidFill>
            <a:prstDash val="solid"/>
            <a:miter lim="800000"/>
            <a:tailEnd type="triangle" w="lg" len="med"/>
          </a:ln>
          <a:effectLst/>
        </p:spPr>
      </p:cxnSp>
      <p:cxnSp>
        <p:nvCxnSpPr>
          <p:cNvPr id="90" name="Gerade Verbindung mit Pfeil 89">
            <a:extLst>
              <a:ext uri="{FF2B5EF4-FFF2-40B4-BE49-F238E27FC236}">
                <a16:creationId xmlns:a16="http://schemas.microsoft.com/office/drawing/2014/main" id="{43243841-107C-8736-C603-A71615B10D88}"/>
              </a:ext>
            </a:extLst>
          </p:cNvPr>
          <p:cNvCxnSpPr>
            <a:cxnSpLocks/>
            <a:stCxn id="18" idx="3"/>
            <a:endCxn id="19" idx="1"/>
          </p:cNvCxnSpPr>
          <p:nvPr/>
        </p:nvCxnSpPr>
        <p:spPr>
          <a:xfrm flipV="1">
            <a:off x="4895239" y="4888734"/>
            <a:ext cx="883782" cy="4380"/>
          </a:xfrm>
          <a:prstGeom prst="straightConnector1">
            <a:avLst/>
          </a:prstGeom>
          <a:noFill/>
          <a:ln w="19050" cap="flat" cmpd="sng" algn="ctr">
            <a:solidFill>
              <a:sysClr val="windowText" lastClr="000000"/>
            </a:solidFill>
            <a:prstDash val="solid"/>
            <a:miter lim="800000"/>
            <a:tailEnd type="triangle" w="lg" len="med"/>
          </a:ln>
          <a:effectLst/>
        </p:spPr>
      </p:cxnSp>
      <p:sp>
        <p:nvSpPr>
          <p:cNvPr id="91" name="Rechteck 90">
            <a:extLst>
              <a:ext uri="{FF2B5EF4-FFF2-40B4-BE49-F238E27FC236}">
                <a16:creationId xmlns:a16="http://schemas.microsoft.com/office/drawing/2014/main" id="{0ACF31E0-53D1-F497-9F80-EB1B9386BFF5}"/>
              </a:ext>
            </a:extLst>
          </p:cNvPr>
          <p:cNvSpPr/>
          <p:nvPr/>
        </p:nvSpPr>
        <p:spPr>
          <a:xfrm>
            <a:off x="7207845" y="4670322"/>
            <a:ext cx="1044000" cy="436824"/>
          </a:xfrm>
          <a:prstGeom prst="rect">
            <a:avLst/>
          </a:prstGeom>
          <a:solidFill>
            <a:schemeClr val="bg1"/>
          </a:solidFill>
          <a:ln w="12700" cap="flat" cmpd="sng" algn="ctr">
            <a:solidFill>
              <a:schemeClr val="bg1">
                <a:lumMod val="85000"/>
              </a:schemeClr>
            </a:solidFill>
            <a:prstDash val="solid"/>
            <a:miter lim="800000"/>
          </a:ln>
          <a:effectLst/>
        </p:spPr>
        <p:txBody>
          <a:bodyPr lIns="0" tIns="0" rIns="0" bIns="45720" rtlCol="0" anchor="ctr"/>
          <a:lstStyle/>
          <a:p>
            <a:pPr lvl="0" algn="ctr">
              <a:defRPr/>
            </a:pPr>
            <a:r>
              <a:rPr lang="de-DE" sz="1100" kern="0" err="1">
                <a:solidFill>
                  <a:prstClr val="black"/>
                </a:solidFill>
              </a:rPr>
              <a:t>Execution</a:t>
            </a:r>
            <a:endParaRPr lang="de-DE" sz="1100" kern="0">
              <a:solidFill>
                <a:prstClr val="black"/>
              </a:solidFill>
            </a:endParaRPr>
          </a:p>
        </p:txBody>
      </p:sp>
      <p:cxnSp>
        <p:nvCxnSpPr>
          <p:cNvPr id="92" name="Gerade Verbindung mit Pfeil 91">
            <a:extLst>
              <a:ext uri="{FF2B5EF4-FFF2-40B4-BE49-F238E27FC236}">
                <a16:creationId xmlns:a16="http://schemas.microsoft.com/office/drawing/2014/main" id="{DC0B42B8-ECCF-F2B7-7780-5D327B28AB3B}"/>
              </a:ext>
            </a:extLst>
          </p:cNvPr>
          <p:cNvCxnSpPr>
            <a:cxnSpLocks/>
            <a:stCxn id="19" idx="3"/>
            <a:endCxn id="91" idx="1"/>
          </p:cNvCxnSpPr>
          <p:nvPr/>
        </p:nvCxnSpPr>
        <p:spPr>
          <a:xfrm>
            <a:off x="6648724" y="4888734"/>
            <a:ext cx="559121" cy="0"/>
          </a:xfrm>
          <a:prstGeom prst="straightConnector1">
            <a:avLst/>
          </a:prstGeom>
          <a:noFill/>
          <a:ln w="19050" cap="flat" cmpd="sng" algn="ctr">
            <a:solidFill>
              <a:sysClr val="windowText" lastClr="000000"/>
            </a:solidFill>
            <a:prstDash val="solid"/>
            <a:miter lim="800000"/>
            <a:tailEnd type="triangle" w="lg" len="med"/>
          </a:ln>
          <a:effectLst/>
        </p:spPr>
      </p:cxnSp>
      <p:sp>
        <p:nvSpPr>
          <p:cNvPr id="94" name="Raute 93">
            <a:extLst>
              <a:ext uri="{FF2B5EF4-FFF2-40B4-BE49-F238E27FC236}">
                <a16:creationId xmlns:a16="http://schemas.microsoft.com/office/drawing/2014/main" id="{FA2650F2-A9E2-AF83-907A-B143634CC5EF}"/>
              </a:ext>
            </a:extLst>
          </p:cNvPr>
          <p:cNvSpPr/>
          <p:nvPr/>
        </p:nvSpPr>
        <p:spPr>
          <a:xfrm>
            <a:off x="6813374" y="4789782"/>
            <a:ext cx="215052" cy="197808"/>
          </a:xfrm>
          <a:prstGeom prst="diamond">
            <a:avLst/>
          </a:prstGeom>
          <a:solidFill>
            <a:schemeClr val="accent6">
              <a:lumMod val="60000"/>
              <a:lumOff val="40000"/>
            </a:schemeClr>
          </a:solidFill>
          <a:ln w="635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="horz" lIns="0" tIns="0" rIns="0" bIns="0" rtlCol="0" anchor="ctr"/>
          <a:lstStyle/>
          <a:p>
            <a:pPr algn="ctr">
              <a:lnSpc>
                <a:spcPct val="90000"/>
              </a:lnSpc>
            </a:pPr>
            <a:r>
              <a:rPr lang="en-US" sz="600" b="1">
                <a:solidFill>
                  <a:schemeClr val="tx1"/>
                </a:solidFill>
                <a:latin typeface="+mj-lt"/>
              </a:rPr>
              <a:t>QG</a:t>
            </a:r>
          </a:p>
        </p:txBody>
      </p:sp>
      <p:cxnSp>
        <p:nvCxnSpPr>
          <p:cNvPr id="96" name="Gerade Verbindung mit Pfeil 95">
            <a:extLst>
              <a:ext uri="{FF2B5EF4-FFF2-40B4-BE49-F238E27FC236}">
                <a16:creationId xmlns:a16="http://schemas.microsoft.com/office/drawing/2014/main" id="{E1AF92E7-5B3B-4E1B-64CA-805D5205B69A}"/>
              </a:ext>
            </a:extLst>
          </p:cNvPr>
          <p:cNvCxnSpPr>
            <a:cxnSpLocks/>
            <a:stCxn id="55" idx="0"/>
            <a:endCxn id="24" idx="2"/>
          </p:cNvCxnSpPr>
          <p:nvPr/>
        </p:nvCxnSpPr>
        <p:spPr>
          <a:xfrm flipV="1">
            <a:off x="4909253" y="2062630"/>
            <a:ext cx="1" cy="299723"/>
          </a:xfrm>
          <a:prstGeom prst="straightConnector1">
            <a:avLst/>
          </a:prstGeom>
          <a:noFill/>
          <a:ln w="19050" cap="flat" cmpd="sng" algn="ctr">
            <a:solidFill>
              <a:sysClr val="windowText" lastClr="000000"/>
            </a:solidFill>
            <a:prstDash val="solid"/>
            <a:miter lim="800000"/>
            <a:tailEnd type="triangle" w="lg" len="med"/>
          </a:ln>
          <a:effectLst/>
        </p:spPr>
      </p:cxnSp>
      <p:sp>
        <p:nvSpPr>
          <p:cNvPr id="171" name="Flussdiagramm: Vordefinierter Prozess 170">
            <a:extLst>
              <a:ext uri="{FF2B5EF4-FFF2-40B4-BE49-F238E27FC236}">
                <a16:creationId xmlns:a16="http://schemas.microsoft.com/office/drawing/2014/main" id="{BC405BA7-3E66-62C0-81C9-F4E94F3102B7}"/>
              </a:ext>
            </a:extLst>
          </p:cNvPr>
          <p:cNvSpPr/>
          <p:nvPr/>
        </p:nvSpPr>
        <p:spPr>
          <a:xfrm>
            <a:off x="5060620" y="4766806"/>
            <a:ext cx="479307" cy="257951"/>
          </a:xfrm>
          <a:prstGeom prst="flowChartPredefinedProcess">
            <a:avLst/>
          </a:prstGeom>
          <a:solidFill>
            <a:schemeClr val="accent6">
              <a:lumMod val="40000"/>
              <a:lumOff val="60000"/>
            </a:schemeClr>
          </a:solidFill>
          <a:ln w="12700" cap="flat" cmpd="sng" algn="ctr">
            <a:solidFill>
              <a:schemeClr val="bg1">
                <a:lumMod val="85000"/>
              </a:schemeClr>
            </a:solidFill>
            <a:prstDash val="solid"/>
            <a:miter lim="800000"/>
          </a:ln>
          <a:effectLst/>
        </p:spPr>
        <p:txBody>
          <a:bodyPr lIns="0" tIns="0" rIns="0" bIns="0" rtlCol="0" anchor="ctr"/>
          <a:lstStyle/>
          <a:p>
            <a:pPr algn="ctr"/>
            <a:r>
              <a:rPr lang="de-DE" sz="1000" kern="0">
                <a:solidFill>
                  <a:schemeClr val="tx1"/>
                </a:solidFill>
                <a:latin typeface="+mj-lt"/>
              </a:rPr>
              <a:t>JP</a:t>
            </a:r>
          </a:p>
        </p:txBody>
      </p:sp>
      <p:sp>
        <p:nvSpPr>
          <p:cNvPr id="172" name="Textfeld 171">
            <a:extLst>
              <a:ext uri="{FF2B5EF4-FFF2-40B4-BE49-F238E27FC236}">
                <a16:creationId xmlns:a16="http://schemas.microsoft.com/office/drawing/2014/main" id="{E69FB7EB-C6BF-918A-644B-FB00A5E43923}"/>
              </a:ext>
            </a:extLst>
          </p:cNvPr>
          <p:cNvSpPr txBox="1"/>
          <p:nvPr/>
        </p:nvSpPr>
        <p:spPr>
          <a:xfrm>
            <a:off x="170448" y="1044990"/>
            <a:ext cx="1661797" cy="202551"/>
          </a:xfrm>
          <a:prstGeom prst="rect">
            <a:avLst/>
          </a:prstGeom>
          <a:noFill/>
        </p:spPr>
        <p:txBody>
          <a:bodyPr wrap="none" lIns="18000" tIns="18000" rIns="18000" bIns="18000" rtlCol="0">
            <a:spAutoFit/>
          </a:bodyPr>
          <a:lstStyle>
            <a:defPPr>
              <a:defRPr lang="de-DE"/>
            </a:defPPr>
            <a:lvl1pPr>
              <a:lnSpc>
                <a:spcPct val="90000"/>
              </a:lnSpc>
              <a:spcBef>
                <a:spcPts val="400"/>
              </a:spcBef>
              <a:defRPr sz="1050" b="1"/>
            </a:lvl1pPr>
          </a:lstStyle>
          <a:p>
            <a:r>
              <a:rPr lang="de-DE" sz="1200"/>
              <a:t>ServiceNow: IT Demand</a:t>
            </a:r>
          </a:p>
        </p:txBody>
      </p:sp>
      <p:sp>
        <p:nvSpPr>
          <p:cNvPr id="175" name="Textfeld 174">
            <a:extLst>
              <a:ext uri="{FF2B5EF4-FFF2-40B4-BE49-F238E27FC236}">
                <a16:creationId xmlns:a16="http://schemas.microsoft.com/office/drawing/2014/main" id="{8CDECC35-C5CC-0645-DC5C-680DA97292E3}"/>
              </a:ext>
            </a:extLst>
          </p:cNvPr>
          <p:cNvSpPr txBox="1"/>
          <p:nvPr/>
        </p:nvSpPr>
        <p:spPr>
          <a:xfrm>
            <a:off x="138156" y="3997803"/>
            <a:ext cx="1254634" cy="202551"/>
          </a:xfrm>
          <a:prstGeom prst="rect">
            <a:avLst/>
          </a:prstGeom>
          <a:noFill/>
        </p:spPr>
        <p:txBody>
          <a:bodyPr wrap="none" lIns="18000" tIns="18000" rIns="18000" bIns="18000" rtlCol="0">
            <a:spAutoFit/>
          </a:bodyPr>
          <a:lstStyle>
            <a:defPPr>
              <a:defRPr lang="de-DE"/>
            </a:defPPr>
            <a:lvl1pPr>
              <a:lnSpc>
                <a:spcPct val="90000"/>
              </a:lnSpc>
              <a:spcBef>
                <a:spcPts val="400"/>
              </a:spcBef>
              <a:defRPr sz="1050" b="1"/>
            </a:lvl1pPr>
          </a:lstStyle>
          <a:p>
            <a:r>
              <a:rPr lang="de-DE" sz="1200"/>
              <a:t>Project Portfolios</a:t>
            </a:r>
          </a:p>
        </p:txBody>
      </p:sp>
      <p:cxnSp>
        <p:nvCxnSpPr>
          <p:cNvPr id="176" name="Gerade Verbindung mit Pfeil 175">
            <a:extLst>
              <a:ext uri="{FF2B5EF4-FFF2-40B4-BE49-F238E27FC236}">
                <a16:creationId xmlns:a16="http://schemas.microsoft.com/office/drawing/2014/main" id="{36594CDF-F169-46C4-BA97-06B617C4D847}"/>
              </a:ext>
            </a:extLst>
          </p:cNvPr>
          <p:cNvCxnSpPr>
            <a:cxnSpLocks/>
            <a:stCxn id="27" idx="3"/>
          </p:cNvCxnSpPr>
          <p:nvPr/>
        </p:nvCxnSpPr>
        <p:spPr>
          <a:xfrm>
            <a:off x="8271066" y="1844218"/>
            <a:ext cx="367035" cy="0"/>
          </a:xfrm>
          <a:prstGeom prst="straightConnector1">
            <a:avLst/>
          </a:prstGeom>
          <a:noFill/>
          <a:ln w="19050" cap="flat" cmpd="sng" algn="ctr">
            <a:solidFill>
              <a:sysClr val="windowText" lastClr="000000"/>
            </a:solidFill>
            <a:prstDash val="solid"/>
            <a:miter lim="800000"/>
            <a:tailEnd type="triangle" w="lg" len="med"/>
          </a:ln>
          <a:effectLst/>
        </p:spPr>
      </p:cxnSp>
      <p:cxnSp>
        <p:nvCxnSpPr>
          <p:cNvPr id="177" name="Gerade Verbindung mit Pfeil 176">
            <a:extLst>
              <a:ext uri="{FF2B5EF4-FFF2-40B4-BE49-F238E27FC236}">
                <a16:creationId xmlns:a16="http://schemas.microsoft.com/office/drawing/2014/main" id="{D175FC6D-CACD-3940-A466-3658A1F38A3D}"/>
              </a:ext>
            </a:extLst>
          </p:cNvPr>
          <p:cNvCxnSpPr>
            <a:cxnSpLocks/>
            <a:stCxn id="91" idx="3"/>
            <a:endCxn id="179" idx="2"/>
          </p:cNvCxnSpPr>
          <p:nvPr/>
        </p:nvCxnSpPr>
        <p:spPr>
          <a:xfrm flipV="1">
            <a:off x="8251845" y="4888686"/>
            <a:ext cx="358228" cy="48"/>
          </a:xfrm>
          <a:prstGeom prst="straightConnector1">
            <a:avLst/>
          </a:prstGeom>
          <a:noFill/>
          <a:ln w="19050" cap="flat" cmpd="sng" algn="ctr">
            <a:solidFill>
              <a:sysClr val="windowText" lastClr="000000"/>
            </a:solidFill>
            <a:prstDash val="solid"/>
            <a:miter lim="800000"/>
            <a:tailEnd type="triangle" w="lg" len="med"/>
          </a:ln>
          <a:effectLst/>
        </p:spPr>
      </p:cxnSp>
      <p:sp>
        <p:nvSpPr>
          <p:cNvPr id="178" name="Ellipse 177">
            <a:extLst>
              <a:ext uri="{FF2B5EF4-FFF2-40B4-BE49-F238E27FC236}">
                <a16:creationId xmlns:a16="http://schemas.microsoft.com/office/drawing/2014/main" id="{5BEB9E8B-7B30-02D5-B00C-88999ACCF182}"/>
              </a:ext>
            </a:extLst>
          </p:cNvPr>
          <p:cNvSpPr/>
          <p:nvPr/>
        </p:nvSpPr>
        <p:spPr>
          <a:xfrm>
            <a:off x="8638101" y="1704647"/>
            <a:ext cx="263285" cy="263285"/>
          </a:xfrm>
          <a:prstGeom prst="ellipse">
            <a:avLst/>
          </a:prstGeom>
          <a:solidFill>
            <a:schemeClr val="bg1"/>
          </a:solidFill>
          <a:ln w="635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72000" tIns="72000" rIns="72000" bIns="72000" rtlCol="0" anchor="ctr"/>
          <a:lstStyle/>
          <a:p>
            <a:pPr algn="ctr">
              <a:lnSpc>
                <a:spcPct val="90000"/>
              </a:lnSpc>
            </a:pPr>
            <a:endParaRPr lang="de-DE" sz="1600" b="1">
              <a:solidFill>
                <a:schemeClr val="tx1"/>
              </a:solidFill>
            </a:endParaRPr>
          </a:p>
        </p:txBody>
      </p:sp>
      <p:sp>
        <p:nvSpPr>
          <p:cNvPr id="179" name="Ellipse 178">
            <a:extLst>
              <a:ext uri="{FF2B5EF4-FFF2-40B4-BE49-F238E27FC236}">
                <a16:creationId xmlns:a16="http://schemas.microsoft.com/office/drawing/2014/main" id="{D47AEB5A-1652-EE77-4755-A5DD74F1064E}"/>
              </a:ext>
            </a:extLst>
          </p:cNvPr>
          <p:cNvSpPr/>
          <p:nvPr/>
        </p:nvSpPr>
        <p:spPr>
          <a:xfrm>
            <a:off x="8610073" y="4757043"/>
            <a:ext cx="263285" cy="263285"/>
          </a:xfrm>
          <a:prstGeom prst="ellipse">
            <a:avLst/>
          </a:prstGeom>
          <a:solidFill>
            <a:schemeClr val="bg1"/>
          </a:solidFill>
          <a:ln w="635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72000" tIns="72000" rIns="72000" bIns="72000" rtlCol="0" anchor="ctr"/>
          <a:lstStyle/>
          <a:p>
            <a:pPr algn="ctr">
              <a:lnSpc>
                <a:spcPct val="90000"/>
              </a:lnSpc>
            </a:pPr>
            <a:endParaRPr lang="de-DE" sz="1600" b="1">
              <a:solidFill>
                <a:schemeClr val="tx1"/>
              </a:solidFill>
            </a:endParaRPr>
          </a:p>
        </p:txBody>
      </p:sp>
      <p:sp>
        <p:nvSpPr>
          <p:cNvPr id="180" name="Textfeld 179">
            <a:extLst>
              <a:ext uri="{FF2B5EF4-FFF2-40B4-BE49-F238E27FC236}">
                <a16:creationId xmlns:a16="http://schemas.microsoft.com/office/drawing/2014/main" id="{F868093A-46E7-6A16-740F-163D602F21E7}"/>
              </a:ext>
            </a:extLst>
          </p:cNvPr>
          <p:cNvSpPr txBox="1"/>
          <p:nvPr/>
        </p:nvSpPr>
        <p:spPr>
          <a:xfrm>
            <a:off x="8601297" y="1986873"/>
            <a:ext cx="355350" cy="257951"/>
          </a:xfrm>
          <a:prstGeom prst="rect">
            <a:avLst/>
          </a:prstGeom>
          <a:noFill/>
        </p:spPr>
        <p:txBody>
          <a:bodyPr wrap="none" lIns="18000" tIns="18000" rIns="18000" bIns="18000" rtlCol="0">
            <a:spAutoFit/>
          </a:bodyPr>
          <a:lstStyle/>
          <a:p>
            <a:pPr algn="ctr">
              <a:lnSpc>
                <a:spcPct val="90000"/>
              </a:lnSpc>
              <a:spcBef>
                <a:spcPts val="400"/>
              </a:spcBef>
            </a:pPr>
            <a:r>
              <a:rPr lang="de-DE" sz="800"/>
              <a:t>End </a:t>
            </a:r>
            <a:br>
              <a:rPr lang="de-DE" sz="800"/>
            </a:br>
            <a:r>
              <a:rPr lang="de-DE" sz="800" err="1"/>
              <a:t>closure</a:t>
            </a:r>
            <a:endParaRPr lang="de-DE" sz="800"/>
          </a:p>
        </p:txBody>
      </p:sp>
      <p:sp>
        <p:nvSpPr>
          <p:cNvPr id="181" name="Textfeld 180">
            <a:extLst>
              <a:ext uri="{FF2B5EF4-FFF2-40B4-BE49-F238E27FC236}">
                <a16:creationId xmlns:a16="http://schemas.microsoft.com/office/drawing/2014/main" id="{57DCB0FB-B939-8077-DE91-6495AD98DE7F}"/>
              </a:ext>
            </a:extLst>
          </p:cNvPr>
          <p:cNvSpPr txBox="1"/>
          <p:nvPr/>
        </p:nvSpPr>
        <p:spPr>
          <a:xfrm>
            <a:off x="8587283" y="5084771"/>
            <a:ext cx="355350" cy="257951"/>
          </a:xfrm>
          <a:prstGeom prst="rect">
            <a:avLst/>
          </a:prstGeom>
          <a:noFill/>
        </p:spPr>
        <p:txBody>
          <a:bodyPr wrap="none" lIns="18000" tIns="18000" rIns="18000" bIns="18000" rtlCol="0">
            <a:spAutoFit/>
          </a:bodyPr>
          <a:lstStyle/>
          <a:p>
            <a:pPr algn="ctr">
              <a:lnSpc>
                <a:spcPct val="90000"/>
              </a:lnSpc>
              <a:spcBef>
                <a:spcPts val="400"/>
              </a:spcBef>
            </a:pPr>
            <a:r>
              <a:rPr lang="de-DE" sz="800"/>
              <a:t>End </a:t>
            </a:r>
            <a:br>
              <a:rPr lang="de-DE" sz="800"/>
            </a:br>
            <a:r>
              <a:rPr lang="de-DE" sz="800" err="1"/>
              <a:t>closure</a:t>
            </a:r>
            <a:endParaRPr lang="de-DE" sz="800"/>
          </a:p>
        </p:txBody>
      </p:sp>
      <p:sp>
        <p:nvSpPr>
          <p:cNvPr id="198" name="Raute 197">
            <a:extLst>
              <a:ext uri="{FF2B5EF4-FFF2-40B4-BE49-F238E27FC236}">
                <a16:creationId xmlns:a16="http://schemas.microsoft.com/office/drawing/2014/main" id="{50EE4227-296E-1200-638D-628960619256}"/>
              </a:ext>
            </a:extLst>
          </p:cNvPr>
          <p:cNvSpPr/>
          <p:nvPr/>
        </p:nvSpPr>
        <p:spPr>
          <a:xfrm>
            <a:off x="2067807" y="1730762"/>
            <a:ext cx="243689" cy="224149"/>
          </a:xfrm>
          <a:prstGeom prst="diamond">
            <a:avLst/>
          </a:prstGeom>
          <a:solidFill>
            <a:schemeClr val="accent6">
              <a:lumMod val="60000"/>
              <a:lumOff val="40000"/>
            </a:schemeClr>
          </a:solidFill>
          <a:ln w="635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="horz" lIns="0" tIns="0" rIns="0" bIns="0" rtlCol="0" anchor="ctr"/>
          <a:lstStyle/>
          <a:p>
            <a:pPr algn="ctr">
              <a:lnSpc>
                <a:spcPct val="90000"/>
              </a:lnSpc>
            </a:pPr>
            <a:r>
              <a:rPr lang="en-US" sz="600" b="1">
                <a:solidFill>
                  <a:schemeClr val="tx1"/>
                </a:solidFill>
                <a:latin typeface="+mj-lt"/>
              </a:rPr>
              <a:t>QG0</a:t>
            </a:r>
          </a:p>
        </p:txBody>
      </p:sp>
      <p:sp>
        <p:nvSpPr>
          <p:cNvPr id="201" name="Raute 200">
            <a:extLst>
              <a:ext uri="{FF2B5EF4-FFF2-40B4-BE49-F238E27FC236}">
                <a16:creationId xmlns:a16="http://schemas.microsoft.com/office/drawing/2014/main" id="{B026515A-9A4E-2B9B-B25D-7CC63FD64848}"/>
              </a:ext>
            </a:extLst>
          </p:cNvPr>
          <p:cNvSpPr/>
          <p:nvPr/>
        </p:nvSpPr>
        <p:spPr>
          <a:xfrm>
            <a:off x="3456921" y="1718334"/>
            <a:ext cx="243689" cy="224149"/>
          </a:xfrm>
          <a:prstGeom prst="diamond">
            <a:avLst/>
          </a:prstGeom>
          <a:solidFill>
            <a:schemeClr val="accent6">
              <a:lumMod val="60000"/>
              <a:lumOff val="40000"/>
            </a:schemeClr>
          </a:solidFill>
          <a:ln w="635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="horz" lIns="0" tIns="0" rIns="0" bIns="0" rtlCol="0" anchor="ctr"/>
          <a:lstStyle/>
          <a:p>
            <a:pPr algn="ctr">
              <a:lnSpc>
                <a:spcPct val="90000"/>
              </a:lnSpc>
            </a:pPr>
            <a:r>
              <a:rPr lang="en-US" sz="600" b="1">
                <a:solidFill>
                  <a:schemeClr val="tx1"/>
                </a:solidFill>
                <a:latin typeface="+mj-lt"/>
              </a:rPr>
              <a:t>QG1</a:t>
            </a:r>
          </a:p>
        </p:txBody>
      </p:sp>
      <p:sp>
        <p:nvSpPr>
          <p:cNvPr id="202" name="Raute 201">
            <a:extLst>
              <a:ext uri="{FF2B5EF4-FFF2-40B4-BE49-F238E27FC236}">
                <a16:creationId xmlns:a16="http://schemas.microsoft.com/office/drawing/2014/main" id="{6AFADA02-6A39-CC78-3916-2A18CA211566}"/>
              </a:ext>
            </a:extLst>
          </p:cNvPr>
          <p:cNvSpPr/>
          <p:nvPr/>
        </p:nvSpPr>
        <p:spPr>
          <a:xfrm>
            <a:off x="6784471" y="1730762"/>
            <a:ext cx="243689" cy="224149"/>
          </a:xfrm>
          <a:prstGeom prst="diamond">
            <a:avLst/>
          </a:prstGeom>
          <a:solidFill>
            <a:schemeClr val="accent6">
              <a:lumMod val="60000"/>
              <a:lumOff val="40000"/>
            </a:schemeClr>
          </a:solidFill>
          <a:ln w="635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="horz" lIns="0" tIns="0" rIns="0" bIns="0" rtlCol="0" anchor="ctr"/>
          <a:lstStyle/>
          <a:p>
            <a:pPr algn="ctr">
              <a:lnSpc>
                <a:spcPct val="90000"/>
              </a:lnSpc>
            </a:pPr>
            <a:r>
              <a:rPr lang="en-US" sz="600" b="1">
                <a:solidFill>
                  <a:schemeClr val="tx1"/>
                </a:solidFill>
                <a:latin typeface="+mj-lt"/>
              </a:rPr>
              <a:t>QG2</a:t>
            </a:r>
          </a:p>
        </p:txBody>
      </p:sp>
      <p:sp>
        <p:nvSpPr>
          <p:cNvPr id="224" name="Runde Klammer links/rechts 223">
            <a:extLst>
              <a:ext uri="{FF2B5EF4-FFF2-40B4-BE49-F238E27FC236}">
                <a16:creationId xmlns:a16="http://schemas.microsoft.com/office/drawing/2014/main" id="{12FB1363-E8CB-D2AF-938E-2B184D8A667A}"/>
              </a:ext>
            </a:extLst>
          </p:cNvPr>
          <p:cNvSpPr/>
          <p:nvPr/>
        </p:nvSpPr>
        <p:spPr>
          <a:xfrm>
            <a:off x="4967980" y="4670322"/>
            <a:ext cx="646390" cy="426921"/>
          </a:xfrm>
          <a:prstGeom prst="bracketPair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de-DE"/>
          </a:p>
        </p:txBody>
      </p:sp>
      <p:cxnSp>
        <p:nvCxnSpPr>
          <p:cNvPr id="10" name="Gerade Verbindung mit Pfeil 9">
            <a:extLst>
              <a:ext uri="{FF2B5EF4-FFF2-40B4-BE49-F238E27FC236}">
                <a16:creationId xmlns:a16="http://schemas.microsoft.com/office/drawing/2014/main" id="{5D1C001D-20FD-9879-067C-0C7D03FCB09D}"/>
              </a:ext>
            </a:extLst>
          </p:cNvPr>
          <p:cNvCxnSpPr>
            <a:cxnSpLocks/>
            <a:stCxn id="171" idx="0"/>
          </p:cNvCxnSpPr>
          <p:nvPr/>
        </p:nvCxnSpPr>
        <p:spPr>
          <a:xfrm flipH="1" flipV="1">
            <a:off x="5285685" y="2062630"/>
            <a:ext cx="14589" cy="2704176"/>
          </a:xfrm>
          <a:prstGeom prst="straightConnector1">
            <a:avLst/>
          </a:prstGeom>
          <a:ln>
            <a:solidFill>
              <a:schemeClr val="tx1"/>
            </a:solidFill>
            <a:prstDash val="dashDot"/>
            <a:headEnd type="triangle" w="med" len="med"/>
            <a:tailEnd type="triangl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4" name="Gerade Verbindung mit Pfeil 13">
            <a:extLst>
              <a:ext uri="{FF2B5EF4-FFF2-40B4-BE49-F238E27FC236}">
                <a16:creationId xmlns:a16="http://schemas.microsoft.com/office/drawing/2014/main" id="{9B639B89-51E5-A5B6-07A5-5CE604566C1D}"/>
              </a:ext>
            </a:extLst>
          </p:cNvPr>
          <p:cNvCxnSpPr>
            <a:cxnSpLocks/>
            <a:stCxn id="94" idx="0"/>
            <a:endCxn id="202" idx="2"/>
          </p:cNvCxnSpPr>
          <p:nvPr/>
        </p:nvCxnSpPr>
        <p:spPr>
          <a:xfrm flipH="1" flipV="1">
            <a:off x="6906316" y="1954911"/>
            <a:ext cx="14584" cy="2834871"/>
          </a:xfrm>
          <a:prstGeom prst="straightConnector1">
            <a:avLst/>
          </a:prstGeom>
          <a:ln>
            <a:solidFill>
              <a:schemeClr val="tx1"/>
            </a:solidFill>
            <a:prstDash val="dashDot"/>
            <a:headEnd type="triangle" w="med" len="med"/>
            <a:tailEnd type="triangl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7" name="Rechteck 16">
            <a:extLst>
              <a:ext uri="{FF2B5EF4-FFF2-40B4-BE49-F238E27FC236}">
                <a16:creationId xmlns:a16="http://schemas.microsoft.com/office/drawing/2014/main" id="{DB9F3788-7BFD-938F-2C28-21B907C6EF17}"/>
              </a:ext>
            </a:extLst>
          </p:cNvPr>
          <p:cNvSpPr/>
          <p:nvPr/>
        </p:nvSpPr>
        <p:spPr>
          <a:xfrm>
            <a:off x="1768759" y="2937620"/>
            <a:ext cx="1342705" cy="653944"/>
          </a:xfrm>
          <a:prstGeom prst="rect">
            <a:avLst/>
          </a:prstGeom>
          <a:solidFill>
            <a:schemeClr val="bg1"/>
          </a:solidFill>
          <a:ln w="635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72000" tIns="72000" rIns="72000" bIns="72000" rtlCol="0" anchor="t"/>
          <a:lstStyle/>
          <a:p>
            <a:pPr>
              <a:lnSpc>
                <a:spcPct val="90000"/>
              </a:lnSpc>
            </a:pPr>
            <a:r>
              <a:rPr lang="de-DE" sz="800" b="1">
                <a:solidFill>
                  <a:schemeClr val="tx1"/>
                </a:solidFill>
              </a:rPr>
              <a:t>Kein führender Prozess</a:t>
            </a:r>
            <a:br>
              <a:rPr lang="de-DE" sz="800" b="1">
                <a:solidFill>
                  <a:schemeClr val="tx1"/>
                </a:solidFill>
              </a:rPr>
            </a:br>
            <a:br>
              <a:rPr lang="de-DE" sz="800" b="1">
                <a:solidFill>
                  <a:schemeClr val="tx1"/>
                </a:solidFill>
              </a:rPr>
            </a:br>
            <a:r>
              <a:rPr lang="de-DE" sz="800" b="1">
                <a:solidFill>
                  <a:schemeClr val="tx1"/>
                </a:solidFill>
              </a:rPr>
              <a:t>Minimal-Ziel: Abbildung in beiden Systemen</a:t>
            </a:r>
          </a:p>
        </p:txBody>
      </p:sp>
      <p:sp>
        <p:nvSpPr>
          <p:cNvPr id="20" name="Rechteck 19">
            <a:extLst>
              <a:ext uri="{FF2B5EF4-FFF2-40B4-BE49-F238E27FC236}">
                <a16:creationId xmlns:a16="http://schemas.microsoft.com/office/drawing/2014/main" id="{AE6ABE64-FD0E-36B9-7241-7FA2300403C2}"/>
              </a:ext>
            </a:extLst>
          </p:cNvPr>
          <p:cNvSpPr/>
          <p:nvPr/>
        </p:nvSpPr>
        <p:spPr>
          <a:xfrm>
            <a:off x="5406491" y="2937620"/>
            <a:ext cx="1056633" cy="1011900"/>
          </a:xfrm>
          <a:prstGeom prst="rect">
            <a:avLst/>
          </a:prstGeom>
          <a:solidFill>
            <a:schemeClr val="bg1"/>
          </a:solidFill>
          <a:ln w="635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72000" tIns="72000" rIns="72000" bIns="72000" rtlCol="0" anchor="t"/>
          <a:lstStyle/>
          <a:p>
            <a:pPr>
              <a:lnSpc>
                <a:spcPct val="90000"/>
              </a:lnSpc>
            </a:pPr>
            <a:r>
              <a:rPr lang="de-DE" sz="800" b="1">
                <a:solidFill>
                  <a:schemeClr val="tx1"/>
                </a:solidFill>
              </a:rPr>
              <a:t>JP: Sehr hoher manueller Aufwand</a:t>
            </a:r>
            <a:br>
              <a:rPr lang="de-DE" sz="800" b="1">
                <a:solidFill>
                  <a:schemeClr val="tx1"/>
                </a:solidFill>
              </a:rPr>
            </a:br>
            <a:br>
              <a:rPr lang="de-DE" sz="800" b="1">
                <a:solidFill>
                  <a:schemeClr val="tx1"/>
                </a:solidFill>
              </a:rPr>
            </a:br>
            <a:r>
              <a:rPr lang="de-DE" sz="800" b="1">
                <a:solidFill>
                  <a:schemeClr val="tx1"/>
                </a:solidFill>
              </a:rPr>
              <a:t>Parallel-Prozesse, teilweise abgestimmt;</a:t>
            </a:r>
            <a:br>
              <a:rPr lang="de-DE" sz="800" b="1">
                <a:solidFill>
                  <a:schemeClr val="tx1"/>
                </a:solidFill>
              </a:rPr>
            </a:br>
            <a:r>
              <a:rPr lang="de-DE" sz="800" b="1">
                <a:solidFill>
                  <a:schemeClr val="tx1"/>
                </a:solidFill>
              </a:rPr>
              <a:t>Orientierung </a:t>
            </a:r>
            <a:br>
              <a:rPr lang="de-DE" sz="800" b="1">
                <a:solidFill>
                  <a:schemeClr val="tx1"/>
                </a:solidFill>
              </a:rPr>
            </a:br>
            <a:r>
              <a:rPr lang="de-DE" sz="800" b="1">
                <a:solidFill>
                  <a:schemeClr val="tx1"/>
                </a:solidFill>
              </a:rPr>
              <a:t>„IT-</a:t>
            </a:r>
            <a:r>
              <a:rPr lang="de-DE" sz="800" b="1" err="1">
                <a:solidFill>
                  <a:schemeClr val="tx1"/>
                </a:solidFill>
              </a:rPr>
              <a:t>Innobudget</a:t>
            </a:r>
            <a:r>
              <a:rPr lang="de-DE" sz="800" b="1">
                <a:solidFill>
                  <a:schemeClr val="tx1"/>
                </a:solidFill>
              </a:rPr>
              <a:t>“</a:t>
            </a:r>
          </a:p>
          <a:p>
            <a:pPr>
              <a:lnSpc>
                <a:spcPct val="90000"/>
              </a:lnSpc>
            </a:pPr>
            <a:br>
              <a:rPr lang="de-DE" sz="800" b="1">
                <a:solidFill>
                  <a:schemeClr val="tx1"/>
                </a:solidFill>
              </a:rPr>
            </a:br>
            <a:endParaRPr lang="de-DE" sz="800" b="1">
              <a:solidFill>
                <a:schemeClr val="tx1"/>
              </a:solidFill>
            </a:endParaRPr>
          </a:p>
        </p:txBody>
      </p:sp>
      <p:sp>
        <p:nvSpPr>
          <p:cNvPr id="21" name="Rechteck 20">
            <a:extLst>
              <a:ext uri="{FF2B5EF4-FFF2-40B4-BE49-F238E27FC236}">
                <a16:creationId xmlns:a16="http://schemas.microsoft.com/office/drawing/2014/main" id="{9F0F759D-5E60-64BE-D6F5-B785485AD8D3}"/>
              </a:ext>
            </a:extLst>
          </p:cNvPr>
          <p:cNvSpPr/>
          <p:nvPr/>
        </p:nvSpPr>
        <p:spPr>
          <a:xfrm>
            <a:off x="7030469" y="2937620"/>
            <a:ext cx="870206" cy="1027788"/>
          </a:xfrm>
          <a:prstGeom prst="rect">
            <a:avLst/>
          </a:prstGeom>
          <a:solidFill>
            <a:schemeClr val="bg1"/>
          </a:solidFill>
          <a:ln w="635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72000" tIns="72000" rIns="72000" bIns="72000" rtlCol="0" anchor="t"/>
          <a:lstStyle/>
          <a:p>
            <a:pPr>
              <a:lnSpc>
                <a:spcPct val="90000"/>
              </a:lnSpc>
            </a:pPr>
            <a:r>
              <a:rPr lang="de-DE" sz="800" b="1">
                <a:solidFill>
                  <a:schemeClr val="tx1"/>
                </a:solidFill>
              </a:rPr>
              <a:t>Kein führender Prozess, diverse Gremien und Umsetzungsfreigaben (IT, PPB, EV)</a:t>
            </a:r>
            <a:br>
              <a:rPr lang="de-DE" sz="800" b="1">
                <a:solidFill>
                  <a:schemeClr val="tx1"/>
                </a:solidFill>
              </a:rPr>
            </a:br>
            <a:endParaRPr lang="de-DE" sz="800" b="1">
              <a:solidFill>
                <a:schemeClr val="tx1"/>
              </a:solidFill>
            </a:endParaRPr>
          </a:p>
        </p:txBody>
      </p:sp>
      <p:sp>
        <p:nvSpPr>
          <p:cNvPr id="22" name="RbLeanShape Right U-Shape 17">
            <a:extLst>
              <a:ext uri="{FF2B5EF4-FFF2-40B4-BE49-F238E27FC236}">
                <a16:creationId xmlns:a16="http://schemas.microsoft.com/office/drawing/2014/main" id="{A71E937B-3A17-48C5-D631-A0DEFD853DB8}"/>
              </a:ext>
            </a:extLst>
          </p:cNvPr>
          <p:cNvSpPr>
            <a:spLocks/>
          </p:cNvSpPr>
          <p:nvPr/>
        </p:nvSpPr>
        <p:spPr>
          <a:xfrm>
            <a:off x="9383411" y="1206441"/>
            <a:ext cx="2328684" cy="5142609"/>
          </a:xfrm>
          <a:custGeom>
            <a:avLst/>
            <a:gdLst>
              <a:gd name="connsiteX0" fmla="*/ 1270000 w 1270000"/>
              <a:gd name="connsiteY0" fmla="*/ 0 h 3175000"/>
              <a:gd name="connsiteX1" fmla="*/ 0 w 1270000"/>
              <a:gd name="connsiteY1" fmla="*/ 0 h 3175000"/>
              <a:gd name="connsiteX2" fmla="*/ 0 w 1270000"/>
              <a:gd name="connsiteY2" fmla="*/ 3175000 h 3175000"/>
              <a:gd name="connsiteX3" fmla="*/ 1270000 w 1270000"/>
              <a:gd name="connsiteY3" fmla="*/ 3175000 h 3175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1270000" h="3175000">
                <a:moveTo>
                  <a:pt x="1270000" y="0"/>
                </a:moveTo>
                <a:lnTo>
                  <a:pt x="0" y="0"/>
                </a:lnTo>
                <a:lnTo>
                  <a:pt x="0" y="3175000"/>
                </a:lnTo>
                <a:lnTo>
                  <a:pt x="1270000" y="3175000"/>
                </a:lnTo>
              </a:path>
            </a:pathLst>
          </a:custGeom>
          <a:ln w="25400">
            <a:solidFill>
              <a:schemeClr val="accent2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lIns="0" tIns="0" rIns="0" bIns="0" rtlCol="0" anchor="ctr"/>
          <a:lstStyle/>
          <a:p>
            <a:pPr fontAlgn="base">
              <a:lnSpc>
                <a:spcPct val="90000"/>
              </a:lnSpc>
              <a:spcAft>
                <a:spcPct val="0"/>
              </a:spcAft>
            </a:pPr>
            <a:endParaRPr lang="de-DE"/>
          </a:p>
        </p:txBody>
      </p:sp>
      <p:sp>
        <p:nvSpPr>
          <p:cNvPr id="28" name="ListLeanHorizontalTextDetail0">
            <a:extLst>
              <a:ext uri="{FF2B5EF4-FFF2-40B4-BE49-F238E27FC236}">
                <a16:creationId xmlns:a16="http://schemas.microsoft.com/office/drawing/2014/main" id="{7C1AB734-1390-5AEC-E178-0C88035F0CB7}"/>
              </a:ext>
            </a:extLst>
          </p:cNvPr>
          <p:cNvSpPr txBox="1">
            <a:spLocks/>
          </p:cNvSpPr>
          <p:nvPr/>
        </p:nvSpPr>
        <p:spPr>
          <a:xfrm>
            <a:off x="9520644" y="1491262"/>
            <a:ext cx="2606166" cy="4093428"/>
          </a:xfrm>
          <a:prstGeom prst="rect">
            <a:avLst/>
          </a:prstGeom>
          <a:noFill/>
        </p:spPr>
        <p:txBody>
          <a:bodyPr vert="horz" wrap="square" lIns="0" tIns="0" rIns="0" bIns="0" rtlCol="0" anchor="t" anchorCtr="0">
            <a:spAutoFit/>
          </a:bodyPr>
          <a:lstStyle>
            <a:defPPr>
              <a:defRPr lang="en-US"/>
            </a:defPPr>
            <a:lvl1pPr marL="0" algn="l" defTabSz="914354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178" algn="l" defTabSz="914354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354" algn="l" defTabSz="914354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532" algn="l" defTabSz="914354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709" algn="l" defTabSz="914354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5886" algn="l" defTabSz="914354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062" algn="l" defTabSz="914354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240" algn="l" defTabSz="914354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418" algn="l" defTabSz="914354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179388" lvl="2" indent="-179388">
              <a:lnSpc>
                <a:spcPct val="90000"/>
              </a:lnSpc>
              <a:spcBef>
                <a:spcPts val="1200"/>
              </a:spcBef>
              <a:buFont typeface="Arial" panose="020B0604020202020204" pitchFamily="34" charset="0"/>
              <a:buChar char="•"/>
            </a:pPr>
            <a:r>
              <a:rPr lang="en-US" sz="1600" err="1"/>
              <a:t>Zeitlich</a:t>
            </a:r>
            <a:r>
              <a:rPr lang="en-US" sz="1600"/>
              <a:t> und </a:t>
            </a:r>
            <a:r>
              <a:rPr lang="en-US" sz="1600" err="1"/>
              <a:t>inhaltlich</a:t>
            </a:r>
            <a:r>
              <a:rPr lang="en-US" sz="1600"/>
              <a:t> </a:t>
            </a:r>
            <a:r>
              <a:rPr lang="en-US" sz="1600" b="1" err="1"/>
              <a:t>unabgestimmte</a:t>
            </a:r>
            <a:r>
              <a:rPr lang="en-US" sz="1600" b="1"/>
              <a:t> Parallel-</a:t>
            </a:r>
            <a:r>
              <a:rPr lang="en-US" sz="1600" b="1" err="1"/>
              <a:t>Prozesse</a:t>
            </a:r>
            <a:r>
              <a:rPr lang="en-US" sz="1600" b="1"/>
              <a:t> </a:t>
            </a:r>
          </a:p>
          <a:p>
            <a:pPr marL="179388" lvl="2" indent="-179388">
              <a:lnSpc>
                <a:spcPct val="90000"/>
              </a:lnSpc>
              <a:spcBef>
                <a:spcPts val="1200"/>
              </a:spcBef>
              <a:buFont typeface="Arial" panose="020B0604020202020204" pitchFamily="34" charset="0"/>
              <a:buChar char="•"/>
            </a:pPr>
            <a:r>
              <a:rPr lang="en-US" sz="1600" err="1"/>
              <a:t>unklare</a:t>
            </a:r>
            <a:r>
              <a:rPr lang="en-US" sz="1600"/>
              <a:t> </a:t>
            </a:r>
            <a:r>
              <a:rPr lang="en-US" sz="1600" b="1" err="1"/>
              <a:t>Zuständigkeiten</a:t>
            </a:r>
            <a:r>
              <a:rPr lang="en-US" sz="1600" b="1"/>
              <a:t> und diverse </a:t>
            </a:r>
            <a:r>
              <a:rPr lang="en-US" sz="1600" b="1" err="1"/>
              <a:t>Gremien</a:t>
            </a:r>
            <a:endParaRPr lang="en-US" sz="1600"/>
          </a:p>
          <a:p>
            <a:pPr marL="179388" lvl="2" indent="-179388">
              <a:lnSpc>
                <a:spcPct val="90000"/>
              </a:lnSpc>
              <a:spcBef>
                <a:spcPts val="1200"/>
              </a:spcBef>
              <a:buFont typeface="Arial" panose="020B0604020202020204" pitchFamily="34" charset="0"/>
              <a:buChar char="•"/>
            </a:pPr>
            <a:r>
              <a:rPr lang="en-US" sz="1600" b="1" err="1"/>
              <a:t>Aufwändige</a:t>
            </a:r>
            <a:r>
              <a:rPr lang="en-US" sz="1600"/>
              <a:t> </a:t>
            </a:r>
            <a:r>
              <a:rPr lang="en-US" sz="1600" err="1"/>
              <a:t>Datenhaltung</a:t>
            </a:r>
            <a:r>
              <a:rPr lang="en-US" sz="1600"/>
              <a:t> in </a:t>
            </a:r>
            <a:r>
              <a:rPr lang="en-US" sz="1600" err="1"/>
              <a:t>mehreren</a:t>
            </a:r>
            <a:r>
              <a:rPr lang="en-US" sz="1600"/>
              <a:t> </a:t>
            </a:r>
            <a:r>
              <a:rPr lang="en-US" sz="1600" err="1"/>
              <a:t>Systemen</a:t>
            </a:r>
            <a:r>
              <a:rPr lang="en-US" sz="1600"/>
              <a:t> (</a:t>
            </a:r>
            <a:r>
              <a:rPr lang="en-US" sz="1600" err="1"/>
              <a:t>Systembrüche</a:t>
            </a:r>
            <a:r>
              <a:rPr lang="en-US" sz="1600"/>
              <a:t>)</a:t>
            </a:r>
          </a:p>
          <a:p>
            <a:pPr marL="179388" lvl="2" indent="-179388">
              <a:lnSpc>
                <a:spcPct val="90000"/>
              </a:lnSpc>
              <a:spcBef>
                <a:spcPts val="1200"/>
              </a:spcBef>
              <a:buFont typeface="Arial" panose="020B0604020202020204" pitchFamily="34" charset="0"/>
              <a:buChar char="•"/>
            </a:pPr>
            <a:r>
              <a:rPr lang="en-US" sz="1600" b="1" err="1"/>
              <a:t>hoher</a:t>
            </a:r>
            <a:r>
              <a:rPr lang="en-US" sz="1600" b="1"/>
              <a:t> </a:t>
            </a:r>
            <a:r>
              <a:rPr lang="en-US" sz="1600" b="1" err="1"/>
              <a:t>manueller</a:t>
            </a:r>
            <a:r>
              <a:rPr lang="en-US" sz="1600" b="1"/>
              <a:t> </a:t>
            </a:r>
            <a:r>
              <a:rPr lang="en-US" sz="1600" b="1" err="1"/>
              <a:t>Aufwand</a:t>
            </a:r>
            <a:r>
              <a:rPr lang="en-US" sz="1600" b="1"/>
              <a:t>,</a:t>
            </a:r>
            <a:r>
              <a:rPr lang="en-US" sz="1600"/>
              <a:t> </a:t>
            </a:r>
            <a:r>
              <a:rPr lang="en-US" sz="1600" err="1"/>
              <a:t>unvollständige</a:t>
            </a:r>
            <a:r>
              <a:rPr lang="en-US" sz="1600"/>
              <a:t> und nicht </a:t>
            </a:r>
            <a:r>
              <a:rPr lang="en-US" sz="1600" err="1"/>
              <a:t>aktuelle</a:t>
            </a:r>
            <a:r>
              <a:rPr lang="en-US" sz="1600"/>
              <a:t> </a:t>
            </a:r>
            <a:r>
              <a:rPr lang="en-US" sz="1600" err="1"/>
              <a:t>Daten</a:t>
            </a:r>
            <a:endParaRPr lang="en-US" sz="1600"/>
          </a:p>
          <a:p>
            <a:pPr marL="179388" lvl="2" indent="-179388">
              <a:lnSpc>
                <a:spcPct val="90000"/>
              </a:lnSpc>
              <a:spcBef>
                <a:spcPts val="1200"/>
              </a:spcBef>
              <a:buFont typeface="Arial" panose="020B0604020202020204" pitchFamily="34" charset="0"/>
              <a:buChar char="•"/>
            </a:pPr>
            <a:r>
              <a:rPr lang="en-US" sz="1600" err="1"/>
              <a:t>Unklare</a:t>
            </a:r>
            <a:r>
              <a:rPr lang="en-US" sz="1600"/>
              <a:t> </a:t>
            </a:r>
            <a:r>
              <a:rPr lang="en-US" sz="1600" b="1" err="1"/>
              <a:t>Eskalationsmechanismen</a:t>
            </a:r>
            <a:r>
              <a:rPr lang="en-US" sz="1600"/>
              <a:t> </a:t>
            </a:r>
          </a:p>
          <a:p>
            <a:pPr marL="179388" lvl="2" indent="-179388">
              <a:lnSpc>
                <a:spcPct val="90000"/>
              </a:lnSpc>
              <a:spcBef>
                <a:spcPts val="1200"/>
              </a:spcBef>
              <a:buFont typeface="Arial" panose="020B0604020202020204" pitchFamily="34" charset="0"/>
              <a:buChar char="•"/>
            </a:pPr>
            <a:r>
              <a:rPr lang="en-US" sz="1600"/>
              <a:t>Keine </a:t>
            </a:r>
            <a:r>
              <a:rPr lang="en-US" sz="1600" err="1"/>
              <a:t>durchgehende</a:t>
            </a:r>
            <a:r>
              <a:rPr lang="en-US" sz="1600"/>
              <a:t> </a:t>
            </a:r>
            <a:r>
              <a:rPr lang="en-US" sz="1600" b="1" err="1"/>
              <a:t>Priorisierungslogik</a:t>
            </a:r>
            <a:r>
              <a:rPr lang="en-US" sz="1600"/>
              <a:t> </a:t>
            </a:r>
          </a:p>
        </p:txBody>
      </p:sp>
      <p:sp>
        <p:nvSpPr>
          <p:cNvPr id="29" name="ListLeanHorizontalTextTopic0">
            <a:extLst>
              <a:ext uri="{FF2B5EF4-FFF2-40B4-BE49-F238E27FC236}">
                <a16:creationId xmlns:a16="http://schemas.microsoft.com/office/drawing/2014/main" id="{45E7B2F1-DBD7-43AB-503D-8EA5CC657EE2}"/>
              </a:ext>
            </a:extLst>
          </p:cNvPr>
          <p:cNvSpPr txBox="1">
            <a:spLocks/>
          </p:cNvSpPr>
          <p:nvPr/>
        </p:nvSpPr>
        <p:spPr>
          <a:xfrm>
            <a:off x="9383411" y="976927"/>
            <a:ext cx="3124347" cy="296482"/>
          </a:xfrm>
          <a:prstGeom prst="rect">
            <a:avLst/>
          </a:prstGeom>
          <a:noFill/>
        </p:spPr>
        <p:txBody>
          <a:bodyPr vert="horz" wrap="square" lIns="0" tIns="0" rIns="0" bIns="72000" rtlCol="0" anchor="b" anchorCtr="0">
            <a:spAutoFit/>
          </a:bodyPr>
          <a:lstStyle>
            <a:defPPr>
              <a:defRPr lang="en-US"/>
            </a:defPPr>
            <a:lvl1pPr marL="0" algn="l" defTabSz="914354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178" algn="l" defTabSz="914354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354" algn="l" defTabSz="914354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532" algn="l" defTabSz="914354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709" algn="l" defTabSz="914354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5886" algn="l" defTabSz="914354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062" algn="l" defTabSz="914354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240" algn="l" defTabSz="914354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418" algn="l" defTabSz="914354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fontAlgn="base">
              <a:lnSpc>
                <a:spcPct val="90000"/>
              </a:lnSpc>
              <a:spcBef>
                <a:spcPts val="400"/>
              </a:spcBef>
              <a:spcAft>
                <a:spcPct val="0"/>
              </a:spcAft>
              <a:buClr>
                <a:srgbClr val="000000"/>
              </a:buClr>
              <a:buSzPct val="100000"/>
            </a:pPr>
            <a:r>
              <a:rPr lang="en-US" sz="1600" b="1" err="1">
                <a:solidFill>
                  <a:schemeClr val="accent2"/>
                </a:solidFill>
                <a:latin typeface="STIHL Contraface Display Title" panose="02000600040000020004" pitchFamily="50" charset="0"/>
              </a:rPr>
              <a:t>PainPoints</a:t>
            </a:r>
            <a:endParaRPr lang="en-US" sz="1600" b="1">
              <a:solidFill>
                <a:schemeClr val="accent2"/>
              </a:solidFill>
              <a:latin typeface="STIHL Contraface Display Title" panose="02000600040000020004" pitchFamily="50" charset="0"/>
            </a:endParaRPr>
          </a:p>
        </p:txBody>
      </p:sp>
      <p:cxnSp>
        <p:nvCxnSpPr>
          <p:cNvPr id="39" name="Gerade Verbindung mit Pfeil 38">
            <a:extLst>
              <a:ext uri="{FF2B5EF4-FFF2-40B4-BE49-F238E27FC236}">
                <a16:creationId xmlns:a16="http://schemas.microsoft.com/office/drawing/2014/main" id="{A80F400D-72F2-0F48-760B-D2876057F28F}"/>
              </a:ext>
            </a:extLst>
          </p:cNvPr>
          <p:cNvCxnSpPr>
            <a:cxnSpLocks/>
          </p:cNvCxnSpPr>
          <p:nvPr/>
        </p:nvCxnSpPr>
        <p:spPr>
          <a:xfrm>
            <a:off x="5055251" y="5969041"/>
            <a:ext cx="3878686" cy="0"/>
          </a:xfrm>
          <a:prstGeom prst="straightConnector1">
            <a:avLst/>
          </a:prstGeom>
          <a:noFill/>
          <a:ln w="19050" cap="flat" cmpd="sng" algn="ctr">
            <a:solidFill>
              <a:sysClr val="windowText" lastClr="000000"/>
            </a:solidFill>
            <a:prstDash val="solid"/>
            <a:miter lim="800000"/>
            <a:tailEnd type="triangle" w="lg" len="med"/>
          </a:ln>
          <a:effectLst/>
        </p:spPr>
      </p:cxnSp>
      <p:sp>
        <p:nvSpPr>
          <p:cNvPr id="6" name="Rechteck 5">
            <a:extLst>
              <a:ext uri="{FF2B5EF4-FFF2-40B4-BE49-F238E27FC236}">
                <a16:creationId xmlns:a16="http://schemas.microsoft.com/office/drawing/2014/main" id="{14C171C3-59B8-3F58-B56B-FC2B2805BD16}"/>
              </a:ext>
            </a:extLst>
          </p:cNvPr>
          <p:cNvSpPr/>
          <p:nvPr/>
        </p:nvSpPr>
        <p:spPr>
          <a:xfrm>
            <a:off x="5133466" y="5854183"/>
            <a:ext cx="563001" cy="227195"/>
          </a:xfrm>
          <a:prstGeom prst="rect">
            <a:avLst/>
          </a:prstGeom>
          <a:solidFill>
            <a:schemeClr val="bg1"/>
          </a:solidFill>
          <a:ln w="12700" cap="flat" cmpd="sng" algn="ctr">
            <a:solidFill>
              <a:schemeClr val="bg1">
                <a:lumMod val="85000"/>
              </a:schemeClr>
            </a:solidFill>
            <a:prstDash val="solid"/>
            <a:miter lim="800000"/>
          </a:ln>
          <a:effectLst/>
        </p:spPr>
        <p:txBody>
          <a:bodyPr lIns="0" tIns="0" rIns="0" bIns="45720" rtlCol="0" anchor="ctr"/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de-DE" sz="900" kern="0">
                <a:latin typeface="+mj-lt"/>
              </a:rPr>
              <a:t>S</a:t>
            </a:r>
            <a:r>
              <a:rPr kumimoji="0" lang="de-DE" sz="900" b="0" i="0" u="none" strike="noStrike" kern="0" cap="none" spc="0" normalizeH="0" baseline="0" noProof="0" err="1">
                <a:ln>
                  <a:noFill/>
                </a:ln>
                <a:effectLst/>
                <a:uLnTx/>
                <a:uFillTx/>
                <a:latin typeface="+mj-lt"/>
                <a:ea typeface="+mn-ea"/>
                <a:cs typeface="+mn-cs"/>
              </a:rPr>
              <a:t>ubmit</a:t>
            </a:r>
            <a:endParaRPr lang="de-DE" sz="900" b="0" i="0" u="none" strike="noStrike" kern="0" cap="none" spc="0" normalizeH="0" baseline="0" noProof="0">
              <a:ln>
                <a:noFill/>
              </a:ln>
              <a:effectLst/>
              <a:uLnTx/>
              <a:uFillTx/>
              <a:latin typeface="+mj-lt"/>
            </a:endParaRPr>
          </a:p>
        </p:txBody>
      </p:sp>
      <p:sp>
        <p:nvSpPr>
          <p:cNvPr id="9" name="Textfeld 8">
            <a:extLst>
              <a:ext uri="{FF2B5EF4-FFF2-40B4-BE49-F238E27FC236}">
                <a16:creationId xmlns:a16="http://schemas.microsoft.com/office/drawing/2014/main" id="{25ADB842-9814-9C39-AA66-BEF5ABD29574}"/>
              </a:ext>
            </a:extLst>
          </p:cNvPr>
          <p:cNvSpPr txBox="1"/>
          <p:nvPr/>
        </p:nvSpPr>
        <p:spPr>
          <a:xfrm>
            <a:off x="5126142" y="6120864"/>
            <a:ext cx="555725" cy="368750"/>
          </a:xfrm>
          <a:prstGeom prst="rect">
            <a:avLst/>
          </a:prstGeom>
          <a:noFill/>
        </p:spPr>
        <p:txBody>
          <a:bodyPr wrap="none" lIns="18000" tIns="18000" rIns="18000" bIns="18000" rtlCol="0">
            <a:spAutoFit/>
          </a:bodyPr>
          <a:lstStyle/>
          <a:p>
            <a:pPr algn="ctr">
              <a:lnSpc>
                <a:spcPct val="90000"/>
              </a:lnSpc>
              <a:spcBef>
                <a:spcPts val="400"/>
              </a:spcBef>
            </a:pPr>
            <a:r>
              <a:rPr lang="de-DE" sz="800"/>
              <a:t>Incl. </a:t>
            </a:r>
            <a:r>
              <a:rPr lang="de-DE" sz="800" err="1"/>
              <a:t>project</a:t>
            </a:r>
            <a:br>
              <a:rPr lang="de-DE" sz="800"/>
            </a:br>
            <a:r>
              <a:rPr lang="de-DE" sz="800" err="1"/>
              <a:t>charter</a:t>
            </a:r>
            <a:r>
              <a:rPr lang="de-DE" sz="800"/>
              <a:t>, </a:t>
            </a:r>
            <a:br>
              <a:rPr lang="de-DE" sz="800"/>
            </a:br>
            <a:r>
              <a:rPr lang="de-DE" sz="800" err="1"/>
              <a:t>opt</a:t>
            </a:r>
            <a:r>
              <a:rPr lang="de-DE" sz="800"/>
              <a:t>. WIRE</a:t>
            </a:r>
          </a:p>
        </p:txBody>
      </p:sp>
      <p:sp>
        <p:nvSpPr>
          <p:cNvPr id="16" name="Raute 15">
            <a:extLst>
              <a:ext uri="{FF2B5EF4-FFF2-40B4-BE49-F238E27FC236}">
                <a16:creationId xmlns:a16="http://schemas.microsoft.com/office/drawing/2014/main" id="{18F29798-CFA1-D5FC-3BF4-37B743A20B10}"/>
              </a:ext>
            </a:extLst>
          </p:cNvPr>
          <p:cNvSpPr/>
          <p:nvPr/>
        </p:nvSpPr>
        <p:spPr>
          <a:xfrm>
            <a:off x="6499348" y="5831314"/>
            <a:ext cx="353271" cy="274949"/>
          </a:xfrm>
          <a:prstGeom prst="diamond">
            <a:avLst/>
          </a:prstGeom>
          <a:solidFill>
            <a:schemeClr val="accent6">
              <a:lumMod val="60000"/>
              <a:lumOff val="40000"/>
            </a:schemeClr>
          </a:solidFill>
          <a:ln w="635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="horz" lIns="0" tIns="0" rIns="0" bIns="0" rtlCol="0" anchor="ctr"/>
          <a:lstStyle/>
          <a:p>
            <a:pPr algn="ctr">
              <a:lnSpc>
                <a:spcPct val="90000"/>
              </a:lnSpc>
            </a:pPr>
            <a:r>
              <a:rPr lang="de-DE" sz="800" kern="0" err="1">
                <a:solidFill>
                  <a:schemeClr val="tx1"/>
                </a:solidFill>
              </a:rPr>
              <a:t>FaB</a:t>
            </a:r>
            <a:endParaRPr lang="en-US" sz="600" b="1">
              <a:solidFill>
                <a:schemeClr val="tx1"/>
              </a:solidFill>
              <a:latin typeface="+mj-lt"/>
            </a:endParaRPr>
          </a:p>
        </p:txBody>
      </p:sp>
      <p:sp>
        <p:nvSpPr>
          <p:cNvPr id="26" name="Raute 25">
            <a:extLst>
              <a:ext uri="{FF2B5EF4-FFF2-40B4-BE49-F238E27FC236}">
                <a16:creationId xmlns:a16="http://schemas.microsoft.com/office/drawing/2014/main" id="{1D386C5F-5424-01C4-00CB-894D2FDD7852}"/>
              </a:ext>
            </a:extLst>
          </p:cNvPr>
          <p:cNvSpPr/>
          <p:nvPr/>
        </p:nvSpPr>
        <p:spPr>
          <a:xfrm>
            <a:off x="5727189" y="5831933"/>
            <a:ext cx="353271" cy="274949"/>
          </a:xfrm>
          <a:prstGeom prst="diamond">
            <a:avLst/>
          </a:prstGeom>
          <a:solidFill>
            <a:schemeClr val="accent6">
              <a:lumMod val="60000"/>
              <a:lumOff val="40000"/>
            </a:schemeClr>
          </a:solidFill>
          <a:ln w="635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="horz" lIns="0" tIns="0" rIns="0" bIns="0" rtlCol="0" anchor="ctr"/>
          <a:lstStyle/>
          <a:p>
            <a:pPr algn="ctr">
              <a:lnSpc>
                <a:spcPct val="90000"/>
              </a:lnSpc>
            </a:pPr>
            <a:r>
              <a:rPr lang="de-DE" sz="800" kern="0">
                <a:solidFill>
                  <a:schemeClr val="tx1"/>
                </a:solidFill>
              </a:rPr>
              <a:t>CO</a:t>
            </a:r>
            <a:endParaRPr lang="en-US" sz="600" b="1">
              <a:solidFill>
                <a:schemeClr val="tx1"/>
              </a:solidFill>
              <a:latin typeface="+mj-lt"/>
            </a:endParaRPr>
          </a:p>
        </p:txBody>
      </p:sp>
      <p:sp>
        <p:nvSpPr>
          <p:cNvPr id="31" name="Raute 30">
            <a:extLst>
              <a:ext uri="{FF2B5EF4-FFF2-40B4-BE49-F238E27FC236}">
                <a16:creationId xmlns:a16="http://schemas.microsoft.com/office/drawing/2014/main" id="{A67AF17D-1481-8D49-E34D-22E918E75646}"/>
              </a:ext>
            </a:extLst>
          </p:cNvPr>
          <p:cNvSpPr/>
          <p:nvPr/>
        </p:nvSpPr>
        <p:spPr>
          <a:xfrm>
            <a:off x="6872467" y="5831206"/>
            <a:ext cx="353271" cy="274949"/>
          </a:xfrm>
          <a:prstGeom prst="diamond">
            <a:avLst/>
          </a:prstGeom>
          <a:solidFill>
            <a:schemeClr val="accent6">
              <a:lumMod val="60000"/>
              <a:lumOff val="40000"/>
            </a:schemeClr>
          </a:solidFill>
          <a:ln w="635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="horz" lIns="0" tIns="0" rIns="0" bIns="0" rtlCol="0" anchor="ctr"/>
          <a:lstStyle/>
          <a:p>
            <a:pPr algn="ctr">
              <a:lnSpc>
                <a:spcPct val="90000"/>
              </a:lnSpc>
            </a:pPr>
            <a:r>
              <a:rPr lang="de-DE" sz="800" kern="0">
                <a:solidFill>
                  <a:schemeClr val="tx1"/>
                </a:solidFill>
              </a:rPr>
              <a:t>IT</a:t>
            </a:r>
            <a:endParaRPr lang="en-US" sz="600" b="1">
              <a:solidFill>
                <a:schemeClr val="tx1"/>
              </a:solidFill>
              <a:latin typeface="+mj-lt"/>
            </a:endParaRPr>
          </a:p>
        </p:txBody>
      </p:sp>
      <p:sp>
        <p:nvSpPr>
          <p:cNvPr id="32" name="Raute 31">
            <a:extLst>
              <a:ext uri="{FF2B5EF4-FFF2-40B4-BE49-F238E27FC236}">
                <a16:creationId xmlns:a16="http://schemas.microsoft.com/office/drawing/2014/main" id="{88544C02-2CCF-2F7A-83F9-9360863C0B36}"/>
              </a:ext>
            </a:extLst>
          </p:cNvPr>
          <p:cNvSpPr/>
          <p:nvPr/>
        </p:nvSpPr>
        <p:spPr>
          <a:xfrm>
            <a:off x="7227519" y="5831314"/>
            <a:ext cx="353271" cy="274949"/>
          </a:xfrm>
          <a:prstGeom prst="diamond">
            <a:avLst/>
          </a:prstGeom>
          <a:solidFill>
            <a:schemeClr val="accent6">
              <a:lumMod val="60000"/>
              <a:lumOff val="40000"/>
            </a:schemeClr>
          </a:solidFill>
          <a:ln w="635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="horz" lIns="0" tIns="0" rIns="0" bIns="0" rtlCol="0" anchor="ctr"/>
          <a:lstStyle/>
          <a:p>
            <a:pPr algn="ctr">
              <a:lnSpc>
                <a:spcPct val="90000"/>
              </a:lnSpc>
            </a:pPr>
            <a:r>
              <a:rPr lang="de-DE" sz="800" kern="0">
                <a:solidFill>
                  <a:schemeClr val="tx1"/>
                </a:solidFill>
              </a:rPr>
              <a:t>SP1</a:t>
            </a:r>
            <a:endParaRPr lang="en-US" sz="600" b="1">
              <a:solidFill>
                <a:schemeClr val="tx1"/>
              </a:solidFill>
              <a:latin typeface="+mj-lt"/>
            </a:endParaRPr>
          </a:p>
        </p:txBody>
      </p:sp>
      <p:sp>
        <p:nvSpPr>
          <p:cNvPr id="35" name="Raute 34">
            <a:extLst>
              <a:ext uri="{FF2B5EF4-FFF2-40B4-BE49-F238E27FC236}">
                <a16:creationId xmlns:a16="http://schemas.microsoft.com/office/drawing/2014/main" id="{8FC5A555-63FF-9787-18A0-6AA46CAAB464}"/>
              </a:ext>
            </a:extLst>
          </p:cNvPr>
          <p:cNvSpPr/>
          <p:nvPr/>
        </p:nvSpPr>
        <p:spPr>
          <a:xfrm>
            <a:off x="7980953" y="5830445"/>
            <a:ext cx="353271" cy="274949"/>
          </a:xfrm>
          <a:prstGeom prst="diamond">
            <a:avLst/>
          </a:prstGeom>
          <a:solidFill>
            <a:schemeClr val="accent6">
              <a:lumMod val="60000"/>
              <a:lumOff val="40000"/>
            </a:schemeClr>
          </a:solidFill>
          <a:ln w="635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="horz" lIns="0" tIns="0" rIns="0" bIns="0" rtlCol="0" anchor="ctr"/>
          <a:lstStyle/>
          <a:p>
            <a:pPr algn="ctr">
              <a:lnSpc>
                <a:spcPct val="90000"/>
              </a:lnSpc>
            </a:pPr>
            <a:r>
              <a:rPr lang="de-DE" sz="800" kern="0">
                <a:solidFill>
                  <a:schemeClr val="tx1"/>
                </a:solidFill>
              </a:rPr>
              <a:t>FCI</a:t>
            </a:r>
            <a:endParaRPr lang="en-US" sz="600" b="1">
              <a:solidFill>
                <a:schemeClr val="tx1"/>
              </a:solidFill>
              <a:latin typeface="+mj-lt"/>
            </a:endParaRPr>
          </a:p>
        </p:txBody>
      </p:sp>
      <p:sp>
        <p:nvSpPr>
          <p:cNvPr id="38" name="Raute 37">
            <a:extLst>
              <a:ext uri="{FF2B5EF4-FFF2-40B4-BE49-F238E27FC236}">
                <a16:creationId xmlns:a16="http://schemas.microsoft.com/office/drawing/2014/main" id="{3F4D9DC6-A746-C0E3-2301-DEB75031ABDD}"/>
              </a:ext>
            </a:extLst>
          </p:cNvPr>
          <p:cNvSpPr/>
          <p:nvPr/>
        </p:nvSpPr>
        <p:spPr>
          <a:xfrm>
            <a:off x="8389652" y="5837481"/>
            <a:ext cx="353271" cy="274949"/>
          </a:xfrm>
          <a:prstGeom prst="diamond">
            <a:avLst/>
          </a:prstGeom>
          <a:solidFill>
            <a:schemeClr val="accent6">
              <a:lumMod val="60000"/>
              <a:lumOff val="40000"/>
            </a:schemeClr>
          </a:solidFill>
          <a:ln w="635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="horz" lIns="0" tIns="0" rIns="0" bIns="0" rtlCol="0" anchor="ctr"/>
          <a:lstStyle/>
          <a:p>
            <a:pPr algn="ctr">
              <a:lnSpc>
                <a:spcPct val="90000"/>
              </a:lnSpc>
            </a:pPr>
            <a:r>
              <a:rPr lang="de-DE" sz="800" kern="0">
                <a:solidFill>
                  <a:schemeClr val="tx1"/>
                </a:solidFill>
              </a:rPr>
              <a:t>RV</a:t>
            </a:r>
            <a:endParaRPr lang="en-US" sz="600" b="1">
              <a:solidFill>
                <a:schemeClr val="tx1"/>
              </a:solidFill>
              <a:latin typeface="+mj-lt"/>
            </a:endParaRPr>
          </a:p>
        </p:txBody>
      </p:sp>
      <p:sp>
        <p:nvSpPr>
          <p:cNvPr id="40" name="Ellipse 39">
            <a:extLst>
              <a:ext uri="{FF2B5EF4-FFF2-40B4-BE49-F238E27FC236}">
                <a16:creationId xmlns:a16="http://schemas.microsoft.com/office/drawing/2014/main" id="{3FBAA605-45EA-6ED6-E06F-09BCAD9C598B}"/>
              </a:ext>
            </a:extLst>
          </p:cNvPr>
          <p:cNvSpPr/>
          <p:nvPr/>
        </p:nvSpPr>
        <p:spPr>
          <a:xfrm>
            <a:off x="7653780" y="5849145"/>
            <a:ext cx="263285" cy="263285"/>
          </a:xfrm>
          <a:prstGeom prst="ellipse">
            <a:avLst/>
          </a:prstGeom>
          <a:solidFill>
            <a:schemeClr val="bg1"/>
          </a:solidFill>
          <a:ln w="12700" cap="flat" cmpd="sng" algn="ctr">
            <a:solidFill>
              <a:schemeClr val="bg1">
                <a:lumMod val="85000"/>
              </a:schemeClr>
            </a:solidFill>
            <a:prstDash val="solid"/>
            <a:miter lim="800000"/>
          </a:ln>
          <a:effectLst/>
        </p:spPr>
        <p:txBody>
          <a:bodyPr wrap="none" lIns="0" tIns="0" rIns="0" bIns="0" rtlCol="0" anchor="ctr"/>
          <a:lstStyle/>
          <a:p>
            <a:pPr algn="ctr"/>
            <a:r>
              <a:rPr lang="de-DE" sz="900" kern="0">
                <a:solidFill>
                  <a:schemeClr val="tx1"/>
                </a:solidFill>
                <a:latin typeface="+mj-lt"/>
              </a:rPr>
              <a:t>WF2</a:t>
            </a:r>
          </a:p>
        </p:txBody>
      </p:sp>
      <p:sp>
        <p:nvSpPr>
          <p:cNvPr id="41" name="Runde Klammer links/rechts 40">
            <a:extLst>
              <a:ext uri="{FF2B5EF4-FFF2-40B4-BE49-F238E27FC236}">
                <a16:creationId xmlns:a16="http://schemas.microsoft.com/office/drawing/2014/main" id="{C7FFD01F-24A2-BE89-F917-86F37902E534}"/>
              </a:ext>
            </a:extLst>
          </p:cNvPr>
          <p:cNvSpPr/>
          <p:nvPr/>
        </p:nvSpPr>
        <p:spPr>
          <a:xfrm>
            <a:off x="6863182" y="5797350"/>
            <a:ext cx="348616" cy="368750"/>
          </a:xfrm>
          <a:prstGeom prst="bracketPair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de-DE"/>
          </a:p>
        </p:txBody>
      </p:sp>
      <p:sp>
        <p:nvSpPr>
          <p:cNvPr id="49" name="Ellipse 48">
            <a:extLst>
              <a:ext uri="{FF2B5EF4-FFF2-40B4-BE49-F238E27FC236}">
                <a16:creationId xmlns:a16="http://schemas.microsoft.com/office/drawing/2014/main" id="{51F93E36-06B9-8488-A035-F95FB4F5DCBA}"/>
              </a:ext>
            </a:extLst>
          </p:cNvPr>
          <p:cNvSpPr/>
          <p:nvPr/>
        </p:nvSpPr>
        <p:spPr>
          <a:xfrm>
            <a:off x="6169054" y="5842109"/>
            <a:ext cx="263285" cy="263285"/>
          </a:xfrm>
          <a:prstGeom prst="ellipse">
            <a:avLst/>
          </a:prstGeom>
          <a:solidFill>
            <a:schemeClr val="bg1"/>
          </a:solidFill>
          <a:ln w="12700" cap="flat" cmpd="sng" algn="ctr">
            <a:solidFill>
              <a:schemeClr val="bg1">
                <a:lumMod val="85000"/>
              </a:schemeClr>
            </a:solidFill>
            <a:prstDash val="solid"/>
            <a:miter lim="800000"/>
          </a:ln>
          <a:effectLst/>
        </p:spPr>
        <p:txBody>
          <a:bodyPr wrap="none" lIns="0" tIns="0" rIns="0" bIns="0" rtlCol="0" anchor="ctr"/>
          <a:lstStyle/>
          <a:p>
            <a:pPr algn="ctr"/>
            <a:r>
              <a:rPr lang="de-DE" sz="900" kern="0">
                <a:solidFill>
                  <a:schemeClr val="tx1"/>
                </a:solidFill>
                <a:latin typeface="+mj-lt"/>
              </a:rPr>
              <a:t>WF1</a:t>
            </a:r>
          </a:p>
        </p:txBody>
      </p:sp>
      <p:sp>
        <p:nvSpPr>
          <p:cNvPr id="2" name="Raute 1">
            <a:extLst>
              <a:ext uri="{FF2B5EF4-FFF2-40B4-BE49-F238E27FC236}">
                <a16:creationId xmlns:a16="http://schemas.microsoft.com/office/drawing/2014/main" id="{1EE6968C-7345-F440-4C45-41BFA8E11623}"/>
              </a:ext>
            </a:extLst>
          </p:cNvPr>
          <p:cNvSpPr/>
          <p:nvPr/>
        </p:nvSpPr>
        <p:spPr>
          <a:xfrm>
            <a:off x="6737873" y="6185998"/>
            <a:ext cx="353271" cy="274949"/>
          </a:xfrm>
          <a:prstGeom prst="diamond">
            <a:avLst/>
          </a:prstGeom>
          <a:solidFill>
            <a:schemeClr val="accent6">
              <a:lumMod val="60000"/>
              <a:lumOff val="40000"/>
            </a:schemeClr>
          </a:solidFill>
          <a:ln w="635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="horz" lIns="0" tIns="0" rIns="0" bIns="0" rtlCol="0" anchor="ctr"/>
          <a:lstStyle/>
          <a:p>
            <a:pPr algn="ctr">
              <a:lnSpc>
                <a:spcPct val="90000"/>
              </a:lnSpc>
            </a:pPr>
            <a:r>
              <a:rPr lang="de-DE" sz="800" kern="0">
                <a:solidFill>
                  <a:schemeClr val="tx1"/>
                </a:solidFill>
              </a:rPr>
              <a:t>IPS</a:t>
            </a:r>
            <a:endParaRPr lang="en-US" sz="600" b="1">
              <a:solidFill>
                <a:schemeClr val="tx1"/>
              </a:solidFill>
              <a:latin typeface="+mj-lt"/>
            </a:endParaRPr>
          </a:p>
        </p:txBody>
      </p:sp>
      <p:sp>
        <p:nvSpPr>
          <p:cNvPr id="8" name="Raute 7">
            <a:extLst>
              <a:ext uri="{FF2B5EF4-FFF2-40B4-BE49-F238E27FC236}">
                <a16:creationId xmlns:a16="http://schemas.microsoft.com/office/drawing/2014/main" id="{3EC170AE-BE74-DDA3-7876-14BC230FFCCD}"/>
              </a:ext>
            </a:extLst>
          </p:cNvPr>
          <p:cNvSpPr/>
          <p:nvPr/>
        </p:nvSpPr>
        <p:spPr>
          <a:xfrm>
            <a:off x="6309467" y="6423075"/>
            <a:ext cx="353271" cy="274949"/>
          </a:xfrm>
          <a:prstGeom prst="diamond">
            <a:avLst/>
          </a:prstGeom>
          <a:solidFill>
            <a:schemeClr val="accent6">
              <a:lumMod val="60000"/>
              <a:lumOff val="40000"/>
            </a:schemeClr>
          </a:solidFill>
          <a:ln w="635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="horz" lIns="0" tIns="0" rIns="0" bIns="0" rtlCol="0" anchor="ctr"/>
          <a:lstStyle/>
          <a:p>
            <a:pPr algn="ctr">
              <a:lnSpc>
                <a:spcPct val="90000"/>
              </a:lnSpc>
            </a:pPr>
            <a:r>
              <a:rPr lang="de-DE" sz="800" kern="0">
                <a:solidFill>
                  <a:schemeClr val="tx1"/>
                </a:solidFill>
              </a:rPr>
              <a:t>IT-BP</a:t>
            </a:r>
            <a:endParaRPr lang="en-US" sz="600" b="1">
              <a:solidFill>
                <a:schemeClr val="tx1"/>
              </a:solidFill>
              <a:latin typeface="+mj-lt"/>
            </a:endParaRPr>
          </a:p>
        </p:txBody>
      </p:sp>
      <p:cxnSp>
        <p:nvCxnSpPr>
          <p:cNvPr id="11" name="Gerade Verbindung mit Pfeil 10">
            <a:extLst>
              <a:ext uri="{FF2B5EF4-FFF2-40B4-BE49-F238E27FC236}">
                <a16:creationId xmlns:a16="http://schemas.microsoft.com/office/drawing/2014/main" id="{3D32A397-1F40-5B44-BF1B-9CDD87AFE23E}"/>
              </a:ext>
            </a:extLst>
          </p:cNvPr>
          <p:cNvCxnSpPr>
            <a:cxnSpLocks/>
            <a:stCxn id="31" idx="2"/>
            <a:endCxn id="2" idx="0"/>
          </p:cNvCxnSpPr>
          <p:nvPr/>
        </p:nvCxnSpPr>
        <p:spPr>
          <a:xfrm flipH="1">
            <a:off x="6914509" y="6106155"/>
            <a:ext cx="134594" cy="79843"/>
          </a:xfrm>
          <a:prstGeom prst="straightConnector1">
            <a:avLst/>
          </a:prstGeom>
          <a:ln>
            <a:solidFill>
              <a:schemeClr val="tx1"/>
            </a:solidFill>
            <a:prstDash val="dashDot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2" name="Gerade Verbindung mit Pfeil 41">
            <a:extLst>
              <a:ext uri="{FF2B5EF4-FFF2-40B4-BE49-F238E27FC236}">
                <a16:creationId xmlns:a16="http://schemas.microsoft.com/office/drawing/2014/main" id="{006DB907-A1D1-C862-0723-CD97A61DBB80}"/>
              </a:ext>
            </a:extLst>
          </p:cNvPr>
          <p:cNvCxnSpPr>
            <a:cxnSpLocks/>
            <a:stCxn id="2" idx="2"/>
            <a:endCxn id="8" idx="3"/>
          </p:cNvCxnSpPr>
          <p:nvPr/>
        </p:nvCxnSpPr>
        <p:spPr>
          <a:xfrm flipH="1">
            <a:off x="6662738" y="6460947"/>
            <a:ext cx="251771" cy="99603"/>
          </a:xfrm>
          <a:prstGeom prst="straightConnector1">
            <a:avLst/>
          </a:prstGeom>
          <a:ln>
            <a:solidFill>
              <a:schemeClr val="tx1"/>
            </a:solidFill>
            <a:prstDash val="dashDot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7" name="Gerade Verbindung mit Pfeil 56">
            <a:extLst>
              <a:ext uri="{FF2B5EF4-FFF2-40B4-BE49-F238E27FC236}">
                <a16:creationId xmlns:a16="http://schemas.microsoft.com/office/drawing/2014/main" id="{95AC6D85-73F0-8CAF-8257-D1B3299BC591}"/>
              </a:ext>
            </a:extLst>
          </p:cNvPr>
          <p:cNvCxnSpPr>
            <a:cxnSpLocks/>
            <a:stCxn id="8" idx="0"/>
            <a:endCxn id="2" idx="1"/>
          </p:cNvCxnSpPr>
          <p:nvPr/>
        </p:nvCxnSpPr>
        <p:spPr>
          <a:xfrm flipV="1">
            <a:off x="6486103" y="6323473"/>
            <a:ext cx="251770" cy="99602"/>
          </a:xfrm>
          <a:prstGeom prst="straightConnector1">
            <a:avLst/>
          </a:prstGeom>
          <a:ln>
            <a:solidFill>
              <a:schemeClr val="tx1"/>
            </a:solidFill>
            <a:prstDash val="dashDot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62" name="Runde Klammer links/rechts 61">
            <a:extLst>
              <a:ext uri="{FF2B5EF4-FFF2-40B4-BE49-F238E27FC236}">
                <a16:creationId xmlns:a16="http://schemas.microsoft.com/office/drawing/2014/main" id="{57785123-0E93-5A51-9922-B606AE08FC41}"/>
              </a:ext>
            </a:extLst>
          </p:cNvPr>
          <p:cNvSpPr/>
          <p:nvPr/>
        </p:nvSpPr>
        <p:spPr>
          <a:xfrm>
            <a:off x="7225738" y="5797350"/>
            <a:ext cx="348616" cy="368750"/>
          </a:xfrm>
          <a:prstGeom prst="bracketPair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de-DE"/>
          </a:p>
        </p:txBody>
      </p:sp>
      <p:sp>
        <p:nvSpPr>
          <p:cNvPr id="64" name="Textfeld 63">
            <a:extLst>
              <a:ext uri="{FF2B5EF4-FFF2-40B4-BE49-F238E27FC236}">
                <a16:creationId xmlns:a16="http://schemas.microsoft.com/office/drawing/2014/main" id="{4F07E436-52AA-F034-C224-B4183C0A68A7}"/>
              </a:ext>
            </a:extLst>
          </p:cNvPr>
          <p:cNvSpPr txBox="1"/>
          <p:nvPr/>
        </p:nvSpPr>
        <p:spPr>
          <a:xfrm>
            <a:off x="7231616" y="6102033"/>
            <a:ext cx="347335" cy="327200"/>
          </a:xfrm>
          <a:prstGeom prst="rect">
            <a:avLst/>
          </a:prstGeom>
          <a:noFill/>
        </p:spPr>
        <p:txBody>
          <a:bodyPr wrap="none" lIns="18000" tIns="18000" rIns="18000" bIns="18000" rtlCol="0">
            <a:spAutoFit/>
          </a:bodyPr>
          <a:lstStyle/>
          <a:p>
            <a:pPr algn="ctr">
              <a:lnSpc>
                <a:spcPct val="90000"/>
              </a:lnSpc>
              <a:spcBef>
                <a:spcPts val="400"/>
              </a:spcBef>
            </a:pPr>
            <a:r>
              <a:rPr lang="de-DE" sz="700" err="1"/>
              <a:t>only</a:t>
            </a:r>
            <a:r>
              <a:rPr lang="de-DE" sz="700"/>
              <a:t> </a:t>
            </a:r>
            <a:br>
              <a:rPr lang="de-DE" sz="700"/>
            </a:br>
            <a:r>
              <a:rPr lang="de-DE" sz="700" err="1"/>
              <a:t>special</a:t>
            </a:r>
            <a:br>
              <a:rPr lang="de-DE" sz="700"/>
            </a:br>
            <a:r>
              <a:rPr lang="de-DE" sz="700" err="1"/>
              <a:t>projects</a:t>
            </a:r>
            <a:endParaRPr lang="de-DE" sz="700"/>
          </a:p>
        </p:txBody>
      </p:sp>
      <p:pic>
        <p:nvPicPr>
          <p:cNvPr id="5" name="Grafik 4" descr="Marke Fragezeichen mit einfarbiger Füllung">
            <a:extLst>
              <a:ext uri="{FF2B5EF4-FFF2-40B4-BE49-F238E27FC236}">
                <a16:creationId xmlns:a16="http://schemas.microsoft.com/office/drawing/2014/main" id="{FAAF1B51-EA7A-FD1E-0E41-D9D3D28566BA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1665227" y="2783415"/>
            <a:ext cx="267267" cy="267267"/>
          </a:xfrm>
          <a:prstGeom prst="rect">
            <a:avLst/>
          </a:prstGeom>
        </p:spPr>
      </p:pic>
      <p:pic>
        <p:nvPicPr>
          <p:cNvPr id="3" name="Grafik 2" descr="Marke Fragezeichen mit einfarbiger Füllung">
            <a:extLst>
              <a:ext uri="{FF2B5EF4-FFF2-40B4-BE49-F238E27FC236}">
                <a16:creationId xmlns:a16="http://schemas.microsoft.com/office/drawing/2014/main" id="{29C97CFF-0B8B-6290-5176-FC21003C0005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6913608" y="2794232"/>
            <a:ext cx="266400" cy="266400"/>
          </a:xfrm>
          <a:prstGeom prst="rect">
            <a:avLst/>
          </a:prstGeom>
        </p:spPr>
      </p:pic>
      <p:pic>
        <p:nvPicPr>
          <p:cNvPr id="4" name="Grafik 3" descr="Marke Fragezeichen mit einfarbiger Füllung">
            <a:extLst>
              <a:ext uri="{FF2B5EF4-FFF2-40B4-BE49-F238E27FC236}">
                <a16:creationId xmlns:a16="http://schemas.microsoft.com/office/drawing/2014/main" id="{324E5370-B580-DD50-AF89-7676D470CF2D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5291175" y="2804187"/>
            <a:ext cx="266400" cy="266400"/>
          </a:xfrm>
          <a:prstGeom prst="rect">
            <a:avLst/>
          </a:prstGeom>
        </p:spPr>
      </p:pic>
      <p:sp>
        <p:nvSpPr>
          <p:cNvPr id="55" name="Rechteck 54">
            <a:extLst>
              <a:ext uri="{FF2B5EF4-FFF2-40B4-BE49-F238E27FC236}">
                <a16:creationId xmlns:a16="http://schemas.microsoft.com/office/drawing/2014/main" id="{6DA98A74-85BD-5BFF-D064-81FA2C2C01C7}"/>
              </a:ext>
            </a:extLst>
          </p:cNvPr>
          <p:cNvSpPr/>
          <p:nvPr/>
        </p:nvSpPr>
        <p:spPr>
          <a:xfrm>
            <a:off x="4387254" y="2362353"/>
            <a:ext cx="1043998" cy="436824"/>
          </a:xfrm>
          <a:prstGeom prst="rect">
            <a:avLst/>
          </a:prstGeom>
          <a:solidFill>
            <a:schemeClr val="bg1"/>
          </a:solidFill>
          <a:ln w="12700" cap="flat" cmpd="sng" algn="ctr">
            <a:solidFill>
              <a:schemeClr val="bg1">
                <a:lumMod val="85000"/>
              </a:schemeClr>
            </a:solidFill>
            <a:prstDash val="solid"/>
            <a:miter lim="800000"/>
          </a:ln>
          <a:effectLst/>
        </p:spPr>
        <p:txBody>
          <a:bodyPr lIns="0" tIns="0" rIns="0" rtlCol="0" anchor="ctr"/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de-DE" sz="1050" b="0" i="0" u="none" strike="noStrike" kern="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  <a:t>+ </a:t>
            </a:r>
            <a:r>
              <a:rPr kumimoji="0" lang="de-DE" sz="1050" b="0" i="0" u="none" strike="noStrike" kern="0" cap="none" spc="0" normalizeH="0" baseline="0" noProof="0" err="1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  <a:t>create</a:t>
            </a:r>
            <a:r>
              <a:rPr kumimoji="0" lang="de-DE" sz="1050" b="0" i="0" u="none" strike="noStrike" kern="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  <a:t> PIT-project </a:t>
            </a:r>
            <a:r>
              <a:rPr kumimoji="0" lang="de-DE" sz="1050" b="0" i="0" u="none" strike="noStrike" kern="0" cap="none" spc="0" normalizeH="0" baseline="0" noProof="0" err="1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  <a:t>for</a:t>
            </a:r>
            <a:r>
              <a:rPr kumimoji="0" lang="de-DE" sz="1050" b="0" i="0" u="none" strike="noStrike" kern="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  <a:t> IT </a:t>
            </a:r>
            <a:r>
              <a:rPr kumimoji="0" lang="de-DE" sz="1050" b="0" i="0" u="none" strike="noStrike" kern="0" cap="none" spc="0" normalizeH="0" baseline="0" noProof="0" err="1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  <a:t>part</a:t>
            </a:r>
            <a:endParaRPr kumimoji="0" lang="de-DE" sz="1050" b="0" i="0" u="none" strike="noStrike" kern="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+mj-lt"/>
              <a:ea typeface="+mn-ea"/>
              <a:cs typeface="+mn-cs"/>
            </a:endParaRPr>
          </a:p>
        </p:txBody>
      </p:sp>
      <p:pic>
        <p:nvPicPr>
          <p:cNvPr id="73" name="Grafik 72" descr="Blitz mit einfarbiger Füllung">
            <a:extLst>
              <a:ext uri="{FF2B5EF4-FFF2-40B4-BE49-F238E27FC236}">
                <a16:creationId xmlns:a16="http://schemas.microsoft.com/office/drawing/2014/main" id="{2E9F29E5-C6C1-F35B-A07B-3CE2343E1FF7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1490347" y="3772501"/>
            <a:ext cx="249320" cy="311508"/>
          </a:xfrm>
          <a:prstGeom prst="rect">
            <a:avLst/>
          </a:prstGeom>
        </p:spPr>
      </p:pic>
      <p:pic>
        <p:nvPicPr>
          <p:cNvPr id="77" name="Grafik 76" descr="Blitz mit einfarbiger Füllung">
            <a:extLst>
              <a:ext uri="{FF2B5EF4-FFF2-40B4-BE49-F238E27FC236}">
                <a16:creationId xmlns:a16="http://schemas.microsoft.com/office/drawing/2014/main" id="{AED83BD7-72A4-CC6B-EAF6-A40D83A4E9F2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1206206" y="3119791"/>
            <a:ext cx="249320" cy="311508"/>
          </a:xfrm>
          <a:prstGeom prst="rect">
            <a:avLst/>
          </a:prstGeom>
        </p:spPr>
      </p:pic>
      <p:sp>
        <p:nvSpPr>
          <p:cNvPr id="86" name="Textfeld 85">
            <a:extLst>
              <a:ext uri="{FF2B5EF4-FFF2-40B4-BE49-F238E27FC236}">
                <a16:creationId xmlns:a16="http://schemas.microsoft.com/office/drawing/2014/main" id="{2BB80597-8959-9A46-2365-603A7925EDE2}"/>
              </a:ext>
            </a:extLst>
          </p:cNvPr>
          <p:cNvSpPr txBox="1"/>
          <p:nvPr/>
        </p:nvSpPr>
        <p:spPr>
          <a:xfrm>
            <a:off x="4895239" y="5533873"/>
            <a:ext cx="752894" cy="202551"/>
          </a:xfrm>
          <a:prstGeom prst="rect">
            <a:avLst/>
          </a:prstGeom>
          <a:noFill/>
        </p:spPr>
        <p:txBody>
          <a:bodyPr wrap="none" lIns="18000" tIns="18000" rIns="18000" bIns="18000" rtlCol="0">
            <a:spAutoFit/>
          </a:bodyPr>
          <a:lstStyle>
            <a:defPPr>
              <a:defRPr lang="de-DE"/>
            </a:defPPr>
            <a:lvl1pPr>
              <a:lnSpc>
                <a:spcPct val="90000"/>
              </a:lnSpc>
              <a:spcBef>
                <a:spcPts val="400"/>
              </a:spcBef>
              <a:defRPr sz="1050" b="1"/>
            </a:lvl1pPr>
          </a:lstStyle>
          <a:p>
            <a:r>
              <a:rPr lang="de-DE" sz="1200"/>
              <a:t>EV/</a:t>
            </a:r>
            <a:r>
              <a:rPr lang="de-DE" sz="1200" err="1"/>
              <a:t>Lucom</a:t>
            </a:r>
            <a:endParaRPr lang="de-DE" sz="1200"/>
          </a:p>
        </p:txBody>
      </p:sp>
      <p:pic>
        <p:nvPicPr>
          <p:cNvPr id="97" name="Grafik 96">
            <a:extLst>
              <a:ext uri="{FF2B5EF4-FFF2-40B4-BE49-F238E27FC236}">
                <a16:creationId xmlns:a16="http://schemas.microsoft.com/office/drawing/2014/main" id="{6F37DC10-B625-A647-AA28-AFC512649F7D}"/>
              </a:ext>
            </a:extLst>
          </p:cNvPr>
          <p:cNvPicPr>
            <a:picLocks noChangeAspect="1"/>
          </p:cNvPicPr>
          <p:nvPr/>
        </p:nvPicPr>
        <p:blipFill>
          <a:blip r:embed="rId5"/>
          <a:srcRect l="72354" t="58918" r="18842" b="36651"/>
          <a:stretch>
            <a:fillRect/>
          </a:stretch>
        </p:blipFill>
        <p:spPr>
          <a:xfrm>
            <a:off x="938043" y="5464399"/>
            <a:ext cx="810371" cy="300062"/>
          </a:xfrm>
          <a:prstGeom prst="rect">
            <a:avLst/>
          </a:prstGeom>
          <a:solidFill>
            <a:schemeClr val="accent1"/>
          </a:solidFill>
        </p:spPr>
      </p:pic>
      <p:pic>
        <p:nvPicPr>
          <p:cNvPr id="99" name="Grafik 98">
            <a:extLst>
              <a:ext uri="{FF2B5EF4-FFF2-40B4-BE49-F238E27FC236}">
                <a16:creationId xmlns:a16="http://schemas.microsoft.com/office/drawing/2014/main" id="{A5981DA2-3290-BD77-DBA1-2C1E0EBFACA9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1872911" y="1031344"/>
            <a:ext cx="861929" cy="163398"/>
          </a:xfrm>
          <a:prstGeom prst="rect">
            <a:avLst/>
          </a:prstGeom>
        </p:spPr>
      </p:pic>
      <p:pic>
        <p:nvPicPr>
          <p:cNvPr id="103" name="Grafik 102">
            <a:extLst>
              <a:ext uri="{FF2B5EF4-FFF2-40B4-BE49-F238E27FC236}">
                <a16:creationId xmlns:a16="http://schemas.microsoft.com/office/drawing/2014/main" id="{6C5FF56B-6FD0-C520-CD11-BDBC1B24186A}"/>
              </a:ext>
            </a:extLst>
      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926009" y="5816255"/>
            <a:ext cx="843972" cy="273430"/>
          </a:xfrm>
          <a:prstGeom prst="rect">
            <a:avLst/>
          </a:prstGeom>
        </p:spPr>
      </p:pic>
      <p:pic>
        <p:nvPicPr>
          <p:cNvPr id="105" name="Grafik 104">
            <a:extLst>
              <a:ext uri="{FF2B5EF4-FFF2-40B4-BE49-F238E27FC236}">
                <a16:creationId xmlns:a16="http://schemas.microsoft.com/office/drawing/2014/main" id="{99CC7BBE-CD8F-3B3F-041E-86F16C1052A7}"/>
              </a:ext>
            </a:extLst>
      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926009" y="6149489"/>
            <a:ext cx="803980" cy="230965"/>
          </a:xfrm>
          <a:prstGeom prst="rect">
            <a:avLst/>
          </a:prstGeom>
        </p:spPr>
      </p:pic>
      <p:cxnSp>
        <p:nvCxnSpPr>
          <p:cNvPr id="106" name="Gerade Verbindung mit Pfeil 105">
            <a:extLst>
              <a:ext uri="{FF2B5EF4-FFF2-40B4-BE49-F238E27FC236}">
                <a16:creationId xmlns:a16="http://schemas.microsoft.com/office/drawing/2014/main" id="{95B0FC04-44B8-14A0-63A5-5425F6E127C3}"/>
              </a:ext>
            </a:extLst>
          </p:cNvPr>
          <p:cNvCxnSpPr>
            <a:cxnSpLocks/>
            <a:endCxn id="94" idx="2"/>
          </p:cNvCxnSpPr>
          <p:nvPr/>
        </p:nvCxnSpPr>
        <p:spPr>
          <a:xfrm flipV="1">
            <a:off x="5148448" y="4987590"/>
            <a:ext cx="1772452" cy="829629"/>
          </a:xfrm>
          <a:prstGeom prst="straightConnector1">
            <a:avLst/>
          </a:prstGeom>
          <a:ln>
            <a:solidFill>
              <a:schemeClr val="tx1"/>
            </a:solidFill>
            <a:prstDash val="solid"/>
            <a:headEnd type="triangl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09" name="Gerade Verbindung mit Pfeil 108">
            <a:extLst>
              <a:ext uri="{FF2B5EF4-FFF2-40B4-BE49-F238E27FC236}">
                <a16:creationId xmlns:a16="http://schemas.microsoft.com/office/drawing/2014/main" id="{DF8444CB-A440-57DA-F13D-154A72BC5742}"/>
              </a:ext>
            </a:extLst>
          </p:cNvPr>
          <p:cNvCxnSpPr>
            <a:cxnSpLocks/>
            <a:stCxn id="94" idx="2"/>
          </p:cNvCxnSpPr>
          <p:nvPr/>
        </p:nvCxnSpPr>
        <p:spPr>
          <a:xfrm>
            <a:off x="6920900" y="4987590"/>
            <a:ext cx="1980486" cy="966472"/>
          </a:xfrm>
          <a:prstGeom prst="straightConnector1">
            <a:avLst/>
          </a:prstGeom>
          <a:ln>
            <a:solidFill>
              <a:schemeClr val="tx1"/>
            </a:solidFill>
            <a:prstDash val="solid"/>
            <a:headEnd type="triangl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112" name="Grafik 111" descr="Blitz mit einfarbiger Füllung">
            <a:extLst>
              <a:ext uri="{FF2B5EF4-FFF2-40B4-BE49-F238E27FC236}">
                <a16:creationId xmlns:a16="http://schemas.microsoft.com/office/drawing/2014/main" id="{0B04D48B-FB15-9E8E-E8D1-B23B3D0F02EF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6394722" y="5211253"/>
            <a:ext cx="249320" cy="311508"/>
          </a:xfrm>
          <a:prstGeom prst="rect">
            <a:avLst/>
          </a:prstGeom>
        </p:spPr>
      </p:pic>
      <p:sp>
        <p:nvSpPr>
          <p:cNvPr id="113" name="Textfeld 112">
            <a:extLst>
              <a:ext uri="{FF2B5EF4-FFF2-40B4-BE49-F238E27FC236}">
                <a16:creationId xmlns:a16="http://schemas.microsoft.com/office/drawing/2014/main" id="{3B5A0264-E0C2-5FA7-133F-0FA709CD5B95}"/>
              </a:ext>
            </a:extLst>
          </p:cNvPr>
          <p:cNvSpPr txBox="1"/>
          <p:nvPr/>
        </p:nvSpPr>
        <p:spPr>
          <a:xfrm>
            <a:off x="6624595" y="5230826"/>
            <a:ext cx="948461" cy="257951"/>
          </a:xfrm>
          <a:prstGeom prst="rect">
            <a:avLst/>
          </a:prstGeom>
          <a:noFill/>
        </p:spPr>
        <p:txBody>
          <a:bodyPr wrap="none" lIns="18000" tIns="18000" rIns="18000" bIns="18000" rtlCol="0">
            <a:spAutoFit/>
          </a:bodyPr>
          <a:lstStyle/>
          <a:p>
            <a:pPr>
              <a:lnSpc>
                <a:spcPct val="90000"/>
              </a:lnSpc>
              <a:spcBef>
                <a:spcPts val="400"/>
              </a:spcBef>
            </a:pPr>
            <a:r>
              <a:rPr lang="de-DE" sz="800"/>
              <a:t>manueller Start </a:t>
            </a:r>
            <a:br>
              <a:rPr lang="de-DE" sz="800"/>
            </a:br>
            <a:r>
              <a:rPr lang="de-DE" sz="800"/>
              <a:t>Prozess EV Freigabe</a:t>
            </a:r>
          </a:p>
        </p:txBody>
      </p:sp>
      <p:pic>
        <p:nvPicPr>
          <p:cNvPr id="93" name="Grafik 92">
            <a:extLst>
              <a:ext uri="{FF2B5EF4-FFF2-40B4-BE49-F238E27FC236}">
                <a16:creationId xmlns:a16="http://schemas.microsoft.com/office/drawing/2014/main" id="{579CB4EA-5A17-8328-3694-F6514BF28F74}"/>
              </a:ext>
            </a:extLst>
          </p:cNvPr>
          <p:cNvPicPr>
            <a:picLocks noChangeAspect="1"/>
          </p:cNvPicPr>
          <p:nvPr/>
        </p:nvPicPr>
        <p:blipFill>
          <a:blip r:embed="rId9"/>
          <a:srcRect t="1" b="17297"/>
          <a:stretch>
            <a:fillRect/>
          </a:stretch>
        </p:blipFill>
        <p:spPr>
          <a:xfrm>
            <a:off x="4246310" y="5550552"/>
            <a:ext cx="642751" cy="177189"/>
          </a:xfrm>
          <a:prstGeom prst="rect">
            <a:avLst/>
          </a:prstGeom>
        </p:spPr>
      </p:pic>
      <p:pic>
        <p:nvPicPr>
          <p:cNvPr id="114" name="Grafik 113" descr="Blitz mit einfarbiger Füllung">
            <a:extLst>
              <a:ext uri="{FF2B5EF4-FFF2-40B4-BE49-F238E27FC236}">
                <a16:creationId xmlns:a16="http://schemas.microsoft.com/office/drawing/2014/main" id="{48DA8A0A-2B2E-F22F-35E2-9CA9E0FB27DA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6793672" y="3090199"/>
            <a:ext cx="249320" cy="311508"/>
          </a:xfrm>
          <a:prstGeom prst="rect">
            <a:avLst/>
          </a:prstGeom>
        </p:spPr>
      </p:pic>
      <p:pic>
        <p:nvPicPr>
          <p:cNvPr id="115" name="Grafik 114" descr="Blitz mit einfarbiger Füllung">
            <a:extLst>
              <a:ext uri="{FF2B5EF4-FFF2-40B4-BE49-F238E27FC236}">
                <a16:creationId xmlns:a16="http://schemas.microsoft.com/office/drawing/2014/main" id="{A1226798-6B5D-A694-E3F1-503AACF9FAE0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5186769" y="3113018"/>
            <a:ext cx="249320" cy="311508"/>
          </a:xfrm>
          <a:prstGeom prst="rect">
            <a:avLst/>
          </a:prstGeom>
        </p:spPr>
      </p:pic>
      <p:pic>
        <p:nvPicPr>
          <p:cNvPr id="23" name="Grafik 22">
            <a:extLst>
              <a:ext uri="{FF2B5EF4-FFF2-40B4-BE49-F238E27FC236}">
                <a16:creationId xmlns:a16="http://schemas.microsoft.com/office/drawing/2014/main" id="{F958A108-613B-E691-0732-2D63A3BA53D8}"/>
              </a:ext>
            </a:extLst>
          </p:cNvPr>
          <p:cNvPicPr>
            <a:picLocks noChangeAspect="1"/>
          </p:cNvPicPr>
          <p:nvPr/>
        </p:nvPicPr>
        <p:blipFill>
          <a:blip r:embed="rId5"/>
          <a:srcRect l="72354" t="58918" r="18842" b="36651"/>
          <a:stretch>
            <a:fillRect/>
          </a:stretch>
        </p:blipFill>
        <p:spPr>
          <a:xfrm>
            <a:off x="5446835" y="2448095"/>
            <a:ext cx="656460" cy="243072"/>
          </a:xfrm>
          <a:prstGeom prst="rect">
            <a:avLst/>
          </a:prstGeom>
          <a:solidFill>
            <a:schemeClr val="accent1"/>
          </a:solidFill>
        </p:spPr>
      </p:pic>
    </p:spTree>
    <p:extLst>
      <p:ext uri="{BB962C8B-B14F-4D97-AF65-F5344CB8AC3E}">
        <p14:creationId xmlns:p14="http://schemas.microsoft.com/office/powerpoint/2010/main" val="3593209547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7005E4BA-6D56-DF0C-BC66-00E23F4B4CD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DE"/>
              <a:t>Status Quo: IT Demand and Project </a:t>
            </a:r>
            <a:r>
              <a:rPr lang="de-DE" err="1"/>
              <a:t>landscape</a:t>
            </a:r>
            <a:r>
              <a:rPr lang="de-DE"/>
              <a:t> </a:t>
            </a:r>
          </a:p>
        </p:txBody>
      </p:sp>
      <p:graphicFrame>
        <p:nvGraphicFramePr>
          <p:cNvPr id="67" name="Tabelle 66">
            <a:extLst>
              <a:ext uri="{FF2B5EF4-FFF2-40B4-BE49-F238E27FC236}">
                <a16:creationId xmlns:a16="http://schemas.microsoft.com/office/drawing/2014/main" id="{CB61E864-FE54-22F2-E327-95FBF604A762}"/>
              </a:ext>
            </a:extLst>
          </p:cNvPr>
          <p:cNvGraphicFramePr>
            <a:graphicFrameLocks noGrp="1"/>
          </p:cNvGraphicFramePr>
          <p:nvPr/>
        </p:nvGraphicFramePr>
        <p:xfrm>
          <a:off x="3384773" y="2786658"/>
          <a:ext cx="1462478" cy="1665813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899769">
                  <a:extLst>
                    <a:ext uri="{9D8B030D-6E8A-4147-A177-3AD203B41FA5}">
                      <a16:colId xmlns:a16="http://schemas.microsoft.com/office/drawing/2014/main" val="2769098059"/>
                    </a:ext>
                  </a:extLst>
                </a:gridCol>
                <a:gridCol w="562709">
                  <a:extLst>
                    <a:ext uri="{9D8B030D-6E8A-4147-A177-3AD203B41FA5}">
                      <a16:colId xmlns:a16="http://schemas.microsoft.com/office/drawing/2014/main" val="3275432437"/>
                    </a:ext>
                  </a:extLst>
                </a:gridCol>
              </a:tblGrid>
              <a:tr h="157053">
                <a:tc>
                  <a:txBody>
                    <a:bodyPr/>
                    <a:lstStyle/>
                    <a:p>
                      <a:endParaRPr lang="de-DE" sz="900"/>
                    </a:p>
                  </a:txBody>
                  <a:tcPr marL="36000" marR="36000" marT="0" marB="0"/>
                </a:tc>
                <a:tc>
                  <a:txBody>
                    <a:bodyPr/>
                    <a:lstStyle/>
                    <a:p>
                      <a:r>
                        <a:rPr lang="de-DE" sz="900"/>
                        <a:t>IT PT</a:t>
                      </a:r>
                    </a:p>
                  </a:txBody>
                  <a:tcPr marL="36000" marR="36000" marT="0" marB="0"/>
                </a:tc>
                <a:extLst>
                  <a:ext uri="{0D108BD9-81ED-4DB2-BD59-A6C34878D82A}">
                    <a16:rowId xmlns:a16="http://schemas.microsoft.com/office/drawing/2014/main" val="37266353"/>
                  </a:ext>
                </a:extLst>
              </a:tr>
              <a:tr h="157053">
                <a:tc>
                  <a:txBody>
                    <a:bodyPr/>
                    <a:lstStyle/>
                    <a:p>
                      <a:r>
                        <a:rPr lang="de-DE" sz="1100"/>
                        <a:t>minor</a:t>
                      </a:r>
                    </a:p>
                  </a:txBody>
                  <a:tcPr marL="36000" marR="36000" marT="0" marB="0" anchor="ctr"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de-DE" sz="1100"/>
                        <a:t>&lt;5 PT</a:t>
                      </a:r>
                    </a:p>
                  </a:txBody>
                  <a:tcPr marL="36000" marR="36000" marT="0" marB="0" anchor="ctr">
                    <a:solidFill>
                      <a:schemeClr val="bg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786748303"/>
                  </a:ext>
                </a:extLst>
              </a:tr>
              <a:tr h="157053">
                <a:tc>
                  <a:txBody>
                    <a:bodyPr/>
                    <a:lstStyle/>
                    <a:p>
                      <a:r>
                        <a:rPr lang="de-DE" sz="1100"/>
                        <a:t>minor</a:t>
                      </a:r>
                    </a:p>
                  </a:txBody>
                  <a:tcPr marL="36000" marR="36000" marT="0" marB="0" anchor="ctr"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de-DE" sz="1100"/>
                        <a:t>&lt;5 PT</a:t>
                      </a:r>
                    </a:p>
                  </a:txBody>
                  <a:tcPr marL="36000" marR="36000" marT="0" marB="0" anchor="ctr">
                    <a:solidFill>
                      <a:schemeClr val="bg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543100903"/>
                  </a:ext>
                </a:extLst>
              </a:tr>
              <a:tr h="157053">
                <a:tc>
                  <a:txBody>
                    <a:bodyPr/>
                    <a:lstStyle/>
                    <a:p>
                      <a:r>
                        <a:rPr lang="de-DE" sz="1100"/>
                        <a:t>minor</a:t>
                      </a:r>
                    </a:p>
                  </a:txBody>
                  <a:tcPr marL="36000" marR="36000" marT="0" marB="0" anchor="ctr"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de-DE" sz="1100"/>
                        <a:t>&lt;5 PT</a:t>
                      </a:r>
                    </a:p>
                  </a:txBody>
                  <a:tcPr marL="36000" marR="36000" marT="0" marB="0" anchor="ctr">
                    <a:solidFill>
                      <a:schemeClr val="bg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803226934"/>
                  </a:ext>
                </a:extLst>
              </a:tr>
              <a:tr h="157053">
                <a:tc>
                  <a:txBody>
                    <a:bodyPr/>
                    <a:lstStyle/>
                    <a:p>
                      <a:r>
                        <a:rPr lang="de-DE" sz="1100"/>
                        <a:t>medium</a:t>
                      </a:r>
                    </a:p>
                  </a:txBody>
                  <a:tcPr marL="36000" marR="36000" marT="0" marB="0" anchor="ctr"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de-DE" sz="1100"/>
                        <a:t>5-49 PT</a:t>
                      </a:r>
                    </a:p>
                  </a:txBody>
                  <a:tcPr marL="36000" marR="36000" marT="0" marB="0" anchor="ctr">
                    <a:solidFill>
                      <a:schemeClr val="bg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9898840"/>
                  </a:ext>
                </a:extLst>
              </a:tr>
              <a:tr h="157053">
                <a:tc>
                  <a:txBody>
                    <a:bodyPr/>
                    <a:lstStyle/>
                    <a:p>
                      <a:r>
                        <a:rPr lang="de-DE" sz="1100"/>
                        <a:t>medium</a:t>
                      </a:r>
                    </a:p>
                  </a:txBody>
                  <a:tcPr marL="36000" marR="36000" marT="0" marB="0" anchor="ctr"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de-DE" sz="1100"/>
                        <a:t>5-49 PT</a:t>
                      </a:r>
                    </a:p>
                  </a:txBody>
                  <a:tcPr marL="36000" marR="36000" marT="0" marB="0" anchor="ctr">
                    <a:solidFill>
                      <a:schemeClr val="bg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001201448"/>
                  </a:ext>
                </a:extLst>
              </a:tr>
              <a:tr h="157053">
                <a:tc>
                  <a:txBody>
                    <a:bodyPr/>
                    <a:lstStyle/>
                    <a:p>
                      <a:r>
                        <a:rPr lang="de-DE" sz="1100"/>
                        <a:t>project</a:t>
                      </a:r>
                    </a:p>
                  </a:txBody>
                  <a:tcPr marL="36000" marR="36000" marT="0" marB="0" anchor="ctr">
                    <a:solidFill>
                      <a:schemeClr val="accent2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de-DE" sz="1100"/>
                        <a:t>&gt;50PT</a:t>
                      </a:r>
                    </a:p>
                  </a:txBody>
                  <a:tcPr marL="36000" marR="36000" marT="0" marB="0" anchor="ctr">
                    <a:solidFill>
                      <a:schemeClr val="bg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666390936"/>
                  </a:ext>
                </a:extLst>
              </a:tr>
              <a:tr h="157053">
                <a:tc>
                  <a:txBody>
                    <a:bodyPr/>
                    <a:lstStyle/>
                    <a:p>
                      <a:r>
                        <a:rPr lang="de-DE" sz="1100"/>
                        <a:t>project</a:t>
                      </a:r>
                    </a:p>
                  </a:txBody>
                  <a:tcPr marL="36000" marR="36000" marT="0" marB="0" anchor="ctr">
                    <a:solidFill>
                      <a:schemeClr val="accent5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de-DE" sz="1100"/>
                        <a:t>&gt;50PT</a:t>
                      </a:r>
                    </a:p>
                  </a:txBody>
                  <a:tcPr marL="36000" marR="36000" marT="0" marB="0" anchor="ctr">
                    <a:solidFill>
                      <a:schemeClr val="bg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284411064"/>
                  </a:ext>
                </a:extLst>
              </a:tr>
              <a:tr h="157053">
                <a:tc>
                  <a:txBody>
                    <a:bodyPr/>
                    <a:lstStyle/>
                    <a:p>
                      <a:r>
                        <a:rPr lang="de-DE" sz="1100"/>
                        <a:t>project</a:t>
                      </a:r>
                    </a:p>
                  </a:txBody>
                  <a:tcPr marL="36000" marR="36000" marT="0" marB="0" anchor="ctr">
                    <a:solidFill>
                      <a:schemeClr val="accent4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de-DE" sz="1100"/>
                        <a:t>&gt;50PT</a:t>
                      </a:r>
                    </a:p>
                  </a:txBody>
                  <a:tcPr marL="36000" marR="36000" marT="0" marB="0" anchor="ctr">
                    <a:solidFill>
                      <a:schemeClr val="bg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591254602"/>
                  </a:ext>
                </a:extLst>
              </a:tr>
              <a:tr h="157053">
                <a:tc>
                  <a:txBody>
                    <a:bodyPr/>
                    <a:lstStyle/>
                    <a:p>
                      <a:r>
                        <a:rPr lang="de-DE" sz="1100"/>
                        <a:t>project</a:t>
                      </a:r>
                    </a:p>
                  </a:txBody>
                  <a:tcPr marL="36000" marR="36000" marT="0" marB="0" anchor="ctr">
                    <a:solidFill>
                      <a:srgbClr val="FFFF00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de-DE" sz="1100"/>
                        <a:t>&gt;50PT</a:t>
                      </a:r>
                    </a:p>
                  </a:txBody>
                  <a:tcPr marL="36000" marR="36000" marT="0" marB="0" anchor="ctr">
                    <a:solidFill>
                      <a:schemeClr val="bg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779881932"/>
                  </a:ext>
                </a:extLst>
              </a:tr>
            </a:tbl>
          </a:graphicData>
        </a:graphic>
      </p:graphicFrame>
      <p:graphicFrame>
        <p:nvGraphicFramePr>
          <p:cNvPr id="68" name="Tabelle 67">
            <a:extLst>
              <a:ext uri="{FF2B5EF4-FFF2-40B4-BE49-F238E27FC236}">
                <a16:creationId xmlns:a16="http://schemas.microsoft.com/office/drawing/2014/main" id="{8AA6139F-B926-2787-DE6F-D8037BD0E56A}"/>
              </a:ext>
            </a:extLst>
          </p:cNvPr>
          <p:cNvGraphicFramePr>
            <a:graphicFrameLocks noGrp="1"/>
          </p:cNvGraphicFramePr>
          <p:nvPr/>
        </p:nvGraphicFramePr>
        <p:xfrm>
          <a:off x="1343380" y="2818497"/>
          <a:ext cx="1122768" cy="785265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842290">
                  <a:extLst>
                    <a:ext uri="{9D8B030D-6E8A-4147-A177-3AD203B41FA5}">
                      <a16:colId xmlns:a16="http://schemas.microsoft.com/office/drawing/2014/main" val="2769098059"/>
                    </a:ext>
                  </a:extLst>
                </a:gridCol>
                <a:gridCol w="280478">
                  <a:extLst>
                    <a:ext uri="{9D8B030D-6E8A-4147-A177-3AD203B41FA5}">
                      <a16:colId xmlns:a16="http://schemas.microsoft.com/office/drawing/2014/main" val="3275432437"/>
                    </a:ext>
                  </a:extLst>
                </a:gridCol>
              </a:tblGrid>
              <a:tr h="157053"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de-DE" sz="700" b="1" kern="1200" err="1">
                          <a:solidFill>
                            <a:schemeClr val="lt1"/>
                          </a:solidFill>
                          <a:latin typeface="+mn-lt"/>
                          <a:ea typeface="+mn-ea"/>
                          <a:cs typeface="+mn-cs"/>
                        </a:rPr>
                        <a:t>origin</a:t>
                      </a:r>
                      <a:endParaRPr lang="de-DE" sz="700" b="1" kern="1200">
                        <a:solidFill>
                          <a:schemeClr val="lt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36000" marR="36000" marT="0" marB="0"/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de-DE" sz="700"/>
                    </a:p>
                  </a:txBody>
                  <a:tcPr marL="36000" marR="36000" marT="0" marB="0"/>
                </a:tc>
                <a:extLst>
                  <a:ext uri="{0D108BD9-81ED-4DB2-BD59-A6C34878D82A}">
                    <a16:rowId xmlns:a16="http://schemas.microsoft.com/office/drawing/2014/main" val="37266353"/>
                  </a:ext>
                </a:extLst>
              </a:tr>
              <a:tr h="157053">
                <a:tc>
                  <a:txBody>
                    <a:bodyPr/>
                    <a:lstStyle/>
                    <a:p>
                      <a:r>
                        <a:rPr lang="de-DE" sz="800" err="1"/>
                        <a:t>indep</a:t>
                      </a:r>
                      <a:r>
                        <a:rPr lang="de-DE" sz="800"/>
                        <a:t>. IT-Project</a:t>
                      </a:r>
                    </a:p>
                  </a:txBody>
                  <a:tcPr marL="36000" marR="36000" marT="0" marB="0" anchor="ctr">
                    <a:solidFill>
                      <a:srgbClr val="FFFF00"/>
                    </a:solidFill>
                  </a:tcPr>
                </a:tc>
                <a:tc>
                  <a:txBody>
                    <a:bodyPr/>
                    <a:lstStyle/>
                    <a:p>
                      <a:endParaRPr lang="de-DE" sz="800"/>
                    </a:p>
                  </a:txBody>
                  <a:tcPr marL="36000" marR="36000" marT="0" marB="0" anchor="ctr">
                    <a:solidFill>
                      <a:schemeClr val="bg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786748303"/>
                  </a:ext>
                </a:extLst>
              </a:tr>
              <a:tr h="157053"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de-DE" sz="800"/>
                        <a:t>Business</a:t>
                      </a:r>
                    </a:p>
                  </a:txBody>
                  <a:tcPr marL="36000" marR="36000" marT="0" marB="0" anchor="ctr">
                    <a:solidFill>
                      <a:schemeClr val="accent2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de-DE" sz="800"/>
                    </a:p>
                  </a:txBody>
                  <a:tcPr marL="36000" marR="36000" marT="0" marB="0" anchor="ctr">
                    <a:solidFill>
                      <a:schemeClr val="bg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559453120"/>
                  </a:ext>
                </a:extLst>
              </a:tr>
              <a:tr h="157053">
                <a:tc>
                  <a:txBody>
                    <a:bodyPr/>
                    <a:lstStyle/>
                    <a:p>
                      <a:r>
                        <a:rPr lang="de-DE" sz="800"/>
                        <a:t>Business</a:t>
                      </a:r>
                    </a:p>
                  </a:txBody>
                  <a:tcPr marL="36000" marR="36000" marT="0" marB="0" anchor="ctr">
                    <a:solidFill>
                      <a:schemeClr val="accent5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de-DE" sz="800"/>
                    </a:p>
                  </a:txBody>
                  <a:tcPr marL="36000" marR="36000" marT="0" marB="0" anchor="ctr">
                    <a:solidFill>
                      <a:schemeClr val="bg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284800567"/>
                  </a:ext>
                </a:extLst>
              </a:tr>
              <a:tr h="157053">
                <a:tc>
                  <a:txBody>
                    <a:bodyPr/>
                    <a:lstStyle/>
                    <a:p>
                      <a:r>
                        <a:rPr lang="de-DE" sz="800"/>
                        <a:t>Business</a:t>
                      </a:r>
                    </a:p>
                  </a:txBody>
                  <a:tcPr marL="36000" marR="36000" marT="0" marB="0" anchor="ctr">
                    <a:solidFill>
                      <a:schemeClr val="accent4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de-DE" sz="800"/>
                    </a:p>
                  </a:txBody>
                  <a:tcPr marL="36000" marR="36000" marT="0" marB="0" anchor="ctr">
                    <a:solidFill>
                      <a:schemeClr val="bg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854337501"/>
                  </a:ext>
                </a:extLst>
              </a:tr>
            </a:tbl>
          </a:graphicData>
        </a:graphic>
      </p:graphicFrame>
      <p:sp>
        <p:nvSpPr>
          <p:cNvPr id="70" name="Textfeld 69">
            <a:extLst>
              <a:ext uri="{FF2B5EF4-FFF2-40B4-BE49-F238E27FC236}">
                <a16:creationId xmlns:a16="http://schemas.microsoft.com/office/drawing/2014/main" id="{358319D1-B549-006A-D7B2-B635508ACB3D}"/>
              </a:ext>
            </a:extLst>
          </p:cNvPr>
          <p:cNvSpPr txBox="1"/>
          <p:nvPr/>
        </p:nvSpPr>
        <p:spPr>
          <a:xfrm>
            <a:off x="1343381" y="2661887"/>
            <a:ext cx="829839" cy="161001"/>
          </a:xfrm>
          <a:prstGeom prst="rect">
            <a:avLst/>
          </a:prstGeom>
          <a:noFill/>
        </p:spPr>
        <p:txBody>
          <a:bodyPr wrap="none" lIns="18000" tIns="18000" rIns="18000" bIns="18000" rtlCol="0">
            <a:spAutoFit/>
          </a:bodyPr>
          <a:lstStyle>
            <a:defPPr>
              <a:defRPr lang="de-DE"/>
            </a:defPPr>
            <a:lvl1pPr>
              <a:lnSpc>
                <a:spcPct val="90000"/>
              </a:lnSpc>
              <a:spcBef>
                <a:spcPts val="400"/>
              </a:spcBef>
              <a:defRPr sz="1050" b="1"/>
            </a:lvl1pPr>
          </a:lstStyle>
          <a:p>
            <a:r>
              <a:rPr lang="de-DE" sz="900"/>
              <a:t>PIT: IT-Projects</a:t>
            </a:r>
          </a:p>
        </p:txBody>
      </p:sp>
      <p:graphicFrame>
        <p:nvGraphicFramePr>
          <p:cNvPr id="99" name="Tabelle 98">
            <a:extLst>
              <a:ext uri="{FF2B5EF4-FFF2-40B4-BE49-F238E27FC236}">
                <a16:creationId xmlns:a16="http://schemas.microsoft.com/office/drawing/2014/main" id="{9E4F676B-0CBA-0A5E-2F83-7E2FCC34E33B}"/>
              </a:ext>
            </a:extLst>
          </p:cNvPr>
          <p:cNvGraphicFramePr>
            <a:graphicFrameLocks noGrp="1"/>
          </p:cNvGraphicFramePr>
          <p:nvPr/>
        </p:nvGraphicFramePr>
        <p:xfrm>
          <a:off x="5472530" y="2808591"/>
          <a:ext cx="985617" cy="79505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821333">
                  <a:extLst>
                    <a:ext uri="{9D8B030D-6E8A-4147-A177-3AD203B41FA5}">
                      <a16:colId xmlns:a16="http://schemas.microsoft.com/office/drawing/2014/main" val="2769098059"/>
                    </a:ext>
                  </a:extLst>
                </a:gridCol>
                <a:gridCol w="164284">
                  <a:extLst>
                    <a:ext uri="{9D8B030D-6E8A-4147-A177-3AD203B41FA5}">
                      <a16:colId xmlns:a16="http://schemas.microsoft.com/office/drawing/2014/main" val="3275432437"/>
                    </a:ext>
                  </a:extLst>
                </a:gridCol>
              </a:tblGrid>
              <a:tr h="166838"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de-DE" sz="700" b="1" kern="1200">
                          <a:solidFill>
                            <a:schemeClr val="lt1"/>
                          </a:solidFill>
                          <a:latin typeface="+mn-lt"/>
                          <a:ea typeface="+mn-ea"/>
                          <a:cs typeface="+mn-cs"/>
                        </a:rPr>
                        <a:t>Business project</a:t>
                      </a:r>
                    </a:p>
                  </a:txBody>
                  <a:tcPr marL="36000" marR="36000" marT="0" marB="0"/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de-DE" sz="500"/>
                    </a:p>
                  </a:txBody>
                  <a:tcPr marL="36000" marR="36000" marT="0" marB="0"/>
                </a:tc>
                <a:extLst>
                  <a:ext uri="{0D108BD9-81ED-4DB2-BD59-A6C34878D82A}">
                    <a16:rowId xmlns:a16="http://schemas.microsoft.com/office/drawing/2014/main" val="37266353"/>
                  </a:ext>
                </a:extLst>
              </a:tr>
              <a:tr h="157053">
                <a:tc>
                  <a:txBody>
                    <a:bodyPr/>
                    <a:lstStyle/>
                    <a:p>
                      <a:r>
                        <a:rPr lang="de-DE" sz="800"/>
                        <a:t>Project w IT</a:t>
                      </a:r>
                    </a:p>
                  </a:txBody>
                  <a:tcPr marL="36000" marR="36000" marT="0" marB="0" anchor="ctr">
                    <a:solidFill>
                      <a:schemeClr val="accent2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de-DE" sz="800"/>
                    </a:p>
                  </a:txBody>
                  <a:tcPr marL="36000" marR="36000" marT="0" marB="0" anchor="ctr">
                    <a:solidFill>
                      <a:schemeClr val="bg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786748303"/>
                  </a:ext>
                </a:extLst>
              </a:tr>
              <a:tr h="157053">
                <a:tc>
                  <a:txBody>
                    <a:bodyPr/>
                    <a:lstStyle/>
                    <a:p>
                      <a:r>
                        <a:rPr lang="de-DE" sz="800"/>
                        <a:t>Project </a:t>
                      </a:r>
                      <a:r>
                        <a:rPr lang="de-DE" sz="800" err="1"/>
                        <a:t>no</a:t>
                      </a:r>
                      <a:r>
                        <a:rPr lang="de-DE" sz="800"/>
                        <a:t> IT</a:t>
                      </a:r>
                    </a:p>
                  </a:txBody>
                  <a:tcPr marL="36000" marR="36000" marT="0" marB="0" anchor="ctr"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endParaRPr lang="de-DE" sz="800"/>
                    </a:p>
                  </a:txBody>
                  <a:tcPr marL="36000" marR="36000" marT="0" marB="0" anchor="ctr">
                    <a:solidFill>
                      <a:schemeClr val="bg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559453120"/>
                  </a:ext>
                </a:extLst>
              </a:tr>
              <a:tr h="157053"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de-DE" sz="800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STIHL Contraface Text"/>
                          <a:ea typeface="+mn-ea"/>
                          <a:cs typeface="+mn-cs"/>
                        </a:rPr>
                        <a:t>Project </a:t>
                      </a:r>
                      <a:r>
                        <a:rPr kumimoji="0" lang="de-DE" sz="800" b="0" i="0" u="none" strike="noStrike" kern="1200" cap="none" spc="0" normalizeH="0" baseline="0" noProof="0" err="1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STIHL Contraface Text"/>
                          <a:ea typeface="+mn-ea"/>
                          <a:cs typeface="+mn-cs"/>
                        </a:rPr>
                        <a:t>no</a:t>
                      </a:r>
                      <a:r>
                        <a:rPr kumimoji="0" lang="de-DE" sz="800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STIHL Contraface Text"/>
                          <a:ea typeface="+mn-ea"/>
                          <a:cs typeface="+mn-cs"/>
                        </a:rPr>
                        <a:t> IT</a:t>
                      </a:r>
                    </a:p>
                  </a:txBody>
                  <a:tcPr marL="36000" marR="36000" marT="0" marB="0" anchor="ctr"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endParaRPr lang="de-DE" sz="800"/>
                    </a:p>
                  </a:txBody>
                  <a:tcPr marL="36000" marR="36000" marT="0" marB="0" anchor="ctr">
                    <a:solidFill>
                      <a:schemeClr val="bg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284800567"/>
                  </a:ext>
                </a:extLst>
              </a:tr>
              <a:tr h="157053"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de-DE" sz="800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STIHL Contraface Text"/>
                          <a:ea typeface="+mn-ea"/>
                          <a:cs typeface="+mn-cs"/>
                        </a:rPr>
                        <a:t>Project </a:t>
                      </a:r>
                      <a:r>
                        <a:rPr kumimoji="0" lang="de-DE" sz="800" b="0" i="0" u="none" strike="noStrike" kern="1200" cap="none" spc="0" normalizeH="0" baseline="0" noProof="0" err="1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STIHL Contraface Text"/>
                          <a:ea typeface="+mn-ea"/>
                          <a:cs typeface="+mn-cs"/>
                        </a:rPr>
                        <a:t>no</a:t>
                      </a:r>
                      <a:r>
                        <a:rPr kumimoji="0" lang="de-DE" sz="800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STIHL Contraface Text"/>
                          <a:ea typeface="+mn-ea"/>
                          <a:cs typeface="+mn-cs"/>
                        </a:rPr>
                        <a:t> IT</a:t>
                      </a:r>
                    </a:p>
                  </a:txBody>
                  <a:tcPr marL="36000" marR="36000" marT="0" marB="0" anchor="ctr"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endParaRPr lang="de-DE" sz="800"/>
                    </a:p>
                  </a:txBody>
                  <a:tcPr marL="36000" marR="36000" marT="0" marB="0" anchor="ctr">
                    <a:solidFill>
                      <a:schemeClr val="bg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854337501"/>
                  </a:ext>
                </a:extLst>
              </a:tr>
            </a:tbl>
          </a:graphicData>
        </a:graphic>
      </p:graphicFrame>
      <p:graphicFrame>
        <p:nvGraphicFramePr>
          <p:cNvPr id="100" name="Tabelle 99">
            <a:extLst>
              <a:ext uri="{FF2B5EF4-FFF2-40B4-BE49-F238E27FC236}">
                <a16:creationId xmlns:a16="http://schemas.microsoft.com/office/drawing/2014/main" id="{07BAE0E9-8346-9771-B483-D6FFC56817C7}"/>
              </a:ext>
            </a:extLst>
          </p:cNvPr>
          <p:cNvGraphicFramePr>
            <a:graphicFrameLocks noGrp="1"/>
          </p:cNvGraphicFramePr>
          <p:nvPr/>
        </p:nvGraphicFramePr>
        <p:xfrm>
          <a:off x="7013874" y="2808591"/>
          <a:ext cx="913310" cy="785265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781764">
                  <a:extLst>
                    <a:ext uri="{9D8B030D-6E8A-4147-A177-3AD203B41FA5}">
                      <a16:colId xmlns:a16="http://schemas.microsoft.com/office/drawing/2014/main" val="2769098059"/>
                    </a:ext>
                  </a:extLst>
                </a:gridCol>
                <a:gridCol w="131546">
                  <a:extLst>
                    <a:ext uri="{9D8B030D-6E8A-4147-A177-3AD203B41FA5}">
                      <a16:colId xmlns:a16="http://schemas.microsoft.com/office/drawing/2014/main" val="3275432437"/>
                    </a:ext>
                  </a:extLst>
                </a:gridCol>
              </a:tblGrid>
              <a:tr h="157053"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de-DE" sz="700" b="1" kern="1200">
                          <a:solidFill>
                            <a:schemeClr val="lt1"/>
                          </a:solidFill>
                          <a:latin typeface="+mn-lt"/>
                          <a:ea typeface="+mn-ea"/>
                          <a:cs typeface="+mn-cs"/>
                        </a:rPr>
                        <a:t>Business project</a:t>
                      </a:r>
                    </a:p>
                  </a:txBody>
                  <a:tcPr marL="36000" marR="36000" marT="0" marB="0"/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de-DE" sz="700"/>
                    </a:p>
                  </a:txBody>
                  <a:tcPr marL="36000" marR="36000" marT="0" marB="0"/>
                </a:tc>
                <a:extLst>
                  <a:ext uri="{0D108BD9-81ED-4DB2-BD59-A6C34878D82A}">
                    <a16:rowId xmlns:a16="http://schemas.microsoft.com/office/drawing/2014/main" val="37266353"/>
                  </a:ext>
                </a:extLst>
              </a:tr>
              <a:tr h="157053">
                <a:tc>
                  <a:txBody>
                    <a:bodyPr/>
                    <a:lstStyle/>
                    <a:p>
                      <a:r>
                        <a:rPr lang="de-DE" sz="800"/>
                        <a:t>Project </a:t>
                      </a:r>
                      <a:r>
                        <a:rPr lang="de-DE" sz="800" err="1"/>
                        <a:t>no</a:t>
                      </a:r>
                      <a:r>
                        <a:rPr lang="de-DE" sz="800"/>
                        <a:t> IT</a:t>
                      </a:r>
                    </a:p>
                  </a:txBody>
                  <a:tcPr marL="36000" marR="36000" marT="0" marB="0" anchor="ctr"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endParaRPr lang="de-DE" sz="800"/>
                    </a:p>
                  </a:txBody>
                  <a:tcPr marL="36000" marR="36000" marT="0" marB="0" anchor="ctr">
                    <a:solidFill>
                      <a:schemeClr val="bg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786748303"/>
                  </a:ext>
                </a:extLst>
              </a:tr>
              <a:tr h="157053"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de-DE" sz="800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STIHL Contraface Text"/>
                          <a:ea typeface="+mn-ea"/>
                          <a:cs typeface="+mn-cs"/>
                        </a:rPr>
                        <a:t>Project </a:t>
                      </a:r>
                      <a:r>
                        <a:rPr kumimoji="0" lang="de-DE" sz="800" b="0" i="0" u="none" strike="noStrike" kern="1200" cap="none" spc="0" normalizeH="0" baseline="0" noProof="0" err="1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STIHL Contraface Text"/>
                          <a:ea typeface="+mn-ea"/>
                          <a:cs typeface="+mn-cs"/>
                        </a:rPr>
                        <a:t>no</a:t>
                      </a:r>
                      <a:r>
                        <a:rPr kumimoji="0" lang="de-DE" sz="800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STIHL Contraface Text"/>
                          <a:ea typeface="+mn-ea"/>
                          <a:cs typeface="+mn-cs"/>
                        </a:rPr>
                        <a:t> IT</a:t>
                      </a:r>
                    </a:p>
                  </a:txBody>
                  <a:tcPr marL="36000" marR="36000" marT="0" marB="0" anchor="ctr"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endParaRPr lang="de-DE" sz="800"/>
                    </a:p>
                  </a:txBody>
                  <a:tcPr marL="36000" marR="36000" marT="0" marB="0" anchor="ctr">
                    <a:solidFill>
                      <a:schemeClr val="bg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559453120"/>
                  </a:ext>
                </a:extLst>
              </a:tr>
              <a:tr h="157053"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de-DE" sz="800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STIHL Contraface Text"/>
                          <a:ea typeface="+mn-ea"/>
                          <a:cs typeface="+mn-cs"/>
                        </a:rPr>
                        <a:t>Project </a:t>
                      </a:r>
                      <a:r>
                        <a:rPr kumimoji="0" lang="de-DE" sz="800" b="0" i="0" u="none" strike="noStrike" kern="1200" cap="none" spc="0" normalizeH="0" baseline="0" noProof="0" err="1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STIHL Contraface Text"/>
                          <a:ea typeface="+mn-ea"/>
                          <a:cs typeface="+mn-cs"/>
                        </a:rPr>
                        <a:t>no</a:t>
                      </a:r>
                      <a:r>
                        <a:rPr kumimoji="0" lang="de-DE" sz="800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STIHL Contraface Text"/>
                          <a:ea typeface="+mn-ea"/>
                          <a:cs typeface="+mn-cs"/>
                        </a:rPr>
                        <a:t> IT</a:t>
                      </a:r>
                    </a:p>
                  </a:txBody>
                  <a:tcPr marL="36000" marR="36000" marT="0" marB="0" anchor="ctr"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endParaRPr lang="de-DE" sz="800"/>
                    </a:p>
                  </a:txBody>
                  <a:tcPr marL="36000" marR="36000" marT="0" marB="0" anchor="ctr">
                    <a:solidFill>
                      <a:schemeClr val="bg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284800567"/>
                  </a:ext>
                </a:extLst>
              </a:tr>
              <a:tr h="157053"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de-DE" sz="800"/>
                        <a:t>Project w IT</a:t>
                      </a:r>
                    </a:p>
                  </a:txBody>
                  <a:tcPr marL="36000" marR="36000" marT="0" marB="0" anchor="ctr">
                    <a:solidFill>
                      <a:schemeClr val="accent5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de-DE" sz="800"/>
                    </a:p>
                  </a:txBody>
                  <a:tcPr marL="36000" marR="36000" marT="0" marB="0" anchor="ctr">
                    <a:solidFill>
                      <a:schemeClr val="bg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854337501"/>
                  </a:ext>
                </a:extLst>
              </a:tr>
            </a:tbl>
          </a:graphicData>
        </a:graphic>
      </p:graphicFrame>
      <p:sp>
        <p:nvSpPr>
          <p:cNvPr id="101" name="Textfeld 100">
            <a:extLst>
              <a:ext uri="{FF2B5EF4-FFF2-40B4-BE49-F238E27FC236}">
                <a16:creationId xmlns:a16="http://schemas.microsoft.com/office/drawing/2014/main" id="{D5C98117-3B92-E07D-EDCB-7605A1CF3549}"/>
              </a:ext>
            </a:extLst>
          </p:cNvPr>
          <p:cNvSpPr txBox="1"/>
          <p:nvPr/>
        </p:nvSpPr>
        <p:spPr>
          <a:xfrm>
            <a:off x="5402384" y="2661887"/>
            <a:ext cx="934033" cy="161001"/>
          </a:xfrm>
          <a:prstGeom prst="rect">
            <a:avLst/>
          </a:prstGeom>
          <a:noFill/>
        </p:spPr>
        <p:txBody>
          <a:bodyPr wrap="none" lIns="18000" tIns="18000" rIns="18000" bIns="18000" rtlCol="0">
            <a:spAutoFit/>
          </a:bodyPr>
          <a:lstStyle/>
          <a:p>
            <a:pPr algn="ctr">
              <a:lnSpc>
                <a:spcPct val="90000"/>
              </a:lnSpc>
              <a:spcBef>
                <a:spcPts val="400"/>
              </a:spcBef>
            </a:pPr>
            <a:r>
              <a:rPr lang="de-DE" sz="900"/>
              <a:t>PIT: VPM-projects</a:t>
            </a:r>
          </a:p>
        </p:txBody>
      </p:sp>
      <p:sp>
        <p:nvSpPr>
          <p:cNvPr id="102" name="Textfeld 101">
            <a:extLst>
              <a:ext uri="{FF2B5EF4-FFF2-40B4-BE49-F238E27FC236}">
                <a16:creationId xmlns:a16="http://schemas.microsoft.com/office/drawing/2014/main" id="{A609ACA3-79A3-8D32-37C1-B4C103B82D1E}"/>
              </a:ext>
            </a:extLst>
          </p:cNvPr>
          <p:cNvSpPr txBox="1"/>
          <p:nvPr/>
        </p:nvSpPr>
        <p:spPr>
          <a:xfrm>
            <a:off x="7082002" y="2661887"/>
            <a:ext cx="945255" cy="161001"/>
          </a:xfrm>
          <a:prstGeom prst="rect">
            <a:avLst/>
          </a:prstGeom>
          <a:noFill/>
        </p:spPr>
        <p:txBody>
          <a:bodyPr wrap="none" lIns="18000" tIns="18000" rIns="18000" bIns="18000" rtlCol="0">
            <a:spAutoFit/>
          </a:bodyPr>
          <a:lstStyle/>
          <a:p>
            <a:pPr algn="ctr">
              <a:lnSpc>
                <a:spcPct val="90000"/>
              </a:lnSpc>
              <a:spcBef>
                <a:spcPts val="400"/>
              </a:spcBef>
            </a:pPr>
            <a:r>
              <a:rPr lang="de-DE" sz="900"/>
              <a:t>PIT: VEW-projects</a:t>
            </a:r>
          </a:p>
        </p:txBody>
      </p:sp>
      <p:sp>
        <p:nvSpPr>
          <p:cNvPr id="104" name="Textfeld 103">
            <a:extLst>
              <a:ext uri="{FF2B5EF4-FFF2-40B4-BE49-F238E27FC236}">
                <a16:creationId xmlns:a16="http://schemas.microsoft.com/office/drawing/2014/main" id="{EE2D9350-4BD1-F4E8-C3EB-D076E93A4692}"/>
              </a:ext>
            </a:extLst>
          </p:cNvPr>
          <p:cNvSpPr txBox="1"/>
          <p:nvPr/>
        </p:nvSpPr>
        <p:spPr>
          <a:xfrm>
            <a:off x="8498532" y="2661887"/>
            <a:ext cx="1273870" cy="161001"/>
          </a:xfrm>
          <a:prstGeom prst="rect">
            <a:avLst/>
          </a:prstGeom>
          <a:noFill/>
        </p:spPr>
        <p:txBody>
          <a:bodyPr wrap="none" lIns="18000" tIns="18000" rIns="18000" bIns="18000" rtlCol="0">
            <a:spAutoFit/>
          </a:bodyPr>
          <a:lstStyle/>
          <a:p>
            <a:pPr algn="ctr">
              <a:lnSpc>
                <a:spcPct val="90000"/>
              </a:lnSpc>
              <a:spcBef>
                <a:spcPts val="400"/>
              </a:spcBef>
            </a:pPr>
            <a:r>
              <a:rPr lang="de-DE" sz="900"/>
              <a:t>App: List special-projects</a:t>
            </a:r>
          </a:p>
        </p:txBody>
      </p:sp>
      <p:sp>
        <p:nvSpPr>
          <p:cNvPr id="118" name="Textfeld 117">
            <a:extLst>
              <a:ext uri="{FF2B5EF4-FFF2-40B4-BE49-F238E27FC236}">
                <a16:creationId xmlns:a16="http://schemas.microsoft.com/office/drawing/2014/main" id="{6EE391A1-8357-FB7A-B42F-728C9942F11B}"/>
              </a:ext>
            </a:extLst>
          </p:cNvPr>
          <p:cNvSpPr txBox="1"/>
          <p:nvPr/>
        </p:nvSpPr>
        <p:spPr>
          <a:xfrm>
            <a:off x="1324315" y="3649923"/>
            <a:ext cx="1434170" cy="637542"/>
          </a:xfrm>
          <a:prstGeom prst="rect">
            <a:avLst/>
          </a:prstGeom>
          <a:noFill/>
        </p:spPr>
        <p:txBody>
          <a:bodyPr wrap="none" lIns="18000" tIns="18000" rIns="18000" bIns="18000" rtlCol="0">
            <a:spAutoFit/>
          </a:bodyPr>
          <a:lstStyle/>
          <a:p>
            <a:pPr>
              <a:lnSpc>
                <a:spcPct val="90000"/>
              </a:lnSpc>
              <a:spcBef>
                <a:spcPts val="400"/>
              </a:spcBef>
            </a:pPr>
            <a:r>
              <a:rPr lang="de-DE" sz="900" b="1" err="1"/>
              <a:t>Demands</a:t>
            </a:r>
            <a:r>
              <a:rPr lang="de-DE" sz="900" b="1"/>
              <a:t> &gt; 50 PT</a:t>
            </a:r>
            <a:br>
              <a:rPr lang="de-DE" sz="900" b="1"/>
            </a:br>
            <a:r>
              <a:rPr lang="de-DE" sz="900"/>
              <a:t>As </a:t>
            </a:r>
            <a:r>
              <a:rPr lang="de-DE" sz="900" err="1"/>
              <a:t>part</a:t>
            </a:r>
            <a:r>
              <a:rPr lang="de-DE" sz="900"/>
              <a:t> </a:t>
            </a:r>
            <a:r>
              <a:rPr lang="de-DE" sz="900" err="1"/>
              <a:t>of</a:t>
            </a:r>
            <a:r>
              <a:rPr lang="de-DE" sz="900"/>
              <a:t> a </a:t>
            </a:r>
            <a:r>
              <a:rPr lang="de-DE" sz="900" err="1"/>
              <a:t>business</a:t>
            </a:r>
            <a:r>
              <a:rPr lang="de-DE" sz="900"/>
              <a:t> project</a:t>
            </a:r>
          </a:p>
          <a:p>
            <a:pPr>
              <a:lnSpc>
                <a:spcPct val="90000"/>
              </a:lnSpc>
              <a:spcBef>
                <a:spcPts val="400"/>
              </a:spcBef>
            </a:pPr>
            <a:r>
              <a:rPr lang="de-DE" sz="900" err="1"/>
              <a:t>or</a:t>
            </a:r>
            <a:endParaRPr lang="de-DE" sz="900"/>
          </a:p>
          <a:p>
            <a:pPr>
              <a:lnSpc>
                <a:spcPct val="90000"/>
              </a:lnSpc>
              <a:spcBef>
                <a:spcPts val="400"/>
              </a:spcBef>
            </a:pPr>
            <a:r>
              <a:rPr lang="de-DE" sz="900"/>
              <a:t>an </a:t>
            </a:r>
            <a:r>
              <a:rPr lang="de-DE" sz="900" err="1"/>
              <a:t>independent</a:t>
            </a:r>
            <a:r>
              <a:rPr lang="de-DE" sz="900"/>
              <a:t> IT project</a:t>
            </a:r>
          </a:p>
        </p:txBody>
      </p:sp>
      <p:sp>
        <p:nvSpPr>
          <p:cNvPr id="124" name="Textfeld 123">
            <a:extLst>
              <a:ext uri="{FF2B5EF4-FFF2-40B4-BE49-F238E27FC236}">
                <a16:creationId xmlns:a16="http://schemas.microsoft.com/office/drawing/2014/main" id="{782DA232-60C1-31AE-6226-300E44A4CD56}"/>
              </a:ext>
            </a:extLst>
          </p:cNvPr>
          <p:cNvSpPr txBox="1"/>
          <p:nvPr/>
        </p:nvSpPr>
        <p:spPr>
          <a:xfrm>
            <a:off x="3372580" y="2449747"/>
            <a:ext cx="725643" cy="285651"/>
          </a:xfrm>
          <a:prstGeom prst="rect">
            <a:avLst/>
          </a:prstGeom>
          <a:noFill/>
        </p:spPr>
        <p:txBody>
          <a:bodyPr wrap="none" lIns="18000" tIns="18000" rIns="18000" bIns="18000" rtlCol="0">
            <a:spAutoFit/>
          </a:bodyPr>
          <a:lstStyle/>
          <a:p>
            <a:pPr>
              <a:lnSpc>
                <a:spcPct val="90000"/>
              </a:lnSpc>
              <a:spcBef>
                <a:spcPts val="400"/>
              </a:spcBef>
            </a:pPr>
            <a:r>
              <a:rPr lang="de-DE" sz="900" b="1"/>
              <a:t>Service </a:t>
            </a:r>
            <a:r>
              <a:rPr lang="de-DE" sz="900" b="1" err="1"/>
              <a:t>Now</a:t>
            </a:r>
            <a:r>
              <a:rPr lang="de-DE" sz="900" b="1"/>
              <a:t>: </a:t>
            </a:r>
            <a:br>
              <a:rPr lang="de-DE" sz="900" b="1"/>
            </a:br>
            <a:r>
              <a:rPr lang="de-DE" sz="900" b="1"/>
              <a:t>IT-</a:t>
            </a:r>
            <a:r>
              <a:rPr lang="de-DE" sz="900" b="1" err="1"/>
              <a:t>Demands</a:t>
            </a:r>
            <a:endParaRPr lang="de-DE" sz="900"/>
          </a:p>
        </p:txBody>
      </p:sp>
      <p:cxnSp>
        <p:nvCxnSpPr>
          <p:cNvPr id="127" name="Gerader Verbinder 126">
            <a:extLst>
              <a:ext uri="{FF2B5EF4-FFF2-40B4-BE49-F238E27FC236}">
                <a16:creationId xmlns:a16="http://schemas.microsoft.com/office/drawing/2014/main" id="{77A90D63-32E4-1E32-7465-1F171993B9C6}"/>
              </a:ext>
            </a:extLst>
          </p:cNvPr>
          <p:cNvCxnSpPr>
            <a:cxnSpLocks/>
          </p:cNvCxnSpPr>
          <p:nvPr/>
        </p:nvCxnSpPr>
        <p:spPr>
          <a:xfrm flipH="1" flipV="1">
            <a:off x="2456236" y="3003021"/>
            <a:ext cx="942043" cy="757351"/>
          </a:xfrm>
          <a:prstGeom prst="line">
            <a:avLst/>
          </a:prstGeom>
          <a:ln w="3175">
            <a:solidFill>
              <a:srgbClr val="E7E6E6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28" name="Gerader Verbinder 127">
            <a:extLst>
              <a:ext uri="{FF2B5EF4-FFF2-40B4-BE49-F238E27FC236}">
                <a16:creationId xmlns:a16="http://schemas.microsoft.com/office/drawing/2014/main" id="{66A2E3F2-0A82-230F-2365-B778C1605583}"/>
              </a:ext>
            </a:extLst>
          </p:cNvPr>
          <p:cNvCxnSpPr>
            <a:cxnSpLocks/>
          </p:cNvCxnSpPr>
          <p:nvPr/>
        </p:nvCxnSpPr>
        <p:spPr>
          <a:xfrm flipH="1" flipV="1">
            <a:off x="2466148" y="3603762"/>
            <a:ext cx="944994" cy="780129"/>
          </a:xfrm>
          <a:prstGeom prst="line">
            <a:avLst/>
          </a:prstGeom>
          <a:ln w="3175">
            <a:solidFill>
              <a:srgbClr val="E7E6E6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38" name="Gerader Verbinder 137">
            <a:extLst>
              <a:ext uri="{FF2B5EF4-FFF2-40B4-BE49-F238E27FC236}">
                <a16:creationId xmlns:a16="http://schemas.microsoft.com/office/drawing/2014/main" id="{8E3CB375-57A3-6220-AF34-207AB0CF3705}"/>
              </a:ext>
            </a:extLst>
          </p:cNvPr>
          <p:cNvCxnSpPr>
            <a:cxnSpLocks/>
          </p:cNvCxnSpPr>
          <p:nvPr/>
        </p:nvCxnSpPr>
        <p:spPr>
          <a:xfrm flipH="1">
            <a:off x="4825915" y="2981137"/>
            <a:ext cx="665467" cy="827488"/>
          </a:xfrm>
          <a:prstGeom prst="line">
            <a:avLst/>
          </a:prstGeom>
          <a:ln w="3175">
            <a:solidFill>
              <a:srgbClr val="E7E6E6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42" name="Gerader Verbinder 141">
            <a:extLst>
              <a:ext uri="{FF2B5EF4-FFF2-40B4-BE49-F238E27FC236}">
                <a16:creationId xmlns:a16="http://schemas.microsoft.com/office/drawing/2014/main" id="{2918FC8A-7DB2-C30D-5D40-E31D5F0259C3}"/>
              </a:ext>
            </a:extLst>
          </p:cNvPr>
          <p:cNvCxnSpPr>
            <a:cxnSpLocks/>
          </p:cNvCxnSpPr>
          <p:nvPr/>
        </p:nvCxnSpPr>
        <p:spPr>
          <a:xfrm flipH="1">
            <a:off x="4825915" y="3104155"/>
            <a:ext cx="661202" cy="827488"/>
          </a:xfrm>
          <a:prstGeom prst="line">
            <a:avLst/>
          </a:prstGeom>
          <a:ln w="3175">
            <a:solidFill>
              <a:srgbClr val="E7E6E6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49" name="Gerader Verbinder 148">
            <a:extLst>
              <a:ext uri="{FF2B5EF4-FFF2-40B4-BE49-F238E27FC236}">
                <a16:creationId xmlns:a16="http://schemas.microsoft.com/office/drawing/2014/main" id="{A7BE1EB5-8862-363B-5A04-DC253B3553A5}"/>
              </a:ext>
            </a:extLst>
          </p:cNvPr>
          <p:cNvCxnSpPr>
            <a:cxnSpLocks/>
          </p:cNvCxnSpPr>
          <p:nvPr/>
        </p:nvCxnSpPr>
        <p:spPr>
          <a:xfrm flipH="1">
            <a:off x="4834332" y="3443353"/>
            <a:ext cx="2185808" cy="530953"/>
          </a:xfrm>
          <a:prstGeom prst="line">
            <a:avLst/>
          </a:prstGeom>
          <a:ln w="3175">
            <a:solidFill>
              <a:srgbClr val="E7E6E6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50" name="Gerader Verbinder 149">
            <a:extLst>
              <a:ext uri="{FF2B5EF4-FFF2-40B4-BE49-F238E27FC236}">
                <a16:creationId xmlns:a16="http://schemas.microsoft.com/office/drawing/2014/main" id="{12934A8F-937F-4765-DEE7-92AACB0FF3D7}"/>
              </a:ext>
            </a:extLst>
          </p:cNvPr>
          <p:cNvCxnSpPr>
            <a:cxnSpLocks/>
          </p:cNvCxnSpPr>
          <p:nvPr/>
        </p:nvCxnSpPr>
        <p:spPr>
          <a:xfrm flipH="1">
            <a:off x="4834332" y="3586690"/>
            <a:ext cx="2193206" cy="512603"/>
          </a:xfrm>
          <a:prstGeom prst="line">
            <a:avLst/>
          </a:prstGeom>
          <a:ln w="3175">
            <a:solidFill>
              <a:srgbClr val="E7E6E6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56" name="Gerader Verbinder 155">
            <a:extLst>
              <a:ext uri="{FF2B5EF4-FFF2-40B4-BE49-F238E27FC236}">
                <a16:creationId xmlns:a16="http://schemas.microsoft.com/office/drawing/2014/main" id="{3919F219-007F-C633-EFC8-A39024FAEAAF}"/>
              </a:ext>
            </a:extLst>
          </p:cNvPr>
          <p:cNvCxnSpPr>
            <a:cxnSpLocks/>
          </p:cNvCxnSpPr>
          <p:nvPr/>
        </p:nvCxnSpPr>
        <p:spPr>
          <a:xfrm flipH="1">
            <a:off x="4847251" y="3455541"/>
            <a:ext cx="3691701" cy="671165"/>
          </a:xfrm>
          <a:prstGeom prst="line">
            <a:avLst/>
          </a:prstGeom>
          <a:ln w="3175">
            <a:solidFill>
              <a:srgbClr val="E7E6E6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57" name="Gerader Verbinder 156">
            <a:extLst>
              <a:ext uri="{FF2B5EF4-FFF2-40B4-BE49-F238E27FC236}">
                <a16:creationId xmlns:a16="http://schemas.microsoft.com/office/drawing/2014/main" id="{EDB16928-8578-AEAC-B6FB-8BAA1963712C}"/>
              </a:ext>
            </a:extLst>
          </p:cNvPr>
          <p:cNvCxnSpPr>
            <a:cxnSpLocks/>
          </p:cNvCxnSpPr>
          <p:nvPr/>
        </p:nvCxnSpPr>
        <p:spPr>
          <a:xfrm flipH="1">
            <a:off x="4829394" y="3569758"/>
            <a:ext cx="3764757" cy="699823"/>
          </a:xfrm>
          <a:prstGeom prst="line">
            <a:avLst/>
          </a:prstGeom>
          <a:ln w="3175">
            <a:solidFill>
              <a:srgbClr val="E7E6E6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63" name="Textfeld 162">
            <a:extLst>
              <a:ext uri="{FF2B5EF4-FFF2-40B4-BE49-F238E27FC236}">
                <a16:creationId xmlns:a16="http://schemas.microsoft.com/office/drawing/2014/main" id="{88D72B88-145A-C2D9-98AB-34AE3569EFB7}"/>
              </a:ext>
            </a:extLst>
          </p:cNvPr>
          <p:cNvSpPr txBox="1"/>
          <p:nvPr/>
        </p:nvSpPr>
        <p:spPr>
          <a:xfrm rot="18626663">
            <a:off x="4738043" y="3358649"/>
            <a:ext cx="849075" cy="161001"/>
          </a:xfrm>
          <a:prstGeom prst="rect">
            <a:avLst/>
          </a:prstGeom>
          <a:noFill/>
        </p:spPr>
        <p:txBody>
          <a:bodyPr wrap="none" lIns="18000" tIns="18000" rIns="18000" bIns="18000" rtlCol="0">
            <a:spAutoFit/>
          </a:bodyPr>
          <a:lstStyle/>
          <a:p>
            <a:pPr algn="ctr">
              <a:lnSpc>
                <a:spcPct val="90000"/>
              </a:lnSpc>
              <a:spcBef>
                <a:spcPts val="400"/>
              </a:spcBef>
            </a:pPr>
            <a:r>
              <a:rPr lang="de-DE" sz="900" i="1"/>
              <a:t>IT-Demand ID </a:t>
            </a:r>
            <a:r>
              <a:rPr lang="de-DE" sz="900" i="1">
                <a:sym typeface="Wingdings" panose="05000000000000000000" pitchFamily="2" charset="2"/>
              </a:rPr>
              <a:t></a:t>
            </a:r>
            <a:endParaRPr lang="de-DE" sz="900" i="1"/>
          </a:p>
        </p:txBody>
      </p:sp>
      <p:sp>
        <p:nvSpPr>
          <p:cNvPr id="164" name="Textfeld 163">
            <a:extLst>
              <a:ext uri="{FF2B5EF4-FFF2-40B4-BE49-F238E27FC236}">
                <a16:creationId xmlns:a16="http://schemas.microsoft.com/office/drawing/2014/main" id="{5A959C67-226C-429A-1030-D1E286C37F01}"/>
              </a:ext>
            </a:extLst>
          </p:cNvPr>
          <p:cNvSpPr txBox="1"/>
          <p:nvPr/>
        </p:nvSpPr>
        <p:spPr>
          <a:xfrm rot="20981616">
            <a:off x="5473063" y="3695985"/>
            <a:ext cx="849075" cy="161001"/>
          </a:xfrm>
          <a:prstGeom prst="rect">
            <a:avLst/>
          </a:prstGeom>
          <a:noFill/>
        </p:spPr>
        <p:txBody>
          <a:bodyPr wrap="none" lIns="18000" tIns="18000" rIns="18000" bIns="18000" rtlCol="0">
            <a:spAutoFit/>
          </a:bodyPr>
          <a:lstStyle/>
          <a:p>
            <a:pPr algn="ctr">
              <a:lnSpc>
                <a:spcPct val="90000"/>
              </a:lnSpc>
              <a:spcBef>
                <a:spcPts val="400"/>
              </a:spcBef>
            </a:pPr>
            <a:r>
              <a:rPr lang="de-DE" sz="900" i="1"/>
              <a:t>IT-Demand ID </a:t>
            </a:r>
            <a:r>
              <a:rPr lang="de-DE" sz="900" i="1">
                <a:sym typeface="Wingdings" panose="05000000000000000000" pitchFamily="2" charset="2"/>
              </a:rPr>
              <a:t></a:t>
            </a:r>
            <a:endParaRPr lang="de-DE" sz="900" i="1"/>
          </a:p>
        </p:txBody>
      </p:sp>
      <p:sp>
        <p:nvSpPr>
          <p:cNvPr id="165" name="Textfeld 164">
            <a:extLst>
              <a:ext uri="{FF2B5EF4-FFF2-40B4-BE49-F238E27FC236}">
                <a16:creationId xmlns:a16="http://schemas.microsoft.com/office/drawing/2014/main" id="{0D38512C-098E-BD7F-3B8C-C6C9E548F725}"/>
              </a:ext>
            </a:extLst>
          </p:cNvPr>
          <p:cNvSpPr txBox="1"/>
          <p:nvPr/>
        </p:nvSpPr>
        <p:spPr>
          <a:xfrm rot="20983576">
            <a:off x="5627520" y="3863865"/>
            <a:ext cx="849075" cy="161001"/>
          </a:xfrm>
          <a:prstGeom prst="rect">
            <a:avLst/>
          </a:prstGeom>
          <a:noFill/>
        </p:spPr>
        <p:txBody>
          <a:bodyPr wrap="none" lIns="18000" tIns="18000" rIns="18000" bIns="18000" rtlCol="0">
            <a:spAutoFit/>
          </a:bodyPr>
          <a:lstStyle/>
          <a:p>
            <a:pPr algn="ctr">
              <a:lnSpc>
                <a:spcPct val="90000"/>
              </a:lnSpc>
              <a:spcBef>
                <a:spcPts val="400"/>
              </a:spcBef>
            </a:pPr>
            <a:r>
              <a:rPr lang="de-DE" sz="900" i="1"/>
              <a:t>IT-Demand ID </a:t>
            </a:r>
            <a:r>
              <a:rPr lang="de-DE" sz="900" i="1">
                <a:sym typeface="Wingdings" panose="05000000000000000000" pitchFamily="2" charset="2"/>
              </a:rPr>
              <a:t></a:t>
            </a:r>
            <a:endParaRPr lang="de-DE" sz="900" i="1"/>
          </a:p>
        </p:txBody>
      </p:sp>
      <p:pic>
        <p:nvPicPr>
          <p:cNvPr id="5" name="Grafik 4" descr="Benutzer mit einfarbiger Füllung">
            <a:extLst>
              <a:ext uri="{FF2B5EF4-FFF2-40B4-BE49-F238E27FC236}">
                <a16:creationId xmlns:a16="http://schemas.microsoft.com/office/drawing/2014/main" id="{4179A1DE-F45C-9230-F7B7-B460A1808D3F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3628400" y="1236754"/>
            <a:ext cx="779255" cy="779255"/>
          </a:xfrm>
          <a:prstGeom prst="rect">
            <a:avLst/>
          </a:prstGeom>
        </p:spPr>
      </p:pic>
      <p:cxnSp>
        <p:nvCxnSpPr>
          <p:cNvPr id="12" name="Gerade Verbindung mit Pfeil 11">
            <a:extLst>
              <a:ext uri="{FF2B5EF4-FFF2-40B4-BE49-F238E27FC236}">
                <a16:creationId xmlns:a16="http://schemas.microsoft.com/office/drawing/2014/main" id="{487B6126-E91B-A390-9382-F524ADA2AC04}"/>
              </a:ext>
            </a:extLst>
          </p:cNvPr>
          <p:cNvCxnSpPr>
            <a:cxnSpLocks/>
          </p:cNvCxnSpPr>
          <p:nvPr/>
        </p:nvCxnSpPr>
        <p:spPr>
          <a:xfrm>
            <a:off x="4018027" y="2062197"/>
            <a:ext cx="0" cy="328823"/>
          </a:xfrm>
          <a:prstGeom prst="straightConnector1">
            <a:avLst/>
          </a:prstGeom>
          <a:ln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5" name="Verbinder: gewinkelt 14">
            <a:extLst>
              <a:ext uri="{FF2B5EF4-FFF2-40B4-BE49-F238E27FC236}">
                <a16:creationId xmlns:a16="http://schemas.microsoft.com/office/drawing/2014/main" id="{9037A950-6A7D-DCDE-F613-E7840F1E301E}"/>
              </a:ext>
            </a:extLst>
          </p:cNvPr>
          <p:cNvCxnSpPr>
            <a:endCxn id="101" idx="0"/>
          </p:cNvCxnSpPr>
          <p:nvPr/>
        </p:nvCxnSpPr>
        <p:spPr>
          <a:xfrm>
            <a:off x="4018027" y="2059940"/>
            <a:ext cx="1851374" cy="601947"/>
          </a:xfrm>
          <a:prstGeom prst="bentConnector2">
            <a:avLst/>
          </a:prstGeom>
          <a:ln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6" name="Verbinder: gewinkelt 15">
            <a:extLst>
              <a:ext uri="{FF2B5EF4-FFF2-40B4-BE49-F238E27FC236}">
                <a16:creationId xmlns:a16="http://schemas.microsoft.com/office/drawing/2014/main" id="{1494FBE0-906F-E5E1-7861-7CA3C5CEE7F4}"/>
              </a:ext>
            </a:extLst>
          </p:cNvPr>
          <p:cNvCxnSpPr>
            <a:cxnSpLocks/>
          </p:cNvCxnSpPr>
          <p:nvPr/>
        </p:nvCxnSpPr>
        <p:spPr>
          <a:xfrm>
            <a:off x="4018026" y="2062197"/>
            <a:ext cx="5052126" cy="609933"/>
          </a:xfrm>
          <a:prstGeom prst="bentConnector3">
            <a:avLst>
              <a:gd name="adj1" fmla="val 100024"/>
            </a:avLst>
          </a:prstGeom>
          <a:ln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9" name="Verbinder: gewinkelt 18">
            <a:extLst>
              <a:ext uri="{FF2B5EF4-FFF2-40B4-BE49-F238E27FC236}">
                <a16:creationId xmlns:a16="http://schemas.microsoft.com/office/drawing/2014/main" id="{9AA1CD77-1AF1-D48C-1DB6-760E4BE05D4D}"/>
              </a:ext>
            </a:extLst>
          </p:cNvPr>
          <p:cNvCxnSpPr/>
          <p:nvPr/>
        </p:nvCxnSpPr>
        <p:spPr>
          <a:xfrm>
            <a:off x="5697304" y="2059703"/>
            <a:ext cx="1851370" cy="601947"/>
          </a:xfrm>
          <a:prstGeom prst="bentConnector2">
            <a:avLst/>
          </a:prstGeom>
          <a:ln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0" name="Verbinder: gewinkelt 19">
            <a:extLst>
              <a:ext uri="{FF2B5EF4-FFF2-40B4-BE49-F238E27FC236}">
                <a16:creationId xmlns:a16="http://schemas.microsoft.com/office/drawing/2014/main" id="{44F17F6D-BEE7-BFEA-ABAE-BA96E2CDFEEF}"/>
              </a:ext>
            </a:extLst>
          </p:cNvPr>
          <p:cNvCxnSpPr>
            <a:cxnSpLocks/>
          </p:cNvCxnSpPr>
          <p:nvPr/>
        </p:nvCxnSpPr>
        <p:spPr>
          <a:xfrm rot="10800000" flipV="1">
            <a:off x="1940574" y="2449747"/>
            <a:ext cx="767050" cy="185102"/>
          </a:xfrm>
          <a:prstGeom prst="bentConnector3">
            <a:avLst>
              <a:gd name="adj1" fmla="val 99981"/>
            </a:avLst>
          </a:prstGeom>
          <a:ln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22" name="Grafik 21" descr="Benutzer mit einfarbiger Füllung">
            <a:extLst>
              <a:ext uri="{FF2B5EF4-FFF2-40B4-BE49-F238E27FC236}">
                <a16:creationId xmlns:a16="http://schemas.microsoft.com/office/drawing/2014/main" id="{088F014B-38E2-0FC8-6228-8D3E9043DB0B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2788944" y="2236984"/>
            <a:ext cx="454893" cy="454893"/>
          </a:xfrm>
          <a:prstGeom prst="rect">
            <a:avLst/>
          </a:prstGeom>
        </p:spPr>
      </p:pic>
      <p:sp>
        <p:nvSpPr>
          <p:cNvPr id="23" name="Textfeld 22">
            <a:extLst>
              <a:ext uri="{FF2B5EF4-FFF2-40B4-BE49-F238E27FC236}">
                <a16:creationId xmlns:a16="http://schemas.microsoft.com/office/drawing/2014/main" id="{3792A68E-F527-F4F9-36B9-8C21883B2979}"/>
              </a:ext>
            </a:extLst>
          </p:cNvPr>
          <p:cNvSpPr txBox="1"/>
          <p:nvPr/>
        </p:nvSpPr>
        <p:spPr>
          <a:xfrm>
            <a:off x="2946547" y="2604882"/>
            <a:ext cx="134134" cy="161001"/>
          </a:xfrm>
          <a:prstGeom prst="rect">
            <a:avLst/>
          </a:prstGeom>
          <a:noFill/>
        </p:spPr>
        <p:txBody>
          <a:bodyPr wrap="none" lIns="18000" tIns="18000" rIns="18000" bIns="18000" rtlCol="0">
            <a:spAutoFit/>
          </a:bodyPr>
          <a:lstStyle/>
          <a:p>
            <a:pPr algn="ctr">
              <a:lnSpc>
                <a:spcPct val="90000"/>
              </a:lnSpc>
              <a:spcBef>
                <a:spcPts val="400"/>
              </a:spcBef>
            </a:pPr>
            <a:r>
              <a:rPr lang="de-DE" sz="900"/>
              <a:t>IT</a:t>
            </a:r>
          </a:p>
        </p:txBody>
      </p:sp>
      <p:sp>
        <p:nvSpPr>
          <p:cNvPr id="24" name="Textfeld 23">
            <a:extLst>
              <a:ext uri="{FF2B5EF4-FFF2-40B4-BE49-F238E27FC236}">
                <a16:creationId xmlns:a16="http://schemas.microsoft.com/office/drawing/2014/main" id="{06152011-2EB8-61CA-02A9-92B741179B3E}"/>
              </a:ext>
            </a:extLst>
          </p:cNvPr>
          <p:cNvSpPr txBox="1"/>
          <p:nvPr/>
        </p:nvSpPr>
        <p:spPr>
          <a:xfrm>
            <a:off x="3696083" y="1848162"/>
            <a:ext cx="643889" cy="161001"/>
          </a:xfrm>
          <a:prstGeom prst="rect">
            <a:avLst/>
          </a:prstGeom>
          <a:noFill/>
        </p:spPr>
        <p:txBody>
          <a:bodyPr wrap="none" lIns="18000" tIns="18000" rIns="18000" bIns="18000" rtlCol="0">
            <a:spAutoFit/>
          </a:bodyPr>
          <a:lstStyle/>
          <a:p>
            <a:pPr algn="ctr">
              <a:lnSpc>
                <a:spcPct val="90000"/>
              </a:lnSpc>
              <a:spcBef>
                <a:spcPts val="400"/>
              </a:spcBef>
            </a:pPr>
            <a:r>
              <a:rPr lang="de-DE" sz="900"/>
              <a:t>Fachbereich</a:t>
            </a:r>
          </a:p>
        </p:txBody>
      </p:sp>
      <p:graphicFrame>
        <p:nvGraphicFramePr>
          <p:cNvPr id="32" name="Tabelle 31">
            <a:extLst>
              <a:ext uri="{FF2B5EF4-FFF2-40B4-BE49-F238E27FC236}">
                <a16:creationId xmlns:a16="http://schemas.microsoft.com/office/drawing/2014/main" id="{677DFA34-DE23-F373-BA74-7A5CE7863EE5}"/>
              </a:ext>
            </a:extLst>
          </p:cNvPr>
          <p:cNvGraphicFramePr>
            <a:graphicFrameLocks noGrp="1"/>
          </p:cNvGraphicFramePr>
          <p:nvPr/>
        </p:nvGraphicFramePr>
        <p:xfrm>
          <a:off x="1076180" y="4645102"/>
          <a:ext cx="1700212" cy="1189232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850106">
                  <a:extLst>
                    <a:ext uri="{9D8B030D-6E8A-4147-A177-3AD203B41FA5}">
                      <a16:colId xmlns:a16="http://schemas.microsoft.com/office/drawing/2014/main" val="880039343"/>
                    </a:ext>
                  </a:extLst>
                </a:gridCol>
                <a:gridCol w="850106">
                  <a:extLst>
                    <a:ext uri="{9D8B030D-6E8A-4147-A177-3AD203B41FA5}">
                      <a16:colId xmlns:a16="http://schemas.microsoft.com/office/drawing/2014/main" val="2463114861"/>
                    </a:ext>
                  </a:extLst>
                </a:gridCol>
              </a:tblGrid>
              <a:tr h="366272">
                <a:tc>
                  <a:txBody>
                    <a:bodyPr/>
                    <a:lstStyle/>
                    <a:p>
                      <a:r>
                        <a:rPr lang="de-DE" sz="900" b="1"/>
                        <a:t>Portfolio</a:t>
                      </a:r>
                    </a:p>
                    <a:p>
                      <a:r>
                        <a:rPr lang="de-DE" sz="900" b="1" err="1"/>
                        <a:t>origin</a:t>
                      </a:r>
                      <a:endParaRPr lang="de-DE" sz="900" b="1"/>
                    </a:p>
                  </a:txBody>
                  <a:tcPr>
                    <a:lnL w="9525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de-DE" sz="900" b="1"/>
                        <a:t>IT-Projekte</a:t>
                      </a:r>
                    </a:p>
                  </a:txBody>
                  <a:tcPr>
                    <a:lnL w="9525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2544574744"/>
                  </a:ext>
                </a:extLst>
              </a:tr>
              <a:tr h="223833">
                <a:tc>
                  <a:txBody>
                    <a:bodyPr/>
                    <a:lstStyle/>
                    <a:p>
                      <a:r>
                        <a:rPr lang="de-DE" sz="900"/>
                        <a:t>VPM</a:t>
                      </a:r>
                    </a:p>
                  </a:txBody>
                  <a:tcPr>
                    <a:lnL w="9525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de-DE" sz="900"/>
                        <a:t>7</a:t>
                      </a:r>
                    </a:p>
                  </a:txBody>
                  <a:tcPr>
                    <a:lnL w="9525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2387941466"/>
                  </a:ext>
                </a:extLst>
              </a:tr>
              <a:tr h="223833">
                <a:tc>
                  <a:txBody>
                    <a:bodyPr/>
                    <a:lstStyle/>
                    <a:p>
                      <a:r>
                        <a:rPr lang="de-DE" sz="900"/>
                        <a:t>VEW</a:t>
                      </a:r>
                    </a:p>
                  </a:txBody>
                  <a:tcPr>
                    <a:lnL w="9525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de-DE" sz="900"/>
                        <a:t>0</a:t>
                      </a:r>
                    </a:p>
                  </a:txBody>
                  <a:tcPr>
                    <a:lnL w="9525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4175832798"/>
                  </a:ext>
                </a:extLst>
              </a:tr>
              <a:tr h="223833">
                <a:tc>
                  <a:txBody>
                    <a:bodyPr/>
                    <a:lstStyle/>
                    <a:p>
                      <a:r>
                        <a:rPr lang="de-DE" sz="900"/>
                        <a:t>Special </a:t>
                      </a:r>
                      <a:r>
                        <a:rPr lang="de-DE" sz="900" err="1"/>
                        <a:t>projects</a:t>
                      </a:r>
                      <a:endParaRPr lang="de-DE" sz="900"/>
                    </a:p>
                  </a:txBody>
                  <a:tcPr>
                    <a:lnL w="9525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de-DE" sz="900"/>
                        <a:t>28</a:t>
                      </a:r>
                    </a:p>
                  </a:txBody>
                  <a:tcPr>
                    <a:lnL w="9525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3804073546"/>
                  </a:ext>
                </a:extLst>
              </a:tr>
            </a:tbl>
          </a:graphicData>
        </a:graphic>
      </p:graphicFrame>
      <p:graphicFrame>
        <p:nvGraphicFramePr>
          <p:cNvPr id="33" name="Tabelle 32">
            <a:extLst>
              <a:ext uri="{FF2B5EF4-FFF2-40B4-BE49-F238E27FC236}">
                <a16:creationId xmlns:a16="http://schemas.microsoft.com/office/drawing/2014/main" id="{A2CC72A1-9FB2-B367-0D9D-F3A77942A608}"/>
              </a:ext>
            </a:extLst>
          </p:cNvPr>
          <p:cNvGraphicFramePr>
            <a:graphicFrameLocks noGrp="1"/>
          </p:cNvGraphicFramePr>
          <p:nvPr/>
        </p:nvGraphicFramePr>
        <p:xfrm>
          <a:off x="3384773" y="4646334"/>
          <a:ext cx="2017611" cy="1326392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779771">
                  <a:extLst>
                    <a:ext uri="{9D8B030D-6E8A-4147-A177-3AD203B41FA5}">
                      <a16:colId xmlns:a16="http://schemas.microsoft.com/office/drawing/2014/main" val="880039343"/>
                    </a:ext>
                  </a:extLst>
                </a:gridCol>
                <a:gridCol w="1237840">
                  <a:extLst>
                    <a:ext uri="{9D8B030D-6E8A-4147-A177-3AD203B41FA5}">
                      <a16:colId xmlns:a16="http://schemas.microsoft.com/office/drawing/2014/main" val="2463114861"/>
                    </a:ext>
                  </a:extLst>
                </a:gridCol>
              </a:tblGrid>
              <a:tr h="366272">
                <a:tc>
                  <a:txBody>
                    <a:bodyPr/>
                    <a:lstStyle/>
                    <a:p>
                      <a:r>
                        <a:rPr lang="de-DE" sz="900" b="1"/>
                        <a:t>IT-Demand</a:t>
                      </a:r>
                      <a:br>
                        <a:rPr lang="de-DE" sz="900" b="1"/>
                      </a:br>
                      <a:r>
                        <a:rPr lang="de-DE" sz="900" b="1" err="1"/>
                        <a:t>origin</a:t>
                      </a:r>
                      <a:endParaRPr lang="de-DE" sz="900" b="1"/>
                    </a:p>
                  </a:txBody>
                  <a:tcPr>
                    <a:lnL w="9525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de-DE" sz="900" b="1" kern="1200">
                          <a:solidFill>
                            <a:schemeClr val="tx1"/>
                          </a:solidFill>
                        </a:rPr>
                        <a:t>IT-</a:t>
                      </a:r>
                      <a:r>
                        <a:rPr lang="de-DE" sz="900" b="1" kern="1200" err="1">
                          <a:solidFill>
                            <a:schemeClr val="tx1"/>
                          </a:solidFill>
                        </a:rPr>
                        <a:t>Demands</a:t>
                      </a:r>
                      <a:endParaRPr lang="de-DE" sz="900" b="1" kern="120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>
                    <a:lnL w="9525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2544574744"/>
                  </a:ext>
                </a:extLst>
              </a:tr>
              <a:tr h="223833">
                <a:tc>
                  <a:txBody>
                    <a:bodyPr/>
                    <a:lstStyle/>
                    <a:p>
                      <a:r>
                        <a:rPr lang="de-DE" sz="900"/>
                        <a:t>VPM</a:t>
                      </a:r>
                    </a:p>
                  </a:txBody>
                  <a:tcPr>
                    <a:lnL w="9525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de-DE" sz="900"/>
                        <a:t>381 </a:t>
                      </a:r>
                      <a:br>
                        <a:rPr lang="de-DE" sz="900"/>
                      </a:br>
                      <a:r>
                        <a:rPr lang="de-DE" sz="900"/>
                        <a:t>(235 not </a:t>
                      </a:r>
                      <a:r>
                        <a:rPr lang="de-DE" sz="900" err="1"/>
                        <a:t>classified</a:t>
                      </a:r>
                      <a:r>
                        <a:rPr lang="de-DE" sz="900"/>
                        <a:t>)</a:t>
                      </a:r>
                    </a:p>
                  </a:txBody>
                  <a:tcPr>
                    <a:lnL w="9525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2387941466"/>
                  </a:ext>
                </a:extLst>
              </a:tr>
              <a:tr h="223833">
                <a:tc>
                  <a:txBody>
                    <a:bodyPr/>
                    <a:lstStyle/>
                    <a:p>
                      <a:r>
                        <a:rPr lang="de-DE" sz="900"/>
                        <a:t>VEW</a:t>
                      </a:r>
                    </a:p>
                  </a:txBody>
                  <a:tcPr>
                    <a:lnL w="9525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de-DE" sz="900"/>
                        <a:t>91</a:t>
                      </a:r>
                    </a:p>
                  </a:txBody>
                  <a:tcPr>
                    <a:lnL w="9525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4175832798"/>
                  </a:ext>
                </a:extLst>
              </a:tr>
              <a:tr h="223833"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de-DE" sz="900"/>
                        <a:t>VPR, VVM, VFI</a:t>
                      </a:r>
                    </a:p>
                  </a:txBody>
                  <a:tcPr>
                    <a:lnL w="9525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de-DE" sz="900"/>
                        <a:t>524 </a:t>
                      </a:r>
                      <a:br>
                        <a:rPr lang="de-DE" sz="900"/>
                      </a:br>
                      <a:r>
                        <a:rPr lang="de-DE" sz="900"/>
                        <a:t>(214 not </a:t>
                      </a:r>
                      <a:r>
                        <a:rPr lang="de-DE" sz="900" err="1"/>
                        <a:t>classified</a:t>
                      </a:r>
                      <a:r>
                        <a:rPr lang="de-DE" sz="900"/>
                        <a:t>))</a:t>
                      </a:r>
                    </a:p>
                  </a:txBody>
                  <a:tcPr>
                    <a:lnL w="9525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3804073546"/>
                  </a:ext>
                </a:extLst>
              </a:tr>
            </a:tbl>
          </a:graphicData>
        </a:graphic>
      </p:graphicFrame>
      <p:pic>
        <p:nvPicPr>
          <p:cNvPr id="35" name="Grafik 34">
            <a:extLst>
              <a:ext uri="{FF2B5EF4-FFF2-40B4-BE49-F238E27FC236}">
                <a16:creationId xmlns:a16="http://schemas.microsoft.com/office/drawing/2014/main" id="{4AF8AF17-514B-8842-F072-5B6F8BC483EB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065224" y="2469733"/>
            <a:ext cx="795675" cy="150838"/>
          </a:xfrm>
          <a:prstGeom prst="rect">
            <a:avLst/>
          </a:prstGeom>
        </p:spPr>
      </p:pic>
      <p:pic>
        <p:nvPicPr>
          <p:cNvPr id="36" name="Grafik 35">
            <a:extLst>
              <a:ext uri="{FF2B5EF4-FFF2-40B4-BE49-F238E27FC236}">
                <a16:creationId xmlns:a16="http://schemas.microsoft.com/office/drawing/2014/main" id="{A5BFD6C5-45AE-1F85-45AF-18DAE967E25A}"/>
              </a:ext>
            </a:extLst>
          </p:cNvPr>
          <p:cNvPicPr>
            <a:picLocks noChangeAspect="1"/>
          </p:cNvPicPr>
          <p:nvPr/>
        </p:nvPicPr>
        <p:blipFill>
          <a:blip r:embed="rId4"/>
          <a:srcRect l="72354" t="58918" r="18842" b="36651"/>
          <a:stretch>
            <a:fillRect/>
          </a:stretch>
        </p:blipFill>
        <p:spPr>
          <a:xfrm>
            <a:off x="5905002" y="2308981"/>
            <a:ext cx="725138" cy="268502"/>
          </a:xfrm>
          <a:prstGeom prst="rect">
            <a:avLst/>
          </a:prstGeom>
          <a:solidFill>
            <a:schemeClr val="accent1"/>
          </a:solidFill>
        </p:spPr>
      </p:pic>
      <p:pic>
        <p:nvPicPr>
          <p:cNvPr id="39" name="Grafik 38">
            <a:extLst>
              <a:ext uri="{FF2B5EF4-FFF2-40B4-BE49-F238E27FC236}">
                <a16:creationId xmlns:a16="http://schemas.microsoft.com/office/drawing/2014/main" id="{9B57F966-416C-2952-4BBA-927A8FC7E0A1}"/>
              </a:ext>
            </a:extLst>
          </p:cNvPr>
          <p:cNvPicPr>
            <a:picLocks noChangeAspect="1"/>
          </p:cNvPicPr>
          <p:nvPr/>
        </p:nvPicPr>
        <p:blipFill>
          <a:blip r:embed="rId4"/>
          <a:srcRect l="72354" t="58918" r="18842" b="36651"/>
          <a:stretch>
            <a:fillRect/>
          </a:stretch>
        </p:blipFill>
        <p:spPr>
          <a:xfrm>
            <a:off x="7584275" y="2280325"/>
            <a:ext cx="725138" cy="268502"/>
          </a:xfrm>
          <a:prstGeom prst="rect">
            <a:avLst/>
          </a:prstGeom>
          <a:solidFill>
            <a:schemeClr val="accent1"/>
          </a:solidFill>
        </p:spPr>
      </p:pic>
      <p:pic>
        <p:nvPicPr>
          <p:cNvPr id="40" name="Grafik 39">
            <a:extLst>
              <a:ext uri="{FF2B5EF4-FFF2-40B4-BE49-F238E27FC236}">
                <a16:creationId xmlns:a16="http://schemas.microsoft.com/office/drawing/2014/main" id="{48244F48-2B48-8E0B-561C-9DD2EDDC71F1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9105705" y="2088019"/>
            <a:ext cx="843972" cy="273430"/>
          </a:xfrm>
          <a:prstGeom prst="rect">
            <a:avLst/>
          </a:prstGeom>
        </p:spPr>
      </p:pic>
      <p:pic>
        <p:nvPicPr>
          <p:cNvPr id="41" name="Grafik 40">
            <a:extLst>
              <a:ext uri="{FF2B5EF4-FFF2-40B4-BE49-F238E27FC236}">
                <a16:creationId xmlns:a16="http://schemas.microsoft.com/office/drawing/2014/main" id="{B3CC540B-F762-B676-88D2-1EF8FFAD8682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9112283" y="2375207"/>
            <a:ext cx="803980" cy="230965"/>
          </a:xfrm>
          <a:prstGeom prst="rect">
            <a:avLst/>
          </a:prstGeom>
        </p:spPr>
      </p:pic>
      <p:pic>
        <p:nvPicPr>
          <p:cNvPr id="42" name="Grafik 41">
            <a:extLst>
              <a:ext uri="{FF2B5EF4-FFF2-40B4-BE49-F238E27FC236}">
                <a16:creationId xmlns:a16="http://schemas.microsoft.com/office/drawing/2014/main" id="{F2C3E883-FD3C-97B6-B33A-CF012EB2B36A}"/>
              </a:ext>
            </a:extLst>
          </p:cNvPr>
          <p:cNvPicPr>
            <a:picLocks noChangeAspect="1"/>
          </p:cNvPicPr>
          <p:nvPr/>
        </p:nvPicPr>
        <p:blipFill>
          <a:blip r:embed="rId4"/>
          <a:srcRect l="72354" t="58918" r="18842" b="36651"/>
          <a:stretch>
            <a:fillRect/>
          </a:stretch>
        </p:blipFill>
        <p:spPr>
          <a:xfrm>
            <a:off x="1151064" y="2296959"/>
            <a:ext cx="725138" cy="268502"/>
          </a:xfrm>
          <a:prstGeom prst="rect">
            <a:avLst/>
          </a:prstGeom>
          <a:solidFill>
            <a:schemeClr val="accent1"/>
          </a:solidFill>
        </p:spPr>
      </p:pic>
      <p:graphicFrame>
        <p:nvGraphicFramePr>
          <p:cNvPr id="103" name="Tabelle 102">
            <a:extLst>
              <a:ext uri="{FF2B5EF4-FFF2-40B4-BE49-F238E27FC236}">
                <a16:creationId xmlns:a16="http://schemas.microsoft.com/office/drawing/2014/main" id="{CB6681F9-451C-E2ED-ACAF-F2814BE0E937}"/>
              </a:ext>
            </a:extLst>
          </p:cNvPr>
          <p:cNvGraphicFramePr>
            <a:graphicFrameLocks noGrp="1"/>
          </p:cNvGraphicFramePr>
          <p:nvPr/>
        </p:nvGraphicFramePr>
        <p:xfrm>
          <a:off x="8512989" y="2808591"/>
          <a:ext cx="961286" cy="785265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771724">
                  <a:extLst>
                    <a:ext uri="{9D8B030D-6E8A-4147-A177-3AD203B41FA5}">
                      <a16:colId xmlns:a16="http://schemas.microsoft.com/office/drawing/2014/main" val="2769098059"/>
                    </a:ext>
                  </a:extLst>
                </a:gridCol>
                <a:gridCol w="189562">
                  <a:extLst>
                    <a:ext uri="{9D8B030D-6E8A-4147-A177-3AD203B41FA5}">
                      <a16:colId xmlns:a16="http://schemas.microsoft.com/office/drawing/2014/main" val="3275432437"/>
                    </a:ext>
                  </a:extLst>
                </a:gridCol>
              </a:tblGrid>
              <a:tr h="157053"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de-DE" sz="700" b="1" kern="1200">
                          <a:solidFill>
                            <a:schemeClr val="lt1"/>
                          </a:solidFill>
                          <a:latin typeface="+mn-lt"/>
                          <a:ea typeface="+mn-ea"/>
                          <a:cs typeface="+mn-cs"/>
                        </a:rPr>
                        <a:t>Business project</a:t>
                      </a:r>
                    </a:p>
                  </a:txBody>
                  <a:tcPr marL="36000" marR="36000" marT="0" marB="0"/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de-DE" sz="700"/>
                    </a:p>
                  </a:txBody>
                  <a:tcPr marL="36000" marR="36000" marT="0" marB="0"/>
                </a:tc>
                <a:extLst>
                  <a:ext uri="{0D108BD9-81ED-4DB2-BD59-A6C34878D82A}">
                    <a16:rowId xmlns:a16="http://schemas.microsoft.com/office/drawing/2014/main" val="37266353"/>
                  </a:ext>
                </a:extLst>
              </a:tr>
              <a:tr h="157053">
                <a:tc>
                  <a:txBody>
                    <a:bodyPr/>
                    <a:lstStyle/>
                    <a:p>
                      <a:r>
                        <a:rPr lang="de-DE" sz="800"/>
                        <a:t>Project </a:t>
                      </a:r>
                      <a:r>
                        <a:rPr lang="de-DE" sz="800" err="1"/>
                        <a:t>no</a:t>
                      </a:r>
                      <a:r>
                        <a:rPr lang="de-DE" sz="800"/>
                        <a:t> IT</a:t>
                      </a:r>
                    </a:p>
                  </a:txBody>
                  <a:tcPr marL="36000" marR="36000" marT="0" marB="0" anchor="ctr"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endParaRPr lang="de-DE" sz="800"/>
                    </a:p>
                  </a:txBody>
                  <a:tcPr marL="36000" marR="36000" marT="0" marB="0" anchor="ctr">
                    <a:solidFill>
                      <a:schemeClr val="bg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786748303"/>
                  </a:ext>
                </a:extLst>
              </a:tr>
              <a:tr h="157053"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de-DE" sz="800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STIHL Contraface Text"/>
                          <a:ea typeface="+mn-ea"/>
                          <a:cs typeface="+mn-cs"/>
                        </a:rPr>
                        <a:t>Project </a:t>
                      </a:r>
                      <a:r>
                        <a:rPr kumimoji="0" lang="de-DE" sz="800" b="0" i="0" u="none" strike="noStrike" kern="1200" cap="none" spc="0" normalizeH="0" baseline="0" noProof="0" err="1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STIHL Contraface Text"/>
                          <a:ea typeface="+mn-ea"/>
                          <a:cs typeface="+mn-cs"/>
                        </a:rPr>
                        <a:t>no</a:t>
                      </a:r>
                      <a:r>
                        <a:rPr kumimoji="0" lang="de-DE" sz="800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STIHL Contraface Text"/>
                          <a:ea typeface="+mn-ea"/>
                          <a:cs typeface="+mn-cs"/>
                        </a:rPr>
                        <a:t> IT</a:t>
                      </a:r>
                    </a:p>
                  </a:txBody>
                  <a:tcPr marL="36000" marR="36000" marT="0" marB="0" anchor="ctr"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endParaRPr lang="de-DE" sz="800"/>
                    </a:p>
                  </a:txBody>
                  <a:tcPr marL="36000" marR="36000" marT="0" marB="0" anchor="ctr">
                    <a:solidFill>
                      <a:schemeClr val="bg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559453120"/>
                  </a:ext>
                </a:extLst>
              </a:tr>
              <a:tr h="157053"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de-DE" sz="800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STIHL Contraface Text"/>
                          <a:ea typeface="+mn-ea"/>
                          <a:cs typeface="+mn-cs"/>
                        </a:rPr>
                        <a:t>Project </a:t>
                      </a:r>
                      <a:r>
                        <a:rPr kumimoji="0" lang="de-DE" sz="800" b="0" i="0" u="none" strike="noStrike" kern="1200" cap="none" spc="0" normalizeH="0" baseline="0" noProof="0" err="1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STIHL Contraface Text"/>
                          <a:ea typeface="+mn-ea"/>
                          <a:cs typeface="+mn-cs"/>
                        </a:rPr>
                        <a:t>no</a:t>
                      </a:r>
                      <a:r>
                        <a:rPr kumimoji="0" lang="de-DE" sz="800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STIHL Contraface Text"/>
                          <a:ea typeface="+mn-ea"/>
                          <a:cs typeface="+mn-cs"/>
                        </a:rPr>
                        <a:t> IT</a:t>
                      </a:r>
                    </a:p>
                  </a:txBody>
                  <a:tcPr marL="36000" marR="36000" marT="0" marB="0" anchor="ctr"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endParaRPr lang="de-DE" sz="800"/>
                    </a:p>
                  </a:txBody>
                  <a:tcPr marL="36000" marR="36000" marT="0" marB="0" anchor="ctr">
                    <a:solidFill>
                      <a:schemeClr val="bg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284800567"/>
                  </a:ext>
                </a:extLst>
              </a:tr>
              <a:tr h="157053"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de-DE" sz="800"/>
                        <a:t>Project w IT</a:t>
                      </a:r>
                    </a:p>
                  </a:txBody>
                  <a:tcPr marL="36000" marR="36000" marT="0" marB="0" anchor="ctr">
                    <a:solidFill>
                      <a:schemeClr val="accent4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de-DE" sz="800"/>
                    </a:p>
                  </a:txBody>
                  <a:tcPr marL="36000" marR="36000" marT="0" marB="0" anchor="ctr">
                    <a:solidFill>
                      <a:schemeClr val="bg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854337501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3870548013"/>
      </p:ext>
    </p:extLst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5" name="think-cell data - do not delete" hidden="1">
            <a:extLst>
              <a:ext uri="{FF2B5EF4-FFF2-40B4-BE49-F238E27FC236}">
                <a16:creationId xmlns:a16="http://schemas.microsoft.com/office/drawing/2014/main" id="{12F8DB34-8C37-92FF-6E38-28B6A3258EE3}"/>
              </a:ext>
            </a:extLst>
          </p:cNvPr>
          <p:cNvGraphicFramePr>
            <a:graphicFrameLocks/>
          </p:cNvGraphicFramePr>
          <p:nvPr>
            <p:custDataLst>
              <p:tags r:id="rId1"/>
            </p:custDataLst>
          </p:nvPr>
        </p:nvGraphicFramePr>
        <p:xfrm>
          <a:off x="1588" y="1588"/>
          <a:ext cx="1588" cy="15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think-cell Slide" r:id="rId7" imgW="408" imgH="408" progId="TCLayout.ActiveDocument.1">
                  <p:embed/>
                </p:oleObj>
              </mc:Choice>
              <mc:Fallback>
                <p:oleObj name="think-cell Slide" r:id="rId7" imgW="408" imgH="408" progId="TCLayout.ActiveDocument.1">
                  <p:embed/>
                  <p:pic>
                    <p:nvPicPr>
                      <p:cNvPr id="5" name="think-cell data - do not delete" hidden="1">
                        <a:extLst>
                          <a:ext uri="{FF2B5EF4-FFF2-40B4-BE49-F238E27FC236}">
                            <a16:creationId xmlns:a16="http://schemas.microsoft.com/office/drawing/2014/main" id="{12F8DB34-8C37-92FF-6E38-28B6A3258EE3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8"/>
                      <a:stretch>
                        <a:fillRect/>
                      </a:stretch>
                    </p:blipFill>
                    <p:spPr>
                      <a:xfrm>
                        <a:off x="1588" y="1588"/>
                        <a:ext cx="1588" cy="1588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2" name="Titel 1"/>
          <p:cNvSpPr>
            <a:spLocks noGrp="1"/>
          </p:cNvSpPr>
          <p:nvPr>
            <p:ph type="title"/>
          </p:nvPr>
        </p:nvSpPr>
        <p:spPr/>
        <p:txBody>
          <a:bodyPr vert="horz"/>
          <a:lstStyle/>
          <a:p>
            <a:r>
              <a:rPr lang="de-DE"/>
              <a:t>Steuerungs- und Transparenzebenen im Strategischen PPM</a:t>
            </a:r>
          </a:p>
        </p:txBody>
      </p:sp>
      <p:sp>
        <p:nvSpPr>
          <p:cNvPr id="3" name="Textplatzhalter 2"/>
          <p:cNvSpPr>
            <a:spLocks noGrp="1"/>
          </p:cNvSpPr>
          <p:nvPr>
            <p:ph type="body" sz="quarter" idx="14"/>
          </p:nvPr>
        </p:nvSpPr>
        <p:spPr/>
        <p:txBody>
          <a:bodyPr/>
          <a:lstStyle/>
          <a:p>
            <a:r>
              <a:rPr lang="de-DE"/>
              <a:t>Mögliches Zielbild</a:t>
            </a:r>
          </a:p>
        </p:txBody>
      </p:sp>
      <p:grpSp>
        <p:nvGrpSpPr>
          <p:cNvPr id="13" name="Gruppieren 12">
            <a:extLst>
              <a:ext uri="{FF2B5EF4-FFF2-40B4-BE49-F238E27FC236}">
                <a16:creationId xmlns:a16="http://schemas.microsoft.com/office/drawing/2014/main" id="{23C62709-7425-2A42-58D3-F8A5CA6A5524}"/>
              </a:ext>
            </a:extLst>
          </p:cNvPr>
          <p:cNvGrpSpPr/>
          <p:nvPr/>
        </p:nvGrpSpPr>
        <p:grpSpPr>
          <a:xfrm>
            <a:off x="9007463" y="1563977"/>
            <a:ext cx="2595619" cy="4441696"/>
            <a:chOff x="479426" y="1059850"/>
            <a:chExt cx="3152774" cy="5394926"/>
          </a:xfrm>
        </p:grpSpPr>
        <p:sp>
          <p:nvSpPr>
            <p:cNvPr id="14" name="Frame 1035">
              <a:extLst>
                <a:ext uri="{FF2B5EF4-FFF2-40B4-BE49-F238E27FC236}">
                  <a16:creationId xmlns:a16="http://schemas.microsoft.com/office/drawing/2014/main" id="{E0B16674-3270-7335-C781-0D4B3C26088D}"/>
                </a:ext>
              </a:extLst>
            </p:cNvPr>
            <p:cNvSpPr/>
            <p:nvPr/>
          </p:nvSpPr>
          <p:spPr>
            <a:xfrm>
              <a:off x="522798" y="1067103"/>
              <a:ext cx="3109402" cy="5321568"/>
            </a:xfrm>
            <a:prstGeom prst="frame">
              <a:avLst>
                <a:gd name="adj1" fmla="val 551"/>
              </a:avLst>
            </a:prstGeom>
            <a:solidFill>
              <a:srgbClr val="F3791E"/>
            </a:solidFill>
            <a:ln w="3175" cap="sq" cmpd="sng" algn="ctr">
              <a:solidFill>
                <a:srgbClr val="F3791E"/>
              </a:solidFill>
              <a:prstDash val="solid"/>
              <a:miter lim="800000"/>
            </a:ln>
            <a:effectLst/>
          </p:spPr>
          <p:txBody>
            <a:bodyPr rtlCol="0" anchor="ctr"/>
            <a:lstStyle/>
            <a:p>
              <a:pPr marL="0" marR="0" lvl="0" indent="0" algn="l" defTabSz="951901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51C2C"/>
                </a:buClr>
                <a:buSzTx/>
                <a:buFontTx/>
                <a:buNone/>
                <a:tabLst/>
                <a:defRPr/>
              </a:pPr>
              <a:endParaRPr kumimoji="0" lang="en-US" sz="1600" b="0" i="0" u="none" strike="noStrike" kern="0" cap="none" spc="0" normalizeH="0" baseline="0" noProof="0">
                <a:ln>
                  <a:noFill/>
                </a:ln>
                <a:solidFill>
                  <a:srgbClr val="051C2C"/>
                </a:solidFill>
                <a:effectLst/>
                <a:uLnTx/>
                <a:uFillTx/>
                <a:latin typeface="Arial" panose="020B0604020202020204" pitchFamily="34" charset="0"/>
                <a:ea typeface="ＭＳ Ｐゴシック"/>
                <a:cs typeface="Arial" panose="020B0604020202020204" pitchFamily="34" charset="0"/>
                <a:sym typeface="Arial" panose="020B0604020202020204" pitchFamily="34" charset="0"/>
              </a:endParaRPr>
            </a:p>
          </p:txBody>
        </p:sp>
        <p:sp>
          <p:nvSpPr>
            <p:cNvPr id="15" name="Frame 1036">
              <a:extLst>
                <a:ext uri="{FF2B5EF4-FFF2-40B4-BE49-F238E27FC236}">
                  <a16:creationId xmlns:a16="http://schemas.microsoft.com/office/drawing/2014/main" id="{3EB83888-A6FF-EA98-3ABD-E8D4433B8643}"/>
                </a:ext>
              </a:extLst>
            </p:cNvPr>
            <p:cNvSpPr/>
            <p:nvPr/>
          </p:nvSpPr>
          <p:spPr>
            <a:xfrm rot="60000">
              <a:off x="510041" y="1133208"/>
              <a:ext cx="3109402" cy="5321568"/>
            </a:xfrm>
            <a:prstGeom prst="frame">
              <a:avLst>
                <a:gd name="adj1" fmla="val 551"/>
              </a:avLst>
            </a:prstGeom>
            <a:solidFill>
              <a:srgbClr val="F3791E"/>
            </a:solidFill>
            <a:ln w="3175" cap="sq" cmpd="sng" algn="ctr">
              <a:solidFill>
                <a:srgbClr val="F3791E"/>
              </a:solidFill>
              <a:prstDash val="solid"/>
              <a:miter lim="800000"/>
            </a:ln>
            <a:effectLst/>
          </p:spPr>
          <p:txBody>
            <a:bodyPr rtlCol="0" anchor="ctr"/>
            <a:lstStyle/>
            <a:p>
              <a:pPr marL="0" marR="0" lvl="0" indent="0" algn="l" defTabSz="951901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51C2C"/>
                </a:buClr>
                <a:buSzTx/>
                <a:buFontTx/>
                <a:buNone/>
                <a:tabLst/>
                <a:defRPr/>
              </a:pPr>
              <a:endParaRPr kumimoji="0" lang="en-US" sz="1600" b="0" i="0" u="none" strike="noStrike" kern="0" cap="none" spc="0" normalizeH="0" baseline="0" noProof="0">
                <a:ln>
                  <a:noFill/>
                </a:ln>
                <a:solidFill>
                  <a:srgbClr val="051C2C"/>
                </a:solidFill>
                <a:effectLst/>
                <a:uLnTx/>
                <a:uFillTx/>
                <a:latin typeface="Arial" panose="020B0604020202020204" pitchFamily="34" charset="0"/>
                <a:ea typeface="ＭＳ Ｐゴシック"/>
                <a:cs typeface="Arial" panose="020B0604020202020204" pitchFamily="34" charset="0"/>
                <a:sym typeface="Arial" panose="020B0604020202020204" pitchFamily="34" charset="0"/>
              </a:endParaRPr>
            </a:p>
          </p:txBody>
        </p:sp>
        <p:sp>
          <p:nvSpPr>
            <p:cNvPr id="16" name="Frame 1037">
              <a:extLst>
                <a:ext uri="{FF2B5EF4-FFF2-40B4-BE49-F238E27FC236}">
                  <a16:creationId xmlns:a16="http://schemas.microsoft.com/office/drawing/2014/main" id="{4F45D64C-F494-8AE1-9F57-04A73964F0C7}"/>
                </a:ext>
              </a:extLst>
            </p:cNvPr>
            <p:cNvSpPr/>
            <p:nvPr/>
          </p:nvSpPr>
          <p:spPr>
            <a:xfrm>
              <a:off x="479426" y="1124286"/>
              <a:ext cx="3109402" cy="5321568"/>
            </a:xfrm>
            <a:prstGeom prst="frame">
              <a:avLst>
                <a:gd name="adj1" fmla="val 551"/>
              </a:avLst>
            </a:prstGeom>
            <a:solidFill>
              <a:srgbClr val="F3791E"/>
            </a:solidFill>
            <a:ln w="3175" cap="sq" cmpd="sng" algn="ctr">
              <a:solidFill>
                <a:srgbClr val="F3791E"/>
              </a:solidFill>
              <a:prstDash val="solid"/>
              <a:miter lim="800000"/>
            </a:ln>
            <a:effectLst/>
          </p:spPr>
          <p:txBody>
            <a:bodyPr rtlCol="0" anchor="ctr"/>
            <a:lstStyle/>
            <a:p>
              <a:pPr marL="0" marR="0" lvl="0" indent="0" algn="l" defTabSz="951901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51C2C"/>
                </a:buClr>
                <a:buSzTx/>
                <a:buFontTx/>
                <a:buNone/>
                <a:tabLst/>
                <a:defRPr/>
              </a:pPr>
              <a:endParaRPr kumimoji="0" lang="en-US" sz="1600" b="0" i="0" u="none" strike="noStrike" kern="0" cap="none" spc="0" normalizeH="0" baseline="0" noProof="0">
                <a:ln>
                  <a:noFill/>
                </a:ln>
                <a:solidFill>
                  <a:srgbClr val="051C2C"/>
                </a:solidFill>
                <a:effectLst/>
                <a:uLnTx/>
                <a:uFillTx/>
                <a:latin typeface="Arial" panose="020B0604020202020204" pitchFamily="34" charset="0"/>
                <a:ea typeface="ＭＳ Ｐゴシック"/>
                <a:cs typeface="Arial" panose="020B0604020202020204" pitchFamily="34" charset="0"/>
                <a:sym typeface="Arial" panose="020B0604020202020204" pitchFamily="34" charset="0"/>
              </a:endParaRPr>
            </a:p>
          </p:txBody>
        </p:sp>
        <p:sp>
          <p:nvSpPr>
            <p:cNvPr id="17" name="Frame 1038">
              <a:extLst>
                <a:ext uri="{FF2B5EF4-FFF2-40B4-BE49-F238E27FC236}">
                  <a16:creationId xmlns:a16="http://schemas.microsoft.com/office/drawing/2014/main" id="{68804FE1-77C3-7F5A-05A8-9902F9251FA6}"/>
                </a:ext>
              </a:extLst>
            </p:cNvPr>
            <p:cNvSpPr/>
            <p:nvPr/>
          </p:nvSpPr>
          <p:spPr>
            <a:xfrm rot="21540000">
              <a:off x="509566" y="1059850"/>
              <a:ext cx="3109402" cy="5321568"/>
            </a:xfrm>
            <a:prstGeom prst="frame">
              <a:avLst>
                <a:gd name="adj1" fmla="val 551"/>
              </a:avLst>
            </a:prstGeom>
            <a:solidFill>
              <a:srgbClr val="F3791E"/>
            </a:solidFill>
            <a:ln w="3175" cap="sq" cmpd="sng" algn="ctr">
              <a:solidFill>
                <a:srgbClr val="F3791E"/>
              </a:solidFill>
              <a:prstDash val="solid"/>
              <a:miter lim="800000"/>
            </a:ln>
            <a:effectLst/>
          </p:spPr>
          <p:txBody>
            <a:bodyPr rtlCol="0" anchor="ctr"/>
            <a:lstStyle/>
            <a:p>
              <a:pPr marL="0" marR="0" lvl="0" indent="0" algn="l" defTabSz="951901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51C2C"/>
                </a:buClr>
                <a:buSzTx/>
                <a:buFontTx/>
                <a:buNone/>
                <a:tabLst/>
                <a:defRPr/>
              </a:pPr>
              <a:endParaRPr kumimoji="0" lang="en-US" sz="1600" b="0" i="0" u="none" strike="noStrike" kern="0" cap="none" spc="0" normalizeH="0" baseline="0" noProof="0">
                <a:ln>
                  <a:noFill/>
                </a:ln>
                <a:solidFill>
                  <a:srgbClr val="051C2C"/>
                </a:solidFill>
                <a:effectLst/>
                <a:uLnTx/>
                <a:uFillTx/>
                <a:latin typeface="Arial" panose="020B0604020202020204" pitchFamily="34" charset="0"/>
                <a:ea typeface="ＭＳ Ｐゴシック"/>
                <a:cs typeface="Arial" panose="020B0604020202020204" pitchFamily="34" charset="0"/>
                <a:sym typeface="Arial" panose="020B0604020202020204" pitchFamily="34" charset="0"/>
              </a:endParaRPr>
            </a:p>
          </p:txBody>
        </p:sp>
      </p:grpSp>
      <p:grpSp>
        <p:nvGrpSpPr>
          <p:cNvPr id="18" name="Gruppieren 17">
            <a:extLst>
              <a:ext uri="{FF2B5EF4-FFF2-40B4-BE49-F238E27FC236}">
                <a16:creationId xmlns:a16="http://schemas.microsoft.com/office/drawing/2014/main" id="{E774C311-9845-63B4-995A-0CF51D58645B}"/>
              </a:ext>
            </a:extLst>
          </p:cNvPr>
          <p:cNvGrpSpPr/>
          <p:nvPr/>
        </p:nvGrpSpPr>
        <p:grpSpPr>
          <a:xfrm>
            <a:off x="3507564" y="1593345"/>
            <a:ext cx="2595619" cy="4441696"/>
            <a:chOff x="479426" y="1059850"/>
            <a:chExt cx="3152774" cy="5394926"/>
          </a:xfrm>
        </p:grpSpPr>
        <p:sp>
          <p:nvSpPr>
            <p:cNvPr id="19" name="Frame 1035">
              <a:extLst>
                <a:ext uri="{FF2B5EF4-FFF2-40B4-BE49-F238E27FC236}">
                  <a16:creationId xmlns:a16="http://schemas.microsoft.com/office/drawing/2014/main" id="{2AE917E4-FF9A-0CBF-B6B1-8BF1670D53AA}"/>
                </a:ext>
              </a:extLst>
            </p:cNvPr>
            <p:cNvSpPr/>
            <p:nvPr/>
          </p:nvSpPr>
          <p:spPr>
            <a:xfrm>
              <a:off x="522798" y="1067103"/>
              <a:ext cx="3109402" cy="5321568"/>
            </a:xfrm>
            <a:prstGeom prst="frame">
              <a:avLst>
                <a:gd name="adj1" fmla="val 551"/>
              </a:avLst>
            </a:prstGeom>
            <a:solidFill>
              <a:srgbClr val="F3791E"/>
            </a:solidFill>
            <a:ln w="3175" cap="sq" cmpd="sng" algn="ctr">
              <a:solidFill>
                <a:srgbClr val="F3791E"/>
              </a:solidFill>
              <a:prstDash val="solid"/>
              <a:miter lim="800000"/>
            </a:ln>
            <a:effectLst/>
          </p:spPr>
          <p:txBody>
            <a:bodyPr rtlCol="0" anchor="ctr"/>
            <a:lstStyle/>
            <a:p>
              <a:pPr marL="0" marR="0" lvl="0" indent="0" algn="l" defTabSz="951901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51C2C"/>
                </a:buClr>
                <a:buSzTx/>
                <a:buFontTx/>
                <a:buNone/>
                <a:tabLst/>
                <a:defRPr/>
              </a:pPr>
              <a:endParaRPr kumimoji="0" lang="en-US" sz="1600" b="0" i="0" u="none" strike="noStrike" kern="0" cap="none" spc="0" normalizeH="0" baseline="0" noProof="0">
                <a:ln>
                  <a:noFill/>
                </a:ln>
                <a:solidFill>
                  <a:srgbClr val="051C2C"/>
                </a:solidFill>
                <a:effectLst/>
                <a:uLnTx/>
                <a:uFillTx/>
                <a:latin typeface="Arial" panose="020B0604020202020204" pitchFamily="34" charset="0"/>
                <a:ea typeface="ＭＳ Ｐゴシック"/>
                <a:cs typeface="Arial" panose="020B0604020202020204" pitchFamily="34" charset="0"/>
                <a:sym typeface="Arial" panose="020B0604020202020204" pitchFamily="34" charset="0"/>
              </a:endParaRPr>
            </a:p>
          </p:txBody>
        </p:sp>
        <p:sp>
          <p:nvSpPr>
            <p:cNvPr id="20" name="Frame 1036">
              <a:extLst>
                <a:ext uri="{FF2B5EF4-FFF2-40B4-BE49-F238E27FC236}">
                  <a16:creationId xmlns:a16="http://schemas.microsoft.com/office/drawing/2014/main" id="{3B425F85-5688-8155-B530-F3107D83834A}"/>
                </a:ext>
              </a:extLst>
            </p:cNvPr>
            <p:cNvSpPr/>
            <p:nvPr/>
          </p:nvSpPr>
          <p:spPr>
            <a:xfrm rot="60000">
              <a:off x="510041" y="1133208"/>
              <a:ext cx="3109402" cy="5321568"/>
            </a:xfrm>
            <a:prstGeom prst="frame">
              <a:avLst>
                <a:gd name="adj1" fmla="val 551"/>
              </a:avLst>
            </a:prstGeom>
            <a:solidFill>
              <a:srgbClr val="F3791E"/>
            </a:solidFill>
            <a:ln w="3175" cap="sq" cmpd="sng" algn="ctr">
              <a:solidFill>
                <a:srgbClr val="F3791E"/>
              </a:solidFill>
              <a:prstDash val="solid"/>
              <a:miter lim="800000"/>
            </a:ln>
            <a:effectLst/>
          </p:spPr>
          <p:txBody>
            <a:bodyPr rtlCol="0" anchor="ctr"/>
            <a:lstStyle/>
            <a:p>
              <a:pPr marL="0" marR="0" lvl="0" indent="0" algn="l" defTabSz="951901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51C2C"/>
                </a:buClr>
                <a:buSzTx/>
                <a:buFontTx/>
                <a:buNone/>
                <a:tabLst/>
                <a:defRPr/>
              </a:pPr>
              <a:endParaRPr kumimoji="0" lang="en-US" sz="1600" b="0" i="0" u="none" strike="noStrike" kern="0" cap="none" spc="0" normalizeH="0" baseline="0" noProof="0">
                <a:ln>
                  <a:noFill/>
                </a:ln>
                <a:solidFill>
                  <a:srgbClr val="051C2C"/>
                </a:solidFill>
                <a:effectLst/>
                <a:uLnTx/>
                <a:uFillTx/>
                <a:latin typeface="Arial" panose="020B0604020202020204" pitchFamily="34" charset="0"/>
                <a:ea typeface="ＭＳ Ｐゴシック"/>
                <a:cs typeface="Arial" panose="020B0604020202020204" pitchFamily="34" charset="0"/>
                <a:sym typeface="Arial" panose="020B0604020202020204" pitchFamily="34" charset="0"/>
              </a:endParaRPr>
            </a:p>
          </p:txBody>
        </p:sp>
        <p:sp>
          <p:nvSpPr>
            <p:cNvPr id="21" name="Frame 1037">
              <a:extLst>
                <a:ext uri="{FF2B5EF4-FFF2-40B4-BE49-F238E27FC236}">
                  <a16:creationId xmlns:a16="http://schemas.microsoft.com/office/drawing/2014/main" id="{76A71962-E781-1A7F-CF01-59F625A69E1F}"/>
                </a:ext>
              </a:extLst>
            </p:cNvPr>
            <p:cNvSpPr/>
            <p:nvPr/>
          </p:nvSpPr>
          <p:spPr>
            <a:xfrm>
              <a:off x="479426" y="1124286"/>
              <a:ext cx="3109402" cy="5321568"/>
            </a:xfrm>
            <a:prstGeom prst="frame">
              <a:avLst>
                <a:gd name="adj1" fmla="val 551"/>
              </a:avLst>
            </a:prstGeom>
            <a:solidFill>
              <a:srgbClr val="F3791E"/>
            </a:solidFill>
            <a:ln w="3175" cap="sq" cmpd="sng" algn="ctr">
              <a:solidFill>
                <a:srgbClr val="F3791E"/>
              </a:solidFill>
              <a:prstDash val="solid"/>
              <a:miter lim="800000"/>
            </a:ln>
            <a:effectLst/>
          </p:spPr>
          <p:txBody>
            <a:bodyPr rtlCol="0" anchor="ctr"/>
            <a:lstStyle/>
            <a:p>
              <a:pPr marL="0" marR="0" lvl="0" indent="0" algn="l" defTabSz="951901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51C2C"/>
                </a:buClr>
                <a:buSzTx/>
                <a:buFontTx/>
                <a:buNone/>
                <a:tabLst/>
                <a:defRPr/>
              </a:pPr>
              <a:endParaRPr kumimoji="0" lang="en-US" sz="1600" b="0" i="0" u="none" strike="noStrike" kern="0" cap="none" spc="0" normalizeH="0" baseline="0" noProof="0">
                <a:ln>
                  <a:noFill/>
                </a:ln>
                <a:solidFill>
                  <a:srgbClr val="051C2C"/>
                </a:solidFill>
                <a:effectLst/>
                <a:uLnTx/>
                <a:uFillTx/>
                <a:latin typeface="Arial" panose="020B0604020202020204" pitchFamily="34" charset="0"/>
                <a:ea typeface="ＭＳ Ｐゴシック"/>
                <a:cs typeface="Arial" panose="020B0604020202020204" pitchFamily="34" charset="0"/>
                <a:sym typeface="Arial" panose="020B0604020202020204" pitchFamily="34" charset="0"/>
              </a:endParaRPr>
            </a:p>
          </p:txBody>
        </p:sp>
        <p:sp>
          <p:nvSpPr>
            <p:cNvPr id="22" name="Frame 1038">
              <a:extLst>
                <a:ext uri="{FF2B5EF4-FFF2-40B4-BE49-F238E27FC236}">
                  <a16:creationId xmlns:a16="http://schemas.microsoft.com/office/drawing/2014/main" id="{7785388A-FDB9-F787-0146-4E34ABBAEF74}"/>
                </a:ext>
              </a:extLst>
            </p:cNvPr>
            <p:cNvSpPr/>
            <p:nvPr/>
          </p:nvSpPr>
          <p:spPr>
            <a:xfrm rot="21540000">
              <a:off x="509566" y="1059850"/>
              <a:ext cx="3109402" cy="5321568"/>
            </a:xfrm>
            <a:prstGeom prst="frame">
              <a:avLst>
                <a:gd name="adj1" fmla="val 551"/>
              </a:avLst>
            </a:prstGeom>
            <a:solidFill>
              <a:srgbClr val="F3791E"/>
            </a:solidFill>
            <a:ln w="3175" cap="sq" cmpd="sng" algn="ctr">
              <a:solidFill>
                <a:srgbClr val="F3791E"/>
              </a:solidFill>
              <a:prstDash val="solid"/>
              <a:miter lim="800000"/>
            </a:ln>
            <a:effectLst/>
          </p:spPr>
          <p:txBody>
            <a:bodyPr rtlCol="0" anchor="ctr"/>
            <a:lstStyle/>
            <a:p>
              <a:pPr marL="0" marR="0" lvl="0" indent="0" algn="l" defTabSz="951901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51C2C"/>
                </a:buClr>
                <a:buSzTx/>
                <a:buFontTx/>
                <a:buNone/>
                <a:tabLst/>
                <a:defRPr/>
              </a:pPr>
              <a:endParaRPr kumimoji="0" lang="en-US" sz="1600" b="0" i="0" u="none" strike="noStrike" kern="0" cap="none" spc="0" normalizeH="0" baseline="0" noProof="0">
                <a:ln>
                  <a:noFill/>
                </a:ln>
                <a:solidFill>
                  <a:srgbClr val="051C2C"/>
                </a:solidFill>
                <a:effectLst/>
                <a:uLnTx/>
                <a:uFillTx/>
                <a:latin typeface="Arial" panose="020B0604020202020204" pitchFamily="34" charset="0"/>
                <a:ea typeface="ＭＳ Ｐゴシック"/>
                <a:cs typeface="Arial" panose="020B0604020202020204" pitchFamily="34" charset="0"/>
                <a:sym typeface="Arial" panose="020B0604020202020204" pitchFamily="34" charset="0"/>
              </a:endParaRPr>
            </a:p>
          </p:txBody>
        </p:sp>
      </p:grpSp>
      <p:sp>
        <p:nvSpPr>
          <p:cNvPr id="23" name="Rechteck 22">
            <a:extLst>
              <a:ext uri="{FF2B5EF4-FFF2-40B4-BE49-F238E27FC236}">
                <a16:creationId xmlns:a16="http://schemas.microsoft.com/office/drawing/2014/main" id="{724F71D0-6256-E75C-B3DF-360A6665983B}"/>
              </a:ext>
            </a:extLst>
          </p:cNvPr>
          <p:cNvSpPr/>
          <p:nvPr/>
        </p:nvSpPr>
        <p:spPr>
          <a:xfrm>
            <a:off x="8623069" y="1508973"/>
            <a:ext cx="3400113" cy="669600"/>
          </a:xfrm>
          <a:custGeom>
            <a:avLst/>
            <a:gdLst>
              <a:gd name="csX0" fmla="*/ 0 w 3400113"/>
              <a:gd name="csY0" fmla="*/ 0 h 669600"/>
              <a:gd name="csX1" fmla="*/ 714024 w 3400113"/>
              <a:gd name="csY1" fmla="*/ 0 h 669600"/>
              <a:gd name="csX2" fmla="*/ 1360045 w 3400113"/>
              <a:gd name="csY2" fmla="*/ 0 h 669600"/>
              <a:gd name="csX3" fmla="*/ 2040068 w 3400113"/>
              <a:gd name="csY3" fmla="*/ 0 h 669600"/>
              <a:gd name="csX4" fmla="*/ 2652088 w 3400113"/>
              <a:gd name="csY4" fmla="*/ 0 h 669600"/>
              <a:gd name="csX5" fmla="*/ 3400113 w 3400113"/>
              <a:gd name="csY5" fmla="*/ 0 h 669600"/>
              <a:gd name="csX6" fmla="*/ 3400113 w 3400113"/>
              <a:gd name="csY6" fmla="*/ 669600 h 669600"/>
              <a:gd name="csX7" fmla="*/ 2720090 w 3400113"/>
              <a:gd name="csY7" fmla="*/ 669600 h 669600"/>
              <a:gd name="csX8" fmla="*/ 1972066 w 3400113"/>
              <a:gd name="csY8" fmla="*/ 669600 h 669600"/>
              <a:gd name="csX9" fmla="*/ 1394046 w 3400113"/>
              <a:gd name="csY9" fmla="*/ 669600 h 669600"/>
              <a:gd name="csX10" fmla="*/ 782026 w 3400113"/>
              <a:gd name="csY10" fmla="*/ 669600 h 669600"/>
              <a:gd name="csX11" fmla="*/ 0 w 3400113"/>
              <a:gd name="csY11" fmla="*/ 669600 h 669600"/>
              <a:gd name="csX12" fmla="*/ 0 w 3400113"/>
              <a:gd name="csY12" fmla="*/ 0 h 669600"/>
            </a:gdLst>
            <a:ahLst/>
            <a:cxnLst>
              <a:cxn ang="0">
                <a:pos x="csX0" y="csY0"/>
              </a:cxn>
              <a:cxn ang="0">
                <a:pos x="csX1" y="csY1"/>
              </a:cxn>
              <a:cxn ang="0">
                <a:pos x="csX2" y="csY2"/>
              </a:cxn>
              <a:cxn ang="0">
                <a:pos x="csX3" y="csY3"/>
              </a:cxn>
              <a:cxn ang="0">
                <a:pos x="csX4" y="csY4"/>
              </a:cxn>
              <a:cxn ang="0">
                <a:pos x="csX5" y="csY5"/>
              </a:cxn>
              <a:cxn ang="0">
                <a:pos x="csX6" y="csY6"/>
              </a:cxn>
              <a:cxn ang="0">
                <a:pos x="csX7" y="csY7"/>
              </a:cxn>
              <a:cxn ang="0">
                <a:pos x="csX8" y="csY8"/>
              </a:cxn>
              <a:cxn ang="0">
                <a:pos x="csX9" y="csY9"/>
              </a:cxn>
              <a:cxn ang="0">
                <a:pos x="csX10" y="csY10"/>
              </a:cxn>
              <a:cxn ang="0">
                <a:pos x="csX11" y="csY11"/>
              </a:cxn>
              <a:cxn ang="0">
                <a:pos x="csX12" y="csY12"/>
              </a:cxn>
            </a:cxnLst>
            <a:rect l="l" t="t" r="r" b="b"/>
            <a:pathLst>
              <a:path w="3400113" h="669600" extrusionOk="0">
                <a:moveTo>
                  <a:pt x="0" y="0"/>
                </a:moveTo>
                <a:cubicBezTo>
                  <a:pt x="245533" y="30532"/>
                  <a:pt x="429181" y="-21592"/>
                  <a:pt x="714024" y="0"/>
                </a:cubicBezTo>
                <a:cubicBezTo>
                  <a:pt x="998867" y="21592"/>
                  <a:pt x="1086739" y="-31477"/>
                  <a:pt x="1360045" y="0"/>
                </a:cubicBezTo>
                <a:cubicBezTo>
                  <a:pt x="1633351" y="31477"/>
                  <a:pt x="1721987" y="-21325"/>
                  <a:pt x="2040068" y="0"/>
                </a:cubicBezTo>
                <a:cubicBezTo>
                  <a:pt x="2358149" y="21325"/>
                  <a:pt x="2347051" y="4091"/>
                  <a:pt x="2652088" y="0"/>
                </a:cubicBezTo>
                <a:cubicBezTo>
                  <a:pt x="2957125" y="-4091"/>
                  <a:pt x="3223803" y="-20898"/>
                  <a:pt x="3400113" y="0"/>
                </a:cubicBezTo>
                <a:cubicBezTo>
                  <a:pt x="3367510" y="273310"/>
                  <a:pt x="3392956" y="478077"/>
                  <a:pt x="3400113" y="669600"/>
                </a:cubicBezTo>
                <a:cubicBezTo>
                  <a:pt x="3079102" y="700339"/>
                  <a:pt x="2868779" y="680658"/>
                  <a:pt x="2720090" y="669600"/>
                </a:cubicBezTo>
                <a:cubicBezTo>
                  <a:pt x="2571401" y="658542"/>
                  <a:pt x="2252113" y="640100"/>
                  <a:pt x="1972066" y="669600"/>
                </a:cubicBezTo>
                <a:cubicBezTo>
                  <a:pt x="1692019" y="699100"/>
                  <a:pt x="1537115" y="671484"/>
                  <a:pt x="1394046" y="669600"/>
                </a:cubicBezTo>
                <a:cubicBezTo>
                  <a:pt x="1250977" y="667716"/>
                  <a:pt x="1075808" y="671094"/>
                  <a:pt x="782026" y="669600"/>
                </a:cubicBezTo>
                <a:cubicBezTo>
                  <a:pt x="488244" y="668106"/>
                  <a:pt x="293745" y="694482"/>
                  <a:pt x="0" y="669600"/>
                </a:cubicBezTo>
                <a:cubicBezTo>
                  <a:pt x="-12094" y="444193"/>
                  <a:pt x="23794" y="231181"/>
                  <a:pt x="0" y="0"/>
                </a:cubicBezTo>
                <a:close/>
              </a:path>
            </a:pathLst>
          </a:custGeom>
          <a:noFill/>
          <a:ln w="6350">
            <a:solidFill>
              <a:schemeClr val="tx1"/>
            </a:solidFill>
            <a:extLst>
              <a:ext uri="{C807C97D-BFC1-408E-A445-0C87EB9F89A2}">
                <ask:lineSketchStyleProps xmlns:ask="http://schemas.microsoft.com/office/drawing/2018/sketchyshapes" sd="2512980468">
                  <a:prstGeom prst="rect">
                    <a:avLst/>
                  </a:prstGeom>
                  <ask:type>
                    <ask:lineSketchFreehand/>
                  </ask:type>
                </ask:lineSketchStyleProps>
              </a:ext>
            </a:extLst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72000" tIns="72000" rIns="72000" bIns="72000" rtlCol="0" anchor="ctr"/>
          <a:lstStyle/>
          <a:p>
            <a:pPr algn="ctr">
              <a:lnSpc>
                <a:spcPct val="90000"/>
              </a:lnSpc>
            </a:pPr>
            <a:r>
              <a:rPr lang="en-US" sz="1600" b="1" noProof="0">
                <a:solidFill>
                  <a:schemeClr val="tx1"/>
                </a:solidFill>
              </a:rPr>
              <a:t>ISS Backlog</a:t>
            </a:r>
          </a:p>
        </p:txBody>
      </p:sp>
      <p:sp>
        <p:nvSpPr>
          <p:cNvPr id="24" name="Rechteck 23">
            <a:extLst>
              <a:ext uri="{FF2B5EF4-FFF2-40B4-BE49-F238E27FC236}">
                <a16:creationId xmlns:a16="http://schemas.microsoft.com/office/drawing/2014/main" id="{71AB35A1-2D8B-BDC5-378F-A63D53F3B8E8}"/>
              </a:ext>
            </a:extLst>
          </p:cNvPr>
          <p:cNvSpPr/>
          <p:nvPr/>
        </p:nvSpPr>
        <p:spPr>
          <a:xfrm>
            <a:off x="3123170" y="1510944"/>
            <a:ext cx="3400113" cy="667629"/>
          </a:xfrm>
          <a:custGeom>
            <a:avLst/>
            <a:gdLst>
              <a:gd name="csX0" fmla="*/ 0 w 3400113"/>
              <a:gd name="csY0" fmla="*/ 0 h 667629"/>
              <a:gd name="csX1" fmla="*/ 714024 w 3400113"/>
              <a:gd name="csY1" fmla="*/ 0 h 667629"/>
              <a:gd name="csX2" fmla="*/ 1360045 w 3400113"/>
              <a:gd name="csY2" fmla="*/ 0 h 667629"/>
              <a:gd name="csX3" fmla="*/ 2040068 w 3400113"/>
              <a:gd name="csY3" fmla="*/ 0 h 667629"/>
              <a:gd name="csX4" fmla="*/ 2652088 w 3400113"/>
              <a:gd name="csY4" fmla="*/ 0 h 667629"/>
              <a:gd name="csX5" fmla="*/ 3400113 w 3400113"/>
              <a:gd name="csY5" fmla="*/ 0 h 667629"/>
              <a:gd name="csX6" fmla="*/ 3400113 w 3400113"/>
              <a:gd name="csY6" fmla="*/ 667629 h 667629"/>
              <a:gd name="csX7" fmla="*/ 2720090 w 3400113"/>
              <a:gd name="csY7" fmla="*/ 667629 h 667629"/>
              <a:gd name="csX8" fmla="*/ 1972066 w 3400113"/>
              <a:gd name="csY8" fmla="*/ 667629 h 667629"/>
              <a:gd name="csX9" fmla="*/ 1394046 w 3400113"/>
              <a:gd name="csY9" fmla="*/ 667629 h 667629"/>
              <a:gd name="csX10" fmla="*/ 782026 w 3400113"/>
              <a:gd name="csY10" fmla="*/ 667629 h 667629"/>
              <a:gd name="csX11" fmla="*/ 0 w 3400113"/>
              <a:gd name="csY11" fmla="*/ 667629 h 667629"/>
              <a:gd name="csX12" fmla="*/ 0 w 3400113"/>
              <a:gd name="csY12" fmla="*/ 0 h 667629"/>
            </a:gdLst>
            <a:ahLst/>
            <a:cxnLst>
              <a:cxn ang="0">
                <a:pos x="csX0" y="csY0"/>
              </a:cxn>
              <a:cxn ang="0">
                <a:pos x="csX1" y="csY1"/>
              </a:cxn>
              <a:cxn ang="0">
                <a:pos x="csX2" y="csY2"/>
              </a:cxn>
              <a:cxn ang="0">
                <a:pos x="csX3" y="csY3"/>
              </a:cxn>
              <a:cxn ang="0">
                <a:pos x="csX4" y="csY4"/>
              </a:cxn>
              <a:cxn ang="0">
                <a:pos x="csX5" y="csY5"/>
              </a:cxn>
              <a:cxn ang="0">
                <a:pos x="csX6" y="csY6"/>
              </a:cxn>
              <a:cxn ang="0">
                <a:pos x="csX7" y="csY7"/>
              </a:cxn>
              <a:cxn ang="0">
                <a:pos x="csX8" y="csY8"/>
              </a:cxn>
              <a:cxn ang="0">
                <a:pos x="csX9" y="csY9"/>
              </a:cxn>
              <a:cxn ang="0">
                <a:pos x="csX10" y="csY10"/>
              </a:cxn>
              <a:cxn ang="0">
                <a:pos x="csX11" y="csY11"/>
              </a:cxn>
              <a:cxn ang="0">
                <a:pos x="csX12" y="csY12"/>
              </a:cxn>
            </a:cxnLst>
            <a:rect l="l" t="t" r="r" b="b"/>
            <a:pathLst>
              <a:path w="3400113" h="667629" extrusionOk="0">
                <a:moveTo>
                  <a:pt x="0" y="0"/>
                </a:moveTo>
                <a:cubicBezTo>
                  <a:pt x="245533" y="30532"/>
                  <a:pt x="429181" y="-21592"/>
                  <a:pt x="714024" y="0"/>
                </a:cubicBezTo>
                <a:cubicBezTo>
                  <a:pt x="998867" y="21592"/>
                  <a:pt x="1086739" y="-31477"/>
                  <a:pt x="1360045" y="0"/>
                </a:cubicBezTo>
                <a:cubicBezTo>
                  <a:pt x="1633351" y="31477"/>
                  <a:pt x="1721987" y="-21325"/>
                  <a:pt x="2040068" y="0"/>
                </a:cubicBezTo>
                <a:cubicBezTo>
                  <a:pt x="2358149" y="21325"/>
                  <a:pt x="2347051" y="4091"/>
                  <a:pt x="2652088" y="0"/>
                </a:cubicBezTo>
                <a:cubicBezTo>
                  <a:pt x="2957125" y="-4091"/>
                  <a:pt x="3223803" y="-20898"/>
                  <a:pt x="3400113" y="0"/>
                </a:cubicBezTo>
                <a:cubicBezTo>
                  <a:pt x="3426744" y="251787"/>
                  <a:pt x="3369986" y="507081"/>
                  <a:pt x="3400113" y="667629"/>
                </a:cubicBezTo>
                <a:cubicBezTo>
                  <a:pt x="3079102" y="698368"/>
                  <a:pt x="2868779" y="678687"/>
                  <a:pt x="2720090" y="667629"/>
                </a:cubicBezTo>
                <a:cubicBezTo>
                  <a:pt x="2571401" y="656571"/>
                  <a:pt x="2252113" y="638129"/>
                  <a:pt x="1972066" y="667629"/>
                </a:cubicBezTo>
                <a:cubicBezTo>
                  <a:pt x="1692019" y="697129"/>
                  <a:pt x="1537115" y="669513"/>
                  <a:pt x="1394046" y="667629"/>
                </a:cubicBezTo>
                <a:cubicBezTo>
                  <a:pt x="1250977" y="665745"/>
                  <a:pt x="1075808" y="669123"/>
                  <a:pt x="782026" y="667629"/>
                </a:cubicBezTo>
                <a:cubicBezTo>
                  <a:pt x="488244" y="666135"/>
                  <a:pt x="293745" y="692511"/>
                  <a:pt x="0" y="667629"/>
                </a:cubicBezTo>
                <a:cubicBezTo>
                  <a:pt x="-29856" y="525735"/>
                  <a:pt x="-14318" y="294065"/>
                  <a:pt x="0" y="0"/>
                </a:cubicBezTo>
                <a:close/>
              </a:path>
            </a:pathLst>
          </a:custGeom>
          <a:noFill/>
          <a:ln w="6350">
            <a:solidFill>
              <a:schemeClr val="tx1"/>
            </a:solidFill>
            <a:extLst>
              <a:ext uri="{C807C97D-BFC1-408E-A445-0C87EB9F89A2}">
                <ask:lineSketchStyleProps xmlns:ask="http://schemas.microsoft.com/office/drawing/2018/sketchyshapes" sd="2512980468">
                  <a:prstGeom prst="rect">
                    <a:avLst/>
                  </a:prstGeom>
                  <ask:type>
                    <ask:lineSketchFreehand/>
                  </ask:type>
                </ask:lineSketchStyleProps>
              </a:ext>
            </a:extLst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72000" tIns="72000" rIns="72000" bIns="72000" rtlCol="0" anchor="ctr"/>
          <a:lstStyle/>
          <a:p>
            <a:pPr algn="ctr">
              <a:lnSpc>
                <a:spcPct val="90000"/>
              </a:lnSpc>
            </a:pPr>
            <a:r>
              <a:rPr lang="en-US" sz="1600" b="1" noProof="0">
                <a:solidFill>
                  <a:schemeClr val="tx1"/>
                </a:solidFill>
              </a:rPr>
              <a:t>Portfolio</a:t>
            </a:r>
          </a:p>
        </p:txBody>
      </p:sp>
      <p:grpSp>
        <p:nvGrpSpPr>
          <p:cNvPr id="25" name="Gruppieren 24">
            <a:extLst>
              <a:ext uri="{FF2B5EF4-FFF2-40B4-BE49-F238E27FC236}">
                <a16:creationId xmlns:a16="http://schemas.microsoft.com/office/drawing/2014/main" id="{5CDCA726-A9EF-3DCA-E982-055B81B0B254}"/>
              </a:ext>
            </a:extLst>
          </p:cNvPr>
          <p:cNvGrpSpPr/>
          <p:nvPr/>
        </p:nvGrpSpPr>
        <p:grpSpPr>
          <a:xfrm>
            <a:off x="5979793" y="2706983"/>
            <a:ext cx="3138688" cy="2521679"/>
            <a:chOff x="477838" y="1726219"/>
            <a:chExt cx="3430019" cy="2668741"/>
          </a:xfrm>
        </p:grpSpPr>
        <p:sp>
          <p:nvSpPr>
            <p:cNvPr id="26" name="Rechteck 25">
              <a:extLst>
                <a:ext uri="{FF2B5EF4-FFF2-40B4-BE49-F238E27FC236}">
                  <a16:creationId xmlns:a16="http://schemas.microsoft.com/office/drawing/2014/main" id="{CC817B96-719F-2D81-0D03-C1CC81E228C4}"/>
                </a:ext>
              </a:extLst>
            </p:cNvPr>
            <p:cNvSpPr/>
            <p:nvPr/>
          </p:nvSpPr>
          <p:spPr>
            <a:xfrm>
              <a:off x="477838" y="1726219"/>
              <a:ext cx="3430019" cy="2668741"/>
            </a:xfrm>
            <a:prstGeom prst="rect">
              <a:avLst/>
            </a:prstGeom>
            <a:solidFill>
              <a:schemeClr val="bg1"/>
            </a:solidFill>
            <a:ln w="9525">
              <a:solidFill>
                <a:schemeClr val="tx2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72000" tIns="72000" rIns="72000" bIns="72000" rtlCol="0" anchor="ctr"/>
            <a:lstStyle/>
            <a:p>
              <a:pPr algn="ctr">
                <a:lnSpc>
                  <a:spcPct val="90000"/>
                </a:lnSpc>
              </a:pPr>
              <a:endParaRPr lang="en-US" sz="1600" b="1" noProof="0">
                <a:solidFill>
                  <a:schemeClr val="tx1"/>
                </a:solidFill>
              </a:endParaRPr>
            </a:p>
          </p:txBody>
        </p:sp>
        <p:grpSp>
          <p:nvGrpSpPr>
            <p:cNvPr id="27" name="Gruppieren 26">
              <a:extLst>
                <a:ext uri="{FF2B5EF4-FFF2-40B4-BE49-F238E27FC236}">
                  <a16:creationId xmlns:a16="http://schemas.microsoft.com/office/drawing/2014/main" id="{01A01835-790D-37D5-C661-F1AE9F6D219C}"/>
                </a:ext>
              </a:extLst>
            </p:cNvPr>
            <p:cNvGrpSpPr/>
            <p:nvPr/>
          </p:nvGrpSpPr>
          <p:grpSpPr>
            <a:xfrm>
              <a:off x="770030" y="1842814"/>
              <a:ext cx="344126" cy="344124"/>
              <a:chOff x="7851517" y="3047957"/>
              <a:chExt cx="344126" cy="344124"/>
            </a:xfrm>
          </p:grpSpPr>
          <p:sp>
            <p:nvSpPr>
              <p:cNvPr id="38" name="Rechteck 37">
                <a:hlinkClick r:id="" action="ppaction://noaction"/>
                <a:extLst>
                  <a:ext uri="{FF2B5EF4-FFF2-40B4-BE49-F238E27FC236}">
                    <a16:creationId xmlns:a16="http://schemas.microsoft.com/office/drawing/2014/main" id="{98C56FCD-AE9F-1214-EE50-4CA113F6853B}"/>
                  </a:ext>
                </a:extLst>
              </p:cNvPr>
              <p:cNvSpPr/>
              <p:nvPr>
                <p:custDataLst>
                  <p:tags r:id="rId5"/>
                </p:custDataLst>
              </p:nvPr>
            </p:nvSpPr>
            <p:spPr>
              <a:xfrm>
                <a:off x="7906011" y="3096730"/>
                <a:ext cx="203749" cy="246221"/>
              </a:xfrm>
              <a:prstGeom prst="rect">
                <a:avLst/>
              </a:prstGeom>
              <a:noFill/>
              <a:ln w="6350" cap="flat" cmpd="sng" algn="ctr">
                <a:noFill/>
                <a:prstDash val="solid"/>
                <a:miter lim="800000"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chemeClr val="bg1"/>
                    </a:solidFill>
                  </a14:hiddenFill>
                </a:ext>
                <a:ext uri="{91240B29-F687-4F45-9708-019B960494DF}">
                  <a14:hiddenLine xmlns:a14="http://schemas.microsoft.com/office/drawing/2010/main" w="6350" cap="flat" cmpd="sng" algn="ctr">
                    <a:solidFill>
                      <a:schemeClr val="tx1"/>
                    </a:solidFill>
                    <a:prstDash val="solid"/>
                    <a:miter lim="800000"/>
                  </a14:hiddenLine>
                </a:ext>
              </a:extLst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0" tIns="0" rIns="0" bIns="0" numCol="1" spcCol="0" rtlCol="0" fromWordArt="0" anchor="ctr" anchorCtr="0" forceAA="0" compatLnSpc="1">
                <a:prstTxWarp prst="textNoShape">
                  <a:avLst/>
                </a:prstTxWarp>
                <a:spAutoFit/>
              </a:bodyPr>
              <a:lstStyle/>
              <a:p>
                <a:pPr algn="ctr">
                  <a:spcBef>
                    <a:spcPts val="600"/>
                  </a:spcBef>
                </a:pPr>
                <a:r>
                  <a:rPr lang="en-US" sz="1600" b="1" noProof="0">
                    <a:solidFill>
                      <a:schemeClr val="tx1"/>
                    </a:solidFill>
                  </a:rPr>
                  <a:t>!</a:t>
                </a:r>
              </a:p>
            </p:txBody>
          </p:sp>
          <p:sp>
            <p:nvSpPr>
              <p:cNvPr id="39" name="Freeform 150">
                <a:extLst>
                  <a:ext uri="{FF2B5EF4-FFF2-40B4-BE49-F238E27FC236}">
                    <a16:creationId xmlns:a16="http://schemas.microsoft.com/office/drawing/2014/main" id="{55B7B357-892D-E878-02DC-27947CB9B550}"/>
                  </a:ext>
                </a:extLst>
              </p:cNvPr>
              <p:cNvSpPr>
                <a:spLocks noEditPoints="1"/>
              </p:cNvSpPr>
              <p:nvPr/>
            </p:nvSpPr>
            <p:spPr bwMode="gray">
              <a:xfrm>
                <a:off x="7851517" y="3047957"/>
                <a:ext cx="344126" cy="344124"/>
              </a:xfrm>
              <a:custGeom>
                <a:avLst/>
                <a:gdLst>
                  <a:gd name="T0" fmla="*/ 496 w 571"/>
                  <a:gd name="T1" fmla="*/ 148 h 589"/>
                  <a:gd name="T2" fmla="*/ 99 w 571"/>
                  <a:gd name="T3" fmla="*/ 105 h 589"/>
                  <a:gd name="T4" fmla="*/ 12 w 571"/>
                  <a:gd name="T5" fmla="*/ 380 h 589"/>
                  <a:gd name="T6" fmla="*/ 270 w 571"/>
                  <a:gd name="T7" fmla="*/ 588 h 589"/>
                  <a:gd name="T8" fmla="*/ 481 w 571"/>
                  <a:gd name="T9" fmla="*/ 484 h 589"/>
                  <a:gd name="T10" fmla="*/ 502 w 571"/>
                  <a:gd name="T11" fmla="*/ 154 h 589"/>
                  <a:gd name="T12" fmla="*/ 53 w 571"/>
                  <a:gd name="T13" fmla="*/ 459 h 589"/>
                  <a:gd name="T14" fmla="*/ 172 w 571"/>
                  <a:gd name="T15" fmla="*/ 543 h 589"/>
                  <a:gd name="T16" fmla="*/ 390 w 571"/>
                  <a:gd name="T17" fmla="*/ 549 h 589"/>
                  <a:gd name="T18" fmla="*/ 165 w 571"/>
                  <a:gd name="T19" fmla="*/ 75 h 589"/>
                  <a:gd name="T20" fmla="*/ 334 w 571"/>
                  <a:gd name="T21" fmla="*/ 62 h 589"/>
                  <a:gd name="T22" fmla="*/ 165 w 571"/>
                  <a:gd name="T23" fmla="*/ 75 h 589"/>
                  <a:gd name="T24" fmla="*/ 169 w 571"/>
                  <a:gd name="T25" fmla="*/ 534 h 589"/>
                  <a:gd name="T26" fmla="*/ 444 w 571"/>
                  <a:gd name="T27" fmla="*/ 508 h 589"/>
                  <a:gd name="T28" fmla="*/ 307 w 571"/>
                  <a:gd name="T29" fmla="*/ 541 h 589"/>
                  <a:gd name="T30" fmla="*/ 39 w 571"/>
                  <a:gd name="T31" fmla="*/ 222 h 589"/>
                  <a:gd name="T32" fmla="*/ 116 w 571"/>
                  <a:gd name="T33" fmla="*/ 110 h 589"/>
                  <a:gd name="T34" fmla="*/ 446 w 571"/>
                  <a:gd name="T35" fmla="*/ 116 h 589"/>
                  <a:gd name="T36" fmla="*/ 535 w 571"/>
                  <a:gd name="T37" fmla="*/ 270 h 589"/>
                  <a:gd name="T38" fmla="*/ 467 w 571"/>
                  <a:gd name="T39" fmla="*/ 486 h 589"/>
                  <a:gd name="T40" fmla="*/ 486 w 571"/>
                  <a:gd name="T41" fmla="*/ 148 h 589"/>
                  <a:gd name="T42" fmla="*/ 495 w 571"/>
                  <a:gd name="T43" fmla="*/ 160 h 589"/>
                  <a:gd name="T44" fmla="*/ 447 w 571"/>
                  <a:gd name="T45" fmla="*/ 108 h 589"/>
                  <a:gd name="T46" fmla="*/ 286 w 571"/>
                  <a:gd name="T47" fmla="*/ 40 h 589"/>
                  <a:gd name="T48" fmla="*/ 116 w 571"/>
                  <a:gd name="T49" fmla="*/ 101 h 589"/>
                  <a:gd name="T50" fmla="*/ 96 w 571"/>
                  <a:gd name="T51" fmla="*/ 118 h 589"/>
                  <a:gd name="T52" fmla="*/ 297 w 571"/>
                  <a:gd name="T53" fmla="*/ 23 h 589"/>
                  <a:gd name="T54" fmla="*/ 478 w 571"/>
                  <a:gd name="T55" fmla="*/ 131 h 589"/>
                  <a:gd name="T56" fmla="*/ 27 w 571"/>
                  <a:gd name="T57" fmla="*/ 235 h 589"/>
                  <a:gd name="T58" fmla="*/ 90 w 571"/>
                  <a:gd name="T59" fmla="*/ 486 h 589"/>
                  <a:gd name="T60" fmla="*/ 15 w 571"/>
                  <a:gd name="T61" fmla="*/ 279 h 589"/>
                  <a:gd name="T62" fmla="*/ 492 w 571"/>
                  <a:gd name="T63" fmla="*/ 467 h 589"/>
                  <a:gd name="T64" fmla="*/ 539 w 571"/>
                  <a:gd name="T65" fmla="*/ 256 h 589"/>
                  <a:gd name="T66" fmla="*/ 509 w 571"/>
                  <a:gd name="T67" fmla="*/ 173 h 589"/>
                  <a:gd name="T68" fmla="*/ 492 w 571"/>
                  <a:gd name="T69" fmla="*/ 467 h 589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  <a:cxn ang="0">
                    <a:pos x="T50" y="T51"/>
                  </a:cxn>
                  <a:cxn ang="0">
                    <a:pos x="T52" y="T53"/>
                  </a:cxn>
                  <a:cxn ang="0">
                    <a:pos x="T54" y="T55"/>
                  </a:cxn>
                  <a:cxn ang="0">
                    <a:pos x="T56" y="T57"/>
                  </a:cxn>
                  <a:cxn ang="0">
                    <a:pos x="T58" y="T59"/>
                  </a:cxn>
                  <a:cxn ang="0">
                    <a:pos x="T60" y="T61"/>
                  </a:cxn>
                  <a:cxn ang="0">
                    <a:pos x="T62" y="T63"/>
                  </a:cxn>
                  <a:cxn ang="0">
                    <a:pos x="T64" y="T65"/>
                  </a:cxn>
                  <a:cxn ang="0">
                    <a:pos x="T66" y="T67"/>
                  </a:cxn>
                  <a:cxn ang="0">
                    <a:pos x="T68" y="T69"/>
                  </a:cxn>
                </a:cxnLst>
                <a:rect l="0" t="0" r="r" b="b"/>
                <a:pathLst>
                  <a:path w="571" h="589">
                    <a:moveTo>
                      <a:pt x="502" y="154"/>
                    </a:moveTo>
                    <a:cubicBezTo>
                      <a:pt x="500" y="152"/>
                      <a:pt x="498" y="150"/>
                      <a:pt x="496" y="148"/>
                    </a:cubicBezTo>
                    <a:cubicBezTo>
                      <a:pt x="450" y="65"/>
                      <a:pt x="392" y="34"/>
                      <a:pt x="352" y="23"/>
                    </a:cubicBezTo>
                    <a:cubicBezTo>
                      <a:pt x="270" y="0"/>
                      <a:pt x="173" y="32"/>
                      <a:pt x="99" y="105"/>
                    </a:cubicBezTo>
                    <a:cubicBezTo>
                      <a:pt x="51" y="154"/>
                      <a:pt x="19" y="215"/>
                      <a:pt x="9" y="277"/>
                    </a:cubicBezTo>
                    <a:cubicBezTo>
                      <a:pt x="3" y="311"/>
                      <a:pt x="4" y="346"/>
                      <a:pt x="12" y="380"/>
                    </a:cubicBezTo>
                    <a:cubicBezTo>
                      <a:pt x="35" y="477"/>
                      <a:pt x="112" y="555"/>
                      <a:pt x="207" y="580"/>
                    </a:cubicBezTo>
                    <a:cubicBezTo>
                      <a:pt x="228" y="585"/>
                      <a:pt x="249" y="588"/>
                      <a:pt x="270" y="588"/>
                    </a:cubicBezTo>
                    <a:cubicBezTo>
                      <a:pt x="346" y="588"/>
                      <a:pt x="419" y="552"/>
                      <a:pt x="481" y="484"/>
                    </a:cubicBezTo>
                    <a:cubicBezTo>
                      <a:pt x="481" y="484"/>
                      <a:pt x="481" y="484"/>
                      <a:pt x="481" y="484"/>
                    </a:cubicBezTo>
                    <a:cubicBezTo>
                      <a:pt x="532" y="445"/>
                      <a:pt x="561" y="394"/>
                      <a:pt x="566" y="336"/>
                    </a:cubicBezTo>
                    <a:cubicBezTo>
                      <a:pt x="571" y="268"/>
                      <a:pt x="549" y="205"/>
                      <a:pt x="502" y="154"/>
                    </a:cubicBezTo>
                    <a:close/>
                    <a:moveTo>
                      <a:pt x="209" y="573"/>
                    </a:moveTo>
                    <a:cubicBezTo>
                      <a:pt x="145" y="557"/>
                      <a:pt x="89" y="515"/>
                      <a:pt x="53" y="459"/>
                    </a:cubicBezTo>
                    <a:cubicBezTo>
                      <a:pt x="72" y="483"/>
                      <a:pt x="97" y="502"/>
                      <a:pt x="127" y="518"/>
                    </a:cubicBezTo>
                    <a:cubicBezTo>
                      <a:pt x="141" y="527"/>
                      <a:pt x="156" y="536"/>
                      <a:pt x="172" y="543"/>
                    </a:cubicBezTo>
                    <a:cubicBezTo>
                      <a:pt x="230" y="570"/>
                      <a:pt x="293" y="577"/>
                      <a:pt x="352" y="562"/>
                    </a:cubicBezTo>
                    <a:cubicBezTo>
                      <a:pt x="365" y="559"/>
                      <a:pt x="377" y="554"/>
                      <a:pt x="390" y="549"/>
                    </a:cubicBezTo>
                    <a:cubicBezTo>
                      <a:pt x="333" y="581"/>
                      <a:pt x="271" y="589"/>
                      <a:pt x="209" y="573"/>
                    </a:cubicBezTo>
                    <a:close/>
                    <a:moveTo>
                      <a:pt x="165" y="75"/>
                    </a:moveTo>
                    <a:cubicBezTo>
                      <a:pt x="247" y="29"/>
                      <a:pt x="335" y="46"/>
                      <a:pt x="399" y="82"/>
                    </a:cubicBezTo>
                    <a:cubicBezTo>
                      <a:pt x="378" y="73"/>
                      <a:pt x="356" y="66"/>
                      <a:pt x="334" y="62"/>
                    </a:cubicBezTo>
                    <a:cubicBezTo>
                      <a:pt x="312" y="57"/>
                      <a:pt x="290" y="55"/>
                      <a:pt x="269" y="55"/>
                    </a:cubicBezTo>
                    <a:cubicBezTo>
                      <a:pt x="232" y="55"/>
                      <a:pt x="196" y="62"/>
                      <a:pt x="165" y="75"/>
                    </a:cubicBezTo>
                    <a:close/>
                    <a:moveTo>
                      <a:pt x="175" y="537"/>
                    </a:moveTo>
                    <a:cubicBezTo>
                      <a:pt x="173" y="536"/>
                      <a:pt x="171" y="535"/>
                      <a:pt x="169" y="534"/>
                    </a:cubicBezTo>
                    <a:cubicBezTo>
                      <a:pt x="211" y="548"/>
                      <a:pt x="260" y="553"/>
                      <a:pt x="308" y="548"/>
                    </a:cubicBezTo>
                    <a:cubicBezTo>
                      <a:pt x="357" y="543"/>
                      <a:pt x="404" y="529"/>
                      <a:pt x="444" y="508"/>
                    </a:cubicBezTo>
                    <a:cubicBezTo>
                      <a:pt x="357" y="581"/>
                      <a:pt x="249" y="572"/>
                      <a:pt x="175" y="537"/>
                    </a:cubicBezTo>
                    <a:close/>
                    <a:moveTo>
                      <a:pt x="307" y="541"/>
                    </a:moveTo>
                    <a:cubicBezTo>
                      <a:pt x="244" y="547"/>
                      <a:pt x="181" y="537"/>
                      <a:pt x="131" y="512"/>
                    </a:cubicBezTo>
                    <a:cubicBezTo>
                      <a:pt x="35" y="444"/>
                      <a:pt x="0" y="336"/>
                      <a:pt x="39" y="222"/>
                    </a:cubicBezTo>
                    <a:cubicBezTo>
                      <a:pt x="45" y="202"/>
                      <a:pt x="54" y="183"/>
                      <a:pt x="65" y="166"/>
                    </a:cubicBezTo>
                    <a:cubicBezTo>
                      <a:pt x="79" y="146"/>
                      <a:pt x="96" y="128"/>
                      <a:pt x="116" y="110"/>
                    </a:cubicBezTo>
                    <a:cubicBezTo>
                      <a:pt x="196" y="48"/>
                      <a:pt x="294" y="60"/>
                      <a:pt x="332" y="68"/>
                    </a:cubicBezTo>
                    <a:cubicBezTo>
                      <a:pt x="373" y="77"/>
                      <a:pt x="412" y="93"/>
                      <a:pt x="446" y="116"/>
                    </a:cubicBezTo>
                    <a:cubicBezTo>
                      <a:pt x="479" y="145"/>
                      <a:pt x="505" y="182"/>
                      <a:pt x="521" y="222"/>
                    </a:cubicBezTo>
                    <a:cubicBezTo>
                      <a:pt x="526" y="237"/>
                      <a:pt x="531" y="253"/>
                      <a:pt x="535" y="270"/>
                    </a:cubicBezTo>
                    <a:cubicBezTo>
                      <a:pt x="546" y="327"/>
                      <a:pt x="535" y="385"/>
                      <a:pt x="504" y="437"/>
                    </a:cubicBezTo>
                    <a:cubicBezTo>
                      <a:pt x="493" y="455"/>
                      <a:pt x="480" y="472"/>
                      <a:pt x="467" y="486"/>
                    </a:cubicBezTo>
                    <a:cubicBezTo>
                      <a:pt x="423" y="516"/>
                      <a:pt x="366" y="536"/>
                      <a:pt x="307" y="541"/>
                    </a:cubicBezTo>
                    <a:close/>
                    <a:moveTo>
                      <a:pt x="486" y="148"/>
                    </a:moveTo>
                    <a:cubicBezTo>
                      <a:pt x="488" y="150"/>
                      <a:pt x="489" y="152"/>
                      <a:pt x="491" y="154"/>
                    </a:cubicBezTo>
                    <a:cubicBezTo>
                      <a:pt x="492" y="156"/>
                      <a:pt x="493" y="158"/>
                      <a:pt x="495" y="160"/>
                    </a:cubicBezTo>
                    <a:cubicBezTo>
                      <a:pt x="492" y="156"/>
                      <a:pt x="489" y="152"/>
                      <a:pt x="486" y="148"/>
                    </a:cubicBezTo>
                    <a:close/>
                    <a:moveTo>
                      <a:pt x="447" y="108"/>
                    </a:moveTo>
                    <a:cubicBezTo>
                      <a:pt x="446" y="107"/>
                      <a:pt x="445" y="106"/>
                      <a:pt x="443" y="105"/>
                    </a:cubicBezTo>
                    <a:cubicBezTo>
                      <a:pt x="397" y="66"/>
                      <a:pt x="341" y="43"/>
                      <a:pt x="286" y="40"/>
                    </a:cubicBezTo>
                    <a:cubicBezTo>
                      <a:pt x="281" y="40"/>
                      <a:pt x="277" y="39"/>
                      <a:pt x="273" y="39"/>
                    </a:cubicBezTo>
                    <a:cubicBezTo>
                      <a:pt x="216" y="39"/>
                      <a:pt x="162" y="61"/>
                      <a:pt x="116" y="101"/>
                    </a:cubicBezTo>
                    <a:cubicBezTo>
                      <a:pt x="113" y="104"/>
                      <a:pt x="110" y="106"/>
                      <a:pt x="107" y="109"/>
                    </a:cubicBezTo>
                    <a:cubicBezTo>
                      <a:pt x="103" y="112"/>
                      <a:pt x="100" y="115"/>
                      <a:pt x="96" y="118"/>
                    </a:cubicBezTo>
                    <a:cubicBezTo>
                      <a:pt x="99" y="115"/>
                      <a:pt x="102" y="113"/>
                      <a:pt x="104" y="110"/>
                    </a:cubicBezTo>
                    <a:cubicBezTo>
                      <a:pt x="160" y="55"/>
                      <a:pt x="230" y="23"/>
                      <a:pt x="297" y="23"/>
                    </a:cubicBezTo>
                    <a:cubicBezTo>
                      <a:pt x="315" y="23"/>
                      <a:pt x="333" y="25"/>
                      <a:pt x="350" y="30"/>
                    </a:cubicBezTo>
                    <a:cubicBezTo>
                      <a:pt x="401" y="44"/>
                      <a:pt x="444" y="78"/>
                      <a:pt x="478" y="131"/>
                    </a:cubicBezTo>
                    <a:cubicBezTo>
                      <a:pt x="468" y="123"/>
                      <a:pt x="458" y="115"/>
                      <a:pt x="447" y="108"/>
                    </a:cubicBezTo>
                    <a:close/>
                    <a:moveTo>
                      <a:pt x="27" y="235"/>
                    </a:moveTo>
                    <a:cubicBezTo>
                      <a:pt x="9" y="299"/>
                      <a:pt x="14" y="362"/>
                      <a:pt x="41" y="418"/>
                    </a:cubicBezTo>
                    <a:cubicBezTo>
                      <a:pt x="53" y="443"/>
                      <a:pt x="70" y="466"/>
                      <a:pt x="90" y="486"/>
                    </a:cubicBezTo>
                    <a:cubicBezTo>
                      <a:pt x="56" y="459"/>
                      <a:pt x="33" y="424"/>
                      <a:pt x="21" y="382"/>
                    </a:cubicBezTo>
                    <a:cubicBezTo>
                      <a:pt x="12" y="349"/>
                      <a:pt x="10" y="315"/>
                      <a:pt x="15" y="279"/>
                    </a:cubicBezTo>
                    <a:cubicBezTo>
                      <a:pt x="18" y="264"/>
                      <a:pt x="22" y="250"/>
                      <a:pt x="27" y="235"/>
                    </a:cubicBezTo>
                    <a:close/>
                    <a:moveTo>
                      <a:pt x="492" y="467"/>
                    </a:moveTo>
                    <a:cubicBezTo>
                      <a:pt x="498" y="458"/>
                      <a:pt x="504" y="450"/>
                      <a:pt x="510" y="440"/>
                    </a:cubicBezTo>
                    <a:cubicBezTo>
                      <a:pt x="545" y="383"/>
                      <a:pt x="555" y="319"/>
                      <a:pt x="539" y="256"/>
                    </a:cubicBezTo>
                    <a:cubicBezTo>
                      <a:pt x="536" y="241"/>
                      <a:pt x="531" y="227"/>
                      <a:pt x="525" y="213"/>
                    </a:cubicBezTo>
                    <a:cubicBezTo>
                      <a:pt x="520" y="199"/>
                      <a:pt x="515" y="186"/>
                      <a:pt x="509" y="173"/>
                    </a:cubicBezTo>
                    <a:cubicBezTo>
                      <a:pt x="546" y="220"/>
                      <a:pt x="564" y="276"/>
                      <a:pt x="559" y="335"/>
                    </a:cubicBezTo>
                    <a:cubicBezTo>
                      <a:pt x="555" y="386"/>
                      <a:pt x="532" y="431"/>
                      <a:pt x="492" y="467"/>
                    </a:cubicBezTo>
                    <a:close/>
                  </a:path>
                </a:pathLst>
              </a:custGeom>
              <a:solidFill>
                <a:schemeClr val="accent2"/>
              </a:solidFill>
              <a:ln>
                <a:solidFill>
                  <a:schemeClr val="accent2"/>
                </a:solidFill>
              </a:ln>
            </p:spPr>
            <p:txBody>
              <a:bodyPr vert="horz" wrap="square" lIns="67211" tIns="33605" rIns="67211" bIns="33605" numCol="1" anchor="ctr" anchorCtr="0" compatLnSpc="1">
                <a:prstTxWarp prst="textNoShape">
                  <a:avLst/>
                </a:prstTxWarp>
                <a:noAutofit/>
              </a:bodyPr>
              <a:lstStyle/>
              <a:p>
                <a:pPr marL="0" marR="0" lvl="0" indent="0" algn="ctr" defTabSz="672084" eaLnBrk="1" fontAlgn="auto" latinLnBrk="0" hangingPunct="1"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600" b="1" i="0" u="none" strike="noStrike" kern="1200" cap="none" spc="0" normalizeH="0" baseline="0" noProof="0">
                  <a:ln>
                    <a:noFill/>
                  </a:ln>
                  <a:solidFill>
                    <a:srgbClr val="FFFFFF"/>
                  </a:solidFill>
                  <a:effectLst/>
                  <a:uLnTx/>
                  <a:uFillTx/>
                  <a:latin typeface="Arial"/>
                  <a:ea typeface="+mn-ea"/>
                  <a:cs typeface="+mn-cs"/>
                </a:endParaRPr>
              </a:p>
            </p:txBody>
          </p:sp>
        </p:grpSp>
        <p:sp>
          <p:nvSpPr>
            <p:cNvPr id="28" name="Textfeld 27">
              <a:extLst>
                <a:ext uri="{FF2B5EF4-FFF2-40B4-BE49-F238E27FC236}">
                  <a16:creationId xmlns:a16="http://schemas.microsoft.com/office/drawing/2014/main" id="{55150E25-88A4-300C-E59E-7C0A0F34C5A9}"/>
                </a:ext>
              </a:extLst>
            </p:cNvPr>
            <p:cNvSpPr txBox="1"/>
            <p:nvPr/>
          </p:nvSpPr>
          <p:spPr>
            <a:xfrm>
              <a:off x="1221678" y="1904075"/>
              <a:ext cx="2058256" cy="221599"/>
            </a:xfrm>
            <a:prstGeom prst="rect">
              <a:avLst/>
            </a:prstGeom>
            <a:noFill/>
          </p:spPr>
          <p:txBody>
            <a:bodyPr wrap="none" lIns="0" tIns="0" rIns="0" bIns="0" rtlCol="0">
              <a:spAutoFit/>
            </a:bodyPr>
            <a:lstStyle/>
            <a:p>
              <a:pPr algn="l">
                <a:lnSpc>
                  <a:spcPct val="90000"/>
                </a:lnSpc>
                <a:spcBef>
                  <a:spcPts val="400"/>
                </a:spcBef>
              </a:pPr>
              <a:r>
                <a:rPr lang="en-US" sz="1600" b="1" noProof="0"/>
                <a:t>Demand </a:t>
              </a:r>
              <a:r>
                <a:rPr lang="en-US" sz="1600" b="1" noProof="0" err="1"/>
                <a:t>als</a:t>
              </a:r>
              <a:r>
                <a:rPr lang="en-US" sz="1600" b="1" noProof="0"/>
                <a:t> Connector</a:t>
              </a:r>
            </a:p>
          </p:txBody>
        </p:sp>
      </p:grpSp>
      <p:pic>
        <p:nvPicPr>
          <p:cNvPr id="41" name="Grafik 40">
            <a:extLst>
              <a:ext uri="{FF2B5EF4-FFF2-40B4-BE49-F238E27FC236}">
                <a16:creationId xmlns:a16="http://schemas.microsoft.com/office/drawing/2014/main" id="{555717AD-8CB6-668A-9CC1-26AC184E585D}"/>
              </a:ext>
            </a:extLst>
          </p:cNvPr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6617192" y="3252484"/>
            <a:ext cx="1797971" cy="932308"/>
          </a:xfrm>
          <a:prstGeom prst="rect">
            <a:avLst/>
          </a:prstGeom>
        </p:spPr>
      </p:pic>
      <p:sp>
        <p:nvSpPr>
          <p:cNvPr id="42" name="Rechteck 41">
            <a:hlinkClick r:id="" action="ppaction://noaction"/>
            <a:extLst>
              <a:ext uri="{FF2B5EF4-FFF2-40B4-BE49-F238E27FC236}">
                <a16:creationId xmlns:a16="http://schemas.microsoft.com/office/drawing/2014/main" id="{99F289C6-41C3-D365-41C7-C50E808842E8}"/>
              </a:ext>
            </a:extLst>
          </p:cNvPr>
          <p:cNvSpPr/>
          <p:nvPr>
            <p:custDataLst>
              <p:tags r:id="rId2"/>
            </p:custDataLst>
          </p:nvPr>
        </p:nvSpPr>
        <p:spPr>
          <a:xfrm>
            <a:off x="4059888" y="1719355"/>
            <a:ext cx="203749" cy="246221"/>
          </a:xfrm>
          <a:prstGeom prst="rect">
            <a:avLst/>
          </a:prstGeom>
          <a:noFill/>
          <a:ln w="6350" cap="flat" cmpd="sng" algn="ctr">
            <a:noFill/>
            <a:prstDash val="solid"/>
            <a:miter lim="800000"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bg1"/>
                </a:solidFill>
              </a14:hiddenFill>
            </a:ext>
            <a:ext uri="{91240B29-F687-4F45-9708-019B960494DF}">
              <a14:hiddenLine xmlns:a14="http://schemas.microsoft.com/office/drawing/2010/main" w="6350" cap="flat" cmpd="sng" algn="ctr">
                <a:solidFill>
                  <a:schemeClr val="tx1"/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0" tIns="0" rIns="0" bIns="0" numCol="1" spcCol="0" rtlCol="0" fromWordArt="0" anchor="ctr" anchorCtr="0" forceAA="0" compatLnSpc="1">
            <a:prstTxWarp prst="textNoShape">
              <a:avLst/>
            </a:prstTxWarp>
            <a:spAutoFit/>
          </a:bodyPr>
          <a:lstStyle/>
          <a:p>
            <a:pPr algn="ctr">
              <a:spcBef>
                <a:spcPts val="600"/>
              </a:spcBef>
            </a:pPr>
            <a:r>
              <a:rPr lang="en-US" sz="1600" b="1">
                <a:solidFill>
                  <a:schemeClr val="tx1"/>
                </a:solidFill>
              </a:rPr>
              <a:t>1</a:t>
            </a:r>
            <a:endParaRPr lang="en-US" sz="1600" b="1" noProof="0">
              <a:solidFill>
                <a:schemeClr val="tx1"/>
              </a:solidFill>
            </a:endParaRPr>
          </a:p>
        </p:txBody>
      </p:sp>
      <p:sp>
        <p:nvSpPr>
          <p:cNvPr id="43" name="Freeform 150">
            <a:extLst>
              <a:ext uri="{FF2B5EF4-FFF2-40B4-BE49-F238E27FC236}">
                <a16:creationId xmlns:a16="http://schemas.microsoft.com/office/drawing/2014/main" id="{A3C6E60B-02DF-079C-0364-559D5C74BBA8}"/>
              </a:ext>
            </a:extLst>
          </p:cNvPr>
          <p:cNvSpPr>
            <a:spLocks noEditPoints="1"/>
          </p:cNvSpPr>
          <p:nvPr/>
        </p:nvSpPr>
        <p:spPr bwMode="gray">
          <a:xfrm>
            <a:off x="3989700" y="1670404"/>
            <a:ext cx="344126" cy="344124"/>
          </a:xfrm>
          <a:custGeom>
            <a:avLst/>
            <a:gdLst>
              <a:gd name="T0" fmla="*/ 496 w 571"/>
              <a:gd name="T1" fmla="*/ 148 h 589"/>
              <a:gd name="T2" fmla="*/ 99 w 571"/>
              <a:gd name="T3" fmla="*/ 105 h 589"/>
              <a:gd name="T4" fmla="*/ 12 w 571"/>
              <a:gd name="T5" fmla="*/ 380 h 589"/>
              <a:gd name="T6" fmla="*/ 270 w 571"/>
              <a:gd name="T7" fmla="*/ 588 h 589"/>
              <a:gd name="T8" fmla="*/ 481 w 571"/>
              <a:gd name="T9" fmla="*/ 484 h 589"/>
              <a:gd name="T10" fmla="*/ 502 w 571"/>
              <a:gd name="T11" fmla="*/ 154 h 589"/>
              <a:gd name="T12" fmla="*/ 53 w 571"/>
              <a:gd name="T13" fmla="*/ 459 h 589"/>
              <a:gd name="T14" fmla="*/ 172 w 571"/>
              <a:gd name="T15" fmla="*/ 543 h 589"/>
              <a:gd name="T16" fmla="*/ 390 w 571"/>
              <a:gd name="T17" fmla="*/ 549 h 589"/>
              <a:gd name="T18" fmla="*/ 165 w 571"/>
              <a:gd name="T19" fmla="*/ 75 h 589"/>
              <a:gd name="T20" fmla="*/ 334 w 571"/>
              <a:gd name="T21" fmla="*/ 62 h 589"/>
              <a:gd name="T22" fmla="*/ 165 w 571"/>
              <a:gd name="T23" fmla="*/ 75 h 589"/>
              <a:gd name="T24" fmla="*/ 169 w 571"/>
              <a:gd name="T25" fmla="*/ 534 h 589"/>
              <a:gd name="T26" fmla="*/ 444 w 571"/>
              <a:gd name="T27" fmla="*/ 508 h 589"/>
              <a:gd name="T28" fmla="*/ 307 w 571"/>
              <a:gd name="T29" fmla="*/ 541 h 589"/>
              <a:gd name="T30" fmla="*/ 39 w 571"/>
              <a:gd name="T31" fmla="*/ 222 h 589"/>
              <a:gd name="T32" fmla="*/ 116 w 571"/>
              <a:gd name="T33" fmla="*/ 110 h 589"/>
              <a:gd name="T34" fmla="*/ 446 w 571"/>
              <a:gd name="T35" fmla="*/ 116 h 589"/>
              <a:gd name="T36" fmla="*/ 535 w 571"/>
              <a:gd name="T37" fmla="*/ 270 h 589"/>
              <a:gd name="T38" fmla="*/ 467 w 571"/>
              <a:gd name="T39" fmla="*/ 486 h 589"/>
              <a:gd name="T40" fmla="*/ 486 w 571"/>
              <a:gd name="T41" fmla="*/ 148 h 589"/>
              <a:gd name="T42" fmla="*/ 495 w 571"/>
              <a:gd name="T43" fmla="*/ 160 h 589"/>
              <a:gd name="T44" fmla="*/ 447 w 571"/>
              <a:gd name="T45" fmla="*/ 108 h 589"/>
              <a:gd name="T46" fmla="*/ 286 w 571"/>
              <a:gd name="T47" fmla="*/ 40 h 589"/>
              <a:gd name="T48" fmla="*/ 116 w 571"/>
              <a:gd name="T49" fmla="*/ 101 h 589"/>
              <a:gd name="T50" fmla="*/ 96 w 571"/>
              <a:gd name="T51" fmla="*/ 118 h 589"/>
              <a:gd name="T52" fmla="*/ 297 w 571"/>
              <a:gd name="T53" fmla="*/ 23 h 589"/>
              <a:gd name="T54" fmla="*/ 478 w 571"/>
              <a:gd name="T55" fmla="*/ 131 h 589"/>
              <a:gd name="T56" fmla="*/ 27 w 571"/>
              <a:gd name="T57" fmla="*/ 235 h 589"/>
              <a:gd name="T58" fmla="*/ 90 w 571"/>
              <a:gd name="T59" fmla="*/ 486 h 589"/>
              <a:gd name="T60" fmla="*/ 15 w 571"/>
              <a:gd name="T61" fmla="*/ 279 h 589"/>
              <a:gd name="T62" fmla="*/ 492 w 571"/>
              <a:gd name="T63" fmla="*/ 467 h 589"/>
              <a:gd name="T64" fmla="*/ 539 w 571"/>
              <a:gd name="T65" fmla="*/ 256 h 589"/>
              <a:gd name="T66" fmla="*/ 509 w 571"/>
              <a:gd name="T67" fmla="*/ 173 h 589"/>
              <a:gd name="T68" fmla="*/ 492 w 571"/>
              <a:gd name="T69" fmla="*/ 467 h 589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  <a:cxn ang="0">
                <a:pos x="T26" y="T27"/>
              </a:cxn>
              <a:cxn ang="0">
                <a:pos x="T28" y="T29"/>
              </a:cxn>
              <a:cxn ang="0">
                <a:pos x="T30" y="T31"/>
              </a:cxn>
              <a:cxn ang="0">
                <a:pos x="T32" y="T33"/>
              </a:cxn>
              <a:cxn ang="0">
                <a:pos x="T34" y="T35"/>
              </a:cxn>
              <a:cxn ang="0">
                <a:pos x="T36" y="T37"/>
              </a:cxn>
              <a:cxn ang="0">
                <a:pos x="T38" y="T39"/>
              </a:cxn>
              <a:cxn ang="0">
                <a:pos x="T40" y="T41"/>
              </a:cxn>
              <a:cxn ang="0">
                <a:pos x="T42" y="T43"/>
              </a:cxn>
              <a:cxn ang="0">
                <a:pos x="T44" y="T45"/>
              </a:cxn>
              <a:cxn ang="0">
                <a:pos x="T46" y="T47"/>
              </a:cxn>
              <a:cxn ang="0">
                <a:pos x="T48" y="T49"/>
              </a:cxn>
              <a:cxn ang="0">
                <a:pos x="T50" y="T51"/>
              </a:cxn>
              <a:cxn ang="0">
                <a:pos x="T52" y="T53"/>
              </a:cxn>
              <a:cxn ang="0">
                <a:pos x="T54" y="T55"/>
              </a:cxn>
              <a:cxn ang="0">
                <a:pos x="T56" y="T57"/>
              </a:cxn>
              <a:cxn ang="0">
                <a:pos x="T58" y="T59"/>
              </a:cxn>
              <a:cxn ang="0">
                <a:pos x="T60" y="T61"/>
              </a:cxn>
              <a:cxn ang="0">
                <a:pos x="T62" y="T63"/>
              </a:cxn>
              <a:cxn ang="0">
                <a:pos x="T64" y="T65"/>
              </a:cxn>
              <a:cxn ang="0">
                <a:pos x="T66" y="T67"/>
              </a:cxn>
              <a:cxn ang="0">
                <a:pos x="T68" y="T69"/>
              </a:cxn>
            </a:cxnLst>
            <a:rect l="0" t="0" r="r" b="b"/>
            <a:pathLst>
              <a:path w="571" h="589">
                <a:moveTo>
                  <a:pt x="502" y="154"/>
                </a:moveTo>
                <a:cubicBezTo>
                  <a:pt x="500" y="152"/>
                  <a:pt x="498" y="150"/>
                  <a:pt x="496" y="148"/>
                </a:cubicBezTo>
                <a:cubicBezTo>
                  <a:pt x="450" y="65"/>
                  <a:pt x="392" y="34"/>
                  <a:pt x="352" y="23"/>
                </a:cubicBezTo>
                <a:cubicBezTo>
                  <a:pt x="270" y="0"/>
                  <a:pt x="173" y="32"/>
                  <a:pt x="99" y="105"/>
                </a:cubicBezTo>
                <a:cubicBezTo>
                  <a:pt x="51" y="154"/>
                  <a:pt x="19" y="215"/>
                  <a:pt x="9" y="277"/>
                </a:cubicBezTo>
                <a:cubicBezTo>
                  <a:pt x="3" y="311"/>
                  <a:pt x="4" y="346"/>
                  <a:pt x="12" y="380"/>
                </a:cubicBezTo>
                <a:cubicBezTo>
                  <a:pt x="35" y="477"/>
                  <a:pt x="112" y="555"/>
                  <a:pt x="207" y="580"/>
                </a:cubicBezTo>
                <a:cubicBezTo>
                  <a:pt x="228" y="585"/>
                  <a:pt x="249" y="588"/>
                  <a:pt x="270" y="588"/>
                </a:cubicBezTo>
                <a:cubicBezTo>
                  <a:pt x="346" y="588"/>
                  <a:pt x="419" y="552"/>
                  <a:pt x="481" y="484"/>
                </a:cubicBezTo>
                <a:cubicBezTo>
                  <a:pt x="481" y="484"/>
                  <a:pt x="481" y="484"/>
                  <a:pt x="481" y="484"/>
                </a:cubicBezTo>
                <a:cubicBezTo>
                  <a:pt x="532" y="445"/>
                  <a:pt x="561" y="394"/>
                  <a:pt x="566" y="336"/>
                </a:cubicBezTo>
                <a:cubicBezTo>
                  <a:pt x="571" y="268"/>
                  <a:pt x="549" y="205"/>
                  <a:pt x="502" y="154"/>
                </a:cubicBezTo>
                <a:close/>
                <a:moveTo>
                  <a:pt x="209" y="573"/>
                </a:moveTo>
                <a:cubicBezTo>
                  <a:pt x="145" y="557"/>
                  <a:pt x="89" y="515"/>
                  <a:pt x="53" y="459"/>
                </a:cubicBezTo>
                <a:cubicBezTo>
                  <a:pt x="72" y="483"/>
                  <a:pt x="97" y="502"/>
                  <a:pt x="127" y="518"/>
                </a:cubicBezTo>
                <a:cubicBezTo>
                  <a:pt x="141" y="527"/>
                  <a:pt x="156" y="536"/>
                  <a:pt x="172" y="543"/>
                </a:cubicBezTo>
                <a:cubicBezTo>
                  <a:pt x="230" y="570"/>
                  <a:pt x="293" y="577"/>
                  <a:pt x="352" y="562"/>
                </a:cubicBezTo>
                <a:cubicBezTo>
                  <a:pt x="365" y="559"/>
                  <a:pt x="377" y="554"/>
                  <a:pt x="390" y="549"/>
                </a:cubicBezTo>
                <a:cubicBezTo>
                  <a:pt x="333" y="581"/>
                  <a:pt x="271" y="589"/>
                  <a:pt x="209" y="573"/>
                </a:cubicBezTo>
                <a:close/>
                <a:moveTo>
                  <a:pt x="165" y="75"/>
                </a:moveTo>
                <a:cubicBezTo>
                  <a:pt x="247" y="29"/>
                  <a:pt x="335" y="46"/>
                  <a:pt x="399" y="82"/>
                </a:cubicBezTo>
                <a:cubicBezTo>
                  <a:pt x="378" y="73"/>
                  <a:pt x="356" y="66"/>
                  <a:pt x="334" y="62"/>
                </a:cubicBezTo>
                <a:cubicBezTo>
                  <a:pt x="312" y="57"/>
                  <a:pt x="290" y="55"/>
                  <a:pt x="269" y="55"/>
                </a:cubicBezTo>
                <a:cubicBezTo>
                  <a:pt x="232" y="55"/>
                  <a:pt x="196" y="62"/>
                  <a:pt x="165" y="75"/>
                </a:cubicBezTo>
                <a:close/>
                <a:moveTo>
                  <a:pt x="175" y="537"/>
                </a:moveTo>
                <a:cubicBezTo>
                  <a:pt x="173" y="536"/>
                  <a:pt x="171" y="535"/>
                  <a:pt x="169" y="534"/>
                </a:cubicBezTo>
                <a:cubicBezTo>
                  <a:pt x="211" y="548"/>
                  <a:pt x="260" y="553"/>
                  <a:pt x="308" y="548"/>
                </a:cubicBezTo>
                <a:cubicBezTo>
                  <a:pt x="357" y="543"/>
                  <a:pt x="404" y="529"/>
                  <a:pt x="444" y="508"/>
                </a:cubicBezTo>
                <a:cubicBezTo>
                  <a:pt x="357" y="581"/>
                  <a:pt x="249" y="572"/>
                  <a:pt x="175" y="537"/>
                </a:cubicBezTo>
                <a:close/>
                <a:moveTo>
                  <a:pt x="307" y="541"/>
                </a:moveTo>
                <a:cubicBezTo>
                  <a:pt x="244" y="547"/>
                  <a:pt x="181" y="537"/>
                  <a:pt x="131" y="512"/>
                </a:cubicBezTo>
                <a:cubicBezTo>
                  <a:pt x="35" y="444"/>
                  <a:pt x="0" y="336"/>
                  <a:pt x="39" y="222"/>
                </a:cubicBezTo>
                <a:cubicBezTo>
                  <a:pt x="45" y="202"/>
                  <a:pt x="54" y="183"/>
                  <a:pt x="65" y="166"/>
                </a:cubicBezTo>
                <a:cubicBezTo>
                  <a:pt x="79" y="146"/>
                  <a:pt x="96" y="128"/>
                  <a:pt x="116" y="110"/>
                </a:cubicBezTo>
                <a:cubicBezTo>
                  <a:pt x="196" y="48"/>
                  <a:pt x="294" y="60"/>
                  <a:pt x="332" y="68"/>
                </a:cubicBezTo>
                <a:cubicBezTo>
                  <a:pt x="373" y="77"/>
                  <a:pt x="412" y="93"/>
                  <a:pt x="446" y="116"/>
                </a:cubicBezTo>
                <a:cubicBezTo>
                  <a:pt x="479" y="145"/>
                  <a:pt x="505" y="182"/>
                  <a:pt x="521" y="222"/>
                </a:cubicBezTo>
                <a:cubicBezTo>
                  <a:pt x="526" y="237"/>
                  <a:pt x="531" y="253"/>
                  <a:pt x="535" y="270"/>
                </a:cubicBezTo>
                <a:cubicBezTo>
                  <a:pt x="546" y="327"/>
                  <a:pt x="535" y="385"/>
                  <a:pt x="504" y="437"/>
                </a:cubicBezTo>
                <a:cubicBezTo>
                  <a:pt x="493" y="455"/>
                  <a:pt x="480" y="472"/>
                  <a:pt x="467" y="486"/>
                </a:cubicBezTo>
                <a:cubicBezTo>
                  <a:pt x="423" y="516"/>
                  <a:pt x="366" y="536"/>
                  <a:pt x="307" y="541"/>
                </a:cubicBezTo>
                <a:close/>
                <a:moveTo>
                  <a:pt x="486" y="148"/>
                </a:moveTo>
                <a:cubicBezTo>
                  <a:pt x="488" y="150"/>
                  <a:pt x="489" y="152"/>
                  <a:pt x="491" y="154"/>
                </a:cubicBezTo>
                <a:cubicBezTo>
                  <a:pt x="492" y="156"/>
                  <a:pt x="493" y="158"/>
                  <a:pt x="495" y="160"/>
                </a:cubicBezTo>
                <a:cubicBezTo>
                  <a:pt x="492" y="156"/>
                  <a:pt x="489" y="152"/>
                  <a:pt x="486" y="148"/>
                </a:cubicBezTo>
                <a:close/>
                <a:moveTo>
                  <a:pt x="447" y="108"/>
                </a:moveTo>
                <a:cubicBezTo>
                  <a:pt x="446" y="107"/>
                  <a:pt x="445" y="106"/>
                  <a:pt x="443" y="105"/>
                </a:cubicBezTo>
                <a:cubicBezTo>
                  <a:pt x="397" y="66"/>
                  <a:pt x="341" y="43"/>
                  <a:pt x="286" y="40"/>
                </a:cubicBezTo>
                <a:cubicBezTo>
                  <a:pt x="281" y="40"/>
                  <a:pt x="277" y="39"/>
                  <a:pt x="273" y="39"/>
                </a:cubicBezTo>
                <a:cubicBezTo>
                  <a:pt x="216" y="39"/>
                  <a:pt x="162" y="61"/>
                  <a:pt x="116" y="101"/>
                </a:cubicBezTo>
                <a:cubicBezTo>
                  <a:pt x="113" y="104"/>
                  <a:pt x="110" y="106"/>
                  <a:pt x="107" y="109"/>
                </a:cubicBezTo>
                <a:cubicBezTo>
                  <a:pt x="103" y="112"/>
                  <a:pt x="100" y="115"/>
                  <a:pt x="96" y="118"/>
                </a:cubicBezTo>
                <a:cubicBezTo>
                  <a:pt x="99" y="115"/>
                  <a:pt x="102" y="113"/>
                  <a:pt x="104" y="110"/>
                </a:cubicBezTo>
                <a:cubicBezTo>
                  <a:pt x="160" y="55"/>
                  <a:pt x="230" y="23"/>
                  <a:pt x="297" y="23"/>
                </a:cubicBezTo>
                <a:cubicBezTo>
                  <a:pt x="315" y="23"/>
                  <a:pt x="333" y="25"/>
                  <a:pt x="350" y="30"/>
                </a:cubicBezTo>
                <a:cubicBezTo>
                  <a:pt x="401" y="44"/>
                  <a:pt x="444" y="78"/>
                  <a:pt x="478" y="131"/>
                </a:cubicBezTo>
                <a:cubicBezTo>
                  <a:pt x="468" y="123"/>
                  <a:pt x="458" y="115"/>
                  <a:pt x="447" y="108"/>
                </a:cubicBezTo>
                <a:close/>
                <a:moveTo>
                  <a:pt x="27" y="235"/>
                </a:moveTo>
                <a:cubicBezTo>
                  <a:pt x="9" y="299"/>
                  <a:pt x="14" y="362"/>
                  <a:pt x="41" y="418"/>
                </a:cubicBezTo>
                <a:cubicBezTo>
                  <a:pt x="53" y="443"/>
                  <a:pt x="70" y="466"/>
                  <a:pt x="90" y="486"/>
                </a:cubicBezTo>
                <a:cubicBezTo>
                  <a:pt x="56" y="459"/>
                  <a:pt x="33" y="424"/>
                  <a:pt x="21" y="382"/>
                </a:cubicBezTo>
                <a:cubicBezTo>
                  <a:pt x="12" y="349"/>
                  <a:pt x="10" y="315"/>
                  <a:pt x="15" y="279"/>
                </a:cubicBezTo>
                <a:cubicBezTo>
                  <a:pt x="18" y="264"/>
                  <a:pt x="22" y="250"/>
                  <a:pt x="27" y="235"/>
                </a:cubicBezTo>
                <a:close/>
                <a:moveTo>
                  <a:pt x="492" y="467"/>
                </a:moveTo>
                <a:cubicBezTo>
                  <a:pt x="498" y="458"/>
                  <a:pt x="504" y="450"/>
                  <a:pt x="510" y="440"/>
                </a:cubicBezTo>
                <a:cubicBezTo>
                  <a:pt x="545" y="383"/>
                  <a:pt x="555" y="319"/>
                  <a:pt x="539" y="256"/>
                </a:cubicBezTo>
                <a:cubicBezTo>
                  <a:pt x="536" y="241"/>
                  <a:pt x="531" y="227"/>
                  <a:pt x="525" y="213"/>
                </a:cubicBezTo>
                <a:cubicBezTo>
                  <a:pt x="520" y="199"/>
                  <a:pt x="515" y="186"/>
                  <a:pt x="509" y="173"/>
                </a:cubicBezTo>
                <a:cubicBezTo>
                  <a:pt x="546" y="220"/>
                  <a:pt x="564" y="276"/>
                  <a:pt x="559" y="335"/>
                </a:cubicBezTo>
                <a:cubicBezTo>
                  <a:pt x="555" y="386"/>
                  <a:pt x="532" y="431"/>
                  <a:pt x="492" y="467"/>
                </a:cubicBezTo>
                <a:close/>
              </a:path>
            </a:pathLst>
          </a:custGeom>
          <a:solidFill>
            <a:schemeClr val="accent2"/>
          </a:solidFill>
          <a:ln>
            <a:solidFill>
              <a:schemeClr val="accent2"/>
            </a:solidFill>
          </a:ln>
        </p:spPr>
        <p:txBody>
          <a:bodyPr vert="horz" wrap="square" lIns="67211" tIns="33605" rIns="67211" bIns="33605" numCol="1" anchor="ctr" anchorCtr="0" compatLnSpc="1">
            <a:prstTxWarp prst="textNoShape">
              <a:avLst/>
            </a:prstTxWarp>
            <a:noAutofit/>
          </a:bodyPr>
          <a:lstStyle/>
          <a:p>
            <a:pPr marL="0" marR="0" lvl="0" indent="0" algn="ctr" defTabSz="672084" eaLnBrk="1" fontAlgn="auto" latinLnBrk="0" hangingPunct="1"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600" b="1" i="0" u="none" strike="noStrike" kern="120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Arial"/>
              <a:ea typeface="+mn-ea"/>
              <a:cs typeface="+mn-cs"/>
            </a:endParaRPr>
          </a:p>
        </p:txBody>
      </p:sp>
      <p:sp>
        <p:nvSpPr>
          <p:cNvPr id="44" name="Rechteck 43">
            <a:hlinkClick r:id="" action="ppaction://noaction"/>
            <a:extLst>
              <a:ext uri="{FF2B5EF4-FFF2-40B4-BE49-F238E27FC236}">
                <a16:creationId xmlns:a16="http://schemas.microsoft.com/office/drawing/2014/main" id="{6E7837BC-41CE-6B72-21EF-841EAE7CA6A7}"/>
              </a:ext>
            </a:extLst>
          </p:cNvPr>
          <p:cNvSpPr/>
          <p:nvPr>
            <p:custDataLst>
              <p:tags r:id="rId3"/>
            </p:custDataLst>
          </p:nvPr>
        </p:nvSpPr>
        <p:spPr>
          <a:xfrm>
            <a:off x="9430856" y="1729693"/>
            <a:ext cx="203749" cy="246221"/>
          </a:xfrm>
          <a:prstGeom prst="rect">
            <a:avLst/>
          </a:prstGeom>
          <a:noFill/>
          <a:ln w="6350" cap="flat" cmpd="sng" algn="ctr">
            <a:noFill/>
            <a:prstDash val="solid"/>
            <a:miter lim="800000"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bg1"/>
                </a:solidFill>
              </a14:hiddenFill>
            </a:ext>
            <a:ext uri="{91240B29-F687-4F45-9708-019B960494DF}">
              <a14:hiddenLine xmlns:a14="http://schemas.microsoft.com/office/drawing/2010/main" w="6350" cap="flat" cmpd="sng" algn="ctr">
                <a:solidFill>
                  <a:schemeClr val="tx1"/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0" tIns="0" rIns="0" bIns="0" numCol="1" spcCol="0" rtlCol="0" fromWordArt="0" anchor="ctr" anchorCtr="0" forceAA="0" compatLnSpc="1">
            <a:prstTxWarp prst="textNoShape">
              <a:avLst/>
            </a:prstTxWarp>
            <a:spAutoFit/>
          </a:bodyPr>
          <a:lstStyle/>
          <a:p>
            <a:pPr algn="ctr">
              <a:spcBef>
                <a:spcPts val="600"/>
              </a:spcBef>
            </a:pPr>
            <a:r>
              <a:rPr lang="en-US" sz="1600" b="1" noProof="0">
                <a:solidFill>
                  <a:schemeClr val="tx1"/>
                </a:solidFill>
              </a:rPr>
              <a:t>2</a:t>
            </a:r>
          </a:p>
        </p:txBody>
      </p:sp>
      <p:sp>
        <p:nvSpPr>
          <p:cNvPr id="45" name="Freeform 150">
            <a:extLst>
              <a:ext uri="{FF2B5EF4-FFF2-40B4-BE49-F238E27FC236}">
                <a16:creationId xmlns:a16="http://schemas.microsoft.com/office/drawing/2014/main" id="{AA7861AB-C4C3-4E3F-0FFA-4B31C09D2670}"/>
              </a:ext>
            </a:extLst>
          </p:cNvPr>
          <p:cNvSpPr>
            <a:spLocks noEditPoints="1"/>
          </p:cNvSpPr>
          <p:nvPr/>
        </p:nvSpPr>
        <p:spPr bwMode="gray">
          <a:xfrm>
            <a:off x="9360927" y="1670404"/>
            <a:ext cx="344126" cy="344124"/>
          </a:xfrm>
          <a:custGeom>
            <a:avLst/>
            <a:gdLst>
              <a:gd name="T0" fmla="*/ 496 w 571"/>
              <a:gd name="T1" fmla="*/ 148 h 589"/>
              <a:gd name="T2" fmla="*/ 99 w 571"/>
              <a:gd name="T3" fmla="*/ 105 h 589"/>
              <a:gd name="T4" fmla="*/ 12 w 571"/>
              <a:gd name="T5" fmla="*/ 380 h 589"/>
              <a:gd name="T6" fmla="*/ 270 w 571"/>
              <a:gd name="T7" fmla="*/ 588 h 589"/>
              <a:gd name="T8" fmla="*/ 481 w 571"/>
              <a:gd name="T9" fmla="*/ 484 h 589"/>
              <a:gd name="T10" fmla="*/ 502 w 571"/>
              <a:gd name="T11" fmla="*/ 154 h 589"/>
              <a:gd name="T12" fmla="*/ 53 w 571"/>
              <a:gd name="T13" fmla="*/ 459 h 589"/>
              <a:gd name="T14" fmla="*/ 172 w 571"/>
              <a:gd name="T15" fmla="*/ 543 h 589"/>
              <a:gd name="T16" fmla="*/ 390 w 571"/>
              <a:gd name="T17" fmla="*/ 549 h 589"/>
              <a:gd name="T18" fmla="*/ 165 w 571"/>
              <a:gd name="T19" fmla="*/ 75 h 589"/>
              <a:gd name="T20" fmla="*/ 334 w 571"/>
              <a:gd name="T21" fmla="*/ 62 h 589"/>
              <a:gd name="T22" fmla="*/ 165 w 571"/>
              <a:gd name="T23" fmla="*/ 75 h 589"/>
              <a:gd name="T24" fmla="*/ 169 w 571"/>
              <a:gd name="T25" fmla="*/ 534 h 589"/>
              <a:gd name="T26" fmla="*/ 444 w 571"/>
              <a:gd name="T27" fmla="*/ 508 h 589"/>
              <a:gd name="T28" fmla="*/ 307 w 571"/>
              <a:gd name="T29" fmla="*/ 541 h 589"/>
              <a:gd name="T30" fmla="*/ 39 w 571"/>
              <a:gd name="T31" fmla="*/ 222 h 589"/>
              <a:gd name="T32" fmla="*/ 116 w 571"/>
              <a:gd name="T33" fmla="*/ 110 h 589"/>
              <a:gd name="T34" fmla="*/ 446 w 571"/>
              <a:gd name="T35" fmla="*/ 116 h 589"/>
              <a:gd name="T36" fmla="*/ 535 w 571"/>
              <a:gd name="T37" fmla="*/ 270 h 589"/>
              <a:gd name="T38" fmla="*/ 467 w 571"/>
              <a:gd name="T39" fmla="*/ 486 h 589"/>
              <a:gd name="T40" fmla="*/ 486 w 571"/>
              <a:gd name="T41" fmla="*/ 148 h 589"/>
              <a:gd name="T42" fmla="*/ 495 w 571"/>
              <a:gd name="T43" fmla="*/ 160 h 589"/>
              <a:gd name="T44" fmla="*/ 447 w 571"/>
              <a:gd name="T45" fmla="*/ 108 h 589"/>
              <a:gd name="T46" fmla="*/ 286 w 571"/>
              <a:gd name="T47" fmla="*/ 40 h 589"/>
              <a:gd name="T48" fmla="*/ 116 w 571"/>
              <a:gd name="T49" fmla="*/ 101 h 589"/>
              <a:gd name="T50" fmla="*/ 96 w 571"/>
              <a:gd name="T51" fmla="*/ 118 h 589"/>
              <a:gd name="T52" fmla="*/ 297 w 571"/>
              <a:gd name="T53" fmla="*/ 23 h 589"/>
              <a:gd name="T54" fmla="*/ 478 w 571"/>
              <a:gd name="T55" fmla="*/ 131 h 589"/>
              <a:gd name="T56" fmla="*/ 27 w 571"/>
              <a:gd name="T57" fmla="*/ 235 h 589"/>
              <a:gd name="T58" fmla="*/ 90 w 571"/>
              <a:gd name="T59" fmla="*/ 486 h 589"/>
              <a:gd name="T60" fmla="*/ 15 w 571"/>
              <a:gd name="T61" fmla="*/ 279 h 589"/>
              <a:gd name="T62" fmla="*/ 492 w 571"/>
              <a:gd name="T63" fmla="*/ 467 h 589"/>
              <a:gd name="T64" fmla="*/ 539 w 571"/>
              <a:gd name="T65" fmla="*/ 256 h 589"/>
              <a:gd name="T66" fmla="*/ 509 w 571"/>
              <a:gd name="T67" fmla="*/ 173 h 589"/>
              <a:gd name="T68" fmla="*/ 492 w 571"/>
              <a:gd name="T69" fmla="*/ 467 h 589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  <a:cxn ang="0">
                <a:pos x="T26" y="T27"/>
              </a:cxn>
              <a:cxn ang="0">
                <a:pos x="T28" y="T29"/>
              </a:cxn>
              <a:cxn ang="0">
                <a:pos x="T30" y="T31"/>
              </a:cxn>
              <a:cxn ang="0">
                <a:pos x="T32" y="T33"/>
              </a:cxn>
              <a:cxn ang="0">
                <a:pos x="T34" y="T35"/>
              </a:cxn>
              <a:cxn ang="0">
                <a:pos x="T36" y="T37"/>
              </a:cxn>
              <a:cxn ang="0">
                <a:pos x="T38" y="T39"/>
              </a:cxn>
              <a:cxn ang="0">
                <a:pos x="T40" y="T41"/>
              </a:cxn>
              <a:cxn ang="0">
                <a:pos x="T42" y="T43"/>
              </a:cxn>
              <a:cxn ang="0">
                <a:pos x="T44" y="T45"/>
              </a:cxn>
              <a:cxn ang="0">
                <a:pos x="T46" y="T47"/>
              </a:cxn>
              <a:cxn ang="0">
                <a:pos x="T48" y="T49"/>
              </a:cxn>
              <a:cxn ang="0">
                <a:pos x="T50" y="T51"/>
              </a:cxn>
              <a:cxn ang="0">
                <a:pos x="T52" y="T53"/>
              </a:cxn>
              <a:cxn ang="0">
                <a:pos x="T54" y="T55"/>
              </a:cxn>
              <a:cxn ang="0">
                <a:pos x="T56" y="T57"/>
              </a:cxn>
              <a:cxn ang="0">
                <a:pos x="T58" y="T59"/>
              </a:cxn>
              <a:cxn ang="0">
                <a:pos x="T60" y="T61"/>
              </a:cxn>
              <a:cxn ang="0">
                <a:pos x="T62" y="T63"/>
              </a:cxn>
              <a:cxn ang="0">
                <a:pos x="T64" y="T65"/>
              </a:cxn>
              <a:cxn ang="0">
                <a:pos x="T66" y="T67"/>
              </a:cxn>
              <a:cxn ang="0">
                <a:pos x="T68" y="T69"/>
              </a:cxn>
            </a:cxnLst>
            <a:rect l="0" t="0" r="r" b="b"/>
            <a:pathLst>
              <a:path w="571" h="589">
                <a:moveTo>
                  <a:pt x="502" y="154"/>
                </a:moveTo>
                <a:cubicBezTo>
                  <a:pt x="500" y="152"/>
                  <a:pt x="498" y="150"/>
                  <a:pt x="496" y="148"/>
                </a:cubicBezTo>
                <a:cubicBezTo>
                  <a:pt x="450" y="65"/>
                  <a:pt x="392" y="34"/>
                  <a:pt x="352" y="23"/>
                </a:cubicBezTo>
                <a:cubicBezTo>
                  <a:pt x="270" y="0"/>
                  <a:pt x="173" y="32"/>
                  <a:pt x="99" y="105"/>
                </a:cubicBezTo>
                <a:cubicBezTo>
                  <a:pt x="51" y="154"/>
                  <a:pt x="19" y="215"/>
                  <a:pt x="9" y="277"/>
                </a:cubicBezTo>
                <a:cubicBezTo>
                  <a:pt x="3" y="311"/>
                  <a:pt x="4" y="346"/>
                  <a:pt x="12" y="380"/>
                </a:cubicBezTo>
                <a:cubicBezTo>
                  <a:pt x="35" y="477"/>
                  <a:pt x="112" y="555"/>
                  <a:pt x="207" y="580"/>
                </a:cubicBezTo>
                <a:cubicBezTo>
                  <a:pt x="228" y="585"/>
                  <a:pt x="249" y="588"/>
                  <a:pt x="270" y="588"/>
                </a:cubicBezTo>
                <a:cubicBezTo>
                  <a:pt x="346" y="588"/>
                  <a:pt x="419" y="552"/>
                  <a:pt x="481" y="484"/>
                </a:cubicBezTo>
                <a:cubicBezTo>
                  <a:pt x="481" y="484"/>
                  <a:pt x="481" y="484"/>
                  <a:pt x="481" y="484"/>
                </a:cubicBezTo>
                <a:cubicBezTo>
                  <a:pt x="532" y="445"/>
                  <a:pt x="561" y="394"/>
                  <a:pt x="566" y="336"/>
                </a:cubicBezTo>
                <a:cubicBezTo>
                  <a:pt x="571" y="268"/>
                  <a:pt x="549" y="205"/>
                  <a:pt x="502" y="154"/>
                </a:cubicBezTo>
                <a:close/>
                <a:moveTo>
                  <a:pt x="209" y="573"/>
                </a:moveTo>
                <a:cubicBezTo>
                  <a:pt x="145" y="557"/>
                  <a:pt x="89" y="515"/>
                  <a:pt x="53" y="459"/>
                </a:cubicBezTo>
                <a:cubicBezTo>
                  <a:pt x="72" y="483"/>
                  <a:pt x="97" y="502"/>
                  <a:pt x="127" y="518"/>
                </a:cubicBezTo>
                <a:cubicBezTo>
                  <a:pt x="141" y="527"/>
                  <a:pt x="156" y="536"/>
                  <a:pt x="172" y="543"/>
                </a:cubicBezTo>
                <a:cubicBezTo>
                  <a:pt x="230" y="570"/>
                  <a:pt x="293" y="577"/>
                  <a:pt x="352" y="562"/>
                </a:cubicBezTo>
                <a:cubicBezTo>
                  <a:pt x="365" y="559"/>
                  <a:pt x="377" y="554"/>
                  <a:pt x="390" y="549"/>
                </a:cubicBezTo>
                <a:cubicBezTo>
                  <a:pt x="333" y="581"/>
                  <a:pt x="271" y="589"/>
                  <a:pt x="209" y="573"/>
                </a:cubicBezTo>
                <a:close/>
                <a:moveTo>
                  <a:pt x="165" y="75"/>
                </a:moveTo>
                <a:cubicBezTo>
                  <a:pt x="247" y="29"/>
                  <a:pt x="335" y="46"/>
                  <a:pt x="399" y="82"/>
                </a:cubicBezTo>
                <a:cubicBezTo>
                  <a:pt x="378" y="73"/>
                  <a:pt x="356" y="66"/>
                  <a:pt x="334" y="62"/>
                </a:cubicBezTo>
                <a:cubicBezTo>
                  <a:pt x="312" y="57"/>
                  <a:pt x="290" y="55"/>
                  <a:pt x="269" y="55"/>
                </a:cubicBezTo>
                <a:cubicBezTo>
                  <a:pt x="232" y="55"/>
                  <a:pt x="196" y="62"/>
                  <a:pt x="165" y="75"/>
                </a:cubicBezTo>
                <a:close/>
                <a:moveTo>
                  <a:pt x="175" y="537"/>
                </a:moveTo>
                <a:cubicBezTo>
                  <a:pt x="173" y="536"/>
                  <a:pt x="171" y="535"/>
                  <a:pt x="169" y="534"/>
                </a:cubicBezTo>
                <a:cubicBezTo>
                  <a:pt x="211" y="548"/>
                  <a:pt x="260" y="553"/>
                  <a:pt x="308" y="548"/>
                </a:cubicBezTo>
                <a:cubicBezTo>
                  <a:pt x="357" y="543"/>
                  <a:pt x="404" y="529"/>
                  <a:pt x="444" y="508"/>
                </a:cubicBezTo>
                <a:cubicBezTo>
                  <a:pt x="357" y="581"/>
                  <a:pt x="249" y="572"/>
                  <a:pt x="175" y="537"/>
                </a:cubicBezTo>
                <a:close/>
                <a:moveTo>
                  <a:pt x="307" y="541"/>
                </a:moveTo>
                <a:cubicBezTo>
                  <a:pt x="244" y="547"/>
                  <a:pt x="181" y="537"/>
                  <a:pt x="131" y="512"/>
                </a:cubicBezTo>
                <a:cubicBezTo>
                  <a:pt x="35" y="444"/>
                  <a:pt x="0" y="336"/>
                  <a:pt x="39" y="222"/>
                </a:cubicBezTo>
                <a:cubicBezTo>
                  <a:pt x="45" y="202"/>
                  <a:pt x="54" y="183"/>
                  <a:pt x="65" y="166"/>
                </a:cubicBezTo>
                <a:cubicBezTo>
                  <a:pt x="79" y="146"/>
                  <a:pt x="96" y="128"/>
                  <a:pt x="116" y="110"/>
                </a:cubicBezTo>
                <a:cubicBezTo>
                  <a:pt x="196" y="48"/>
                  <a:pt x="294" y="60"/>
                  <a:pt x="332" y="68"/>
                </a:cubicBezTo>
                <a:cubicBezTo>
                  <a:pt x="373" y="77"/>
                  <a:pt x="412" y="93"/>
                  <a:pt x="446" y="116"/>
                </a:cubicBezTo>
                <a:cubicBezTo>
                  <a:pt x="479" y="145"/>
                  <a:pt x="505" y="182"/>
                  <a:pt x="521" y="222"/>
                </a:cubicBezTo>
                <a:cubicBezTo>
                  <a:pt x="526" y="237"/>
                  <a:pt x="531" y="253"/>
                  <a:pt x="535" y="270"/>
                </a:cubicBezTo>
                <a:cubicBezTo>
                  <a:pt x="546" y="327"/>
                  <a:pt x="535" y="385"/>
                  <a:pt x="504" y="437"/>
                </a:cubicBezTo>
                <a:cubicBezTo>
                  <a:pt x="493" y="455"/>
                  <a:pt x="480" y="472"/>
                  <a:pt x="467" y="486"/>
                </a:cubicBezTo>
                <a:cubicBezTo>
                  <a:pt x="423" y="516"/>
                  <a:pt x="366" y="536"/>
                  <a:pt x="307" y="541"/>
                </a:cubicBezTo>
                <a:close/>
                <a:moveTo>
                  <a:pt x="486" y="148"/>
                </a:moveTo>
                <a:cubicBezTo>
                  <a:pt x="488" y="150"/>
                  <a:pt x="489" y="152"/>
                  <a:pt x="491" y="154"/>
                </a:cubicBezTo>
                <a:cubicBezTo>
                  <a:pt x="492" y="156"/>
                  <a:pt x="493" y="158"/>
                  <a:pt x="495" y="160"/>
                </a:cubicBezTo>
                <a:cubicBezTo>
                  <a:pt x="492" y="156"/>
                  <a:pt x="489" y="152"/>
                  <a:pt x="486" y="148"/>
                </a:cubicBezTo>
                <a:close/>
                <a:moveTo>
                  <a:pt x="447" y="108"/>
                </a:moveTo>
                <a:cubicBezTo>
                  <a:pt x="446" y="107"/>
                  <a:pt x="445" y="106"/>
                  <a:pt x="443" y="105"/>
                </a:cubicBezTo>
                <a:cubicBezTo>
                  <a:pt x="397" y="66"/>
                  <a:pt x="341" y="43"/>
                  <a:pt x="286" y="40"/>
                </a:cubicBezTo>
                <a:cubicBezTo>
                  <a:pt x="281" y="40"/>
                  <a:pt x="277" y="39"/>
                  <a:pt x="273" y="39"/>
                </a:cubicBezTo>
                <a:cubicBezTo>
                  <a:pt x="216" y="39"/>
                  <a:pt x="162" y="61"/>
                  <a:pt x="116" y="101"/>
                </a:cubicBezTo>
                <a:cubicBezTo>
                  <a:pt x="113" y="104"/>
                  <a:pt x="110" y="106"/>
                  <a:pt x="107" y="109"/>
                </a:cubicBezTo>
                <a:cubicBezTo>
                  <a:pt x="103" y="112"/>
                  <a:pt x="100" y="115"/>
                  <a:pt x="96" y="118"/>
                </a:cubicBezTo>
                <a:cubicBezTo>
                  <a:pt x="99" y="115"/>
                  <a:pt x="102" y="113"/>
                  <a:pt x="104" y="110"/>
                </a:cubicBezTo>
                <a:cubicBezTo>
                  <a:pt x="160" y="55"/>
                  <a:pt x="230" y="23"/>
                  <a:pt x="297" y="23"/>
                </a:cubicBezTo>
                <a:cubicBezTo>
                  <a:pt x="315" y="23"/>
                  <a:pt x="333" y="25"/>
                  <a:pt x="350" y="30"/>
                </a:cubicBezTo>
                <a:cubicBezTo>
                  <a:pt x="401" y="44"/>
                  <a:pt x="444" y="78"/>
                  <a:pt x="478" y="131"/>
                </a:cubicBezTo>
                <a:cubicBezTo>
                  <a:pt x="468" y="123"/>
                  <a:pt x="458" y="115"/>
                  <a:pt x="447" y="108"/>
                </a:cubicBezTo>
                <a:close/>
                <a:moveTo>
                  <a:pt x="27" y="235"/>
                </a:moveTo>
                <a:cubicBezTo>
                  <a:pt x="9" y="299"/>
                  <a:pt x="14" y="362"/>
                  <a:pt x="41" y="418"/>
                </a:cubicBezTo>
                <a:cubicBezTo>
                  <a:pt x="53" y="443"/>
                  <a:pt x="70" y="466"/>
                  <a:pt x="90" y="486"/>
                </a:cubicBezTo>
                <a:cubicBezTo>
                  <a:pt x="56" y="459"/>
                  <a:pt x="33" y="424"/>
                  <a:pt x="21" y="382"/>
                </a:cubicBezTo>
                <a:cubicBezTo>
                  <a:pt x="12" y="349"/>
                  <a:pt x="10" y="315"/>
                  <a:pt x="15" y="279"/>
                </a:cubicBezTo>
                <a:cubicBezTo>
                  <a:pt x="18" y="264"/>
                  <a:pt x="22" y="250"/>
                  <a:pt x="27" y="235"/>
                </a:cubicBezTo>
                <a:close/>
                <a:moveTo>
                  <a:pt x="492" y="467"/>
                </a:moveTo>
                <a:cubicBezTo>
                  <a:pt x="498" y="458"/>
                  <a:pt x="504" y="450"/>
                  <a:pt x="510" y="440"/>
                </a:cubicBezTo>
                <a:cubicBezTo>
                  <a:pt x="545" y="383"/>
                  <a:pt x="555" y="319"/>
                  <a:pt x="539" y="256"/>
                </a:cubicBezTo>
                <a:cubicBezTo>
                  <a:pt x="536" y="241"/>
                  <a:pt x="531" y="227"/>
                  <a:pt x="525" y="213"/>
                </a:cubicBezTo>
                <a:cubicBezTo>
                  <a:pt x="520" y="199"/>
                  <a:pt x="515" y="186"/>
                  <a:pt x="509" y="173"/>
                </a:cubicBezTo>
                <a:cubicBezTo>
                  <a:pt x="546" y="220"/>
                  <a:pt x="564" y="276"/>
                  <a:pt x="559" y="335"/>
                </a:cubicBezTo>
                <a:cubicBezTo>
                  <a:pt x="555" y="386"/>
                  <a:pt x="532" y="431"/>
                  <a:pt x="492" y="467"/>
                </a:cubicBezTo>
                <a:close/>
              </a:path>
            </a:pathLst>
          </a:custGeom>
          <a:solidFill>
            <a:schemeClr val="accent2"/>
          </a:solidFill>
          <a:ln>
            <a:solidFill>
              <a:schemeClr val="accent2"/>
            </a:solidFill>
          </a:ln>
        </p:spPr>
        <p:txBody>
          <a:bodyPr vert="horz" wrap="square" lIns="67211" tIns="33605" rIns="67211" bIns="33605" numCol="1" anchor="ctr" anchorCtr="0" compatLnSpc="1">
            <a:prstTxWarp prst="textNoShape">
              <a:avLst/>
            </a:prstTxWarp>
            <a:noAutofit/>
          </a:bodyPr>
          <a:lstStyle/>
          <a:p>
            <a:pPr marL="0" marR="0" lvl="0" indent="0" algn="ctr" defTabSz="672084" eaLnBrk="1" fontAlgn="auto" latinLnBrk="0" hangingPunct="1"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600" b="1" i="0" u="none" strike="noStrike" kern="120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Arial"/>
              <a:ea typeface="+mn-ea"/>
              <a:cs typeface="+mn-cs"/>
            </a:endParaRPr>
          </a:p>
        </p:txBody>
      </p:sp>
      <p:sp>
        <p:nvSpPr>
          <p:cNvPr id="48" name="Textfeld 47">
            <a:extLst>
              <a:ext uri="{FF2B5EF4-FFF2-40B4-BE49-F238E27FC236}">
                <a16:creationId xmlns:a16="http://schemas.microsoft.com/office/drawing/2014/main" id="{85484D63-760C-B999-D780-DA2A629B9BA0}"/>
              </a:ext>
            </a:extLst>
          </p:cNvPr>
          <p:cNvSpPr txBox="1"/>
          <p:nvPr/>
        </p:nvSpPr>
        <p:spPr>
          <a:xfrm>
            <a:off x="3655434" y="3510428"/>
            <a:ext cx="2127127" cy="2077936"/>
          </a:xfrm>
          <a:prstGeom prst="rect">
            <a:avLst/>
          </a:prstGeom>
          <a:noFill/>
        </p:spPr>
        <p:txBody>
          <a:bodyPr wrap="square" lIns="18000" tIns="18000" rIns="18000" bIns="18000" rtlCol="0">
            <a:spAutoFit/>
          </a:bodyPr>
          <a:lstStyle/>
          <a:p>
            <a:pPr marL="177800" indent="-177800" algn="l">
              <a:lnSpc>
                <a:spcPct val="90000"/>
              </a:lnSpc>
              <a:spcBef>
                <a:spcPts val="400"/>
              </a:spcBef>
              <a:buFont typeface="Wingdings" panose="05000000000000000000" pitchFamily="2" charset="2"/>
              <a:buChar char="Ø"/>
            </a:pPr>
            <a:r>
              <a:rPr lang="de-DE" sz="1400" b="1"/>
              <a:t>Übersicht / Transparenz </a:t>
            </a:r>
            <a:r>
              <a:rPr lang="de-DE" sz="1400"/>
              <a:t>zu allen geplanten und laufenden (Sonder)-Projekten gemäß Freigaben in der Jahresplanung</a:t>
            </a:r>
          </a:p>
          <a:p>
            <a:pPr marL="177800" indent="-177800" algn="l">
              <a:lnSpc>
                <a:spcPct val="90000"/>
              </a:lnSpc>
              <a:spcBef>
                <a:spcPts val="400"/>
              </a:spcBef>
              <a:buFont typeface="Wingdings" panose="05000000000000000000" pitchFamily="2" charset="2"/>
              <a:buChar char="Ø"/>
            </a:pPr>
            <a:r>
              <a:rPr lang="de-DE" sz="1400"/>
              <a:t>Managen / Nachhalten von </a:t>
            </a:r>
            <a:r>
              <a:rPr lang="de-DE" sz="1400" b="1"/>
              <a:t>Abhängigkeiten</a:t>
            </a:r>
          </a:p>
          <a:p>
            <a:pPr marL="177800" indent="-177800" algn="l">
              <a:lnSpc>
                <a:spcPct val="90000"/>
              </a:lnSpc>
              <a:spcBef>
                <a:spcPts val="400"/>
              </a:spcBef>
              <a:buFont typeface="Wingdings" panose="05000000000000000000" pitchFamily="2" charset="2"/>
              <a:buChar char="Ø"/>
            </a:pPr>
            <a:r>
              <a:rPr lang="de-DE" sz="1400"/>
              <a:t>Erfassung der </a:t>
            </a:r>
            <a:r>
              <a:rPr lang="de-DE" sz="1400" b="1"/>
              <a:t>Demand-Nr.</a:t>
            </a:r>
            <a:r>
              <a:rPr lang="de-DE" sz="1400"/>
              <a:t> </a:t>
            </a:r>
          </a:p>
        </p:txBody>
      </p:sp>
      <p:sp>
        <p:nvSpPr>
          <p:cNvPr id="49" name="Textfeld 48">
            <a:extLst>
              <a:ext uri="{FF2B5EF4-FFF2-40B4-BE49-F238E27FC236}">
                <a16:creationId xmlns:a16="http://schemas.microsoft.com/office/drawing/2014/main" id="{0E32B803-BD65-3A87-E7B9-68EB3B636F8B}"/>
              </a:ext>
            </a:extLst>
          </p:cNvPr>
          <p:cNvSpPr txBox="1"/>
          <p:nvPr/>
        </p:nvSpPr>
        <p:spPr>
          <a:xfrm>
            <a:off x="9326519" y="2572231"/>
            <a:ext cx="2127127" cy="2956125"/>
          </a:xfrm>
          <a:prstGeom prst="rect">
            <a:avLst/>
          </a:prstGeom>
          <a:noFill/>
        </p:spPr>
        <p:txBody>
          <a:bodyPr wrap="square" lIns="18000" tIns="18000" rIns="18000" bIns="18000" rtlCol="0">
            <a:spAutoFit/>
          </a:bodyPr>
          <a:lstStyle/>
          <a:p>
            <a:pPr marL="285750" indent="-285750" algn="l">
              <a:lnSpc>
                <a:spcPct val="90000"/>
              </a:lnSpc>
              <a:spcBef>
                <a:spcPts val="400"/>
              </a:spcBef>
              <a:buFont typeface="Wingdings" panose="05000000000000000000" pitchFamily="2" charset="2"/>
              <a:buChar char="Ø"/>
            </a:pPr>
            <a:r>
              <a:rPr lang="de-DE" sz="1400" b="1"/>
              <a:t>Arbeitsvorrat</a:t>
            </a:r>
            <a:r>
              <a:rPr lang="de-DE" sz="1400"/>
              <a:t> im ISS Kontext</a:t>
            </a:r>
          </a:p>
          <a:p>
            <a:pPr marL="285750" indent="-285750" algn="l">
              <a:lnSpc>
                <a:spcPct val="90000"/>
              </a:lnSpc>
              <a:spcBef>
                <a:spcPts val="400"/>
              </a:spcBef>
              <a:buFont typeface="Wingdings" panose="05000000000000000000" pitchFamily="2" charset="2"/>
              <a:buChar char="Ø"/>
            </a:pPr>
            <a:r>
              <a:rPr lang="de-DE" sz="1400"/>
              <a:t>Könnte als Value Streams geclustert werden</a:t>
            </a:r>
          </a:p>
          <a:p>
            <a:pPr marL="285750" indent="-285750" algn="l">
              <a:lnSpc>
                <a:spcPct val="90000"/>
              </a:lnSpc>
              <a:spcBef>
                <a:spcPts val="400"/>
              </a:spcBef>
              <a:buFont typeface="Wingdings" panose="05000000000000000000" pitchFamily="2" charset="2"/>
              <a:buChar char="Ø"/>
            </a:pPr>
            <a:r>
              <a:rPr lang="de-DE" sz="1400" b="1"/>
              <a:t>Agile Abarbeitung </a:t>
            </a:r>
            <a:r>
              <a:rPr lang="de-DE" sz="1400"/>
              <a:t>partiell möglich</a:t>
            </a:r>
          </a:p>
          <a:p>
            <a:pPr marL="285750" indent="-285750" algn="l">
              <a:lnSpc>
                <a:spcPct val="90000"/>
              </a:lnSpc>
              <a:spcBef>
                <a:spcPts val="400"/>
              </a:spcBef>
              <a:buFont typeface="Wingdings" panose="05000000000000000000" pitchFamily="2" charset="2"/>
              <a:buChar char="Ø"/>
            </a:pPr>
            <a:r>
              <a:rPr lang="de-DE" sz="1400"/>
              <a:t>Steuerung von </a:t>
            </a:r>
            <a:r>
              <a:rPr lang="de-DE" sz="1400" b="1"/>
              <a:t>Schlüssel-Ressourcen</a:t>
            </a:r>
            <a:r>
              <a:rPr lang="de-DE" sz="1400"/>
              <a:t> ist Herausforderung</a:t>
            </a:r>
          </a:p>
          <a:p>
            <a:pPr marL="285750" indent="-285750" algn="l">
              <a:lnSpc>
                <a:spcPct val="90000"/>
              </a:lnSpc>
              <a:spcBef>
                <a:spcPts val="400"/>
              </a:spcBef>
              <a:buFont typeface="Wingdings" panose="05000000000000000000" pitchFamily="2" charset="2"/>
              <a:buChar char="Ø"/>
            </a:pPr>
            <a:r>
              <a:rPr lang="de-DE" sz="1400"/>
              <a:t>Abwägung der </a:t>
            </a:r>
            <a:r>
              <a:rPr lang="de-DE" sz="1400" b="1"/>
              <a:t>resultierenden Betriebskosten </a:t>
            </a:r>
            <a:r>
              <a:rPr lang="de-DE" sz="1400"/>
              <a:t>bereits bei Projektanbahnung</a:t>
            </a:r>
          </a:p>
        </p:txBody>
      </p:sp>
      <p:grpSp>
        <p:nvGrpSpPr>
          <p:cNvPr id="50" name="Gruppieren 49">
            <a:extLst>
              <a:ext uri="{FF2B5EF4-FFF2-40B4-BE49-F238E27FC236}">
                <a16:creationId xmlns:a16="http://schemas.microsoft.com/office/drawing/2014/main" id="{9F5AFC25-9EF9-C5D1-F7AD-E6AE70B35961}"/>
              </a:ext>
            </a:extLst>
          </p:cNvPr>
          <p:cNvGrpSpPr/>
          <p:nvPr/>
        </p:nvGrpSpPr>
        <p:grpSpPr>
          <a:xfrm>
            <a:off x="7247946" y="5396808"/>
            <a:ext cx="628283" cy="599842"/>
            <a:chOff x="6482488" y="2284840"/>
            <a:chExt cx="628283" cy="599842"/>
          </a:xfrm>
        </p:grpSpPr>
        <p:sp>
          <p:nvSpPr>
            <p:cNvPr id="51" name="Freihandform: Form 50">
              <a:extLst>
                <a:ext uri="{FF2B5EF4-FFF2-40B4-BE49-F238E27FC236}">
                  <a16:creationId xmlns:a16="http://schemas.microsoft.com/office/drawing/2014/main" id="{61835176-7C70-E1A8-18FA-7BDEDB4EBFE6}"/>
                </a:ext>
              </a:extLst>
            </p:cNvPr>
            <p:cNvSpPr/>
            <p:nvPr/>
          </p:nvSpPr>
          <p:spPr>
            <a:xfrm>
              <a:off x="6482488" y="2370338"/>
              <a:ext cx="291902" cy="428846"/>
            </a:xfrm>
            <a:custGeom>
              <a:avLst/>
              <a:gdLst>
                <a:gd name="connsiteX0" fmla="*/ 593693 w 714660"/>
                <a:gd name="connsiteY0" fmla="*/ 689038 h 1049940"/>
                <a:gd name="connsiteX1" fmla="*/ 714661 w 714660"/>
                <a:gd name="connsiteY1" fmla="*/ 525018 h 1049940"/>
                <a:gd name="connsiteX2" fmla="*/ 327470 w 714660"/>
                <a:gd name="connsiteY2" fmla="*/ 0 h 1049940"/>
                <a:gd name="connsiteX3" fmla="*/ 0 w 714660"/>
                <a:gd name="connsiteY3" fmla="*/ 0 h 1049940"/>
                <a:gd name="connsiteX4" fmla="*/ 163735 w 714660"/>
                <a:gd name="connsiteY4" fmla="*/ 222028 h 1049940"/>
                <a:gd name="connsiteX5" fmla="*/ 550831 w 714660"/>
                <a:gd name="connsiteY5" fmla="*/ 747046 h 1049940"/>
                <a:gd name="connsiteX6" fmla="*/ 327470 w 714660"/>
                <a:gd name="connsiteY6" fmla="*/ 1049941 h 1049940"/>
                <a:gd name="connsiteX7" fmla="*/ 0 w 714660"/>
                <a:gd name="connsiteY7" fmla="*/ 1049941 h 1049940"/>
                <a:gd name="connsiteX8" fmla="*/ 349091 w 714660"/>
                <a:gd name="connsiteY8" fmla="*/ 576548 h 104994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</a:cxnLst>
              <a:rect l="l" t="t" r="r" b="b"/>
              <a:pathLst>
                <a:path w="714660" h="1049940">
                  <a:moveTo>
                    <a:pt x="593693" y="689038"/>
                  </a:moveTo>
                  <a:lnTo>
                    <a:pt x="714661" y="525018"/>
                  </a:lnTo>
                  <a:lnTo>
                    <a:pt x="327470" y="0"/>
                  </a:lnTo>
                  <a:lnTo>
                    <a:pt x="0" y="0"/>
                  </a:lnTo>
                  <a:lnTo>
                    <a:pt x="163735" y="222028"/>
                  </a:lnTo>
                  <a:lnTo>
                    <a:pt x="550831" y="747046"/>
                  </a:lnTo>
                  <a:lnTo>
                    <a:pt x="327470" y="1049941"/>
                  </a:lnTo>
                  <a:lnTo>
                    <a:pt x="0" y="1049941"/>
                  </a:lnTo>
                  <a:lnTo>
                    <a:pt x="349091" y="576548"/>
                  </a:lnTo>
                </a:path>
              </a:pathLst>
            </a:custGeom>
            <a:noFill/>
            <a:ln w="19050" cap="flat">
              <a:solidFill>
                <a:schemeClr val="tx1"/>
              </a:solidFill>
              <a:prstDash val="solid"/>
              <a:miter/>
            </a:ln>
          </p:spPr>
          <p:txBody>
            <a:bodyPr rtlCol="0" anchor="ctr"/>
            <a:lstStyle/>
            <a:p>
              <a:endParaRPr lang="en-US" noProof="0"/>
            </a:p>
          </p:txBody>
        </p:sp>
        <p:sp>
          <p:nvSpPr>
            <p:cNvPr id="52" name="Freihandform: Form 51">
              <a:extLst>
                <a:ext uri="{FF2B5EF4-FFF2-40B4-BE49-F238E27FC236}">
                  <a16:creationId xmlns:a16="http://schemas.microsoft.com/office/drawing/2014/main" id="{F17779A3-8BD8-A3CD-024A-40BB1F590F62}"/>
                </a:ext>
              </a:extLst>
            </p:cNvPr>
            <p:cNvSpPr/>
            <p:nvPr/>
          </p:nvSpPr>
          <p:spPr>
            <a:xfrm>
              <a:off x="6702476" y="2284840"/>
              <a:ext cx="408295" cy="599842"/>
            </a:xfrm>
            <a:custGeom>
              <a:avLst/>
              <a:gdLst>
                <a:gd name="connsiteX0" fmla="*/ 593693 w 714660"/>
                <a:gd name="connsiteY0" fmla="*/ 689038 h 1049940"/>
                <a:gd name="connsiteX1" fmla="*/ 714661 w 714660"/>
                <a:gd name="connsiteY1" fmla="*/ 525018 h 1049940"/>
                <a:gd name="connsiteX2" fmla="*/ 327470 w 714660"/>
                <a:gd name="connsiteY2" fmla="*/ 0 h 1049940"/>
                <a:gd name="connsiteX3" fmla="*/ 0 w 714660"/>
                <a:gd name="connsiteY3" fmla="*/ 0 h 1049940"/>
                <a:gd name="connsiteX4" fmla="*/ 163735 w 714660"/>
                <a:gd name="connsiteY4" fmla="*/ 222028 h 1049940"/>
                <a:gd name="connsiteX5" fmla="*/ 550831 w 714660"/>
                <a:gd name="connsiteY5" fmla="*/ 747046 h 1049940"/>
                <a:gd name="connsiteX6" fmla="*/ 327470 w 714660"/>
                <a:gd name="connsiteY6" fmla="*/ 1049941 h 1049940"/>
                <a:gd name="connsiteX7" fmla="*/ 0 w 714660"/>
                <a:gd name="connsiteY7" fmla="*/ 1049941 h 1049940"/>
                <a:gd name="connsiteX8" fmla="*/ 349091 w 714660"/>
                <a:gd name="connsiteY8" fmla="*/ 576548 h 104994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</a:cxnLst>
              <a:rect l="l" t="t" r="r" b="b"/>
              <a:pathLst>
                <a:path w="714660" h="1049940">
                  <a:moveTo>
                    <a:pt x="593693" y="689038"/>
                  </a:moveTo>
                  <a:lnTo>
                    <a:pt x="714661" y="525018"/>
                  </a:lnTo>
                  <a:lnTo>
                    <a:pt x="327470" y="0"/>
                  </a:lnTo>
                  <a:lnTo>
                    <a:pt x="0" y="0"/>
                  </a:lnTo>
                  <a:lnTo>
                    <a:pt x="163735" y="222028"/>
                  </a:lnTo>
                  <a:lnTo>
                    <a:pt x="550831" y="747046"/>
                  </a:lnTo>
                  <a:lnTo>
                    <a:pt x="327470" y="1049941"/>
                  </a:lnTo>
                  <a:lnTo>
                    <a:pt x="0" y="1049941"/>
                  </a:lnTo>
                  <a:lnTo>
                    <a:pt x="349091" y="576548"/>
                  </a:lnTo>
                </a:path>
              </a:pathLst>
            </a:custGeom>
            <a:noFill/>
            <a:ln w="19050" cap="flat">
              <a:solidFill>
                <a:schemeClr val="accent2"/>
              </a:solidFill>
              <a:prstDash val="solid"/>
              <a:miter/>
            </a:ln>
          </p:spPr>
          <p:txBody>
            <a:bodyPr rtlCol="0" anchor="ctr"/>
            <a:lstStyle/>
            <a:p>
              <a:endParaRPr lang="en-US" noProof="0"/>
            </a:p>
          </p:txBody>
        </p:sp>
      </p:grpSp>
      <p:grpSp>
        <p:nvGrpSpPr>
          <p:cNvPr id="53" name="Gruppieren 52">
            <a:extLst>
              <a:ext uri="{FF2B5EF4-FFF2-40B4-BE49-F238E27FC236}">
                <a16:creationId xmlns:a16="http://schemas.microsoft.com/office/drawing/2014/main" id="{EF649992-6E22-A9AC-E42C-1FAF2A80E307}"/>
              </a:ext>
            </a:extLst>
          </p:cNvPr>
          <p:cNvGrpSpPr/>
          <p:nvPr/>
        </p:nvGrpSpPr>
        <p:grpSpPr>
          <a:xfrm>
            <a:off x="1528842" y="5373030"/>
            <a:ext cx="628283" cy="599842"/>
            <a:chOff x="6482488" y="2284840"/>
            <a:chExt cx="628283" cy="599842"/>
          </a:xfrm>
        </p:grpSpPr>
        <p:sp>
          <p:nvSpPr>
            <p:cNvPr id="54" name="Freihandform: Form 53">
              <a:extLst>
                <a:ext uri="{FF2B5EF4-FFF2-40B4-BE49-F238E27FC236}">
                  <a16:creationId xmlns:a16="http://schemas.microsoft.com/office/drawing/2014/main" id="{DE36E804-05DA-5879-6E40-E4FCE2E511EE}"/>
                </a:ext>
              </a:extLst>
            </p:cNvPr>
            <p:cNvSpPr/>
            <p:nvPr/>
          </p:nvSpPr>
          <p:spPr>
            <a:xfrm>
              <a:off x="6482488" y="2370338"/>
              <a:ext cx="291902" cy="428846"/>
            </a:xfrm>
            <a:custGeom>
              <a:avLst/>
              <a:gdLst>
                <a:gd name="connsiteX0" fmla="*/ 593693 w 714660"/>
                <a:gd name="connsiteY0" fmla="*/ 689038 h 1049940"/>
                <a:gd name="connsiteX1" fmla="*/ 714661 w 714660"/>
                <a:gd name="connsiteY1" fmla="*/ 525018 h 1049940"/>
                <a:gd name="connsiteX2" fmla="*/ 327470 w 714660"/>
                <a:gd name="connsiteY2" fmla="*/ 0 h 1049940"/>
                <a:gd name="connsiteX3" fmla="*/ 0 w 714660"/>
                <a:gd name="connsiteY3" fmla="*/ 0 h 1049940"/>
                <a:gd name="connsiteX4" fmla="*/ 163735 w 714660"/>
                <a:gd name="connsiteY4" fmla="*/ 222028 h 1049940"/>
                <a:gd name="connsiteX5" fmla="*/ 550831 w 714660"/>
                <a:gd name="connsiteY5" fmla="*/ 747046 h 1049940"/>
                <a:gd name="connsiteX6" fmla="*/ 327470 w 714660"/>
                <a:gd name="connsiteY6" fmla="*/ 1049941 h 1049940"/>
                <a:gd name="connsiteX7" fmla="*/ 0 w 714660"/>
                <a:gd name="connsiteY7" fmla="*/ 1049941 h 1049940"/>
                <a:gd name="connsiteX8" fmla="*/ 349091 w 714660"/>
                <a:gd name="connsiteY8" fmla="*/ 576548 h 104994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</a:cxnLst>
              <a:rect l="l" t="t" r="r" b="b"/>
              <a:pathLst>
                <a:path w="714660" h="1049940">
                  <a:moveTo>
                    <a:pt x="593693" y="689038"/>
                  </a:moveTo>
                  <a:lnTo>
                    <a:pt x="714661" y="525018"/>
                  </a:lnTo>
                  <a:lnTo>
                    <a:pt x="327470" y="0"/>
                  </a:lnTo>
                  <a:lnTo>
                    <a:pt x="0" y="0"/>
                  </a:lnTo>
                  <a:lnTo>
                    <a:pt x="163735" y="222028"/>
                  </a:lnTo>
                  <a:lnTo>
                    <a:pt x="550831" y="747046"/>
                  </a:lnTo>
                  <a:lnTo>
                    <a:pt x="327470" y="1049941"/>
                  </a:lnTo>
                  <a:lnTo>
                    <a:pt x="0" y="1049941"/>
                  </a:lnTo>
                  <a:lnTo>
                    <a:pt x="349091" y="576548"/>
                  </a:lnTo>
                </a:path>
              </a:pathLst>
            </a:custGeom>
            <a:noFill/>
            <a:ln w="19050" cap="flat">
              <a:solidFill>
                <a:schemeClr val="tx1"/>
              </a:solidFill>
              <a:prstDash val="solid"/>
              <a:miter/>
            </a:ln>
          </p:spPr>
          <p:txBody>
            <a:bodyPr rtlCol="0" anchor="ctr"/>
            <a:lstStyle/>
            <a:p>
              <a:endParaRPr lang="en-US" noProof="0"/>
            </a:p>
          </p:txBody>
        </p:sp>
        <p:sp>
          <p:nvSpPr>
            <p:cNvPr id="55" name="Freihandform: Form 54">
              <a:extLst>
                <a:ext uri="{FF2B5EF4-FFF2-40B4-BE49-F238E27FC236}">
                  <a16:creationId xmlns:a16="http://schemas.microsoft.com/office/drawing/2014/main" id="{CCA44671-5DDC-0563-4890-DB0A097FE962}"/>
                </a:ext>
              </a:extLst>
            </p:cNvPr>
            <p:cNvSpPr/>
            <p:nvPr/>
          </p:nvSpPr>
          <p:spPr>
            <a:xfrm>
              <a:off x="6702476" y="2284840"/>
              <a:ext cx="408295" cy="599842"/>
            </a:xfrm>
            <a:custGeom>
              <a:avLst/>
              <a:gdLst>
                <a:gd name="connsiteX0" fmla="*/ 593693 w 714660"/>
                <a:gd name="connsiteY0" fmla="*/ 689038 h 1049940"/>
                <a:gd name="connsiteX1" fmla="*/ 714661 w 714660"/>
                <a:gd name="connsiteY1" fmla="*/ 525018 h 1049940"/>
                <a:gd name="connsiteX2" fmla="*/ 327470 w 714660"/>
                <a:gd name="connsiteY2" fmla="*/ 0 h 1049940"/>
                <a:gd name="connsiteX3" fmla="*/ 0 w 714660"/>
                <a:gd name="connsiteY3" fmla="*/ 0 h 1049940"/>
                <a:gd name="connsiteX4" fmla="*/ 163735 w 714660"/>
                <a:gd name="connsiteY4" fmla="*/ 222028 h 1049940"/>
                <a:gd name="connsiteX5" fmla="*/ 550831 w 714660"/>
                <a:gd name="connsiteY5" fmla="*/ 747046 h 1049940"/>
                <a:gd name="connsiteX6" fmla="*/ 327470 w 714660"/>
                <a:gd name="connsiteY6" fmla="*/ 1049941 h 1049940"/>
                <a:gd name="connsiteX7" fmla="*/ 0 w 714660"/>
                <a:gd name="connsiteY7" fmla="*/ 1049941 h 1049940"/>
                <a:gd name="connsiteX8" fmla="*/ 349091 w 714660"/>
                <a:gd name="connsiteY8" fmla="*/ 576548 h 104994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</a:cxnLst>
              <a:rect l="l" t="t" r="r" b="b"/>
              <a:pathLst>
                <a:path w="714660" h="1049940">
                  <a:moveTo>
                    <a:pt x="593693" y="689038"/>
                  </a:moveTo>
                  <a:lnTo>
                    <a:pt x="714661" y="525018"/>
                  </a:lnTo>
                  <a:lnTo>
                    <a:pt x="327470" y="0"/>
                  </a:lnTo>
                  <a:lnTo>
                    <a:pt x="0" y="0"/>
                  </a:lnTo>
                  <a:lnTo>
                    <a:pt x="163735" y="222028"/>
                  </a:lnTo>
                  <a:lnTo>
                    <a:pt x="550831" y="747046"/>
                  </a:lnTo>
                  <a:lnTo>
                    <a:pt x="327470" y="1049941"/>
                  </a:lnTo>
                  <a:lnTo>
                    <a:pt x="0" y="1049941"/>
                  </a:lnTo>
                  <a:lnTo>
                    <a:pt x="349091" y="576548"/>
                  </a:lnTo>
                </a:path>
              </a:pathLst>
            </a:custGeom>
            <a:noFill/>
            <a:ln w="19050" cap="flat">
              <a:solidFill>
                <a:schemeClr val="accent2"/>
              </a:solidFill>
              <a:prstDash val="solid"/>
              <a:miter/>
            </a:ln>
          </p:spPr>
          <p:txBody>
            <a:bodyPr rtlCol="0" anchor="ctr"/>
            <a:lstStyle/>
            <a:p>
              <a:endParaRPr lang="en-US" noProof="0"/>
            </a:p>
          </p:txBody>
        </p:sp>
      </p:grpSp>
      <p:grpSp>
        <p:nvGrpSpPr>
          <p:cNvPr id="56" name="Gruppieren 55">
            <a:extLst>
              <a:ext uri="{FF2B5EF4-FFF2-40B4-BE49-F238E27FC236}">
                <a16:creationId xmlns:a16="http://schemas.microsoft.com/office/drawing/2014/main" id="{41E455A3-DBB8-F2D4-4FA8-55C90C3DA7FA}"/>
              </a:ext>
            </a:extLst>
          </p:cNvPr>
          <p:cNvGrpSpPr/>
          <p:nvPr/>
        </p:nvGrpSpPr>
        <p:grpSpPr>
          <a:xfrm>
            <a:off x="475726" y="2706264"/>
            <a:ext cx="3132000" cy="2520000"/>
            <a:chOff x="477838" y="1726219"/>
            <a:chExt cx="3430019" cy="2668741"/>
          </a:xfrm>
        </p:grpSpPr>
        <p:sp>
          <p:nvSpPr>
            <p:cNvPr id="57" name="Rechteck 56">
              <a:extLst>
                <a:ext uri="{FF2B5EF4-FFF2-40B4-BE49-F238E27FC236}">
                  <a16:creationId xmlns:a16="http://schemas.microsoft.com/office/drawing/2014/main" id="{F1E14051-8B27-ED1D-7573-786E183ABEC8}"/>
                </a:ext>
              </a:extLst>
            </p:cNvPr>
            <p:cNvSpPr/>
            <p:nvPr/>
          </p:nvSpPr>
          <p:spPr>
            <a:xfrm>
              <a:off x="477838" y="1726219"/>
              <a:ext cx="3430019" cy="2668741"/>
            </a:xfrm>
            <a:prstGeom prst="rect">
              <a:avLst/>
            </a:prstGeom>
            <a:solidFill>
              <a:schemeClr val="bg1"/>
            </a:solidFill>
            <a:ln w="9525">
              <a:solidFill>
                <a:schemeClr val="tx2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72000" tIns="72000" rIns="72000" bIns="72000" rtlCol="0" anchor="ctr"/>
            <a:lstStyle/>
            <a:p>
              <a:pPr algn="ctr">
                <a:lnSpc>
                  <a:spcPct val="90000"/>
                </a:lnSpc>
              </a:pPr>
              <a:endParaRPr lang="en-US" sz="1600" b="1" noProof="0">
                <a:solidFill>
                  <a:schemeClr val="tx1"/>
                </a:solidFill>
              </a:endParaRPr>
            </a:p>
          </p:txBody>
        </p:sp>
        <p:grpSp>
          <p:nvGrpSpPr>
            <p:cNvPr id="58" name="Gruppieren 57">
              <a:extLst>
                <a:ext uri="{FF2B5EF4-FFF2-40B4-BE49-F238E27FC236}">
                  <a16:creationId xmlns:a16="http://schemas.microsoft.com/office/drawing/2014/main" id="{E02C89F7-09A6-04E3-659A-DC578713390B}"/>
                </a:ext>
              </a:extLst>
            </p:cNvPr>
            <p:cNvGrpSpPr/>
            <p:nvPr/>
          </p:nvGrpSpPr>
          <p:grpSpPr>
            <a:xfrm>
              <a:off x="791141" y="1843693"/>
              <a:ext cx="344126" cy="344124"/>
              <a:chOff x="7872628" y="3048836"/>
              <a:chExt cx="344126" cy="344124"/>
            </a:xfrm>
          </p:grpSpPr>
          <p:sp>
            <p:nvSpPr>
              <p:cNvPr id="60" name="Rechteck 59">
                <a:hlinkClick r:id="" action="ppaction://noaction"/>
                <a:extLst>
                  <a:ext uri="{FF2B5EF4-FFF2-40B4-BE49-F238E27FC236}">
                    <a16:creationId xmlns:a16="http://schemas.microsoft.com/office/drawing/2014/main" id="{D53D0D64-A13C-D62E-38AE-2295DF19AFAB}"/>
                  </a:ext>
                </a:extLst>
              </p:cNvPr>
              <p:cNvSpPr/>
              <p:nvPr>
                <p:custDataLst>
                  <p:tags r:id="rId4"/>
                </p:custDataLst>
              </p:nvPr>
            </p:nvSpPr>
            <p:spPr>
              <a:xfrm>
                <a:off x="7942815" y="3090521"/>
                <a:ext cx="203749" cy="260754"/>
              </a:xfrm>
              <a:prstGeom prst="rect">
                <a:avLst/>
              </a:prstGeom>
              <a:noFill/>
              <a:ln w="6350" cap="flat" cmpd="sng" algn="ctr">
                <a:noFill/>
                <a:prstDash val="solid"/>
                <a:miter lim="800000"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chemeClr val="bg1"/>
                    </a:solidFill>
                  </a14:hiddenFill>
                </a:ext>
                <a:ext uri="{91240B29-F687-4F45-9708-019B960494DF}">
                  <a14:hiddenLine xmlns:a14="http://schemas.microsoft.com/office/drawing/2010/main" w="6350" cap="flat" cmpd="sng" algn="ctr">
                    <a:solidFill>
                      <a:schemeClr val="tx1"/>
                    </a:solidFill>
                    <a:prstDash val="solid"/>
                    <a:miter lim="800000"/>
                  </a14:hiddenLine>
                </a:ext>
              </a:extLst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0" tIns="0" rIns="0" bIns="0" numCol="1" spcCol="0" rtlCol="0" fromWordArt="0" anchor="ctr" anchorCtr="0" forceAA="0" compatLnSpc="1">
                <a:prstTxWarp prst="textNoShape">
                  <a:avLst/>
                </a:prstTxWarp>
                <a:spAutoFit/>
              </a:bodyPr>
              <a:lstStyle/>
              <a:p>
                <a:pPr algn="ctr">
                  <a:spcBef>
                    <a:spcPts val="600"/>
                  </a:spcBef>
                </a:pPr>
                <a:r>
                  <a:rPr lang="en-US" sz="1600" b="1" noProof="0">
                    <a:solidFill>
                      <a:schemeClr val="tx1"/>
                    </a:solidFill>
                  </a:rPr>
                  <a:t>?</a:t>
                </a:r>
              </a:p>
            </p:txBody>
          </p:sp>
          <p:sp>
            <p:nvSpPr>
              <p:cNvPr id="61" name="Freeform 150">
                <a:extLst>
                  <a:ext uri="{FF2B5EF4-FFF2-40B4-BE49-F238E27FC236}">
                    <a16:creationId xmlns:a16="http://schemas.microsoft.com/office/drawing/2014/main" id="{67F18C15-A8D6-BEC3-6FB2-2BF5E81AD046}"/>
                  </a:ext>
                </a:extLst>
              </p:cNvPr>
              <p:cNvSpPr>
                <a:spLocks noEditPoints="1"/>
              </p:cNvSpPr>
              <p:nvPr/>
            </p:nvSpPr>
            <p:spPr bwMode="gray">
              <a:xfrm>
                <a:off x="7872628" y="3048836"/>
                <a:ext cx="344126" cy="344124"/>
              </a:xfrm>
              <a:custGeom>
                <a:avLst/>
                <a:gdLst>
                  <a:gd name="T0" fmla="*/ 496 w 571"/>
                  <a:gd name="T1" fmla="*/ 148 h 589"/>
                  <a:gd name="T2" fmla="*/ 99 w 571"/>
                  <a:gd name="T3" fmla="*/ 105 h 589"/>
                  <a:gd name="T4" fmla="*/ 12 w 571"/>
                  <a:gd name="T5" fmla="*/ 380 h 589"/>
                  <a:gd name="T6" fmla="*/ 270 w 571"/>
                  <a:gd name="T7" fmla="*/ 588 h 589"/>
                  <a:gd name="T8" fmla="*/ 481 w 571"/>
                  <a:gd name="T9" fmla="*/ 484 h 589"/>
                  <a:gd name="T10" fmla="*/ 502 w 571"/>
                  <a:gd name="T11" fmla="*/ 154 h 589"/>
                  <a:gd name="T12" fmla="*/ 53 w 571"/>
                  <a:gd name="T13" fmla="*/ 459 h 589"/>
                  <a:gd name="T14" fmla="*/ 172 w 571"/>
                  <a:gd name="T15" fmla="*/ 543 h 589"/>
                  <a:gd name="T16" fmla="*/ 390 w 571"/>
                  <a:gd name="T17" fmla="*/ 549 h 589"/>
                  <a:gd name="T18" fmla="*/ 165 w 571"/>
                  <a:gd name="T19" fmla="*/ 75 h 589"/>
                  <a:gd name="T20" fmla="*/ 334 w 571"/>
                  <a:gd name="T21" fmla="*/ 62 h 589"/>
                  <a:gd name="T22" fmla="*/ 165 w 571"/>
                  <a:gd name="T23" fmla="*/ 75 h 589"/>
                  <a:gd name="T24" fmla="*/ 169 w 571"/>
                  <a:gd name="T25" fmla="*/ 534 h 589"/>
                  <a:gd name="T26" fmla="*/ 444 w 571"/>
                  <a:gd name="T27" fmla="*/ 508 h 589"/>
                  <a:gd name="T28" fmla="*/ 307 w 571"/>
                  <a:gd name="T29" fmla="*/ 541 h 589"/>
                  <a:gd name="T30" fmla="*/ 39 w 571"/>
                  <a:gd name="T31" fmla="*/ 222 h 589"/>
                  <a:gd name="T32" fmla="*/ 116 w 571"/>
                  <a:gd name="T33" fmla="*/ 110 h 589"/>
                  <a:gd name="T34" fmla="*/ 446 w 571"/>
                  <a:gd name="T35" fmla="*/ 116 h 589"/>
                  <a:gd name="T36" fmla="*/ 535 w 571"/>
                  <a:gd name="T37" fmla="*/ 270 h 589"/>
                  <a:gd name="T38" fmla="*/ 467 w 571"/>
                  <a:gd name="T39" fmla="*/ 486 h 589"/>
                  <a:gd name="T40" fmla="*/ 486 w 571"/>
                  <a:gd name="T41" fmla="*/ 148 h 589"/>
                  <a:gd name="T42" fmla="*/ 495 w 571"/>
                  <a:gd name="T43" fmla="*/ 160 h 589"/>
                  <a:gd name="T44" fmla="*/ 447 w 571"/>
                  <a:gd name="T45" fmla="*/ 108 h 589"/>
                  <a:gd name="T46" fmla="*/ 286 w 571"/>
                  <a:gd name="T47" fmla="*/ 40 h 589"/>
                  <a:gd name="T48" fmla="*/ 116 w 571"/>
                  <a:gd name="T49" fmla="*/ 101 h 589"/>
                  <a:gd name="T50" fmla="*/ 96 w 571"/>
                  <a:gd name="T51" fmla="*/ 118 h 589"/>
                  <a:gd name="T52" fmla="*/ 297 w 571"/>
                  <a:gd name="T53" fmla="*/ 23 h 589"/>
                  <a:gd name="T54" fmla="*/ 478 w 571"/>
                  <a:gd name="T55" fmla="*/ 131 h 589"/>
                  <a:gd name="T56" fmla="*/ 27 w 571"/>
                  <a:gd name="T57" fmla="*/ 235 h 589"/>
                  <a:gd name="T58" fmla="*/ 90 w 571"/>
                  <a:gd name="T59" fmla="*/ 486 h 589"/>
                  <a:gd name="T60" fmla="*/ 15 w 571"/>
                  <a:gd name="T61" fmla="*/ 279 h 589"/>
                  <a:gd name="T62" fmla="*/ 492 w 571"/>
                  <a:gd name="T63" fmla="*/ 467 h 589"/>
                  <a:gd name="T64" fmla="*/ 539 w 571"/>
                  <a:gd name="T65" fmla="*/ 256 h 589"/>
                  <a:gd name="T66" fmla="*/ 509 w 571"/>
                  <a:gd name="T67" fmla="*/ 173 h 589"/>
                  <a:gd name="T68" fmla="*/ 492 w 571"/>
                  <a:gd name="T69" fmla="*/ 467 h 589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  <a:cxn ang="0">
                    <a:pos x="T50" y="T51"/>
                  </a:cxn>
                  <a:cxn ang="0">
                    <a:pos x="T52" y="T53"/>
                  </a:cxn>
                  <a:cxn ang="0">
                    <a:pos x="T54" y="T55"/>
                  </a:cxn>
                  <a:cxn ang="0">
                    <a:pos x="T56" y="T57"/>
                  </a:cxn>
                  <a:cxn ang="0">
                    <a:pos x="T58" y="T59"/>
                  </a:cxn>
                  <a:cxn ang="0">
                    <a:pos x="T60" y="T61"/>
                  </a:cxn>
                  <a:cxn ang="0">
                    <a:pos x="T62" y="T63"/>
                  </a:cxn>
                  <a:cxn ang="0">
                    <a:pos x="T64" y="T65"/>
                  </a:cxn>
                  <a:cxn ang="0">
                    <a:pos x="T66" y="T67"/>
                  </a:cxn>
                  <a:cxn ang="0">
                    <a:pos x="T68" y="T69"/>
                  </a:cxn>
                </a:cxnLst>
                <a:rect l="0" t="0" r="r" b="b"/>
                <a:pathLst>
                  <a:path w="571" h="589">
                    <a:moveTo>
                      <a:pt x="502" y="154"/>
                    </a:moveTo>
                    <a:cubicBezTo>
                      <a:pt x="500" y="152"/>
                      <a:pt x="498" y="150"/>
                      <a:pt x="496" y="148"/>
                    </a:cubicBezTo>
                    <a:cubicBezTo>
                      <a:pt x="450" y="65"/>
                      <a:pt x="392" y="34"/>
                      <a:pt x="352" y="23"/>
                    </a:cubicBezTo>
                    <a:cubicBezTo>
                      <a:pt x="270" y="0"/>
                      <a:pt x="173" y="32"/>
                      <a:pt x="99" y="105"/>
                    </a:cubicBezTo>
                    <a:cubicBezTo>
                      <a:pt x="51" y="154"/>
                      <a:pt x="19" y="215"/>
                      <a:pt x="9" y="277"/>
                    </a:cubicBezTo>
                    <a:cubicBezTo>
                      <a:pt x="3" y="311"/>
                      <a:pt x="4" y="346"/>
                      <a:pt x="12" y="380"/>
                    </a:cubicBezTo>
                    <a:cubicBezTo>
                      <a:pt x="35" y="477"/>
                      <a:pt x="112" y="555"/>
                      <a:pt x="207" y="580"/>
                    </a:cubicBezTo>
                    <a:cubicBezTo>
                      <a:pt x="228" y="585"/>
                      <a:pt x="249" y="588"/>
                      <a:pt x="270" y="588"/>
                    </a:cubicBezTo>
                    <a:cubicBezTo>
                      <a:pt x="346" y="588"/>
                      <a:pt x="419" y="552"/>
                      <a:pt x="481" y="484"/>
                    </a:cubicBezTo>
                    <a:cubicBezTo>
                      <a:pt x="481" y="484"/>
                      <a:pt x="481" y="484"/>
                      <a:pt x="481" y="484"/>
                    </a:cubicBezTo>
                    <a:cubicBezTo>
                      <a:pt x="532" y="445"/>
                      <a:pt x="561" y="394"/>
                      <a:pt x="566" y="336"/>
                    </a:cubicBezTo>
                    <a:cubicBezTo>
                      <a:pt x="571" y="268"/>
                      <a:pt x="549" y="205"/>
                      <a:pt x="502" y="154"/>
                    </a:cubicBezTo>
                    <a:close/>
                    <a:moveTo>
                      <a:pt x="209" y="573"/>
                    </a:moveTo>
                    <a:cubicBezTo>
                      <a:pt x="145" y="557"/>
                      <a:pt x="89" y="515"/>
                      <a:pt x="53" y="459"/>
                    </a:cubicBezTo>
                    <a:cubicBezTo>
                      <a:pt x="72" y="483"/>
                      <a:pt x="97" y="502"/>
                      <a:pt x="127" y="518"/>
                    </a:cubicBezTo>
                    <a:cubicBezTo>
                      <a:pt x="141" y="527"/>
                      <a:pt x="156" y="536"/>
                      <a:pt x="172" y="543"/>
                    </a:cubicBezTo>
                    <a:cubicBezTo>
                      <a:pt x="230" y="570"/>
                      <a:pt x="293" y="577"/>
                      <a:pt x="352" y="562"/>
                    </a:cubicBezTo>
                    <a:cubicBezTo>
                      <a:pt x="365" y="559"/>
                      <a:pt x="377" y="554"/>
                      <a:pt x="390" y="549"/>
                    </a:cubicBezTo>
                    <a:cubicBezTo>
                      <a:pt x="333" y="581"/>
                      <a:pt x="271" y="589"/>
                      <a:pt x="209" y="573"/>
                    </a:cubicBezTo>
                    <a:close/>
                    <a:moveTo>
                      <a:pt x="165" y="75"/>
                    </a:moveTo>
                    <a:cubicBezTo>
                      <a:pt x="247" y="29"/>
                      <a:pt x="335" y="46"/>
                      <a:pt x="399" y="82"/>
                    </a:cubicBezTo>
                    <a:cubicBezTo>
                      <a:pt x="378" y="73"/>
                      <a:pt x="356" y="66"/>
                      <a:pt x="334" y="62"/>
                    </a:cubicBezTo>
                    <a:cubicBezTo>
                      <a:pt x="312" y="57"/>
                      <a:pt x="290" y="55"/>
                      <a:pt x="269" y="55"/>
                    </a:cubicBezTo>
                    <a:cubicBezTo>
                      <a:pt x="232" y="55"/>
                      <a:pt x="196" y="62"/>
                      <a:pt x="165" y="75"/>
                    </a:cubicBezTo>
                    <a:close/>
                    <a:moveTo>
                      <a:pt x="175" y="537"/>
                    </a:moveTo>
                    <a:cubicBezTo>
                      <a:pt x="173" y="536"/>
                      <a:pt x="171" y="535"/>
                      <a:pt x="169" y="534"/>
                    </a:cubicBezTo>
                    <a:cubicBezTo>
                      <a:pt x="211" y="548"/>
                      <a:pt x="260" y="553"/>
                      <a:pt x="308" y="548"/>
                    </a:cubicBezTo>
                    <a:cubicBezTo>
                      <a:pt x="357" y="543"/>
                      <a:pt x="404" y="529"/>
                      <a:pt x="444" y="508"/>
                    </a:cubicBezTo>
                    <a:cubicBezTo>
                      <a:pt x="357" y="581"/>
                      <a:pt x="249" y="572"/>
                      <a:pt x="175" y="537"/>
                    </a:cubicBezTo>
                    <a:close/>
                    <a:moveTo>
                      <a:pt x="307" y="541"/>
                    </a:moveTo>
                    <a:cubicBezTo>
                      <a:pt x="244" y="547"/>
                      <a:pt x="181" y="537"/>
                      <a:pt x="131" y="512"/>
                    </a:cubicBezTo>
                    <a:cubicBezTo>
                      <a:pt x="35" y="444"/>
                      <a:pt x="0" y="336"/>
                      <a:pt x="39" y="222"/>
                    </a:cubicBezTo>
                    <a:cubicBezTo>
                      <a:pt x="45" y="202"/>
                      <a:pt x="54" y="183"/>
                      <a:pt x="65" y="166"/>
                    </a:cubicBezTo>
                    <a:cubicBezTo>
                      <a:pt x="79" y="146"/>
                      <a:pt x="96" y="128"/>
                      <a:pt x="116" y="110"/>
                    </a:cubicBezTo>
                    <a:cubicBezTo>
                      <a:pt x="196" y="48"/>
                      <a:pt x="294" y="60"/>
                      <a:pt x="332" y="68"/>
                    </a:cubicBezTo>
                    <a:cubicBezTo>
                      <a:pt x="373" y="77"/>
                      <a:pt x="412" y="93"/>
                      <a:pt x="446" y="116"/>
                    </a:cubicBezTo>
                    <a:cubicBezTo>
                      <a:pt x="479" y="145"/>
                      <a:pt x="505" y="182"/>
                      <a:pt x="521" y="222"/>
                    </a:cubicBezTo>
                    <a:cubicBezTo>
                      <a:pt x="526" y="237"/>
                      <a:pt x="531" y="253"/>
                      <a:pt x="535" y="270"/>
                    </a:cubicBezTo>
                    <a:cubicBezTo>
                      <a:pt x="546" y="327"/>
                      <a:pt x="535" y="385"/>
                      <a:pt x="504" y="437"/>
                    </a:cubicBezTo>
                    <a:cubicBezTo>
                      <a:pt x="493" y="455"/>
                      <a:pt x="480" y="472"/>
                      <a:pt x="467" y="486"/>
                    </a:cubicBezTo>
                    <a:cubicBezTo>
                      <a:pt x="423" y="516"/>
                      <a:pt x="366" y="536"/>
                      <a:pt x="307" y="541"/>
                    </a:cubicBezTo>
                    <a:close/>
                    <a:moveTo>
                      <a:pt x="486" y="148"/>
                    </a:moveTo>
                    <a:cubicBezTo>
                      <a:pt x="488" y="150"/>
                      <a:pt x="489" y="152"/>
                      <a:pt x="491" y="154"/>
                    </a:cubicBezTo>
                    <a:cubicBezTo>
                      <a:pt x="492" y="156"/>
                      <a:pt x="493" y="158"/>
                      <a:pt x="495" y="160"/>
                    </a:cubicBezTo>
                    <a:cubicBezTo>
                      <a:pt x="492" y="156"/>
                      <a:pt x="489" y="152"/>
                      <a:pt x="486" y="148"/>
                    </a:cubicBezTo>
                    <a:close/>
                    <a:moveTo>
                      <a:pt x="447" y="108"/>
                    </a:moveTo>
                    <a:cubicBezTo>
                      <a:pt x="446" y="107"/>
                      <a:pt x="445" y="106"/>
                      <a:pt x="443" y="105"/>
                    </a:cubicBezTo>
                    <a:cubicBezTo>
                      <a:pt x="397" y="66"/>
                      <a:pt x="341" y="43"/>
                      <a:pt x="286" y="40"/>
                    </a:cubicBezTo>
                    <a:cubicBezTo>
                      <a:pt x="281" y="40"/>
                      <a:pt x="277" y="39"/>
                      <a:pt x="273" y="39"/>
                    </a:cubicBezTo>
                    <a:cubicBezTo>
                      <a:pt x="216" y="39"/>
                      <a:pt x="162" y="61"/>
                      <a:pt x="116" y="101"/>
                    </a:cubicBezTo>
                    <a:cubicBezTo>
                      <a:pt x="113" y="104"/>
                      <a:pt x="110" y="106"/>
                      <a:pt x="107" y="109"/>
                    </a:cubicBezTo>
                    <a:cubicBezTo>
                      <a:pt x="103" y="112"/>
                      <a:pt x="100" y="115"/>
                      <a:pt x="96" y="118"/>
                    </a:cubicBezTo>
                    <a:cubicBezTo>
                      <a:pt x="99" y="115"/>
                      <a:pt x="102" y="113"/>
                      <a:pt x="104" y="110"/>
                    </a:cubicBezTo>
                    <a:cubicBezTo>
                      <a:pt x="160" y="55"/>
                      <a:pt x="230" y="23"/>
                      <a:pt x="297" y="23"/>
                    </a:cubicBezTo>
                    <a:cubicBezTo>
                      <a:pt x="315" y="23"/>
                      <a:pt x="333" y="25"/>
                      <a:pt x="350" y="30"/>
                    </a:cubicBezTo>
                    <a:cubicBezTo>
                      <a:pt x="401" y="44"/>
                      <a:pt x="444" y="78"/>
                      <a:pt x="478" y="131"/>
                    </a:cubicBezTo>
                    <a:cubicBezTo>
                      <a:pt x="468" y="123"/>
                      <a:pt x="458" y="115"/>
                      <a:pt x="447" y="108"/>
                    </a:cubicBezTo>
                    <a:close/>
                    <a:moveTo>
                      <a:pt x="27" y="235"/>
                    </a:moveTo>
                    <a:cubicBezTo>
                      <a:pt x="9" y="299"/>
                      <a:pt x="14" y="362"/>
                      <a:pt x="41" y="418"/>
                    </a:cubicBezTo>
                    <a:cubicBezTo>
                      <a:pt x="53" y="443"/>
                      <a:pt x="70" y="466"/>
                      <a:pt x="90" y="486"/>
                    </a:cubicBezTo>
                    <a:cubicBezTo>
                      <a:pt x="56" y="459"/>
                      <a:pt x="33" y="424"/>
                      <a:pt x="21" y="382"/>
                    </a:cubicBezTo>
                    <a:cubicBezTo>
                      <a:pt x="12" y="349"/>
                      <a:pt x="10" y="315"/>
                      <a:pt x="15" y="279"/>
                    </a:cubicBezTo>
                    <a:cubicBezTo>
                      <a:pt x="18" y="264"/>
                      <a:pt x="22" y="250"/>
                      <a:pt x="27" y="235"/>
                    </a:cubicBezTo>
                    <a:close/>
                    <a:moveTo>
                      <a:pt x="492" y="467"/>
                    </a:moveTo>
                    <a:cubicBezTo>
                      <a:pt x="498" y="458"/>
                      <a:pt x="504" y="450"/>
                      <a:pt x="510" y="440"/>
                    </a:cubicBezTo>
                    <a:cubicBezTo>
                      <a:pt x="545" y="383"/>
                      <a:pt x="555" y="319"/>
                      <a:pt x="539" y="256"/>
                    </a:cubicBezTo>
                    <a:cubicBezTo>
                      <a:pt x="536" y="241"/>
                      <a:pt x="531" y="227"/>
                      <a:pt x="525" y="213"/>
                    </a:cubicBezTo>
                    <a:cubicBezTo>
                      <a:pt x="520" y="199"/>
                      <a:pt x="515" y="186"/>
                      <a:pt x="509" y="173"/>
                    </a:cubicBezTo>
                    <a:cubicBezTo>
                      <a:pt x="546" y="220"/>
                      <a:pt x="564" y="276"/>
                      <a:pt x="559" y="335"/>
                    </a:cubicBezTo>
                    <a:cubicBezTo>
                      <a:pt x="555" y="386"/>
                      <a:pt x="532" y="431"/>
                      <a:pt x="492" y="467"/>
                    </a:cubicBezTo>
                    <a:close/>
                  </a:path>
                </a:pathLst>
              </a:custGeom>
              <a:solidFill>
                <a:schemeClr val="accent2"/>
              </a:solidFill>
              <a:ln>
                <a:solidFill>
                  <a:schemeClr val="accent2"/>
                </a:solidFill>
              </a:ln>
            </p:spPr>
            <p:txBody>
              <a:bodyPr vert="horz" wrap="square" lIns="67211" tIns="33605" rIns="67211" bIns="33605" numCol="1" anchor="ctr" anchorCtr="0" compatLnSpc="1">
                <a:prstTxWarp prst="textNoShape">
                  <a:avLst/>
                </a:prstTxWarp>
                <a:noAutofit/>
              </a:bodyPr>
              <a:lstStyle/>
              <a:p>
                <a:pPr marL="0" marR="0" lvl="0" indent="0" algn="ctr" defTabSz="672084" eaLnBrk="1" fontAlgn="auto" latinLnBrk="0" hangingPunct="1"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600" b="1" i="0" u="none" strike="noStrike" kern="1200" cap="none" spc="0" normalizeH="0" baseline="0" noProof="0">
                  <a:ln>
                    <a:noFill/>
                  </a:ln>
                  <a:solidFill>
                    <a:srgbClr val="FFFFFF"/>
                  </a:solidFill>
                  <a:effectLst/>
                  <a:uLnTx/>
                  <a:uFillTx/>
                  <a:latin typeface="Arial"/>
                  <a:ea typeface="+mn-ea"/>
                  <a:cs typeface="+mn-cs"/>
                </a:endParaRPr>
              </a:p>
            </p:txBody>
          </p:sp>
        </p:grpSp>
        <p:sp>
          <p:nvSpPr>
            <p:cNvPr id="59" name="Textfeld 58">
              <a:extLst>
                <a:ext uri="{FF2B5EF4-FFF2-40B4-BE49-F238E27FC236}">
                  <a16:creationId xmlns:a16="http://schemas.microsoft.com/office/drawing/2014/main" id="{786F968A-F5ED-18C5-62E2-B2DAC9F9E269}"/>
                </a:ext>
              </a:extLst>
            </p:cNvPr>
            <p:cNvSpPr txBox="1"/>
            <p:nvPr/>
          </p:nvSpPr>
          <p:spPr>
            <a:xfrm>
              <a:off x="1242788" y="1904955"/>
              <a:ext cx="2046951" cy="234679"/>
            </a:xfrm>
            <a:prstGeom prst="rect">
              <a:avLst/>
            </a:prstGeom>
            <a:noFill/>
          </p:spPr>
          <p:txBody>
            <a:bodyPr wrap="none" lIns="0" tIns="0" rIns="0" bIns="0" rtlCol="0">
              <a:spAutoFit/>
            </a:bodyPr>
            <a:lstStyle/>
            <a:p>
              <a:pPr algn="l">
                <a:lnSpc>
                  <a:spcPct val="90000"/>
                </a:lnSpc>
                <a:spcBef>
                  <a:spcPts val="400"/>
                </a:spcBef>
              </a:pPr>
              <a:r>
                <a:rPr lang="en-US" sz="1600" b="1" noProof="0" err="1"/>
                <a:t>Vorarbeit</a:t>
              </a:r>
              <a:r>
                <a:rPr lang="en-US" sz="1600" b="1" noProof="0"/>
                <a:t> </a:t>
              </a:r>
              <a:r>
                <a:rPr lang="en-US" sz="1200" b="1" noProof="0"/>
                <a:t>(</a:t>
              </a:r>
              <a:r>
                <a:rPr lang="en-US" sz="1200" b="1" noProof="0" err="1"/>
                <a:t>aufzubauen</a:t>
              </a:r>
              <a:r>
                <a:rPr lang="en-US" sz="1200" b="1" noProof="0"/>
                <a:t>!)</a:t>
              </a:r>
            </a:p>
          </p:txBody>
        </p:sp>
      </p:grpSp>
      <p:sp>
        <p:nvSpPr>
          <p:cNvPr id="62" name="Textfeld 61">
            <a:extLst>
              <a:ext uri="{FF2B5EF4-FFF2-40B4-BE49-F238E27FC236}">
                <a16:creationId xmlns:a16="http://schemas.microsoft.com/office/drawing/2014/main" id="{6999CF74-3EC2-2B96-DB98-5434AF1CBCE1}"/>
              </a:ext>
            </a:extLst>
          </p:cNvPr>
          <p:cNvSpPr txBox="1"/>
          <p:nvPr/>
        </p:nvSpPr>
        <p:spPr>
          <a:xfrm>
            <a:off x="6049290" y="4278187"/>
            <a:ext cx="2999694" cy="811949"/>
          </a:xfrm>
          <a:prstGeom prst="rect">
            <a:avLst/>
          </a:prstGeom>
          <a:noFill/>
        </p:spPr>
        <p:txBody>
          <a:bodyPr wrap="square" lIns="18000" tIns="18000" rIns="18000" bIns="18000" rtlCol="0">
            <a:spAutoFit/>
          </a:bodyPr>
          <a:lstStyle/>
          <a:p>
            <a:pPr marL="177800" indent="-177800" algn="l">
              <a:lnSpc>
                <a:spcPct val="90000"/>
              </a:lnSpc>
              <a:spcBef>
                <a:spcPts val="400"/>
              </a:spcBef>
              <a:buFont typeface="Wingdings" panose="05000000000000000000" pitchFamily="2" charset="2"/>
              <a:buChar char="Ø"/>
            </a:pPr>
            <a:r>
              <a:rPr lang="de-DE" sz="1400"/>
              <a:t>Herausarbeiten und Dokumentieren der </a:t>
            </a:r>
            <a:r>
              <a:rPr lang="de-DE" sz="1400" b="1"/>
              <a:t>Anforderungen</a:t>
            </a:r>
            <a:r>
              <a:rPr lang="de-DE" sz="1400"/>
              <a:t> an bestehende / neue IT-Systeme (z.B. Central </a:t>
            </a:r>
            <a:r>
              <a:rPr lang="de-DE" sz="1400" err="1"/>
              <a:t>Logistic</a:t>
            </a:r>
            <a:r>
              <a:rPr lang="de-DE" sz="1400"/>
              <a:t> Entity </a:t>
            </a:r>
            <a:r>
              <a:rPr lang="de-DE" sz="1400">
                <a:sym typeface="Wingdings" panose="05000000000000000000" pitchFamily="2" charset="2"/>
              </a:rPr>
              <a:t> SAP-Template)</a:t>
            </a:r>
            <a:endParaRPr lang="de-DE" sz="1400"/>
          </a:p>
        </p:txBody>
      </p:sp>
      <p:pic>
        <p:nvPicPr>
          <p:cNvPr id="64" name="Grafik 63">
            <a:extLst>
              <a:ext uri="{FF2B5EF4-FFF2-40B4-BE49-F238E27FC236}">
                <a16:creationId xmlns:a16="http://schemas.microsoft.com/office/drawing/2014/main" id="{57373B7F-2C54-2361-3856-BA0FDFB33C29}"/>
              </a:ext>
            </a:extLst>
          </p:cNvPr>
          <p:cNvPicPr>
            <a:picLocks noChangeAspect="1"/>
          </p:cNvPicPr>
          <p:nvPr/>
        </p:nvPicPr>
        <p:blipFill>
          <a:blip r:embed="rId10"/>
          <a:srcRect r="18235"/>
          <a:stretch>
            <a:fillRect/>
          </a:stretch>
        </p:blipFill>
        <p:spPr>
          <a:xfrm>
            <a:off x="3691617" y="2230561"/>
            <a:ext cx="2209587" cy="1229138"/>
          </a:xfrm>
          <a:prstGeom prst="rect">
            <a:avLst/>
          </a:prstGeom>
        </p:spPr>
      </p:pic>
      <p:sp>
        <p:nvSpPr>
          <p:cNvPr id="65" name="Textfeld 64">
            <a:extLst>
              <a:ext uri="{FF2B5EF4-FFF2-40B4-BE49-F238E27FC236}">
                <a16:creationId xmlns:a16="http://schemas.microsoft.com/office/drawing/2014/main" id="{A6ABA410-70A2-4B45-603F-9EB344AEA82D}"/>
              </a:ext>
            </a:extLst>
          </p:cNvPr>
          <p:cNvSpPr txBox="1"/>
          <p:nvPr/>
        </p:nvSpPr>
        <p:spPr>
          <a:xfrm>
            <a:off x="633907" y="3374399"/>
            <a:ext cx="2849191" cy="1690138"/>
          </a:xfrm>
          <a:prstGeom prst="rect">
            <a:avLst/>
          </a:prstGeom>
          <a:noFill/>
        </p:spPr>
        <p:txBody>
          <a:bodyPr wrap="square" lIns="18000" tIns="18000" rIns="18000" bIns="18000" rtlCol="0">
            <a:spAutoFit/>
          </a:bodyPr>
          <a:lstStyle/>
          <a:p>
            <a:pPr marL="177800" indent="-177800" algn="l">
              <a:lnSpc>
                <a:spcPct val="90000"/>
              </a:lnSpc>
              <a:spcBef>
                <a:spcPts val="400"/>
              </a:spcBef>
              <a:buFont typeface="Wingdings" panose="05000000000000000000" pitchFamily="2" charset="2"/>
              <a:buChar char="Ø"/>
            </a:pPr>
            <a:r>
              <a:rPr lang="de-DE" sz="1400"/>
              <a:t>Aufbau eines </a:t>
            </a:r>
            <a:r>
              <a:rPr lang="de-DE" sz="1400" b="1"/>
              <a:t>Gremiums</a:t>
            </a:r>
            <a:r>
              <a:rPr lang="de-DE" sz="1400"/>
              <a:t> zur Portfolio-Strukturierung nach </a:t>
            </a:r>
            <a:r>
              <a:rPr lang="de-DE" sz="1400" b="1"/>
              <a:t>Dringlichkeit</a:t>
            </a:r>
            <a:r>
              <a:rPr lang="de-DE" sz="1400"/>
              <a:t> und </a:t>
            </a:r>
            <a:r>
              <a:rPr lang="de-DE" sz="1400" b="1"/>
              <a:t>Wichtigkeit </a:t>
            </a:r>
            <a:r>
              <a:rPr lang="de-DE" sz="1400"/>
              <a:t>unter Steuerung von SCD / SEH</a:t>
            </a:r>
          </a:p>
          <a:p>
            <a:pPr marL="177800" indent="-177800" algn="l">
              <a:lnSpc>
                <a:spcPct val="90000"/>
              </a:lnSpc>
              <a:spcBef>
                <a:spcPts val="400"/>
              </a:spcBef>
              <a:buFont typeface="Wingdings" panose="05000000000000000000" pitchFamily="2" charset="2"/>
              <a:buChar char="Ø"/>
            </a:pPr>
            <a:r>
              <a:rPr lang="de-DE" sz="1400"/>
              <a:t>Frühe </a:t>
            </a:r>
            <a:r>
              <a:rPr lang="de-DE" sz="1400" b="1"/>
              <a:t>Eskalation</a:t>
            </a:r>
            <a:r>
              <a:rPr lang="de-DE" sz="1400"/>
              <a:t> und Umschichtung</a:t>
            </a:r>
            <a:endParaRPr lang="de-DE" sz="1400" b="1"/>
          </a:p>
          <a:p>
            <a:pPr marL="177800" indent="-177800" algn="l">
              <a:lnSpc>
                <a:spcPct val="90000"/>
              </a:lnSpc>
              <a:spcBef>
                <a:spcPts val="400"/>
              </a:spcBef>
              <a:buFont typeface="Wingdings" panose="05000000000000000000" pitchFamily="2" charset="2"/>
              <a:buChar char="Ø"/>
            </a:pPr>
            <a:r>
              <a:rPr lang="de-DE" sz="1400"/>
              <a:t>Aufnahme in </a:t>
            </a:r>
            <a:r>
              <a:rPr lang="de-DE" sz="1400" b="1"/>
              <a:t>Business Needs Management</a:t>
            </a:r>
            <a:r>
              <a:rPr lang="de-DE" sz="1400"/>
              <a:t>-Prozess </a:t>
            </a:r>
          </a:p>
        </p:txBody>
      </p:sp>
    </p:spTree>
    <p:extLst>
      <p:ext uri="{BB962C8B-B14F-4D97-AF65-F5344CB8AC3E}">
        <p14:creationId xmlns:p14="http://schemas.microsoft.com/office/powerpoint/2010/main" val="181223758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42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1000"/>
                                        <p:tgtEl>
                                          <p:spTgt spid="56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" dur="1000" fill="hold"/>
                                        <p:tgtEl>
                                          <p:spTgt spid="5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1000" fill="hold"/>
                                        <p:tgtEl>
                                          <p:spTgt spid="5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0" presetID="42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1000"/>
                                        <p:tgtEl>
                                          <p:spTgt spid="65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3" dur="1000" fill="hold"/>
                                        <p:tgtEl>
                                          <p:spTgt spid="6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4" dur="1000" fill="hold"/>
                                        <p:tgtEl>
                                          <p:spTgt spid="6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5" presetID="42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1000"/>
                                        <p:tgtEl>
                                          <p:spTgt spid="53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8" dur="1000" fill="hold"/>
                                        <p:tgtEl>
                                          <p:spTgt spid="5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9" dur="1000" fill="hold"/>
                                        <p:tgtEl>
                                          <p:spTgt spid="5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65" grpId="0"/>
    </p:bldLst>
  </p:timing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3">
            <a:extLst>
              <a:ext uri="{FF2B5EF4-FFF2-40B4-BE49-F238E27FC236}">
                <a16:creationId xmlns:a16="http://schemas.microsoft.com/office/drawing/2014/main" id="{3B38AFFF-B98D-F235-7283-FAAC2366A77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CEC38CCA-54E5-CEC8-86A8-F8C787CC5059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/>
        <p:txBody>
          <a:bodyPr/>
          <a:lstStyle/>
          <a:p>
            <a:endParaRPr lang="en-US"/>
          </a:p>
        </p:txBody>
      </p:sp>
      <p:pic>
        <p:nvPicPr>
          <p:cNvPr id="9" name="Picture 8">
            <a:extLst>
              <a:ext uri="{FF2B5EF4-FFF2-40B4-BE49-F238E27FC236}">
                <a16:creationId xmlns:a16="http://schemas.microsoft.com/office/drawing/2014/main" id="{CC15D0C8-777E-4D36-E26A-3FABF7D6E417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524000" y="0"/>
            <a:ext cx="9144000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324229857"/>
      </p:ext>
    </p:extLst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DE"/>
              <a:t>Ausgangslange</a:t>
            </a:r>
          </a:p>
        </p:txBody>
      </p:sp>
      <p:sp>
        <p:nvSpPr>
          <p:cNvPr id="3" name="Textplatzhalter 2"/>
          <p:cNvSpPr>
            <a:spLocks noGrp="1"/>
          </p:cNvSpPr>
          <p:nvPr>
            <p:ph type="body" sz="quarter" idx="14"/>
          </p:nvPr>
        </p:nvSpPr>
        <p:spPr/>
        <p:txBody>
          <a:bodyPr/>
          <a:lstStyle/>
          <a:p>
            <a:r>
              <a:rPr lang="de-DE" b="1"/>
              <a:t>Fragmentierte Systemlandschaft, viele Zuständigkeiten und Parallel-Prozesse</a:t>
            </a:r>
          </a:p>
        </p:txBody>
      </p:sp>
      <p:pic>
        <p:nvPicPr>
          <p:cNvPr id="5" name="Grafik 4">
            <a:extLst>
              <a:ext uri="{FF2B5EF4-FFF2-40B4-BE49-F238E27FC236}">
                <a16:creationId xmlns:a16="http://schemas.microsoft.com/office/drawing/2014/main" id="{4DC0361F-97D2-5DA9-356A-D12C465E05D0}"/>
              </a:ext>
            </a:extLst>
          </p:cNvPr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1736" y="1709478"/>
            <a:ext cx="8595318" cy="4044856"/>
          </a:xfrm>
          <a:prstGeom prst="rect">
            <a:avLst/>
          </a:prstGeom>
        </p:spPr>
      </p:pic>
      <p:sp>
        <p:nvSpPr>
          <p:cNvPr id="8" name="Textfeld 7">
            <a:extLst>
              <a:ext uri="{FF2B5EF4-FFF2-40B4-BE49-F238E27FC236}">
                <a16:creationId xmlns:a16="http://schemas.microsoft.com/office/drawing/2014/main" id="{1CB9EC59-67C1-C3D5-223F-6E124E0C48E7}"/>
              </a:ext>
            </a:extLst>
          </p:cNvPr>
          <p:cNvSpPr txBox="1"/>
          <p:nvPr/>
        </p:nvSpPr>
        <p:spPr>
          <a:xfrm>
            <a:off x="8704810" y="1373557"/>
            <a:ext cx="3266983" cy="526297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de-DE" sz="1600" b="1" u="sng">
                <a:solidFill>
                  <a:schemeClr val="accent2"/>
                </a:solidFill>
              </a:rPr>
              <a:t>Main Pain-Points</a:t>
            </a:r>
            <a:endParaRPr lang="de-DE" sz="1600" u="sng">
              <a:solidFill>
                <a:schemeClr val="accent2"/>
              </a:solidFill>
            </a:endParaRPr>
          </a:p>
          <a:p>
            <a:pPr marL="357188" lvl="1" indent="-268288">
              <a:buClr>
                <a:schemeClr val="accent2"/>
              </a:buClr>
              <a:buFont typeface="STIHL Contraface Text" panose="020B0503020202020102" pitchFamily="34" charset="0"/>
              <a:buChar char="!"/>
            </a:pPr>
            <a:r>
              <a:rPr lang="de-DE" sz="1600" b="1"/>
              <a:t>Medien- und Systembrüche </a:t>
            </a:r>
            <a:br>
              <a:rPr lang="de-DE" sz="1600" b="1"/>
            </a:br>
            <a:endParaRPr lang="de-DE" sz="1600" b="1"/>
          </a:p>
          <a:p>
            <a:pPr marL="357188" lvl="1" indent="-268288">
              <a:buClr>
                <a:schemeClr val="accent2"/>
              </a:buClr>
              <a:buFont typeface="STIHL Contraface Text" panose="020B0503020202020102" pitchFamily="34" charset="0"/>
              <a:buChar char="!"/>
            </a:pPr>
            <a:r>
              <a:rPr lang="de-DE" sz="1600" b="1"/>
              <a:t>viele manuelle und parallele </a:t>
            </a:r>
            <a:r>
              <a:rPr lang="de-DE" sz="1600"/>
              <a:t>(</a:t>
            </a:r>
            <a:r>
              <a:rPr lang="de-DE" sz="1600" err="1"/>
              <a:t>tw</a:t>
            </a:r>
            <a:r>
              <a:rPr lang="de-DE" sz="1600"/>
              <a:t>. unabgestimmte) </a:t>
            </a:r>
            <a:r>
              <a:rPr lang="de-DE" sz="1600" b="1"/>
              <a:t>Prozesse</a:t>
            </a:r>
            <a:endParaRPr lang="de-DE" sz="1600"/>
          </a:p>
          <a:p>
            <a:pPr marL="357188" lvl="1" indent="-268288">
              <a:buClr>
                <a:schemeClr val="accent2"/>
              </a:buClr>
              <a:buFont typeface="STIHL Contraface Text" panose="020B0503020202020102" pitchFamily="34" charset="0"/>
              <a:buChar char="!"/>
            </a:pPr>
            <a:endParaRPr lang="de-DE" sz="1600"/>
          </a:p>
          <a:p>
            <a:pPr marL="357188" lvl="1" indent="-268288">
              <a:buClr>
                <a:schemeClr val="accent2"/>
              </a:buClr>
              <a:buFont typeface="STIHL Contraface Text" panose="020B0503020202020102" pitchFamily="34" charset="0"/>
              <a:buChar char="!"/>
            </a:pPr>
            <a:r>
              <a:rPr lang="de-DE" sz="1600"/>
              <a:t>Bereichsübergreifende </a:t>
            </a:r>
            <a:r>
              <a:rPr lang="de-DE" sz="1600" b="1"/>
              <a:t>Intransparenz</a:t>
            </a:r>
            <a:r>
              <a:rPr lang="de-DE" sz="1600"/>
              <a:t> bei Status, Ressourcen und Kosten.</a:t>
            </a:r>
          </a:p>
          <a:p>
            <a:pPr marL="357188" lvl="1" indent="-268288">
              <a:buClr>
                <a:schemeClr val="accent2"/>
              </a:buClr>
              <a:buFont typeface="STIHL Contraface Text" panose="020B0503020202020102" pitchFamily="34" charset="0"/>
              <a:buChar char="!"/>
            </a:pPr>
            <a:endParaRPr lang="de-DE" sz="1600" b="1"/>
          </a:p>
          <a:p>
            <a:pPr marL="357188" lvl="1" indent="-268288">
              <a:buClr>
                <a:schemeClr val="accent2"/>
              </a:buClr>
              <a:buFont typeface="STIHL Contraface Text" panose="020B0503020202020102" pitchFamily="34" charset="0"/>
              <a:buChar char="!"/>
            </a:pPr>
            <a:r>
              <a:rPr lang="de-DE" sz="1600" b="1"/>
              <a:t>Inkonsistenzen</a:t>
            </a:r>
            <a:r>
              <a:rPr lang="de-DE" sz="1600"/>
              <a:t> und erhöhter </a:t>
            </a:r>
            <a:r>
              <a:rPr lang="de-DE" sz="1600" b="1"/>
              <a:t>Abstimmungsaufwand</a:t>
            </a:r>
            <a:r>
              <a:rPr lang="de-DE" sz="1600"/>
              <a:t>.</a:t>
            </a:r>
          </a:p>
          <a:p>
            <a:pPr marL="357188" lvl="1" indent="-268288">
              <a:buClr>
                <a:schemeClr val="accent2"/>
              </a:buClr>
              <a:buFont typeface="STIHL Contraface Text" panose="020B0503020202020102" pitchFamily="34" charset="0"/>
              <a:buChar char="!"/>
            </a:pPr>
            <a:endParaRPr lang="de-DE" sz="1600"/>
          </a:p>
          <a:p>
            <a:pPr marL="357188" lvl="1" indent="-268288">
              <a:buClr>
                <a:schemeClr val="accent2"/>
              </a:buClr>
              <a:buFont typeface="STIHL Contraface Text" panose="020B0503020202020102" pitchFamily="34" charset="0"/>
              <a:buChar char="!"/>
            </a:pPr>
            <a:r>
              <a:rPr lang="de-DE" sz="1600"/>
              <a:t>Projektmanagement </a:t>
            </a:r>
            <a:r>
              <a:rPr lang="de-DE" sz="1600" b="1"/>
              <a:t>uneinheitlich</a:t>
            </a:r>
            <a:r>
              <a:rPr lang="de-DE" sz="1600"/>
              <a:t> mit abgekündigten und nicht mehr supporteten Tools</a:t>
            </a:r>
            <a:br>
              <a:rPr lang="de-DE" sz="1600"/>
            </a:br>
            <a:r>
              <a:rPr lang="de-DE" sz="1600"/>
              <a:t>(PIT, Microsoft Project Online)</a:t>
            </a:r>
          </a:p>
          <a:p>
            <a:pPr marL="357188" lvl="1" indent="-268288">
              <a:buClr>
                <a:schemeClr val="accent2"/>
              </a:buClr>
              <a:buFont typeface="STIHL Contraface Text" panose="020B0503020202020102" pitchFamily="34" charset="0"/>
              <a:buChar char="!"/>
            </a:pPr>
            <a:endParaRPr lang="de-DE" sz="1600" b="1"/>
          </a:p>
          <a:p>
            <a:pPr marL="357188" lvl="1" indent="-268288">
              <a:buClr>
                <a:schemeClr val="accent2"/>
              </a:buClr>
              <a:buFont typeface="STIHL Contraface Text" panose="020B0503020202020102" pitchFamily="34" charset="0"/>
              <a:buChar char="!"/>
            </a:pPr>
            <a:r>
              <a:rPr lang="de-DE" sz="1600" b="1"/>
              <a:t>Fehlende Datenstruktur/ Datenbank</a:t>
            </a:r>
            <a:endParaRPr lang="de-DE" sz="1600"/>
          </a:p>
        </p:txBody>
      </p:sp>
      <p:sp>
        <p:nvSpPr>
          <p:cNvPr id="4" name="Textfeld 3">
            <a:extLst>
              <a:ext uri="{FF2B5EF4-FFF2-40B4-BE49-F238E27FC236}">
                <a16:creationId xmlns:a16="http://schemas.microsoft.com/office/drawing/2014/main" id="{1EF41C01-4C0D-FE56-DA64-8ECBA085DE52}"/>
              </a:ext>
            </a:extLst>
          </p:cNvPr>
          <p:cNvSpPr txBox="1"/>
          <p:nvPr/>
        </p:nvSpPr>
        <p:spPr>
          <a:xfrm flipH="1">
            <a:off x="6894873" y="5727700"/>
            <a:ext cx="1792181" cy="188701"/>
          </a:xfrm>
          <a:prstGeom prst="rect">
            <a:avLst/>
          </a:prstGeom>
          <a:noFill/>
        </p:spPr>
        <p:txBody>
          <a:bodyPr wrap="square" lIns="18000" tIns="18000" rIns="18000" bIns="18000" rtlCol="0">
            <a:spAutoFit/>
          </a:bodyPr>
          <a:lstStyle/>
          <a:p>
            <a:pPr algn="l">
              <a:lnSpc>
                <a:spcPct val="90000"/>
              </a:lnSpc>
              <a:spcBef>
                <a:spcPts val="400"/>
              </a:spcBef>
            </a:pPr>
            <a:r>
              <a:rPr lang="de-DE" sz="1100" i="1"/>
              <a:t>Schematische Darstellung</a:t>
            </a:r>
          </a:p>
        </p:txBody>
      </p:sp>
    </p:spTree>
    <p:extLst>
      <p:ext uri="{BB962C8B-B14F-4D97-AF65-F5344CB8AC3E}">
        <p14:creationId xmlns:p14="http://schemas.microsoft.com/office/powerpoint/2010/main" val="2978060235"/>
      </p:ext>
    </p:extLst>
  </p:cSld>
  <p:clrMapOvr>
    <a:masterClrMapping/>
  </p:clrMapOvr>
</p:sld>
</file>

<file path=ppt/tags/tag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UNDODONOTDELETE" val="0"/>
  <p:tag name="THINKCELLPRESENTATIONDONOTDELETE" val="&lt;?xml version=&quot;1.0&quot; encoding=&quot;UTF-16&quot; standalone=&quot;yes&quot;?&gt;&lt;root reqver=&quot;32687&quot;&gt;&lt;version val=&quot;38650&quot;/&gt;&lt;CPresentation id=&quot;1&quot;&gt;&lt;m_precDefaultOrdinal&gt;&lt;m_bNumberIsYear val=&quot;1&quot;/&gt;&lt;m_chMinusSymbol&gt;-&lt;/m_chMinusSymbol&gt;&lt;m_chDecimalSymbol17909&gt;.&lt;/m_chDecimalSymbol17909&gt;&lt;m_nGroupingDigits17909 val=&quot;3&quot;/&gt;&lt;m_chGroupingSymbol17909&gt;,&lt;/m_chGroupingSymbol17909&gt;&lt;m_yearfmt&gt;&lt;begin val=&quot;0&quot;/&gt;&lt;end val=&quot;4&quot;/&gt;&lt;/m_yearfmt&gt;&lt;/m_precDefaultOrdinal&gt;&lt;m_precDefaultNumber&gt;&lt;m_bNumberIsYear val=&quot;1&quot;/&gt;&lt;m_chMinusSymbol&gt;-&lt;/m_chMinusSymbol&gt;&lt;m_chDecimalSymbol17909&gt;.&lt;/m_chDecimalSymbol17909&gt;&lt;m_nGroupingDigits17909 val=&quot;3&quot;/&gt;&lt;m_chGroupingSymbol17909&gt;,&lt;/m_chGroupingSymbol17909&gt;&lt;m_yearfmt&gt;&lt;begin val=&quot;0&quot;/&gt;&lt;end val=&quot;4&quot;/&gt;&lt;/m_yearfmt&gt;&lt;/m_precDefaultNumber&gt;&lt;m_precDefaultPercent&gt;&lt;m_bNumberIsYear val=&quot;1&quot;/&gt;&lt;m_chMinusSymbol&gt;-&lt;/m_chMinusSymbol&gt;&lt;m_nDecimalDigits17909 val=&quot;0&quot;/&gt;&lt;m_chDecimalSymbol17909&gt;.&lt;/m_chDecimalSymbol17909&gt;&lt;m_nGroupingDigits17909 val=&quot;3&quot;/&gt;&lt;m_chGroupingSymbol17909&gt;,&lt;/m_chGroupingSymbol17909&gt;&lt;m_strSuffix17909&gt;%&lt;/m_strSuffix17909&gt;&lt;m_yearfmt&gt;&lt;begin val=&quot;0&quot;/&gt;&lt;end val=&quot;4&quot;/&gt;&lt;/m_yearfmt&gt;&lt;/m_precDefaultPercent&gt;&lt;m_precDefaultDate&gt;&lt;m_bNumberIsYear val=&quot;0&quot;/&gt;&lt;m_strFormatTime&gt;%#m/%#d/%Y&lt;/m_strFormatTime&gt;&lt;m_yearfmt&gt;&lt;begin val=&quot;0&quot;/&gt;&lt;end val=&quot;0&quot;/&gt;&lt;/m_yearfmt&gt;&lt;/m_precDefaultDate&gt;&lt;m_precDefaultDay&gt;&lt;m_bNumberIsYear val=&quot;0&quot;/&gt;&lt;m_strFormatTime&gt;%#d&lt;/m_strFormatTime&gt;&lt;m_yearfmt&gt;&lt;begin val=&quot;0&quot;/&gt;&lt;end val=&quot;4&quot;/&gt;&lt;/m_yearfmt&gt;&lt;/m_precDefaultDay&gt;&lt;m_precDefaultWeek&gt;&lt;m_bNumberIsYear val=&quot;0&quot;/&gt;&lt;m_strFormatTime&gt;%4&lt;/m_strFormatTime&gt;&lt;m_yearfmt&gt;&lt;begin val=&quot;0&quot;/&gt;&lt;end val=&quot;4&quot;/&gt;&lt;/m_yearfmt&gt;&lt;/m_precDefaultWeek&gt;&lt;m_precDefaultMonth&gt;&lt;m_bNumberIsYear val=&quot;0&quot;/&gt;&lt;m_strFormatTime&gt;%1&lt;/m_strFormatTime&gt;&lt;m_yearfmt&gt;&lt;begin val=&quot;0&quot;/&gt;&lt;end val=&quot;4&quot;/&gt;&lt;/m_yearfmt&gt;&lt;/m_precDefaultMonth&gt;&lt;m_precDefaultQuarter&gt;&lt;m_bNumberIsYear val=&quot;0&quot;/&gt;&lt;m_strFormatTime&gt;Q%5&lt;/m_strFormatTime&gt;&lt;m_yearfmt&gt;&lt;begin val=&quot;0&quot;/&gt;&lt;end val=&quot;4&quot;/&gt;&lt;/m_yearfmt&gt;&lt;/m_precDefaultQuarter&gt;&lt;m_precDefaultYear&gt;&lt;m_bNumberIsYear val=&quot;0&quot;/&gt;&lt;m_strFormatTime&gt;%Y&lt;/m_strFormatTime&gt;&lt;m_yearfmt&gt;&lt;begin val=&quot;0&quot;/&gt;&lt;end val=&quot;0&quot;/&gt;&lt;/m_yearfmt&gt;&lt;/m_precDefaultYear&gt;&lt;m_precDefaultFYDay&gt;&lt;m_yearfmt&gt;&lt;begin val=&quot;0&quot;/&gt;&lt;end val=&quot;4&quot;/&gt;&lt;/m_yearfmt&gt;&lt;/m_precDefaultFYDay&gt;&lt;m_precDefaultFYWeek&gt;&lt;m_yearfmt&gt;&lt;begin val=&quot;0&quot;/&gt;&lt;end val=&quot;4&quot;/&gt;&lt;/m_yearfmt&gt;&lt;/m_precDefaultFYWeek&gt;&lt;m_precDefaultFYMonth&gt;&lt;m_yearfmt&gt;&lt;begin val=&quot;0&quot;/&gt;&lt;end val=&quot;4&quot;/&gt;&lt;/m_yearfmt&gt;&lt;/m_precDefaultFYMonth&gt;&lt;m_precDefaultFYQuarter&gt;&lt;m_yearfmt&gt;&lt;begin val=&quot;0&quot;/&gt;&lt;end val=&quot;4&quot;/&gt;&lt;/m_yearfmt&gt;&lt;/m_precDefaultFYQuarter&gt;&lt;m_precDefaultFYYear&gt;&lt;m_yearfmt&gt;&lt;begin val=&quot;0&quot;/&gt;&lt;end val=&quot;4&quot;/&gt;&lt;/m_yearfmt&gt;&lt;/m_precDefaultFYYear&gt;&lt;m_mruColor&gt;&lt;m_vecMRU length=&quot;0&quot;/&gt;&lt;/m_mruColor&gt;&lt;m_eweekdayFirstOfWeek val=&quot;2&quot;/&gt;&lt;m_eweekdayFirstOfWorkweek val=&quot;2&quot;/&gt;&lt;m_eweekdayFirstOfWeekend val=&quot;7&quot;/&gt;&lt;/CPresentation&gt;&lt;/root&gt;"/>
</p:tagLst>
</file>

<file path=ppt/tags/tag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JBF85tvmTV.2trNKwozeAw"/>
</p:tagLst>
</file>

<file path=ppt/tags/tag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ju4g5UG1QUKtI8SxcSTf2w"/>
</p:tagLst>
</file>

<file path=ppt/tags/tag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zdCO7J0OS_uYu83qu2IS0Q"/>
</p:tagLst>
</file>

<file path=ppt/tags/tag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PLVArru6TV6RGD66rY_n0g"/>
</p:tagLst>
</file>

<file path=ppt/tags/tag1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1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LLETTe1mSV.Cm4EVc0csLg"/>
</p:tagLst>
</file>

<file path=ppt/tags/tag1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1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UBzr7RcHSxecPfjmbUJudg"/>
</p:tagLst>
</file>

<file path=ppt/tags/tag1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1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yQrizpMrTy6lgA5SCokSfw"/>
</p:tagLst>
</file>

<file path=ppt/tags/tag1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1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QaGq4e5bTnOyd7mCDKqzhQ"/>
</p:tagLst>
</file>

<file path=ppt/tags/tag1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1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zdCO7J0OS_uYu83qu2IS0Q"/>
</p:tagLst>
</file>

<file path=ppt/tags/tag2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2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Po4L0avzTJ2I6Oy1dIR0cQ"/>
</p:tagLst>
</file>

<file path=ppt/tags/tag2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2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AYOEdoRNTiaKeA_qVRivRQ"/>
</p:tagLst>
</file>

<file path=ppt/tags/tag2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2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2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2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uR8H0BhERUq65Lpj817pXw"/>
</p:tagLst>
</file>

<file path=ppt/tags/tag2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2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3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3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3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uR8H0BhERUq65Lpj817pXw"/>
</p:tagLst>
</file>

<file path=ppt/tags/tag3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3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ql6IIGFvQyGz90E2L5DZmA"/>
</p:tagLst>
</file>

<file path=ppt/tags/tag3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3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3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3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3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4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4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ju4g5UG1QUKtI8SxcSTf2w"/>
</p:tagLst>
</file>

<file path=ppt/tags/tag4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4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PLVArru6TV6RGD66rY_n0g"/>
</p:tagLst>
</file>

<file path=ppt/tags/tag4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4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4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QaGq4e5bTnOyd7mCDKqzhQ"/>
</p:tagLst>
</file>

<file path=ppt/tags/tag4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4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4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5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5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5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5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5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PCCp7ilDLGhQ.5l4Tb0qUw"/>
</p:tagLst>
</file>

<file path=ppt/tags/tag5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qmIpQSRxlCSNFW6SAoVGGg"/>
</p:tagLst>
</file>

<file path=ppt/tags/tag5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j2GSlic0.itPNX.NACz3ng"/>
</p:tagLst>
</file>

<file path=ppt/tags/tag5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_DYHU69T669hfu4d9EZeDw"/>
</p:tagLst>
</file>

<file path=ppt/tags/tag5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9XS.2mP9ieXk6Yr8UquCAA"/>
</p:tagLst>
</file>

<file path=ppt/tags/tag5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iwKq9mkp0aHSNxhv6Sl.Lw"/>
</p:tagLst>
</file>

<file path=ppt/tags/tag6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omoBjVh6KjSJLF8E9HATaQ"/>
</p:tagLst>
</file>

<file path=ppt/tags/tag6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fHaN7phGX2zTrxDMHfTAew"/>
</p:tagLst>
</file>

<file path=ppt/tags/tag6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XK9CV4qHw5QBQGYZKD.t8g"/>
</p:tagLst>
</file>

<file path=ppt/tags/tag6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Xkmlb5.02HAj7uhlwcyhYw"/>
</p:tagLst>
</file>

<file path=ppt/tags/tag6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B5DF2NFpoWWisnZSPcpiMQ"/>
</p:tagLst>
</file>

<file path=ppt/tags/tag6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XGwhkwSqYa0XMXKUQx7aGg"/>
</p:tagLst>
</file>

<file path=ppt/tags/tag6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6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6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6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7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7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7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7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EE4P_AGENDAWIZARD" val="item__Topic"/>
  <p:tag name="EE4P_AGENDAWIZARD_CONTENT" val="/Festlegung priorisierte und depriorisierte Themen für 2022/23 (inkl. Anpassung SHF-Programm)"/>
  <p:tag name="EE4P_AGENDAWIZARD_PROPERTIES" val="66.42661/126.25/552.9948/50.57748"/>
</p:tagLst>
</file>

<file path=ppt/tags/tag7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EE4P_AGENDAWIZARD" val="item__Topic"/>
  <p:tag name="EE4P_AGENDAWIZARD_CONTENT" val="/Festlegung priorisierte und depriorisierte Themen für 2022/23 (inkl. Anpassung SHF-Programm)"/>
  <p:tag name="EE4P_AGENDAWIZARD_PROPERTIES" val="66.42661/126.25/552.9948/50.57748"/>
</p:tagLst>
</file>

<file path=ppt/tags/tag7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EE4P_AGENDAWIZARD" val="item__Topic"/>
  <p:tag name="EE4P_AGENDAWIZARD_CONTENT" val="/Festlegung priorisierte und depriorisierte Themen für 2022/23 (inkl. Anpassung SHF-Programm)"/>
  <p:tag name="EE4P_AGENDAWIZARD_PROPERTIES" val="66.42661/126.25/552.9948/50.57748"/>
</p:tagLst>
</file>

<file path=ppt/tags/tag7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EE4P_AGENDAWIZARD" val="item__Topic"/>
  <p:tag name="EE4P_AGENDAWIZARD_CONTENT" val="/Festlegung priorisierte und depriorisierte Themen für 2022/23 (inkl. Anpassung SHF-Programm)"/>
  <p:tag name="EE4P_AGENDAWIZARD_PROPERTIES" val="66.42661/126.25/552.9948/50.57748"/>
</p:tagLst>
</file>

<file path=ppt/theme/theme1.xml><?xml version="1.0" encoding="utf-8"?>
<a:theme xmlns:a="http://schemas.openxmlformats.org/drawingml/2006/main" name="STIHL EN 16:9">
  <a:themeElements>
    <a:clrScheme name="STILHL_CD">
      <a:dk1>
        <a:sysClr val="windowText" lastClr="000000"/>
      </a:dk1>
      <a:lt1>
        <a:sysClr val="window" lastClr="FFFFFF"/>
      </a:lt1>
      <a:dk2>
        <a:srgbClr val="B1B1B1"/>
      </a:dk2>
      <a:lt2>
        <a:srgbClr val="E7E6E6"/>
      </a:lt2>
      <a:accent1>
        <a:srgbClr val="000000"/>
      </a:accent1>
      <a:accent2>
        <a:srgbClr val="F37A1F"/>
      </a:accent2>
      <a:accent3>
        <a:srgbClr val="B1B1B1"/>
      </a:accent3>
      <a:accent4>
        <a:srgbClr val="749F4A"/>
      </a:accent4>
      <a:accent5>
        <a:srgbClr val="249ABE"/>
      </a:accent5>
      <a:accent6>
        <a:srgbClr val="FDC543"/>
      </a:accent6>
      <a:hlink>
        <a:srgbClr val="D43B3B"/>
      </a:hlink>
      <a:folHlink>
        <a:srgbClr val="878787"/>
      </a:folHlink>
    </a:clrScheme>
    <a:fontScheme name="STIHL">
      <a:majorFont>
        <a:latin typeface="STIHL Contraface Text"/>
        <a:ea typeface=""/>
        <a:cs typeface=""/>
      </a:majorFont>
      <a:minorFont>
        <a:latin typeface="STIHL Contraface Text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spDef>
      <a:spPr>
        <a:solidFill>
          <a:schemeClr val="bg1"/>
        </a:solidFill>
        <a:ln w="6350">
          <a:solidFill>
            <a:schemeClr val="tx1"/>
          </a:solidFill>
        </a:ln>
      </a:spPr>
      <a:bodyPr lIns="72000" tIns="72000" rIns="72000" bIns="72000" rtlCol="0" anchor="ctr"/>
      <a:lstStyle>
        <a:defPPr algn="ctr">
          <a:lnSpc>
            <a:spcPct val="90000"/>
          </a:lnSpc>
          <a:defRPr sz="1600" b="1" dirty="0" smtClean="0">
            <a:solidFill>
              <a:schemeClr val="tx1"/>
            </a:solidFill>
          </a:defRPr>
        </a:defPPr>
      </a:lstStyle>
      <a:style>
        <a:lnRef idx="2">
          <a:schemeClr val="accent1">
            <a:shade val="50000"/>
          </a:schemeClr>
        </a:lnRef>
        <a:fillRef idx="1">
          <a:schemeClr val="accent1"/>
        </a:fillRef>
        <a:effectRef idx="0">
          <a:schemeClr val="accent1"/>
        </a:effectRef>
        <a:fontRef idx="minor">
          <a:schemeClr val="lt1"/>
        </a:fontRef>
      </a:style>
    </a:spDef>
    <a:lnDef>
      <a:spPr>
        <a:ln>
          <a:solidFill>
            <a:schemeClr val="tx1"/>
          </a:solidFill>
        </a:ln>
      </a:spPr>
      <a:bodyPr/>
      <a:lstStyle/>
      <a:style>
        <a:lnRef idx="1">
          <a:schemeClr val="accent1"/>
        </a:lnRef>
        <a:fillRef idx="0">
          <a:schemeClr val="accent1"/>
        </a:fillRef>
        <a:effectRef idx="0">
          <a:schemeClr val="accent1"/>
        </a:effectRef>
        <a:fontRef idx="minor">
          <a:schemeClr val="tx1"/>
        </a:fontRef>
      </a:style>
    </a:lnDef>
    <a:txDef>
      <a:spPr>
        <a:noFill/>
      </a:spPr>
      <a:bodyPr wrap="none" lIns="18000" tIns="18000" rIns="18000" bIns="18000" rtlCol="0">
        <a:spAutoFit/>
      </a:bodyPr>
      <a:lstStyle>
        <a:defPPr algn="l">
          <a:lnSpc>
            <a:spcPct val="90000"/>
          </a:lnSpc>
          <a:spcBef>
            <a:spcPts val="400"/>
          </a:spcBef>
          <a:defRPr sz="1600" dirty="0" err="1" smtClean="0"/>
        </a:defPPr>
      </a:lstStyle>
    </a:txDef>
  </a:objectDefaults>
  <a:extraClrSchemeLst/>
  <a:extLst>
    <a:ext uri="{05A4C25C-085E-4340-85A3-A5531E510DB2}">
      <thm15:themeFamily xmlns:thm15="http://schemas.microsoft.com/office/thememl/2012/main" name="STIHL_EN_16-9.potx" id="{9750D1A3-F6B3-4B5F-BA2F-8611BD39BBAB}" vid="{17D6F275-8783-4081-AFB4-15D0B82B1DDB}"/>
    </a:ext>
  </a:extLst>
</a:theme>
</file>

<file path=ppt/theme/theme2.xml><?xml version="1.0" encoding="utf-8"?>
<a:theme xmlns:a="http://schemas.openxmlformats.org/drawingml/2006/main" name="Offic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customXml/_rels/item1.xml.rels><?xml version='1.0' encoding='UTF-8' standalone='yes'?>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'1.0' encoding='UTF-8' standalone='yes'?>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'1.0' encoding='UTF-8' standalone='yes'?>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ct:contentTypeSchema xmlns:ct="http://schemas.microsoft.com/office/2006/metadata/contentType" xmlns:ma="http://schemas.microsoft.com/office/2006/metadata/properties/metaAttributes" ct:_="" ma:_="" ma:contentTypeName="Dokument" ma:contentTypeID="0x01010020C0303EFA73FE4CB2BBEDAB929C7991" ma:contentTypeVersion="14" ma:contentTypeDescription="Ein neues Dokument erstellen." ma:contentTypeScope="" ma:versionID="be8cd97a4da789067f2f82ce703bb723">
  <xsd:schema xmlns:xsd="http://www.w3.org/2001/XMLSchema" xmlns:xs="http://www.w3.org/2001/XMLSchema" xmlns:p="http://schemas.microsoft.com/office/2006/metadata/properties" xmlns:ns2="2f256423-360f-43c8-9cc5-edab87e38065" xmlns:ns3="810f0827-59f8-4c5d-82e6-a3017adce947" targetNamespace="http://schemas.microsoft.com/office/2006/metadata/properties" ma:root="true" ma:fieldsID="ca81409d21ad380bc0f6c450f5718395" ns2:_="" ns3:_="">
    <xsd:import namespace="2f256423-360f-43c8-9cc5-edab87e38065"/>
    <xsd:import namespace="810f0827-59f8-4c5d-82e6-a3017adce947"/>
    <xsd:element name="properties">
      <xsd:complexType>
        <xsd:sequence>
          <xsd:element name="documentManagement">
            <xsd:complexType>
              <xsd:all>
                <xsd:element ref="ns2:MediaServiceMetadata" minOccurs="0"/>
                <xsd:element ref="ns2:MediaServiceFastMetadata" minOccurs="0"/>
                <xsd:element ref="ns2:MediaServiceSearchProperties" minOccurs="0"/>
                <xsd:element ref="ns2:MediaServiceObjectDetectorVersions" minOccurs="0"/>
                <xsd:element ref="ns2:lcf76f155ced4ddcb4097134ff3c332f" minOccurs="0"/>
                <xsd:element ref="ns3:TaxCatchAll" minOccurs="0"/>
                <xsd:element ref="ns2:MediaServiceDateTaken" minOccurs="0"/>
                <xsd:element ref="ns2:MediaServiceOCR" minOccurs="0"/>
                <xsd:element ref="ns2:MediaServiceGenerationTime" minOccurs="0"/>
                <xsd:element ref="ns2:MediaServiceEventHashCode" minOccurs="0"/>
                <xsd:element ref="ns2:MediaLengthInSeconds" minOccurs="0"/>
                <xsd:element ref="ns2:MediaServiceBillingMetadata" minOccurs="0"/>
                <xsd:element ref="ns2:MediaServiceLocation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2f256423-360f-43c8-9cc5-edab87e38065" elementFormDefault="qualified">
    <xsd:import namespace="http://schemas.microsoft.com/office/2006/documentManagement/types"/>
    <xsd:import namespace="http://schemas.microsoft.com/office/infopath/2007/PartnerControls"/>
    <xsd:element name="MediaServiceMetadata" ma:index="8" nillable="true" ma:displayName="MediaServiceMetadata" ma:hidden="true" ma:internalName="MediaServiceMetadata" ma:readOnly="true">
      <xsd:simpleType>
        <xsd:restriction base="dms:Note"/>
      </xsd:simpleType>
    </xsd:element>
    <xsd:element name="MediaServiceFastMetadata" ma:index="9" nillable="true" ma:displayName="MediaServiceFastMetadata" ma:hidden="true" ma:internalName="MediaServiceFastMetadata" ma:readOnly="true">
      <xsd:simpleType>
        <xsd:restriction base="dms:Note"/>
      </xsd:simpleType>
    </xsd:element>
    <xsd:element name="MediaServiceSearchProperties" ma:index="10" nillable="true" ma:displayName="MediaServiceSearchProperties" ma:hidden="true" ma:internalName="MediaServiceSearchProperties" ma:readOnly="true">
      <xsd:simpleType>
        <xsd:restriction base="dms:Note"/>
      </xsd:simpleType>
    </xsd:element>
    <xsd:element name="MediaServiceObjectDetectorVersions" ma:index="11" nillable="true" ma:displayName="MediaServiceObjectDetectorVersions" ma:hidden="true" ma:indexed="true" ma:internalName="MediaServiceObjectDetectorVersions" ma:readOnly="true">
      <xsd:simpleType>
        <xsd:restriction base="dms:Text"/>
      </xsd:simpleType>
    </xsd:element>
    <xsd:element name="lcf76f155ced4ddcb4097134ff3c332f" ma:index="13" nillable="true" ma:taxonomy="true" ma:internalName="lcf76f155ced4ddcb4097134ff3c332f" ma:taxonomyFieldName="MediaServiceImageTags" ma:displayName="Bildmarkierungen" ma:readOnly="false" ma:fieldId="{5cf76f15-5ced-4ddc-b409-7134ff3c332f}" ma:taxonomyMulti="true" ma:sspId="c751d313-418a-41e7-8296-c801e9c6f9b8" ma:termSetId="09814cd3-568e-fe90-9814-8d621ff8fb84" ma:anchorId="fba54fb3-c3e1-fe81-a776-ca4b69148c4d" ma:open="true" ma:isKeyword="false">
      <xsd:complexType>
        <xsd:sequence>
          <xsd:element ref="pc:Terms" minOccurs="0" maxOccurs="1"/>
        </xsd:sequence>
      </xsd:complexType>
    </xsd:element>
    <xsd:element name="MediaServiceDateTaken" ma:index="15" nillable="true" ma:displayName="MediaServiceDateTaken" ma:hidden="true" ma:indexed="true" ma:internalName="MediaServiceDateTaken" ma:readOnly="true">
      <xsd:simpleType>
        <xsd:restriction base="dms:Text"/>
      </xsd:simpleType>
    </xsd:element>
    <xsd:element name="MediaServiceOCR" ma:index="16" nillable="true" ma:displayName="Extracted Text" ma:internalName="MediaServiceOCR" ma:readOnly="true">
      <xsd:simpleType>
        <xsd:restriction base="dms:Note">
          <xsd:maxLength value="255"/>
        </xsd:restriction>
      </xsd:simpleType>
    </xsd:element>
    <xsd:element name="MediaServiceGenerationTime" ma:index="17" nillable="true" ma:displayName="MediaServiceGenerationTime" ma:hidden="true" ma:internalName="MediaServiceGenerationTime" ma:readOnly="true">
      <xsd:simpleType>
        <xsd:restriction base="dms:Text"/>
      </xsd:simpleType>
    </xsd:element>
    <xsd:element name="MediaServiceEventHashCode" ma:index="18" nillable="true" ma:displayName="MediaServiceEventHashCode" ma:hidden="true" ma:internalName="MediaServiceEventHashCode" ma:readOnly="true">
      <xsd:simpleType>
        <xsd:restriction base="dms:Text"/>
      </xsd:simpleType>
    </xsd:element>
    <xsd:element name="MediaLengthInSeconds" ma:index="19" nillable="true" ma:displayName="MediaLengthInSeconds" ma:hidden="true" ma:internalName="MediaLengthInSeconds" ma:readOnly="true">
      <xsd:simpleType>
        <xsd:restriction base="dms:Unknown"/>
      </xsd:simpleType>
    </xsd:element>
    <xsd:element name="MediaServiceBillingMetadata" ma:index="20" nillable="true" ma:displayName="MediaServiceBillingMetadata" ma:hidden="true" ma:internalName="MediaServiceBillingMetadata" ma:readOnly="true">
      <xsd:simpleType>
        <xsd:restriction base="dms:Note"/>
      </xsd:simpleType>
    </xsd:element>
    <xsd:element name="MediaServiceLocation" ma:index="21" nillable="true" ma:displayName="Location" ma:indexed="true" ma:internalName="MediaServiceLocation" ma:readOnly="true">
      <xsd:simpleType>
        <xsd:restriction base="dms:Text"/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810f0827-59f8-4c5d-82e6-a3017adce947" elementFormDefault="qualified">
    <xsd:import namespace="http://schemas.microsoft.com/office/2006/documentManagement/types"/>
    <xsd:import namespace="http://schemas.microsoft.com/office/infopath/2007/PartnerControls"/>
    <xsd:element name="TaxCatchAll" ma:index="14" nillable="true" ma:displayName="Taxonomy Catch All Column" ma:hidden="true" ma:list="{7f6e1361-4b6f-41a0-ba01-80ad4012ed0f}" ma:internalName="TaxCatchAll" ma:showField="CatchAllData" ma:web="810f0827-59f8-4c5d-82e6-a3017adce947">
      <xsd:complexType>
        <xsd:complexContent>
          <xsd:extension base="dms:MultiChoiceLookup">
            <xsd:sequence>
              <xsd:element name="Value" type="dms:Lookup" maxOccurs="unbounded" minOccurs="0" nillable="true"/>
            </xsd:sequence>
          </xsd:extension>
        </xsd:complexContent>
      </xsd:complex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index="0" ma:displayName="Inhaltstyp"/>
        <xsd:element ref="dc:title" minOccurs="0" maxOccurs="1" ma:index="4" ma:displayName="Titel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2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3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>
    <TaxCatchAll xmlns="810f0827-59f8-4c5d-82e6-a3017adce947"/>
    <lcf76f155ced4ddcb4097134ff3c332f xmlns="2f256423-360f-43c8-9cc5-edab87e38065">
      <Terms xmlns="http://schemas.microsoft.com/office/infopath/2007/PartnerControls"/>
    </lcf76f155ced4ddcb4097134ff3c332f>
  </documentManagement>
</p:properties>
</file>

<file path=customXml/itemProps1.xml><?xml version="1.0" encoding="utf-8"?>
<ds:datastoreItem xmlns:ds="http://schemas.openxmlformats.org/officeDocument/2006/customXml" ds:itemID="{A063B4FC-3AC8-40C0-A302-B0410F7FBC93}">
  <ds:schemaRefs>
    <ds:schemaRef ds:uri="2f256423-360f-43c8-9cc5-edab87e38065"/>
    <ds:schemaRef ds:uri="810f0827-59f8-4c5d-82e6-a3017adce947"/>
    <ds:schemaRef ds:uri="http://purl.org/dc/elements/1.1/"/>
    <ds:schemaRef ds:uri="http://purl.org/dc/terms/"/>
    <ds:schemaRef ds:uri="http://schemas.microsoft.com/internal/obd"/>
    <ds:schemaRef ds:uri="http://schemas.microsoft.com/office/2006/documentManagement/types"/>
    <ds:schemaRef ds:uri="http://schemas.microsoft.com/office/2006/metadata/contentType"/>
    <ds:schemaRef ds:uri="http://schemas.microsoft.com/office/2006/metadata/properties"/>
    <ds:schemaRef ds:uri="http://schemas.microsoft.com/office/2006/metadata/properties/metaAttributes"/>
    <ds:schemaRef ds:uri="http://schemas.microsoft.com/office/infopath/2007/PartnerControls"/>
    <ds:schemaRef ds:uri="http://schemas.openxmlformats.org/package/2006/metadata/core-properties"/>
    <ds:schemaRef ds:uri="http://www.w3.org/2001/XMLSchema"/>
  </ds:schemaRefs>
</ds:datastoreItem>
</file>

<file path=customXml/itemProps2.xml><?xml version="1.0" encoding="utf-8"?>
<ds:datastoreItem xmlns:ds="http://schemas.openxmlformats.org/officeDocument/2006/customXml" ds:itemID="{D3ACD1F0-1D83-4215-A735-A9D0BB6DD0C5}">
  <ds:schemaRefs>
    <ds:schemaRef ds:uri="http://schemas.microsoft.com/sharepoint/v3/contenttype/forms"/>
  </ds:schemaRefs>
</ds:datastoreItem>
</file>

<file path=customXml/itemProps3.xml><?xml version="1.0" encoding="utf-8"?>
<ds:datastoreItem xmlns:ds="http://schemas.openxmlformats.org/officeDocument/2006/customXml" ds:itemID="{AB9BD90E-92CC-4A62-9368-6A8C72AC441B}">
  <ds:schemaRefs>
    <ds:schemaRef ds:uri="2f256423-360f-43c8-9cc5-edab87e38065"/>
    <ds:schemaRef ds:uri="810f0827-59f8-4c5d-82e6-a3017adce947"/>
    <ds:schemaRef ds:uri="http://purl.org/dc/dcmitype/"/>
    <ds:schemaRef ds:uri="http://purl.org/dc/elements/1.1/"/>
    <ds:schemaRef ds:uri="http://purl.org/dc/terms/"/>
    <ds:schemaRef ds:uri="http://schemas.microsoft.com/office/2006/documentManagement/types"/>
    <ds:schemaRef ds:uri="http://schemas.microsoft.com/office/2006/metadata/properties"/>
    <ds:schemaRef ds:uri="http://schemas.microsoft.com/office/infopath/2007/PartnerControls"/>
    <ds:schemaRef ds:uri="http://schemas.openxmlformats.org/package/2006/metadata/core-properties"/>
    <ds:schemaRef ds:uri="http://www.w3.org/XML/1998/namespace"/>
  </ds:schemaRefs>
</ds:datastoreItem>
</file>

<file path=docProps/app.xml><?xml version="1.0" encoding="utf-8"?>
<Properties xmlns="http://schemas.openxmlformats.org/officeDocument/2006/extended-properties" xmlns:vt="http://schemas.openxmlformats.org/officeDocument/2006/docPropsVTypes">
  <Template>STIHL_EN_16-9</Template>
  <TotalTime>0</TotalTime>
  <Words>2829</Words>
  <Application>Microsoft Office PowerPoint</Application>
  <PresentationFormat>Breitbild</PresentationFormat>
  <Paragraphs>766</Paragraphs>
  <Slides>25</Slides>
  <Notes>6</Notes>
  <HiddenSlides>7</HiddenSlides>
  <MMClips>0</MMClips>
  <ScaleCrop>false</ScaleCrop>
  <HeadingPairs>
    <vt:vector size="8" baseType="variant">
      <vt:variant>
        <vt:lpstr>Verwendete Schriftarten</vt:lpstr>
      </vt:variant>
      <vt:variant>
        <vt:i4>8</vt:i4>
      </vt:variant>
      <vt:variant>
        <vt:lpstr>Design</vt:lpstr>
      </vt:variant>
      <vt:variant>
        <vt:i4>1</vt:i4>
      </vt:variant>
      <vt:variant>
        <vt:lpstr>Eingebettete OLE-Server</vt:lpstr>
      </vt:variant>
      <vt:variant>
        <vt:i4>1</vt:i4>
      </vt:variant>
      <vt:variant>
        <vt:lpstr>Folientitel</vt:lpstr>
      </vt:variant>
      <vt:variant>
        <vt:i4>25</vt:i4>
      </vt:variant>
    </vt:vector>
  </HeadingPairs>
  <TitlesOfParts>
    <vt:vector size="35" baseType="lpstr">
      <vt:lpstr>Arial</vt:lpstr>
      <vt:lpstr>Arial Narrow</vt:lpstr>
      <vt:lpstr>Calibri</vt:lpstr>
      <vt:lpstr>stihl contraface display medium</vt:lpstr>
      <vt:lpstr>stihl contraface display medium</vt:lpstr>
      <vt:lpstr>STIHL Contraface Display Title</vt:lpstr>
      <vt:lpstr>STIHL Contraface Text</vt:lpstr>
      <vt:lpstr>Wingdings</vt:lpstr>
      <vt:lpstr>STIHL EN 16:9</vt:lpstr>
      <vt:lpstr>think-cell Slide</vt:lpstr>
      <vt:lpstr>Überblick PPM@STIHL und zwischenstand servicenow plattform  ƒ</vt:lpstr>
      <vt:lpstr>Informationen zur Vorstandsvorlage </vt:lpstr>
      <vt:lpstr>Projekte und Projektportfoliomanagement bei STIHL</vt:lpstr>
      <vt:lpstr>PowerPoint-Präsentation</vt:lpstr>
      <vt:lpstr>Herausforderungen im Status Quo</vt:lpstr>
      <vt:lpstr>Vorgehen / Ansatz / Prämissen</vt:lpstr>
      <vt:lpstr>Vorprojekt SNOW – Überblick</vt:lpstr>
      <vt:lpstr>PowerPoint-Präsentation</vt:lpstr>
      <vt:lpstr>PowerPoint-Präsentation</vt:lpstr>
      <vt:lpstr>Vorprojekt SNOW – Ergebnisse (1 von 2)</vt:lpstr>
      <vt:lpstr>Vorprojekt SNOW – Ergebnisse (2 von 2)</vt:lpstr>
      <vt:lpstr>PowerPoint-Präsentation</vt:lpstr>
      <vt:lpstr>Lessons Learned MSPO</vt:lpstr>
      <vt:lpstr>Weiteres Vorgehen SNOW</vt:lpstr>
      <vt:lpstr>PowerPoint-Präsentation</vt:lpstr>
      <vt:lpstr>PowerPoint-Präsentation</vt:lpstr>
      <vt:lpstr>Bewertung der Plattformstrategie mit ServiceNow</vt:lpstr>
      <vt:lpstr>PowerPoint-Präsentation</vt:lpstr>
      <vt:lpstr>PowerPoint-Präsentation</vt:lpstr>
      <vt:lpstr>PowerPoint-Präsentation</vt:lpstr>
      <vt:lpstr>Status Quo</vt:lpstr>
      <vt:lpstr>Status Quo: IT Demand and Project landscape </vt:lpstr>
      <vt:lpstr>Steuerungs- und Transparenzebenen im Strategischen PPM</vt:lpstr>
      <vt:lpstr>PowerPoint-Präsentation</vt:lpstr>
      <vt:lpstr>Ausgangslange</vt:lpstr>
    </vt:vector>
  </TitlesOfParts>
  <Manager/>
  <Company>ERR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D1/MC2 Ecke, Oliver</dc:creator>
  <cp:lastModifiedBy>D8/ODS Passaro, Alexander</cp:lastModifiedBy>
  <cp:revision>23</cp:revision>
  <dcterms:created xsi:type="dcterms:W3CDTF">2025-07-07T10:08:27Z</dcterms:created>
  <dcterms:modified xsi:type="dcterms:W3CDTF">2026-05-11T07:30:42Z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tentTypeId">
    <vt:lpwstr>0x01010020C0303EFA73FE4CB2BBEDAB929C7991</vt:lpwstr>
  </property>
  <property fmtid="{D5CDD505-2E9C-101B-9397-08002B2CF9AE}" pid="3" name="Verantwortlicher">
    <vt:lpwstr/>
  </property>
  <property fmtid="{D5CDD505-2E9C-101B-9397-08002B2CF9AE}" pid="4" name="MSIP_Label_f336f76c-dfa2-4ce6-8362-305539f7b79a_Enabled">
    <vt:lpwstr>true</vt:lpwstr>
  </property>
  <property fmtid="{D5CDD505-2E9C-101B-9397-08002B2CF9AE}" pid="5" name="MSIP_Label_f336f76c-dfa2-4ce6-8362-305539f7b79a_SetDate">
    <vt:lpwstr>2023-12-12T09:44:36Z</vt:lpwstr>
  </property>
  <property fmtid="{D5CDD505-2E9C-101B-9397-08002B2CF9AE}" pid="6" name="MSIP_Label_f336f76c-dfa2-4ce6-8362-305539f7b79a_Method">
    <vt:lpwstr>Privileged</vt:lpwstr>
  </property>
  <property fmtid="{D5CDD505-2E9C-101B-9397-08002B2CF9AE}" pid="7" name="MSIP_Label_f336f76c-dfa2-4ce6-8362-305539f7b79a_Name">
    <vt:lpwstr>Internal</vt:lpwstr>
  </property>
  <property fmtid="{D5CDD505-2E9C-101B-9397-08002B2CF9AE}" pid="8" name="MSIP_Label_f336f76c-dfa2-4ce6-8362-305539f7b79a_SiteId">
    <vt:lpwstr>702ed1df-fbf3-42e7-a14d-db80a314e632</vt:lpwstr>
  </property>
  <property fmtid="{D5CDD505-2E9C-101B-9397-08002B2CF9AE}" pid="9" name="MSIP_Label_f336f76c-dfa2-4ce6-8362-305539f7b79a_ActionId">
    <vt:lpwstr>f25fa44d-eaa3-46d9-9d6a-7f6f55407eae</vt:lpwstr>
  </property>
  <property fmtid="{D5CDD505-2E9C-101B-9397-08002B2CF9AE}" pid="10" name="MSIP_Label_f336f76c-dfa2-4ce6-8362-305539f7b79a_ContentBits">
    <vt:lpwstr>1</vt:lpwstr>
  </property>
  <property fmtid="{D5CDD505-2E9C-101B-9397-08002B2CF9AE}" pid="11" name="MediaServiceImageTags">
    <vt:lpwstr/>
  </property>
</Properties>
</file>