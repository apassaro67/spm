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bin" ContentType="application/vnd.openxmlformats-officedocument.oleObject"/>
  <Override PartName="/ppt/embeddings/oleObject20.bin" ContentType="application/vnd.openxmlformats-officedocument.oleObject"/>
  <Override PartName="/ppt/embeddings/oleObject21.bin" ContentType="application/vnd.openxmlformats-officedocument.oleObject"/>
  <Override PartName="/ppt/embeddings/oleObject22.bin" ContentType="application/vnd.openxmlformats-officedocument.oleObject"/>
  <Override PartName="/ppt/embeddings/oleObject23.bin" ContentType="application/vnd.openxmlformats-officedocument.oleObject"/>
  <Override PartName="/ppt/embeddings/oleObject24.bin" ContentType="application/vnd.openxmlformats-officedocument.oleObject"/>
  <Override PartName="/ppt/embeddings/oleObject25.bin" ContentType="application/vnd.openxmlformats-officedocument.oleObject"/>
  <Override PartName="/ppt/embeddings/oleObject26.bin" ContentType="application/vnd.openxmlformats-officedocument.oleObject"/>
  <Override PartName="/ppt/embeddings/oleObject27.bin" ContentType="application/vnd.openxmlformats-officedocument.oleObject"/>
  <Override PartName="/ppt/embeddings/oleObject28.bin" ContentType="application/vnd.openxmlformats-officedocument.oleObject"/>
  <Override PartName="/ppt/embeddings/oleObject29.bin" ContentType="application/vnd.openxmlformats-officedocument.oleObject"/>
  <Override PartName="/ppt/embeddings/oleObject3.bin" ContentType="application/vnd.openxmlformats-officedocument.oleObject"/>
  <Override PartName="/ppt/embeddings/oleObject30.bin" ContentType="application/vnd.openxmlformats-officedocument.oleObject"/>
  <Override PartName="/ppt/embeddings/oleObject31.bin" ContentType="application/vnd.openxmlformats-officedocument.oleObject"/>
  <Override PartName="/ppt/embeddings/oleObject32.bin" ContentType="application/vnd.openxmlformats-officedocument.oleObject"/>
  <Override PartName="/ppt/embeddings/oleObject33.bin" ContentType="application/vnd.openxmlformats-officedocument.oleObject"/>
  <Override PartName="/ppt/embeddings/oleObject34.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media/image10.svg" ContentType="image/svg+xml"/>
  <Override PartName="/ppt/media/image11.svg" ContentType="image/svg+xml"/>
  <Override PartName="/ppt/media/image12.svg" ContentType="image/svg+xml"/>
  <Override PartName="/ppt/media/image14.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3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 id="2147483714" r:id="rId5"/>
  </p:sldMasterIdLst>
  <p:notesMasterIdLst>
    <p:notesMasterId r:id="rId28"/>
  </p:notesMasterIdLst>
  <p:sldIdLst>
    <p:sldId id="286" r:id="rId6"/>
    <p:sldId id="2147483631" r:id="rId7"/>
    <p:sldId id="2147483629" r:id="rId8"/>
    <p:sldId id="2147483576" r:id="rId9"/>
    <p:sldId id="2147483646" r:id="rId10"/>
    <p:sldId id="2147472226" r:id="rId11"/>
    <p:sldId id="287" r:id="rId12"/>
    <p:sldId id="2147483635" r:id="rId13"/>
    <p:sldId id="2147483636" r:id="rId14"/>
    <p:sldId id="2147483634" r:id="rId15"/>
    <p:sldId id="2147483638" r:id="rId16"/>
    <p:sldId id="2147483632" r:id="rId17"/>
    <p:sldId id="2147483633" r:id="rId18"/>
    <p:sldId id="2147483641" r:id="rId19"/>
    <p:sldId id="2147483639" r:id="rId20"/>
    <p:sldId id="2147483642" r:id="rId21"/>
    <p:sldId id="2147483644" r:id="rId22"/>
    <p:sldId id="2147483645" r:id="rId23"/>
    <p:sldId id="2147483647" r:id="rId37"/>
    <p:sldId id="256" r:id="rId38"/>
    <p:sldId id="257" r:id="rId39"/>
    <p:sldId id="258" r:id="rId40"/>
    <p:sldId id="259" r:id="rId41"/>
    <p:sldId id="260" r:id="rId42"/>
    <p:sldId id="261" r:id="rId43"/>
    <p:sldId id="2147483640" r:id="rId24"/>
    <p:sldId id="2147483643" r:id="rId25"/>
    <p:sldId id="288" r:id="rId26"/>
    <p:sldId id="2147483637" r:id="rId27"/>
  </p:sldIdLst>
  <p:sldSz cx="12192000" cy="6858000"/>
  <p:notesSz cx="6858000" cy="9144000"/>
  <p:custDataLst>
    <p:tags r:id="rId29"/>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9A4B59B0-57A2-4D9E-991F-142287BBE348}">
          <p14:sldIdLst>
            <p14:sldId id="286"/>
            <p14:sldId id="2147483631"/>
            <p14:sldId id="2147483629"/>
            <p14:sldId id="2147483576"/>
            <p14:sldId id="2147483646"/>
            <p14:sldId id="2147472226"/>
            <p14:sldId id="287"/>
            <p14:sldId id="2147483635"/>
            <p14:sldId id="2147483636"/>
            <p14:sldId id="2147483634"/>
            <p14:sldId id="2147483638"/>
            <p14:sldId id="2147483632"/>
          </p14:sldIdLst>
        </p14:section>
        <p14:section name="KI (Michael)" id="{C76FF65F-CDE2-4727-929C-B04A3226765B}">
          <p14:sldIdLst>
            <p14:sldId id="2147483633"/>
            <p14:sldId id="2147483641"/>
          </p14:sldIdLst>
        </p14:section>
        <p14:section name="Cyber Security (Florian)" id="{4EA8BEF8-CB32-4A20-827E-389EBDAB60D5}">
          <p14:sldIdLst>
            <p14:sldId id="2147483639"/>
            <p14:sldId id="2147483642"/>
            <p14:sldId id="2147483644"/>
            <p14:sldId id="2147483645"/>
          </p14:sldIdLst>
        </p14:section>
        <p14:section name="DC; Service Mgmt; Support (Alex)" id="{88553D03-8CC3-44A2-8CA9-6F25735CA3CB}">
          <p14:sldIdLst>
            <p14:sldId id="2147483640"/>
            <p14:sldId id="2147483643"/>
            <p14:sldId id="288"/>
            <p14:sldId id="214748363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405984B-D1C3-98BF-F570-99FB4A523287}" name="D8/GSP Straub, Oliver" initials="OS" userId="S::oliver.straub@stihl.de::176bcc7f-a3a9-45bc-b58a-18fe1828a45f" providerId="AD"/>
  <p188:author id="{E77B7F50-3772-AF3D-F116-CDE972012CDD}" name="D8/ISS-ki Kaiser, Maya" initials="MK" userId="S::maya.kaiser@stihl.de::c8626286-0e16-492b-bf64-394356081fdd" providerId="AD"/>
  <p188:author id="{E8AA8BAE-D1FC-508C-EDE2-0CA382D6CE08}" name="D8/ISS Hauke, Dirk" initials="DH" userId="S::dirk.hauke@stihl.de::5471c1bb-ee13-401d-997b-afd7a76a5cd7" providerId="AD"/>
  <p188:author id="{53824CFF-E7B9-A7FD-E1AD-A1E7D7299068}" name="D8/OIS Schletterer, Michael" initials="DM" userId="S::michael.schletterer@stihl.com::78a12000-680b-4618-9f04-730d3a20c98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1/MCD Brenner, Damaris" initials="DB" lastIdx="12" clrIdx="0">
    <p:extLst>
      <p:ext uri="{19B8F6BF-5375-455C-9EA6-DF929625EA0E}">
        <p15:presenceInfo xmlns:p15="http://schemas.microsoft.com/office/powerpoint/2012/main" userId="S::damaris.brenner@stihl.de::c0224df7-585a-493d-840a-5fc0188c5fc4" providerId="AD"/>
      </p:ext>
    </p:extLst>
  </p:cmAuthor>
  <p:cmAuthor id="2" name="D1/MCG-sr Schramm, Benedikt" initials="DB" lastIdx="2" clrIdx="1">
    <p:extLst>
      <p:ext uri="{19B8F6BF-5375-455C-9EA6-DF929625EA0E}">
        <p15:presenceInfo xmlns:p15="http://schemas.microsoft.com/office/powerpoint/2012/main" userId="S::benedikt.schramm@stihl.de::b9b01b33-59af-4d45-91d2-53f551bfe4e7" providerId="AD"/>
      </p:ext>
    </p:extLst>
  </p:cmAuthor>
  <p:cmAuthor id="3" name="D1/MC2 Ecke, Oliver" initials="OE" lastIdx="1" clrIdx="2">
    <p:extLst>
      <p:ext uri="{19B8F6BF-5375-455C-9EA6-DF929625EA0E}">
        <p15:presenceInfo xmlns:p15="http://schemas.microsoft.com/office/powerpoint/2012/main" userId="S::oliver.ecke@stihl.de::ec09961d-ee56-4f4a-96cf-13a7f9ec3e5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85AAE9-A05A-D837-6D51-4C5DD2829118}" v="92" dt="2026-06-18T15:49:04.8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8" d="100"/>
          <a:sy n="88" d="100"/>
        </p:scale>
        <p:origin x="466" y="91"/>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notesMaster" Target="notesMasters/notesMaster1.xml"/><Relationship Id="rId29" Type="http://schemas.openxmlformats.org/officeDocument/2006/relationships/tags" Target="tags/tag1.xml"/><Relationship Id="rId30" Type="http://schemas.openxmlformats.org/officeDocument/2006/relationships/commentAuthors" Target="commentAuthors.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35" Type="http://schemas.microsoft.com/office/2015/10/relationships/revisionInfo" Target="revisionInfo.xml"/><Relationship Id="rId36" Type="http://schemas.microsoft.com/office/2018/10/relationships/authors" Target="authors.xml"/><Relationship Id="rId37" Type="http://schemas.openxmlformats.org/officeDocument/2006/relationships/slide" Target="slides/slide23.xml"/><Relationship Id="rId38" Type="http://schemas.openxmlformats.org/officeDocument/2006/relationships/slide" Target="slides/slide24.xml"/><Relationship Id="rId39" Type="http://schemas.openxmlformats.org/officeDocument/2006/relationships/slide" Target="slides/slide25.xml"/><Relationship Id="rId40" Type="http://schemas.openxmlformats.org/officeDocument/2006/relationships/slide" Target="slides/slide26.xml"/><Relationship Id="rId41" Type="http://schemas.openxmlformats.org/officeDocument/2006/relationships/slide" Target="slides/slide27.xml"/><Relationship Id="rId42" Type="http://schemas.openxmlformats.org/officeDocument/2006/relationships/slide" Target="slides/slide28.xml"/><Relationship Id="rId43"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39CC96-28B7-4EB5-AF28-4751D63D6205}" type="datetimeFigureOut">
              <a:rPr lang="de-DE" smtClean="0"/>
              <a:t>19.06.2026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3E65A7-789D-47E6-985F-DF61FF0CF576}" type="slidenum">
              <a:rPr lang="de-DE" smtClean="0"/>
              <a:t>‹Nr.›</a:t>
            </a:fld>
            <a:endParaRPr lang="de-DE"/>
          </a:p>
        </p:txBody>
      </p:sp>
    </p:spTree>
    <p:extLst>
      <p:ext uri="{BB962C8B-B14F-4D97-AF65-F5344CB8AC3E}">
        <p14:creationId xmlns:p14="http://schemas.microsoft.com/office/powerpoint/2010/main" val="29860411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89DD5-A903-BDEF-3A17-2376EA29B978}"/>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088B148-2428-A9EF-7D50-07E231C593A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6CE14770-253F-714C-CF3C-785E876CE380}"/>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EBE94768-E058-B156-0CC9-D7C46999753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3E65A7-789D-47E6-985F-DF61FF0CF576}"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441536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fontAlgn="t">
              <a:lnSpc>
                <a:spcPts val="1500"/>
              </a:lnSpc>
              <a:spcAft>
                <a:spcPts val="0"/>
              </a:spcAft>
            </a:pPr>
            <a:r>
              <a:rPr lang="en" sz="1200"/>
              <a:t>Goal</a:t>
            </a:r>
          </a:p>
          <a:p>
            <a:pPr fontAlgn="t">
              <a:lnSpc>
                <a:spcPts val="1500"/>
              </a:lnSpc>
              <a:spcAft>
                <a:spcPts val="0"/>
              </a:spcAft>
            </a:pPr>
            <a:r>
              <a:rPr lang="en" sz="1200"/>
              <a:t>IPS (Integrated Processes and Solutions) is a </a:t>
            </a:r>
            <a:r>
              <a:rPr lang="en" sz="1200" b="1">
                <a:solidFill>
                  <a:schemeClr val="accent2"/>
                </a:solidFill>
              </a:rPr>
              <a:t>global organization </a:t>
            </a:r>
            <a:r>
              <a:rPr lang="en" sz="1200"/>
              <a:t>that combines process excellence and IT integration. </a:t>
            </a:r>
          </a:p>
          <a:p>
            <a:pPr fontAlgn="t">
              <a:lnSpc>
                <a:spcPts val="1500"/>
              </a:lnSpc>
              <a:spcAft>
                <a:spcPts val="0"/>
              </a:spcAft>
            </a:pPr>
            <a:r>
              <a:rPr lang="en" sz="1200"/>
              <a:t>The aim is to </a:t>
            </a:r>
            <a:r>
              <a:rPr lang="en" sz="1200" b="1">
                <a:solidFill>
                  <a:schemeClr val="accent2"/>
                </a:solidFill>
              </a:rPr>
              <a:t>harmonize business processes, IT solutions and data </a:t>
            </a:r>
            <a:r>
              <a:rPr lang="en" sz="1200"/>
              <a:t>in order to increase </a:t>
            </a:r>
            <a:r>
              <a:rPr lang="en" sz="1200" b="1">
                <a:solidFill>
                  <a:schemeClr val="accent2"/>
                </a:solidFill>
              </a:rPr>
              <a:t>standards, security and efficiency</a:t>
            </a:r>
            <a:r>
              <a:rPr lang="en" sz="1200">
                <a:solidFill>
                  <a:schemeClr val="accent2"/>
                </a:solidFill>
              </a:rPr>
              <a:t>. </a:t>
            </a:r>
          </a:p>
          <a:p>
            <a:pPr fontAlgn="t">
              <a:lnSpc>
                <a:spcPts val="1500"/>
              </a:lnSpc>
              <a:spcAft>
                <a:spcPts val="0"/>
              </a:spcAft>
            </a:pPr>
            <a:r>
              <a:rPr lang="en" sz="1200"/>
              <a:t>IPS is responsible for architecture, governance, security, operations, and end-to-end process integration</a:t>
            </a:r>
          </a:p>
          <a:p>
            <a:endParaRPr lang="de-DE"/>
          </a:p>
          <a:p>
            <a:r>
              <a:rPr lang="de-DE"/>
              <a:t>IT Market &amp; Challenges</a:t>
            </a:r>
          </a:p>
          <a:p>
            <a:pPr marL="285750" indent="-285750" fontAlgn="t">
              <a:lnSpc>
                <a:spcPts val="1500"/>
              </a:lnSpc>
              <a:buClr>
                <a:srgbClr val="F37A1F"/>
              </a:buClr>
              <a:buFont typeface="Wingdings" panose="05000000000000000000" pitchFamily="2" charset="2"/>
              <a:buChar char="§"/>
            </a:pPr>
            <a:r>
              <a:rPr lang="en" sz="1200"/>
              <a:t>IT market is growing steadily (4-5% CAGR).</a:t>
            </a:r>
          </a:p>
          <a:p>
            <a:pPr marL="285750" indent="-285750" fontAlgn="t">
              <a:lnSpc>
                <a:spcPts val="1500"/>
              </a:lnSpc>
              <a:buClr>
                <a:srgbClr val="F37A1F"/>
              </a:buClr>
              <a:buFont typeface="Wingdings" panose="05000000000000000000" pitchFamily="2" charset="2"/>
              <a:buChar char="§"/>
            </a:pPr>
            <a:r>
              <a:rPr lang="en" sz="1200"/>
              <a:t>Challenges include skill </a:t>
            </a:r>
            <a:r>
              <a:rPr lang="en" sz="1200" b="1"/>
              <a:t>shortages</a:t>
            </a:r>
            <a:r>
              <a:rPr lang="en" sz="1200"/>
              <a:t> (Cyber security, AI, Cloud), </a:t>
            </a:r>
            <a:r>
              <a:rPr lang="en" sz="1200" b="1"/>
              <a:t>cyber threats &amp; compliance</a:t>
            </a:r>
            <a:r>
              <a:rPr lang="en" sz="1200"/>
              <a:t> (e.g., AI-Act), controlling </a:t>
            </a:r>
            <a:r>
              <a:rPr lang="en" sz="1200" b="1"/>
              <a:t>cloud costs</a:t>
            </a:r>
            <a:r>
              <a:rPr lang="en" sz="1200"/>
              <a:t>, and quickly </a:t>
            </a:r>
            <a:r>
              <a:rPr lang="en" sz="1200" b="1"/>
              <a:t>implementing innovations</a:t>
            </a:r>
          </a:p>
          <a:p>
            <a:pPr marL="285750" indent="-285750" fontAlgn="t">
              <a:lnSpc>
                <a:spcPts val="1500"/>
              </a:lnSpc>
              <a:buClr>
                <a:srgbClr val="F37A1F"/>
              </a:buClr>
              <a:buFont typeface="Wingdings" panose="05000000000000000000" pitchFamily="2" charset="2"/>
              <a:buChar char="§"/>
            </a:pPr>
            <a:r>
              <a:rPr lang="en" sz="1200"/>
              <a:t>IT departments need to evolve from reactive support into </a:t>
            </a:r>
            <a:r>
              <a:rPr lang="en" sz="1200" b="1"/>
              <a:t>a strategic partner </a:t>
            </a:r>
          </a:p>
          <a:p>
            <a:endParaRPr lang="de-DE"/>
          </a:p>
          <a:p>
            <a:r>
              <a:rPr lang="de-DE"/>
              <a:t>Vision &amp; Organizational Model</a:t>
            </a:r>
          </a:p>
          <a:p>
            <a:pPr marL="285750" indent="-285750" fontAlgn="t">
              <a:lnSpc>
                <a:spcPts val="1500"/>
              </a:lnSpc>
              <a:buClr>
                <a:srgbClr val="F37A1F"/>
              </a:buClr>
              <a:buFont typeface="Wingdings" panose="05000000000000000000" pitchFamily="2" charset="2"/>
              <a:buChar char="§"/>
            </a:pPr>
            <a:r>
              <a:rPr lang="en" sz="1300"/>
              <a:t>IPS offers an integrated model with </a:t>
            </a:r>
            <a:r>
              <a:rPr lang="en" sz="1300" b="1"/>
              <a:t>clear role models and responsibilities</a:t>
            </a:r>
            <a:r>
              <a:rPr lang="en" sz="1300"/>
              <a:t>: </a:t>
            </a:r>
          </a:p>
          <a:p>
            <a:pPr marL="742950" lvl="1" indent="-285750" fontAlgn="t">
              <a:lnSpc>
                <a:spcPts val="1500"/>
              </a:lnSpc>
              <a:buClr>
                <a:srgbClr val="F37A1F"/>
              </a:buClr>
              <a:buFont typeface="Wingdings" panose="05000000000000000000" pitchFamily="2" charset="2"/>
              <a:buChar char="§"/>
            </a:pPr>
            <a:r>
              <a:rPr lang="en" sz="1300"/>
              <a:t>Business Relationship Manager (BRM) / Process Integrator: Interface to the departments</a:t>
            </a:r>
          </a:p>
          <a:p>
            <a:pPr marL="742950" lvl="1" indent="-285750" fontAlgn="t">
              <a:lnSpc>
                <a:spcPts val="1500"/>
              </a:lnSpc>
              <a:buClr>
                <a:srgbClr val="F37A1F"/>
              </a:buClr>
              <a:buFont typeface="Wingdings" panose="05000000000000000000" pitchFamily="2" charset="2"/>
              <a:buChar char="§"/>
            </a:pPr>
            <a:r>
              <a:rPr lang="en" sz="1300"/>
              <a:t>Solution Architect: End-to-End Solutions</a:t>
            </a:r>
          </a:p>
          <a:p>
            <a:pPr marL="742950" lvl="1" indent="-285750" fontAlgn="t">
              <a:lnSpc>
                <a:spcPts val="1500"/>
              </a:lnSpc>
              <a:buClr>
                <a:srgbClr val="F37A1F"/>
              </a:buClr>
              <a:buFont typeface="Wingdings" panose="05000000000000000000" pitchFamily="2" charset="2"/>
              <a:buChar char="§"/>
            </a:pPr>
            <a:r>
              <a:rPr lang="en" sz="1300"/>
              <a:t>Service Owner: Operation &amp; Development</a:t>
            </a:r>
          </a:p>
          <a:p>
            <a:pPr marL="285750" indent="-285750" fontAlgn="t">
              <a:lnSpc>
                <a:spcPts val="1500"/>
              </a:lnSpc>
              <a:buClr>
                <a:srgbClr val="F37A1F"/>
              </a:buClr>
              <a:buFont typeface="Wingdings" panose="05000000000000000000" pitchFamily="2" charset="2"/>
              <a:buChar char="§"/>
            </a:pPr>
            <a:r>
              <a:rPr lang="en" sz="1300"/>
              <a:t>Focus categories are </a:t>
            </a:r>
            <a:r>
              <a:rPr lang="en" sz="1300" b="1"/>
              <a:t>Corporate Solutions, Market Facing Solutions and Product Solutions</a:t>
            </a:r>
          </a:p>
          <a:p>
            <a:pPr marL="285750" indent="-285750" fontAlgn="t">
              <a:lnSpc>
                <a:spcPts val="1500"/>
              </a:lnSpc>
              <a:buClr>
                <a:srgbClr val="F37A1F"/>
              </a:buClr>
              <a:buFont typeface="Wingdings" panose="05000000000000000000" pitchFamily="2" charset="2"/>
              <a:buChar char="§"/>
            </a:pPr>
            <a:r>
              <a:rPr lang="en" sz="1300"/>
              <a:t>Principles: Governance, standardization, rapid integration of innovations.</a:t>
            </a:r>
          </a:p>
          <a:p>
            <a:endParaRPr lang="de-DE"/>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3E65A7-789D-47E6-985F-DF61FF0CF576}"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391991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a:p>
        </p:txBody>
      </p:sp>
      <p:sp>
        <p:nvSpPr>
          <p:cNvPr id="4" name="Slide Number Placeholder 3"/>
          <p:cNvSpPr>
            <a:spLocks noGrp="1"/>
          </p:cNvSpPr>
          <p:nvPr>
            <p:ph type="sldNum" sz="quarter" idx="5"/>
          </p:nvPr>
        </p:nvSpPr>
        <p:spPr/>
        <p:txBody>
          <a:bodyPr/>
          <a:lstStyle/>
          <a:p>
            <a:fld id="{06558E9E-8C2F-644E-88C1-EB8AD46A6F86}" type="slidenum">
              <a:rPr lang="en-GB" smtClean="0"/>
              <a:pPr/>
              <a:t>6</a:t>
            </a:fld>
            <a:endParaRPr lang="en-GB"/>
          </a:p>
        </p:txBody>
      </p:sp>
    </p:spTree>
    <p:extLst>
      <p:ext uri="{BB962C8B-B14F-4D97-AF65-F5344CB8AC3E}">
        <p14:creationId xmlns:p14="http://schemas.microsoft.com/office/powerpoint/2010/main" val="6134619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001E7-4AEE-34A3-AAF7-281C83E89D9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97F16F0-1F69-8292-B762-F485E6198A6E}"/>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F31D4B22-AD9E-E339-2FC2-3E1AA82F170E}"/>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3B4D139B-32E8-6477-CFFD-205D5DC1372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3E65A7-789D-47E6-985F-DF61FF0CF576}"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8873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E0CB2-701C-D0A3-470C-386904A1540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0A651A8-4F93-5D89-9057-EF4D5FB02C2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C6A4D1B5-D358-63E4-2DAF-A7DFB61D87A8}"/>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6BC1F7BA-7E8D-B170-86AD-00B33AA4A0F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3E65A7-789D-47E6-985F-DF61FF0CF576}"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98347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2496E-A36C-B86E-92D6-04925A030F3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730FF09-B9F0-BC55-9442-93B476F6A2E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EFA23492-4FC2-4B21-71DB-9FACAEEFB91F}"/>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FA5CF715-C135-3892-1DB1-8F1B1BD8EA7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3E65A7-789D-47E6-985F-DF61FF0CF576}"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596991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43AF83F4-A8C1-4355-AA0F-472393D0FD69}" type="slidenum">
              <a:rPr lang="de-DE" smtClean="0"/>
              <a:t>21</a:t>
            </a:fld>
            <a:endParaRPr lang="de-DE"/>
          </a:p>
        </p:txBody>
      </p:sp>
    </p:spTree>
    <p:extLst>
      <p:ext uri="{BB962C8B-B14F-4D97-AF65-F5344CB8AC3E}">
        <p14:creationId xmlns:p14="http://schemas.microsoft.com/office/powerpoint/2010/main" val="29249584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tags" Target="../tags/tag5.xml"/><Relationship Id="rId3" Type="http://schemas.openxmlformats.org/officeDocument/2006/relationships/slideMaster" Target="../slideMasters/slideMaster1.xml"/><Relationship Id="rId4" Type="http://schemas.openxmlformats.org/officeDocument/2006/relationships/oleObject" Target="../embeddings/oleObject2.bin"/><Relationship Id="rId5" Type="http://schemas.openxmlformats.org/officeDocument/2006/relationships/image" Target="../media/image3.emf"/><Relationship Id="rId6" Type="http://schemas.openxmlformats.org/officeDocument/2006/relationships/image" Target="../media/image4.png"/><Relationship Id="rId7" Type="http://schemas.openxmlformats.org/officeDocument/2006/relationships/hyperlink" Target="https://dam.stihl.com/" TargetMode="External"/></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slideMaster" Target="../slideMasters/slideMaster1.xml"/><Relationship Id="rId4" Type="http://schemas.openxmlformats.org/officeDocument/2006/relationships/oleObject" Target="../embeddings/oleObject3.bin"/><Relationship Id="rId5" Type="http://schemas.openxmlformats.org/officeDocument/2006/relationships/image" Target="../media/image3.emf"/><Relationship Id="rId6" Type="http://schemas.openxmlformats.org/officeDocument/2006/relationships/image" Target="../media/image4.png"/><Relationship Id="rId7" Type="http://schemas.openxmlformats.org/officeDocument/2006/relationships/hyperlink" Target="https://dam.stihl.com/" TargetMode="External"/></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tags" Target="../tags/tag9.xml"/><Relationship Id="rId3" Type="http://schemas.openxmlformats.org/officeDocument/2006/relationships/slideMaster" Target="../slideMasters/slideMaster1.xml"/><Relationship Id="rId4" Type="http://schemas.openxmlformats.org/officeDocument/2006/relationships/oleObject" Target="../embeddings/oleObject4.bin"/><Relationship Id="rId5" Type="http://schemas.openxmlformats.org/officeDocument/2006/relationships/image" Target="../media/image3.emf"/><Relationship Id="rId6" Type="http://schemas.openxmlformats.org/officeDocument/2006/relationships/image" Target="../media/image2.png"/><Relationship Id="rId7" Type="http://schemas.openxmlformats.org/officeDocument/2006/relationships/hyperlink" Target="https://dam.stihl.com/" TargetMode="External"/></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tags" Target="../tags/tag11.xml"/><Relationship Id="rId3" Type="http://schemas.openxmlformats.org/officeDocument/2006/relationships/slideMaster" Target="../slideMasters/slideMaster1.xml"/><Relationship Id="rId4" Type="http://schemas.openxmlformats.org/officeDocument/2006/relationships/oleObject" Target="../embeddings/oleObject5.bin"/><Relationship Id="rId5"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tags" Target="../tags/tag13.xml"/><Relationship Id="rId3" Type="http://schemas.openxmlformats.org/officeDocument/2006/relationships/slideMaster" Target="../slideMasters/slideMaster1.xml"/><Relationship Id="rId4" Type="http://schemas.openxmlformats.org/officeDocument/2006/relationships/oleObject" Target="../embeddings/oleObject6.bin"/><Relationship Id="rId5"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tags" Target="../tags/tag15.xml"/><Relationship Id="rId3" Type="http://schemas.openxmlformats.org/officeDocument/2006/relationships/slideMaster" Target="../slideMasters/slideMaster1.xml"/><Relationship Id="rId4" Type="http://schemas.openxmlformats.org/officeDocument/2006/relationships/oleObject" Target="../embeddings/oleObject7.bin"/><Relationship Id="rId5"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tags" Target="../tags/tag17.xml"/><Relationship Id="rId3" Type="http://schemas.openxmlformats.org/officeDocument/2006/relationships/slideMaster" Target="../slideMasters/slideMaster1.xml"/><Relationship Id="rId4" Type="http://schemas.openxmlformats.org/officeDocument/2006/relationships/oleObject" Target="../embeddings/oleObject8.bin"/><Relationship Id="rId5"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tags" Target="../tags/tag19.xml"/><Relationship Id="rId3" Type="http://schemas.openxmlformats.org/officeDocument/2006/relationships/slideMaster" Target="../slideMasters/slideMaster1.xml"/><Relationship Id="rId4" Type="http://schemas.openxmlformats.org/officeDocument/2006/relationships/oleObject" Target="../embeddings/oleObject3.bin"/><Relationship Id="rId5" Type="http://schemas.openxmlformats.org/officeDocument/2006/relationships/image" Target="../media/image3.emf"/><Relationship Id="rId6"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tags" Target="../tags/tag21.xml"/><Relationship Id="rId3" Type="http://schemas.openxmlformats.org/officeDocument/2006/relationships/slideMaster" Target="../slideMasters/slideMaster1.xml"/><Relationship Id="rId4" Type="http://schemas.openxmlformats.org/officeDocument/2006/relationships/oleObject" Target="../embeddings/oleObject9.bin"/><Relationship Id="rId5"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tags" Target="../tags/tag23.xml"/><Relationship Id="rId3" Type="http://schemas.openxmlformats.org/officeDocument/2006/relationships/slideMaster" Target="../slideMasters/slideMaster1.xml"/><Relationship Id="rId4" Type="http://schemas.openxmlformats.org/officeDocument/2006/relationships/oleObject" Target="../embeddings/oleObject10.bin"/><Relationship Id="rId5"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1.xml"/><Relationship Id="rId3" Type="http://schemas.openxmlformats.org/officeDocument/2006/relationships/oleObject" Target="../embeddings/oleObject11.bin"/><Relationship Id="rId4" Type="http://schemas.openxmlformats.org/officeDocument/2006/relationships/image" Target="../media/image3.emf"/></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1.xml"/><Relationship Id="rId3" Type="http://schemas.openxmlformats.org/officeDocument/2006/relationships/oleObject" Target="../embeddings/oleObject11.bin"/><Relationship Id="rId4" Type="http://schemas.openxmlformats.org/officeDocument/2006/relationships/image" Target="../media/image3.emf"/></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tags" Target="../tags/tag27.xml"/><Relationship Id="rId3" Type="http://schemas.openxmlformats.org/officeDocument/2006/relationships/slideMaster" Target="../slideMasters/slideMaster1.xml"/><Relationship Id="rId4" Type="http://schemas.openxmlformats.org/officeDocument/2006/relationships/oleObject" Target="../embeddings/oleObject12.bin"/><Relationship Id="rId5"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Master" Target="../slideMasters/slideMaster1.xml"/><Relationship Id="rId3" Type="http://schemas.openxmlformats.org/officeDocument/2006/relationships/oleObject" Target="../embeddings/oleObject11.bin"/><Relationship Id="rId4" Type="http://schemas.openxmlformats.org/officeDocument/2006/relationships/image" Target="../media/image3.emf"/></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Master" Target="../slideMasters/slideMaster1.xml"/><Relationship Id="rId3" Type="http://schemas.openxmlformats.org/officeDocument/2006/relationships/oleObject" Target="../embeddings/oleObject11.bin"/><Relationship Id="rId4" Type="http://schemas.openxmlformats.org/officeDocument/2006/relationships/image" Target="../media/image3.emf"/></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Master" Target="../slideMasters/slideMaster1.xml"/><Relationship Id="rId3" Type="http://schemas.openxmlformats.org/officeDocument/2006/relationships/oleObject" Target="../embeddings/oleObject11.bin"/><Relationship Id="rId4" Type="http://schemas.openxmlformats.org/officeDocument/2006/relationships/image" Target="../media/image3.emf"/></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tags" Target="../tags/tag32.xml"/><Relationship Id="rId3" Type="http://schemas.openxmlformats.org/officeDocument/2006/relationships/slideMaster" Target="../slideMasters/slideMaster1.xml"/><Relationship Id="rId4" Type="http://schemas.openxmlformats.org/officeDocument/2006/relationships/oleObject" Target="../embeddings/oleObject12.bin"/><Relationship Id="rId5"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tags" Target="../tags/tag34.xml"/><Relationship Id="rId3" Type="http://schemas.openxmlformats.org/officeDocument/2006/relationships/slideMaster" Target="../slideMasters/slideMaster1.xml"/><Relationship Id="rId4" Type="http://schemas.openxmlformats.org/officeDocument/2006/relationships/oleObject" Target="../embeddings/oleObject13.bin"/><Relationship Id="rId5" Type="http://schemas.openxmlformats.org/officeDocument/2006/relationships/image" Target="../media/image3.emf"/></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35.xml"/><Relationship Id="rId2" Type="http://schemas.openxmlformats.org/officeDocument/2006/relationships/slideMaster" Target="../slideMasters/slideMaster1.xml"/><Relationship Id="rId3" Type="http://schemas.openxmlformats.org/officeDocument/2006/relationships/oleObject" Target="../embeddings/oleObject11.bin"/><Relationship Id="rId4" Type="http://schemas.openxmlformats.org/officeDocument/2006/relationships/image" Target="../media/image3.emf"/><Relationship Id="rId5"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tags" Target="../tags/tag36.xml"/><Relationship Id="rId2" Type="http://schemas.openxmlformats.org/officeDocument/2006/relationships/slideMaster" Target="../slideMasters/slideMaster1.xml"/><Relationship Id="rId3" Type="http://schemas.openxmlformats.org/officeDocument/2006/relationships/oleObject" Target="../embeddings/oleObject11.bin"/><Relationship Id="rId4" Type="http://schemas.openxmlformats.org/officeDocument/2006/relationships/image" Target="../media/image3.emf"/><Relationship Id="rId5"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tags" Target="../tags/tag37.xml"/><Relationship Id="rId2" Type="http://schemas.openxmlformats.org/officeDocument/2006/relationships/slideMaster" Target="../slideMasters/slideMaster1.xml"/><Relationship Id="rId3" Type="http://schemas.openxmlformats.org/officeDocument/2006/relationships/oleObject" Target="../embeddings/oleObject11.bin"/><Relationship Id="rId4" Type="http://schemas.openxmlformats.org/officeDocument/2006/relationships/image" Target="../media/image3.emf"/><Relationship Id="rId5"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38.xml"/><Relationship Id="rId2" Type="http://schemas.openxmlformats.org/officeDocument/2006/relationships/slideMaster" Target="../slideMasters/slideMaster1.xml"/><Relationship Id="rId3" Type="http://schemas.openxmlformats.org/officeDocument/2006/relationships/oleObject" Target="../embeddings/oleObject11.bin"/><Relationship Id="rId4" Type="http://schemas.openxmlformats.org/officeDocument/2006/relationships/image" Target="../media/image3.emf"/><Relationship Id="rId5"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39.xml"/><Relationship Id="rId2" Type="http://schemas.openxmlformats.org/officeDocument/2006/relationships/slideMaster" Target="../slideMasters/slideMaster1.xml"/><Relationship Id="rId3" Type="http://schemas.openxmlformats.org/officeDocument/2006/relationships/oleObject" Target="../embeddings/oleObject14.bin"/><Relationship Id="rId4" Type="http://schemas.openxmlformats.org/officeDocument/2006/relationships/image" Target="../media/image3.emf"/></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40.xml"/><Relationship Id="rId2" Type="http://schemas.openxmlformats.org/officeDocument/2006/relationships/tags" Target="../tags/tag41.xml"/><Relationship Id="rId3" Type="http://schemas.openxmlformats.org/officeDocument/2006/relationships/slideMaster" Target="../slideMasters/slideMaster1.xml"/><Relationship Id="rId4" Type="http://schemas.openxmlformats.org/officeDocument/2006/relationships/oleObject" Target="../embeddings/oleObject15.bin"/><Relationship Id="rId5" Type="http://schemas.openxmlformats.org/officeDocument/2006/relationships/image" Target="../media/image3.emf"/><Relationship Id="rId6" Type="http://schemas.openxmlformats.org/officeDocument/2006/relationships/image" Target="../media/image2.png"/><Relationship Id="rId7" Type="http://schemas.openxmlformats.org/officeDocument/2006/relationships/hyperlink" Target="https://dam.stihl.com/" TargetMode="External"/><Relationship Id="rId8"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1" Type="http://schemas.openxmlformats.org/officeDocument/2006/relationships/tags" Target="../tags/tag42.xml"/><Relationship Id="rId2" Type="http://schemas.openxmlformats.org/officeDocument/2006/relationships/slideMaster" Target="../slideMasters/slideMaster1.xml"/><Relationship Id="rId3" Type="http://schemas.openxmlformats.org/officeDocument/2006/relationships/oleObject" Target="../embeddings/oleObject16.bin"/><Relationship Id="rId4" Type="http://schemas.openxmlformats.org/officeDocument/2006/relationships/image" Target="../media/image3.emf"/><Relationship Id="rId5" Type="http://schemas.openxmlformats.org/officeDocument/2006/relationships/image" Target="../media/image4.png"/><Relationship Id="rId6" Type="http://schemas.openxmlformats.org/officeDocument/2006/relationships/image" Target="../media/image6.png"/></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43.xml"/><Relationship Id="rId2" Type="http://schemas.openxmlformats.org/officeDocument/2006/relationships/slideMaster" Target="../slideMasters/slideMaster1.xml"/><Relationship Id="rId3" Type="http://schemas.openxmlformats.org/officeDocument/2006/relationships/oleObject" Target="../embeddings/oleObject16.bin"/><Relationship Id="rId4" Type="http://schemas.openxmlformats.org/officeDocument/2006/relationships/image" Target="../media/image3.emf"/></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46.xml"/><Relationship Id="rId2" Type="http://schemas.openxmlformats.org/officeDocument/2006/relationships/tags" Target="../tags/tag47.xml"/><Relationship Id="rId3" Type="http://schemas.openxmlformats.org/officeDocument/2006/relationships/slideMaster" Target="../slideMasters/slideMaster2.xml"/><Relationship Id="rId4" Type="http://schemas.openxmlformats.org/officeDocument/2006/relationships/oleObject" Target="../embeddings/oleObject18.bin"/><Relationship Id="rId5" Type="http://schemas.openxmlformats.org/officeDocument/2006/relationships/image" Target="../media/image3.emf"/><Relationship Id="rId6"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1" Type="http://schemas.openxmlformats.org/officeDocument/2006/relationships/tags" Target="../tags/tag48.xml"/><Relationship Id="rId2" Type="http://schemas.openxmlformats.org/officeDocument/2006/relationships/tags" Target="../tags/tag49.xml"/><Relationship Id="rId3" Type="http://schemas.openxmlformats.org/officeDocument/2006/relationships/slideMaster" Target="../slideMasters/slideMaster2.xml"/><Relationship Id="rId4" Type="http://schemas.openxmlformats.org/officeDocument/2006/relationships/oleObject" Target="../embeddings/oleObject19.bin"/><Relationship Id="rId5" Type="http://schemas.openxmlformats.org/officeDocument/2006/relationships/image" Target="../media/image3.emf"/><Relationship Id="rId6"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50.xml"/><Relationship Id="rId2" Type="http://schemas.openxmlformats.org/officeDocument/2006/relationships/tags" Target="../tags/tag51.xml"/><Relationship Id="rId3" Type="http://schemas.openxmlformats.org/officeDocument/2006/relationships/slideMaster" Target="../slideMasters/slideMaster2.xml"/><Relationship Id="rId4" Type="http://schemas.openxmlformats.org/officeDocument/2006/relationships/oleObject" Target="../embeddings/oleObject15.bin"/><Relationship Id="rId5" Type="http://schemas.openxmlformats.org/officeDocument/2006/relationships/image" Target="../media/image3.emf"/><Relationship Id="rId6"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52.xml"/><Relationship Id="rId2" Type="http://schemas.openxmlformats.org/officeDocument/2006/relationships/tags" Target="../tags/tag53.xml"/><Relationship Id="rId3" Type="http://schemas.openxmlformats.org/officeDocument/2006/relationships/slideMaster" Target="../slideMasters/slideMaster2.xml"/><Relationship Id="rId4" Type="http://schemas.openxmlformats.org/officeDocument/2006/relationships/oleObject" Target="../embeddings/oleObject20.bin"/><Relationship Id="rId5" Type="http://schemas.openxmlformats.org/officeDocument/2006/relationships/image" Target="../media/image1.emf"/></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54.xml"/><Relationship Id="rId2" Type="http://schemas.openxmlformats.org/officeDocument/2006/relationships/tags" Target="../tags/tag55.xml"/><Relationship Id="rId3" Type="http://schemas.openxmlformats.org/officeDocument/2006/relationships/slideMaster" Target="../slideMasters/slideMaster2.xml"/><Relationship Id="rId4" Type="http://schemas.openxmlformats.org/officeDocument/2006/relationships/oleObject" Target="../embeddings/oleObject21.bin"/><Relationship Id="rId5" Type="http://schemas.openxmlformats.org/officeDocument/2006/relationships/image" Target="../media/image1.emf"/></Relationships>
</file>

<file path=ppt/slideLayouts/_rels/slideLayout32.xml.rels><?xml version='1.0' encoding='UTF-8' standalone='yes'?>
<Relationships xmlns="http://schemas.openxmlformats.org/package/2006/relationships"><Relationship Id="rId1" Type="http://schemas.openxmlformats.org/officeDocument/2006/relationships/tags" Target="../tags/tag56.xml"/><Relationship Id="rId2" Type="http://schemas.openxmlformats.org/officeDocument/2006/relationships/tags" Target="../tags/tag57.xml"/><Relationship Id="rId3" Type="http://schemas.openxmlformats.org/officeDocument/2006/relationships/slideMaster" Target="../slideMasters/slideMaster2.xml"/><Relationship Id="rId4" Type="http://schemas.openxmlformats.org/officeDocument/2006/relationships/oleObject" Target="../embeddings/oleObject22.bin"/><Relationship Id="rId5" Type="http://schemas.openxmlformats.org/officeDocument/2006/relationships/image" Target="../media/image1.emf"/></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tags" Target="../tags/tag58.xml"/><Relationship Id="rId2" Type="http://schemas.openxmlformats.org/officeDocument/2006/relationships/tags" Target="../tags/tag59.xml"/><Relationship Id="rId3" Type="http://schemas.openxmlformats.org/officeDocument/2006/relationships/slideMaster" Target="../slideMasters/slideMaster2.xml"/><Relationship Id="rId4" Type="http://schemas.openxmlformats.org/officeDocument/2006/relationships/oleObject" Target="../embeddings/oleObject23.bin"/><Relationship Id="rId5" Type="http://schemas.openxmlformats.org/officeDocument/2006/relationships/image" Target="../media/image1.emf"/></Relationships>
</file>

<file path=ppt/slideLayouts/_rels/slideLayout35.xml.rels><?xml version='1.0' encoding='UTF-8' standalone='yes'?>
<Relationships xmlns="http://schemas.openxmlformats.org/package/2006/relationships"><Relationship Id="rId1" Type="http://schemas.openxmlformats.org/officeDocument/2006/relationships/tags" Target="../tags/tag60.xml"/><Relationship Id="rId2" Type="http://schemas.openxmlformats.org/officeDocument/2006/relationships/tags" Target="../tags/tag61.xml"/><Relationship Id="rId3" Type="http://schemas.openxmlformats.org/officeDocument/2006/relationships/slideMaster" Target="../slideMasters/slideMaster2.xml"/><Relationship Id="rId4" Type="http://schemas.openxmlformats.org/officeDocument/2006/relationships/oleObject" Target="../embeddings/oleObject24.bin"/><Relationship Id="rId5" Type="http://schemas.openxmlformats.org/officeDocument/2006/relationships/image" Target="../media/image3.emf"/><Relationship Id="rId6" Type="http://schemas.openxmlformats.org/officeDocument/2006/relationships/image" Target="../media/image4.png"/></Relationships>
</file>

<file path=ppt/slideLayouts/_rels/slideLayout36.xml.rels><?xml version='1.0' encoding='UTF-8' standalone='yes'?>
<Relationships xmlns="http://schemas.openxmlformats.org/package/2006/relationships"><Relationship Id="rId1" Type="http://schemas.openxmlformats.org/officeDocument/2006/relationships/tags" Target="../tags/tag62.xml"/><Relationship Id="rId2" Type="http://schemas.openxmlformats.org/officeDocument/2006/relationships/tags" Target="../tags/tag63.xml"/><Relationship Id="rId3" Type="http://schemas.openxmlformats.org/officeDocument/2006/relationships/slideMaster" Target="../slideMasters/slideMaster2.xml"/><Relationship Id="rId4" Type="http://schemas.openxmlformats.org/officeDocument/2006/relationships/oleObject" Target="../embeddings/oleObject25.bin"/><Relationship Id="rId5" Type="http://schemas.openxmlformats.org/officeDocument/2006/relationships/image" Target="../media/image1.emf"/></Relationships>
</file>

<file path=ppt/slideLayouts/_rels/slideLayout37.xml.rels><?xml version='1.0' encoding='UTF-8' standalone='yes'?>
<Relationships xmlns="http://schemas.openxmlformats.org/package/2006/relationships"><Relationship Id="rId1" Type="http://schemas.openxmlformats.org/officeDocument/2006/relationships/tags" Target="../tags/tag64.xml"/><Relationship Id="rId2" Type="http://schemas.openxmlformats.org/officeDocument/2006/relationships/tags" Target="../tags/tag65.xml"/><Relationship Id="rId3" Type="http://schemas.openxmlformats.org/officeDocument/2006/relationships/slideMaster" Target="../slideMasters/slideMaster2.xml"/><Relationship Id="rId4" Type="http://schemas.openxmlformats.org/officeDocument/2006/relationships/oleObject" Target="../embeddings/oleObject26.bin"/><Relationship Id="rId5" Type="http://schemas.openxmlformats.org/officeDocument/2006/relationships/image" Target="../media/image1.emf"/></Relationships>
</file>

<file path=ppt/slideLayouts/_rels/slideLayout38.xml.rels><?xml version='1.0' encoding='UTF-8' standalone='yes'?>
<Relationships xmlns="http://schemas.openxmlformats.org/package/2006/relationships"><Relationship Id="rId1" Type="http://schemas.openxmlformats.org/officeDocument/2006/relationships/tags" Target="../tags/tag66.xml"/><Relationship Id="rId2" Type="http://schemas.openxmlformats.org/officeDocument/2006/relationships/slideMaster" Target="../slideMasters/slideMaster2.xml"/><Relationship Id="rId3" Type="http://schemas.openxmlformats.org/officeDocument/2006/relationships/oleObject" Target="../embeddings/oleObject16.bin"/><Relationship Id="rId4" Type="http://schemas.openxmlformats.org/officeDocument/2006/relationships/image" Target="../media/image3.emf"/></Relationships>
</file>

<file path=ppt/slideLayouts/_rels/slideLayout39.xml.rels><?xml version='1.0' encoding='UTF-8' standalone='yes'?>
<Relationships xmlns="http://schemas.openxmlformats.org/package/2006/relationships"><Relationship Id="rId1" Type="http://schemas.openxmlformats.org/officeDocument/2006/relationships/tags" Target="../tags/tag67.xml"/><Relationship Id="rId2" Type="http://schemas.openxmlformats.org/officeDocument/2006/relationships/slideMaster" Target="../slideMasters/slideMaster2.xml"/><Relationship Id="rId3" Type="http://schemas.openxmlformats.org/officeDocument/2006/relationships/oleObject" Target="../embeddings/oleObject16.bin"/><Relationship Id="rId4" Type="http://schemas.openxmlformats.org/officeDocument/2006/relationships/image" Target="../media/image3.emf"/></Relationships>
</file>

<file path=ppt/slideLayouts/_rels/slideLayout40.xml.rels><?xml version='1.0' encoding='UTF-8' standalone='yes'?>
<Relationships xmlns="http://schemas.openxmlformats.org/package/2006/relationships"><Relationship Id="rId1" Type="http://schemas.openxmlformats.org/officeDocument/2006/relationships/tags" Target="../tags/tag68.xml"/><Relationship Id="rId2" Type="http://schemas.openxmlformats.org/officeDocument/2006/relationships/tags" Target="../tags/tag69.xml"/><Relationship Id="rId3" Type="http://schemas.openxmlformats.org/officeDocument/2006/relationships/slideMaster" Target="../slideMasters/slideMaster2.xml"/><Relationship Id="rId4" Type="http://schemas.openxmlformats.org/officeDocument/2006/relationships/oleObject" Target="../embeddings/oleObject27.bin"/><Relationship Id="rId5" Type="http://schemas.openxmlformats.org/officeDocument/2006/relationships/image" Target="../media/image1.emf"/></Relationships>
</file>

<file path=ppt/slideLayouts/_rels/slideLayout41.xml.rels><?xml version='1.0' encoding='UTF-8' standalone='yes'?>
<Relationships xmlns="http://schemas.openxmlformats.org/package/2006/relationships"><Relationship Id="rId1" Type="http://schemas.openxmlformats.org/officeDocument/2006/relationships/tags" Target="../tags/tag70.xml"/><Relationship Id="rId2" Type="http://schemas.openxmlformats.org/officeDocument/2006/relationships/slideMaster" Target="../slideMasters/slideMaster2.xml"/><Relationship Id="rId3" Type="http://schemas.openxmlformats.org/officeDocument/2006/relationships/oleObject" Target="../embeddings/oleObject16.bin"/><Relationship Id="rId4" Type="http://schemas.openxmlformats.org/officeDocument/2006/relationships/image" Target="../media/image3.emf"/></Relationships>
</file>

<file path=ppt/slideLayouts/_rels/slideLayout42.xml.rels><?xml version='1.0' encoding='UTF-8' standalone='yes'?>
<Relationships xmlns="http://schemas.openxmlformats.org/package/2006/relationships"><Relationship Id="rId1" Type="http://schemas.openxmlformats.org/officeDocument/2006/relationships/tags" Target="../tags/tag71.xml"/><Relationship Id="rId2" Type="http://schemas.openxmlformats.org/officeDocument/2006/relationships/slideMaster" Target="../slideMasters/slideMaster2.xml"/><Relationship Id="rId3" Type="http://schemas.openxmlformats.org/officeDocument/2006/relationships/oleObject" Target="../embeddings/oleObject16.bin"/><Relationship Id="rId4" Type="http://schemas.openxmlformats.org/officeDocument/2006/relationships/image" Target="../media/image3.emf"/></Relationships>
</file>

<file path=ppt/slideLayouts/_rels/slideLayout43.xml.rels><?xml version='1.0' encoding='UTF-8' standalone='yes'?>
<Relationships xmlns="http://schemas.openxmlformats.org/package/2006/relationships"><Relationship Id="rId1" Type="http://schemas.openxmlformats.org/officeDocument/2006/relationships/tags" Target="../tags/tag72.xml"/><Relationship Id="rId2" Type="http://schemas.openxmlformats.org/officeDocument/2006/relationships/slideMaster" Target="../slideMasters/slideMaster2.xml"/><Relationship Id="rId3" Type="http://schemas.openxmlformats.org/officeDocument/2006/relationships/oleObject" Target="../embeddings/oleObject16.bin"/><Relationship Id="rId4" Type="http://schemas.openxmlformats.org/officeDocument/2006/relationships/image" Target="../media/image3.emf"/></Relationships>
</file>

<file path=ppt/slideLayouts/_rels/slideLayout44.xml.rels><?xml version='1.0' encoding='UTF-8' standalone='yes'?>
<Relationships xmlns="http://schemas.openxmlformats.org/package/2006/relationships"><Relationship Id="rId1" Type="http://schemas.openxmlformats.org/officeDocument/2006/relationships/tags" Target="../tags/tag73.xml"/><Relationship Id="rId2" Type="http://schemas.openxmlformats.org/officeDocument/2006/relationships/tags" Target="../tags/tag74.xml"/><Relationship Id="rId3" Type="http://schemas.openxmlformats.org/officeDocument/2006/relationships/slideMaster" Target="../slideMasters/slideMaster2.xml"/><Relationship Id="rId4" Type="http://schemas.openxmlformats.org/officeDocument/2006/relationships/oleObject" Target="../embeddings/oleObject28.bin"/><Relationship Id="rId5" Type="http://schemas.openxmlformats.org/officeDocument/2006/relationships/image" Target="../media/image1.emf"/></Relationships>
</file>

<file path=ppt/slideLayouts/_rels/slideLayout45.xml.rels><?xml version='1.0' encoding='UTF-8' standalone='yes'?>
<Relationships xmlns="http://schemas.openxmlformats.org/package/2006/relationships"><Relationship Id="rId1" Type="http://schemas.openxmlformats.org/officeDocument/2006/relationships/tags" Target="../tags/tag75.xml"/><Relationship Id="rId2" Type="http://schemas.openxmlformats.org/officeDocument/2006/relationships/tags" Target="../tags/tag76.xml"/><Relationship Id="rId3" Type="http://schemas.openxmlformats.org/officeDocument/2006/relationships/slideMaster" Target="../slideMasters/slideMaster2.xml"/><Relationship Id="rId4" Type="http://schemas.openxmlformats.org/officeDocument/2006/relationships/oleObject" Target="../embeddings/oleObject29.bin"/><Relationship Id="rId5" Type="http://schemas.openxmlformats.org/officeDocument/2006/relationships/image" Target="../media/image3.emf"/></Relationships>
</file>

<file path=ppt/slideLayouts/_rels/slideLayout46.xml.rels><?xml version='1.0' encoding='UTF-8' standalone='yes'?>
<Relationships xmlns="http://schemas.openxmlformats.org/package/2006/relationships"><Relationship Id="rId1" Type="http://schemas.openxmlformats.org/officeDocument/2006/relationships/tags" Target="../tags/tag77.xml"/><Relationship Id="rId2" Type="http://schemas.openxmlformats.org/officeDocument/2006/relationships/slideMaster" Target="../slideMasters/slideMaster2.xml"/><Relationship Id="rId3" Type="http://schemas.openxmlformats.org/officeDocument/2006/relationships/oleObject" Target="../embeddings/oleObject16.bin"/><Relationship Id="rId4" Type="http://schemas.openxmlformats.org/officeDocument/2006/relationships/image" Target="../media/image3.emf"/><Relationship Id="rId5" Type="http://schemas.openxmlformats.org/officeDocument/2006/relationships/image" Target="../media/image2.png"/></Relationships>
</file>

<file path=ppt/slideLayouts/_rels/slideLayout47.xml.rels><?xml version='1.0' encoding='UTF-8' standalone='yes'?>
<Relationships xmlns="http://schemas.openxmlformats.org/package/2006/relationships"><Relationship Id="rId1" Type="http://schemas.openxmlformats.org/officeDocument/2006/relationships/tags" Target="../tags/tag78.xml"/><Relationship Id="rId2" Type="http://schemas.openxmlformats.org/officeDocument/2006/relationships/slideMaster" Target="../slideMasters/slideMaster2.xml"/><Relationship Id="rId3" Type="http://schemas.openxmlformats.org/officeDocument/2006/relationships/oleObject" Target="../embeddings/oleObject16.bin"/><Relationship Id="rId4" Type="http://schemas.openxmlformats.org/officeDocument/2006/relationships/image" Target="../media/image3.emf"/><Relationship Id="rId5" Type="http://schemas.openxmlformats.org/officeDocument/2006/relationships/image" Target="../media/image2.png"/></Relationships>
</file>

<file path=ppt/slideLayouts/_rels/slideLayout48.xml.rels><?xml version='1.0' encoding='UTF-8' standalone='yes'?>
<Relationships xmlns="http://schemas.openxmlformats.org/package/2006/relationships"><Relationship Id="rId1" Type="http://schemas.openxmlformats.org/officeDocument/2006/relationships/tags" Target="../tags/tag79.xml"/><Relationship Id="rId2" Type="http://schemas.openxmlformats.org/officeDocument/2006/relationships/slideMaster" Target="../slideMasters/slideMaster2.xml"/><Relationship Id="rId3" Type="http://schemas.openxmlformats.org/officeDocument/2006/relationships/oleObject" Target="../embeddings/oleObject16.bin"/><Relationship Id="rId4" Type="http://schemas.openxmlformats.org/officeDocument/2006/relationships/image" Target="../media/image3.emf"/><Relationship Id="rId5" Type="http://schemas.openxmlformats.org/officeDocument/2006/relationships/image" Target="../media/image4.png"/></Relationships>
</file>

<file path=ppt/slideLayouts/_rels/slideLayout49.xml.rels><?xml version='1.0' encoding='UTF-8' standalone='yes'?>
<Relationships xmlns="http://schemas.openxmlformats.org/package/2006/relationships"><Relationship Id="rId1" Type="http://schemas.openxmlformats.org/officeDocument/2006/relationships/tags" Target="../tags/tag80.xml"/><Relationship Id="rId2" Type="http://schemas.openxmlformats.org/officeDocument/2006/relationships/slideMaster" Target="../slideMasters/slideMaster2.xml"/><Relationship Id="rId3" Type="http://schemas.openxmlformats.org/officeDocument/2006/relationships/oleObject" Target="../embeddings/oleObject16.bin"/><Relationship Id="rId4" Type="http://schemas.openxmlformats.org/officeDocument/2006/relationships/image" Target="../media/image3.emf"/><Relationship Id="rId5" Type="http://schemas.openxmlformats.org/officeDocument/2006/relationships/image" Target="../media/image4.png"/></Relationships>
</file>

<file path=ppt/slideLayouts/_rels/slideLayout50.xml.rels><?xml version='1.0' encoding='UTF-8' standalone='yes'?>
<Relationships xmlns="http://schemas.openxmlformats.org/package/2006/relationships"><Relationship Id="rId1" Type="http://schemas.openxmlformats.org/officeDocument/2006/relationships/tags" Target="../tags/tag81.xml"/><Relationship Id="rId2" Type="http://schemas.openxmlformats.org/officeDocument/2006/relationships/slideMaster" Target="../slideMasters/slideMaster2.xml"/><Relationship Id="rId3" Type="http://schemas.openxmlformats.org/officeDocument/2006/relationships/oleObject" Target="../embeddings/oleObject30.bin"/><Relationship Id="rId4" Type="http://schemas.openxmlformats.org/officeDocument/2006/relationships/image" Target="../media/image3.emf"/></Relationships>
</file>

<file path=ppt/slideLayouts/_rels/slideLayout51.xml.rels><?xml version='1.0' encoding='UTF-8' standalone='yes'?>
<Relationships xmlns="http://schemas.openxmlformats.org/package/2006/relationships"><Relationship Id="rId1" Type="http://schemas.openxmlformats.org/officeDocument/2006/relationships/tags" Target="../tags/tag82.xml"/><Relationship Id="rId2" Type="http://schemas.openxmlformats.org/officeDocument/2006/relationships/tags" Target="../tags/tag83.xml"/><Relationship Id="rId3" Type="http://schemas.openxmlformats.org/officeDocument/2006/relationships/slideMaster" Target="../slideMasters/slideMaster2.xml"/><Relationship Id="rId4" Type="http://schemas.openxmlformats.org/officeDocument/2006/relationships/oleObject" Target="../embeddings/oleObject13.bin"/><Relationship Id="rId5" Type="http://schemas.openxmlformats.org/officeDocument/2006/relationships/image" Target="../media/image3.emf"/></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tags" Target="../tags/tag84.xml"/><Relationship Id="rId2" Type="http://schemas.openxmlformats.org/officeDocument/2006/relationships/slideMaster" Target="../slideMasters/slideMaster2.xml"/><Relationship Id="rId3" Type="http://schemas.openxmlformats.org/officeDocument/2006/relationships/oleObject" Target="../embeddings/oleObject16.bin"/><Relationship Id="rId4" Type="http://schemas.openxmlformats.org/officeDocument/2006/relationships/image" Target="../media/image3.emf"/></Relationships>
</file>

<file path=ppt/slideLayouts/_rels/slideLayout54.xml.rels><?xml version='1.0' encoding='UTF-8' standalone='yes'?>
<Relationships xmlns="http://schemas.openxmlformats.org/package/2006/relationships"><Relationship Id="rId1" Type="http://schemas.openxmlformats.org/officeDocument/2006/relationships/tags" Target="../tags/tag85.xml"/><Relationship Id="rId2" Type="http://schemas.openxmlformats.org/officeDocument/2006/relationships/tags" Target="../tags/tag86.xml"/><Relationship Id="rId3" Type="http://schemas.openxmlformats.org/officeDocument/2006/relationships/tags" Target="../tags/tag87.xml"/><Relationship Id="rId4" Type="http://schemas.openxmlformats.org/officeDocument/2006/relationships/slideMaster" Target="../slideMasters/slideMaster2.xml"/><Relationship Id="rId5" Type="http://schemas.openxmlformats.org/officeDocument/2006/relationships/oleObject" Target="../embeddings/oleObject31.bin"/><Relationship Id="rId6" Type="http://schemas.openxmlformats.org/officeDocument/2006/relationships/image" Target="../media/image7.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background image">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70" imgH="371" progId="TCLayout.ActiveDocument.1">
                  <p:embed/>
                </p:oleObj>
              </mc:Choice>
              <mc:Fallback>
                <p:oleObj name="think-cell Folie" r:id="rId4" imgW="370" imgH="371" progId="TCLayout.ActiveDocument.1">
                  <p:embed/>
                  <p:pic>
                    <p:nvPicPr>
                      <p:cNvPr id="4" name="Objek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hteck 2" hidden="1"/>
          <p:cNvSpPr/>
          <p:nvPr>
            <p:custDataLst>
              <p:tags r:id="rId2"/>
            </p:custDataLst>
          </p:nvPr>
        </p:nvSpPr>
        <p:spPr>
          <a:xfrm>
            <a:off x="0" y="0"/>
            <a:ext cx="158750" cy="15875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GB" sz="3200" b="1" i="0" baseline="0">
              <a:solidFill>
                <a:schemeClr val="tx1"/>
              </a:solidFill>
              <a:latin typeface="STIHL Contraface Display Title"/>
              <a:ea typeface="+mn-ea"/>
              <a:cs typeface="+mn-cs"/>
              <a:sym typeface="STIHL Contraface Display Title"/>
            </a:endParaRPr>
          </a:p>
        </p:txBody>
      </p:sp>
      <p:pic>
        <p:nvPicPr>
          <p:cNvPr id="12" name="Grafik 1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136060" y="258750"/>
            <a:ext cx="1774212" cy="775631"/>
          </a:xfrm>
          <a:prstGeom prst="rect">
            <a:avLst/>
          </a:prstGeom>
        </p:spPr>
      </p:pic>
      <p:sp>
        <p:nvSpPr>
          <p:cNvPr id="15" name="Bildplatzhalter 14">
            <a:extLst>
              <a:ext uri="{FF2B5EF4-FFF2-40B4-BE49-F238E27FC236}">
                <a16:creationId xmlns:a16="http://schemas.microsoft.com/office/drawing/2014/main" id="{F81A1AFD-D231-4C55-9AAB-DA10BA8E7D13}"/>
              </a:ext>
            </a:extLst>
          </p:cNvPr>
          <p:cNvSpPr>
            <a:spLocks noGrp="1"/>
          </p:cNvSpPr>
          <p:nvPr>
            <p:ph type="pic" sz="quarter" idx="15" hasCustomPrompt="1"/>
          </p:nvPr>
        </p:nvSpPr>
        <p:spPr>
          <a:xfrm>
            <a:off x="0" y="0"/>
            <a:ext cx="12192000" cy="6858000"/>
          </a:xfrm>
          <a:custGeom>
            <a:avLst/>
            <a:gdLst>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10129345 w 12192000"/>
              <a:gd name="connsiteY4" fmla="*/ 344401 h 6858000"/>
              <a:gd name="connsiteX5" fmla="*/ 10129345 w 12192000"/>
              <a:gd name="connsiteY5" fmla="*/ 1099696 h 6858000"/>
              <a:gd name="connsiteX6" fmla="*/ 11857039 w 12192000"/>
              <a:gd name="connsiteY6" fmla="*/ 1099696 h 6858000"/>
              <a:gd name="connsiteX7" fmla="*/ 11857039 w 12192000"/>
              <a:gd name="connsiteY7" fmla="*/ 344401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29345 w 12192000"/>
              <a:gd name="connsiteY6" fmla="*/ 1099696 h 6858000"/>
              <a:gd name="connsiteX7" fmla="*/ 11857039 w 12192000"/>
              <a:gd name="connsiteY7" fmla="*/ 1099696 h 6858000"/>
              <a:gd name="connsiteX8" fmla="*/ 11857039 w 12192000"/>
              <a:gd name="connsiteY8" fmla="*/ 34440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29345 w 12192000"/>
              <a:gd name="connsiteY6" fmla="*/ 1099696 h 6858000"/>
              <a:gd name="connsiteX7" fmla="*/ 11857039 w 12192000"/>
              <a:gd name="connsiteY7" fmla="*/ 109969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29345 w 12192000"/>
              <a:gd name="connsiteY6" fmla="*/ 1099696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31885 w 12192000"/>
              <a:gd name="connsiteY6" fmla="*/ 1033656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2680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42680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2680 w 12192000"/>
              <a:gd name="connsiteY5" fmla="*/ 258041 h 6858000"/>
              <a:gd name="connsiteX6" fmla="*/ 10139505 w 12192000"/>
              <a:gd name="connsiteY6" fmla="*/ 1031751 h 6858000"/>
              <a:gd name="connsiteX7" fmla="*/ 11907839 w 12192000"/>
              <a:gd name="connsiteY7" fmla="*/ 1031116 h 6858000"/>
              <a:gd name="connsiteX8" fmla="*/ 11907839 w 12192000"/>
              <a:gd name="connsiteY8" fmla="*/ 258041 h 6858000"/>
              <a:gd name="connsiteX9" fmla="*/ 10142680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2680 w 12192000"/>
              <a:gd name="connsiteY5" fmla="*/ 258041 h 6858000"/>
              <a:gd name="connsiteX6" fmla="*/ 10143315 w 12192000"/>
              <a:gd name="connsiteY6" fmla="*/ 1031751 h 6858000"/>
              <a:gd name="connsiteX7" fmla="*/ 11907839 w 12192000"/>
              <a:gd name="connsiteY7" fmla="*/ 1031116 h 6858000"/>
              <a:gd name="connsiteX8" fmla="*/ 11907839 w 12192000"/>
              <a:gd name="connsiteY8" fmla="*/ 258041 h 6858000"/>
              <a:gd name="connsiteX9" fmla="*/ 10142680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2680 w 12192000"/>
              <a:gd name="connsiteY5" fmla="*/ 258041 h 6858000"/>
              <a:gd name="connsiteX6" fmla="*/ 10143315 w 12192000"/>
              <a:gd name="connsiteY6" fmla="*/ 1031751 h 6858000"/>
              <a:gd name="connsiteX7" fmla="*/ 11907839 w 12192000"/>
              <a:gd name="connsiteY7" fmla="*/ 1031116 h 6858000"/>
              <a:gd name="connsiteX8" fmla="*/ 11904029 w 12192000"/>
              <a:gd name="connsiteY8" fmla="*/ 258041 h 6858000"/>
              <a:gd name="connsiteX9" fmla="*/ 10142680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2680 w 12192000"/>
              <a:gd name="connsiteY5" fmla="*/ 258041 h 6858000"/>
              <a:gd name="connsiteX6" fmla="*/ 10143315 w 12192000"/>
              <a:gd name="connsiteY6" fmla="*/ 1031751 h 6858000"/>
              <a:gd name="connsiteX7" fmla="*/ 11902124 w 12192000"/>
              <a:gd name="connsiteY7" fmla="*/ 1031116 h 6858000"/>
              <a:gd name="connsiteX8" fmla="*/ 11904029 w 12192000"/>
              <a:gd name="connsiteY8" fmla="*/ 258041 h 6858000"/>
              <a:gd name="connsiteX9" fmla="*/ 10142680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0775 w 12192000"/>
              <a:gd name="connsiteY5" fmla="*/ 259946 h 6858000"/>
              <a:gd name="connsiteX6" fmla="*/ 10143315 w 12192000"/>
              <a:gd name="connsiteY6" fmla="*/ 1031751 h 6858000"/>
              <a:gd name="connsiteX7" fmla="*/ 11902124 w 12192000"/>
              <a:gd name="connsiteY7" fmla="*/ 1031116 h 6858000"/>
              <a:gd name="connsiteX8" fmla="*/ 11904029 w 12192000"/>
              <a:gd name="connsiteY8" fmla="*/ 258041 h 6858000"/>
              <a:gd name="connsiteX9" fmla="*/ 10140775 w 12192000"/>
              <a:gd name="connsiteY9" fmla="*/ 25994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6490 w 12192000"/>
              <a:gd name="connsiteY5" fmla="*/ 259946 h 6858000"/>
              <a:gd name="connsiteX6" fmla="*/ 10143315 w 12192000"/>
              <a:gd name="connsiteY6" fmla="*/ 1031751 h 6858000"/>
              <a:gd name="connsiteX7" fmla="*/ 11902124 w 12192000"/>
              <a:gd name="connsiteY7" fmla="*/ 1031116 h 6858000"/>
              <a:gd name="connsiteX8" fmla="*/ 11904029 w 12192000"/>
              <a:gd name="connsiteY8" fmla="*/ 258041 h 6858000"/>
              <a:gd name="connsiteX9" fmla="*/ 10146490 w 12192000"/>
              <a:gd name="connsiteY9" fmla="*/ 25994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0775 w 12192000"/>
              <a:gd name="connsiteY5" fmla="*/ 263756 h 6858000"/>
              <a:gd name="connsiteX6" fmla="*/ 10143315 w 12192000"/>
              <a:gd name="connsiteY6" fmla="*/ 1031751 h 6858000"/>
              <a:gd name="connsiteX7" fmla="*/ 11902124 w 12192000"/>
              <a:gd name="connsiteY7" fmla="*/ 1031116 h 6858000"/>
              <a:gd name="connsiteX8" fmla="*/ 11904029 w 12192000"/>
              <a:gd name="connsiteY8" fmla="*/ 258041 h 6858000"/>
              <a:gd name="connsiteX9" fmla="*/ 10140775 w 12192000"/>
              <a:gd name="connsiteY9" fmla="*/ 26375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0775 w 12192000"/>
              <a:gd name="connsiteY5" fmla="*/ 263756 h 6858000"/>
              <a:gd name="connsiteX6" fmla="*/ 10143315 w 12192000"/>
              <a:gd name="connsiteY6" fmla="*/ 1031751 h 6858000"/>
              <a:gd name="connsiteX7" fmla="*/ 11902124 w 12192000"/>
              <a:gd name="connsiteY7" fmla="*/ 1031116 h 6858000"/>
              <a:gd name="connsiteX8" fmla="*/ 11904029 w 12192000"/>
              <a:gd name="connsiteY8" fmla="*/ 263756 h 6858000"/>
              <a:gd name="connsiteX9" fmla="*/ 10140775 w 12192000"/>
              <a:gd name="connsiteY9" fmla="*/ 26375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6490 w 12192000"/>
              <a:gd name="connsiteY5" fmla="*/ 263756 h 6858000"/>
              <a:gd name="connsiteX6" fmla="*/ 10143315 w 12192000"/>
              <a:gd name="connsiteY6" fmla="*/ 1031751 h 6858000"/>
              <a:gd name="connsiteX7" fmla="*/ 11902124 w 12192000"/>
              <a:gd name="connsiteY7" fmla="*/ 1031116 h 6858000"/>
              <a:gd name="connsiteX8" fmla="*/ 11904029 w 12192000"/>
              <a:gd name="connsiteY8" fmla="*/ 263756 h 6858000"/>
              <a:gd name="connsiteX9" fmla="*/ 10146490 w 12192000"/>
              <a:gd name="connsiteY9" fmla="*/ 26375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047430 w 12192000"/>
              <a:gd name="connsiteY5" fmla="*/ 197081 h 6858000"/>
              <a:gd name="connsiteX6" fmla="*/ 10143315 w 12192000"/>
              <a:gd name="connsiteY6" fmla="*/ 1031751 h 6858000"/>
              <a:gd name="connsiteX7" fmla="*/ 11902124 w 12192000"/>
              <a:gd name="connsiteY7" fmla="*/ 1031116 h 6858000"/>
              <a:gd name="connsiteX8" fmla="*/ 11904029 w 12192000"/>
              <a:gd name="connsiteY8" fmla="*/ 263756 h 6858000"/>
              <a:gd name="connsiteX9" fmla="*/ 10047430 w 12192000"/>
              <a:gd name="connsiteY9" fmla="*/ 19708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207450 w 12192000"/>
              <a:gd name="connsiteY5" fmla="*/ 338051 h 6858000"/>
              <a:gd name="connsiteX6" fmla="*/ 10143315 w 12192000"/>
              <a:gd name="connsiteY6" fmla="*/ 1031751 h 6858000"/>
              <a:gd name="connsiteX7" fmla="*/ 11902124 w 12192000"/>
              <a:gd name="connsiteY7" fmla="*/ 1031116 h 6858000"/>
              <a:gd name="connsiteX8" fmla="*/ 11904029 w 12192000"/>
              <a:gd name="connsiteY8" fmla="*/ 263756 h 6858000"/>
              <a:gd name="connsiteX9" fmla="*/ 10207450 w 12192000"/>
              <a:gd name="connsiteY9" fmla="*/ 33805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4585 w 12192000"/>
              <a:gd name="connsiteY5" fmla="*/ 263756 h 6858000"/>
              <a:gd name="connsiteX6" fmla="*/ 10143315 w 12192000"/>
              <a:gd name="connsiteY6" fmla="*/ 1031751 h 6858000"/>
              <a:gd name="connsiteX7" fmla="*/ 11902124 w 12192000"/>
              <a:gd name="connsiteY7" fmla="*/ 1031116 h 6858000"/>
              <a:gd name="connsiteX8" fmla="*/ 11904029 w 12192000"/>
              <a:gd name="connsiteY8" fmla="*/ 263756 h 6858000"/>
              <a:gd name="connsiteX9" fmla="*/ 10144585 w 12192000"/>
              <a:gd name="connsiteY9" fmla="*/ 26375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4585 w 12192000"/>
              <a:gd name="connsiteY5" fmla="*/ 263756 h 6858000"/>
              <a:gd name="connsiteX6" fmla="*/ 10143315 w 12192000"/>
              <a:gd name="connsiteY6" fmla="*/ 1031751 h 6858000"/>
              <a:gd name="connsiteX7" fmla="*/ 11902124 w 12192000"/>
              <a:gd name="connsiteY7" fmla="*/ 1031116 h 6858000"/>
              <a:gd name="connsiteX8" fmla="*/ 11900219 w 12192000"/>
              <a:gd name="connsiteY8" fmla="*/ 267566 h 6858000"/>
              <a:gd name="connsiteX9" fmla="*/ 10144585 w 12192000"/>
              <a:gd name="connsiteY9" fmla="*/ 26375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4585 w 12192000"/>
              <a:gd name="connsiteY5" fmla="*/ 263756 h 6858000"/>
              <a:gd name="connsiteX6" fmla="*/ 10143315 w 12192000"/>
              <a:gd name="connsiteY6" fmla="*/ 1031751 h 6858000"/>
              <a:gd name="connsiteX7" fmla="*/ 11858309 w 12192000"/>
              <a:gd name="connsiteY7" fmla="*/ 994921 h 6858000"/>
              <a:gd name="connsiteX8" fmla="*/ 11900219 w 12192000"/>
              <a:gd name="connsiteY8" fmla="*/ 267566 h 6858000"/>
              <a:gd name="connsiteX9" fmla="*/ 10144585 w 12192000"/>
              <a:gd name="connsiteY9" fmla="*/ 26375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6490 w 12192000"/>
              <a:gd name="connsiteY5" fmla="*/ 265661 h 6858000"/>
              <a:gd name="connsiteX6" fmla="*/ 10143315 w 12192000"/>
              <a:gd name="connsiteY6" fmla="*/ 1031751 h 6858000"/>
              <a:gd name="connsiteX7" fmla="*/ 11858309 w 12192000"/>
              <a:gd name="connsiteY7" fmla="*/ 994921 h 6858000"/>
              <a:gd name="connsiteX8" fmla="*/ 11900219 w 12192000"/>
              <a:gd name="connsiteY8" fmla="*/ 267566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6490 w 12192000"/>
              <a:gd name="connsiteY5" fmla="*/ 265661 h 6858000"/>
              <a:gd name="connsiteX6" fmla="*/ 10143315 w 12192000"/>
              <a:gd name="connsiteY6" fmla="*/ 1031751 h 6858000"/>
              <a:gd name="connsiteX7" fmla="*/ 11904029 w 12192000"/>
              <a:gd name="connsiteY7" fmla="*/ 1025401 h 6858000"/>
              <a:gd name="connsiteX8" fmla="*/ 11900219 w 12192000"/>
              <a:gd name="connsiteY8" fmla="*/ 267566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6490 w 12192000"/>
              <a:gd name="connsiteY5" fmla="*/ 265661 h 6858000"/>
              <a:gd name="connsiteX6" fmla="*/ 10145220 w 12192000"/>
              <a:gd name="connsiteY6" fmla="*/ 1026036 h 6858000"/>
              <a:gd name="connsiteX7" fmla="*/ 11904029 w 12192000"/>
              <a:gd name="connsiteY7" fmla="*/ 1025401 h 6858000"/>
              <a:gd name="connsiteX8" fmla="*/ 11900219 w 12192000"/>
              <a:gd name="connsiteY8" fmla="*/ 267566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6490 w 12192000"/>
              <a:gd name="connsiteY5" fmla="*/ 265661 h 6858000"/>
              <a:gd name="connsiteX6" fmla="*/ 10145220 w 12192000"/>
              <a:gd name="connsiteY6" fmla="*/ 1029846 h 6858000"/>
              <a:gd name="connsiteX7" fmla="*/ 11904029 w 12192000"/>
              <a:gd name="connsiteY7" fmla="*/ 1025401 h 6858000"/>
              <a:gd name="connsiteX8" fmla="*/ 11900219 w 12192000"/>
              <a:gd name="connsiteY8" fmla="*/ 267566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6490 w 12192000"/>
              <a:gd name="connsiteY5" fmla="*/ 265661 h 6858000"/>
              <a:gd name="connsiteX6" fmla="*/ 10149030 w 12192000"/>
              <a:gd name="connsiteY6" fmla="*/ 1029846 h 6858000"/>
              <a:gd name="connsiteX7" fmla="*/ 11904029 w 12192000"/>
              <a:gd name="connsiteY7" fmla="*/ 1025401 h 6858000"/>
              <a:gd name="connsiteX8" fmla="*/ 11900219 w 12192000"/>
              <a:gd name="connsiteY8" fmla="*/ 267566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6490 w 12192000"/>
              <a:gd name="connsiteY5" fmla="*/ 265661 h 6858000"/>
              <a:gd name="connsiteX6" fmla="*/ 10147125 w 12192000"/>
              <a:gd name="connsiteY6" fmla="*/ 1029846 h 6858000"/>
              <a:gd name="connsiteX7" fmla="*/ 11904029 w 12192000"/>
              <a:gd name="connsiteY7" fmla="*/ 1025401 h 6858000"/>
              <a:gd name="connsiteX8" fmla="*/ 11900219 w 12192000"/>
              <a:gd name="connsiteY8" fmla="*/ 267566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6490 w 12192000"/>
              <a:gd name="connsiteY5" fmla="*/ 265661 h 6858000"/>
              <a:gd name="connsiteX6" fmla="*/ 10147125 w 12192000"/>
              <a:gd name="connsiteY6" fmla="*/ 1029846 h 6858000"/>
              <a:gd name="connsiteX7" fmla="*/ 11904029 w 12192000"/>
              <a:gd name="connsiteY7" fmla="*/ 1025401 h 6858000"/>
              <a:gd name="connsiteX8" fmla="*/ 11905934 w 12192000"/>
              <a:gd name="connsiteY8" fmla="*/ 267566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6490 w 12192000"/>
              <a:gd name="connsiteY5" fmla="*/ 265661 h 6858000"/>
              <a:gd name="connsiteX6" fmla="*/ 10147125 w 12192000"/>
              <a:gd name="connsiteY6" fmla="*/ 1029846 h 6858000"/>
              <a:gd name="connsiteX7" fmla="*/ 11904029 w 12192000"/>
              <a:gd name="connsiteY7" fmla="*/ 1025401 h 6858000"/>
              <a:gd name="connsiteX8" fmla="*/ 11709719 w 12192000"/>
              <a:gd name="connsiteY8" fmla="*/ 452351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6490 w 12192000"/>
              <a:gd name="connsiteY5" fmla="*/ 265661 h 6858000"/>
              <a:gd name="connsiteX6" fmla="*/ 10147125 w 12192000"/>
              <a:gd name="connsiteY6" fmla="*/ 1029846 h 6858000"/>
              <a:gd name="connsiteX7" fmla="*/ 11904029 w 12192000"/>
              <a:gd name="connsiteY7" fmla="*/ 1025401 h 6858000"/>
              <a:gd name="connsiteX8" fmla="*/ 11902124 w 12192000"/>
              <a:gd name="connsiteY8" fmla="*/ 267566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6490 w 12192000"/>
              <a:gd name="connsiteY5" fmla="*/ 265661 h 6858000"/>
              <a:gd name="connsiteX6" fmla="*/ 10398585 w 12192000"/>
              <a:gd name="connsiteY6" fmla="*/ 778386 h 6858000"/>
              <a:gd name="connsiteX7" fmla="*/ 11904029 w 12192000"/>
              <a:gd name="connsiteY7" fmla="*/ 1025401 h 6858000"/>
              <a:gd name="connsiteX8" fmla="*/ 11902124 w 12192000"/>
              <a:gd name="connsiteY8" fmla="*/ 267566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6490 w 12192000"/>
              <a:gd name="connsiteY5" fmla="*/ 265661 h 6858000"/>
              <a:gd name="connsiteX6" fmla="*/ 10145220 w 12192000"/>
              <a:gd name="connsiteY6" fmla="*/ 1027941 h 6858000"/>
              <a:gd name="connsiteX7" fmla="*/ 11904029 w 12192000"/>
              <a:gd name="connsiteY7" fmla="*/ 1025401 h 6858000"/>
              <a:gd name="connsiteX8" fmla="*/ 11902124 w 12192000"/>
              <a:gd name="connsiteY8" fmla="*/ 267566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85750 w 12192000"/>
              <a:gd name="connsiteY0" fmla="*/ 282220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285750 w 12192000"/>
              <a:gd name="connsiteY4" fmla="*/ 2822204 h 6858000"/>
              <a:gd name="connsiteX5" fmla="*/ 10146490 w 12192000"/>
              <a:gd name="connsiteY5" fmla="*/ 265661 h 6858000"/>
              <a:gd name="connsiteX6" fmla="*/ 10145220 w 12192000"/>
              <a:gd name="connsiteY6" fmla="*/ 1027941 h 6858000"/>
              <a:gd name="connsiteX7" fmla="*/ 11904029 w 12192000"/>
              <a:gd name="connsiteY7" fmla="*/ 1025401 h 6858000"/>
              <a:gd name="connsiteX8" fmla="*/ 11902124 w 12192000"/>
              <a:gd name="connsiteY8" fmla="*/ 267566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85750 w 12192000"/>
              <a:gd name="connsiteY0" fmla="*/ 2822204 h 6858000"/>
              <a:gd name="connsiteX1" fmla="*/ 285750 w 12192000"/>
              <a:gd name="connsiteY1" fmla="*/ 6600847 h 6858000"/>
              <a:gd name="connsiteX2" fmla="*/ 5401950 w 12192000"/>
              <a:gd name="connsiteY2" fmla="*/ 6534807 h 6858000"/>
              <a:gd name="connsiteX3" fmla="*/ 5401950 w 12192000"/>
              <a:gd name="connsiteY3" fmla="*/ 2751084 h 6858000"/>
              <a:gd name="connsiteX4" fmla="*/ 285750 w 12192000"/>
              <a:gd name="connsiteY4" fmla="*/ 2822204 h 6858000"/>
              <a:gd name="connsiteX5" fmla="*/ 10146490 w 12192000"/>
              <a:gd name="connsiteY5" fmla="*/ 265661 h 6858000"/>
              <a:gd name="connsiteX6" fmla="*/ 10145220 w 12192000"/>
              <a:gd name="connsiteY6" fmla="*/ 1027941 h 6858000"/>
              <a:gd name="connsiteX7" fmla="*/ 11904029 w 12192000"/>
              <a:gd name="connsiteY7" fmla="*/ 1025401 h 6858000"/>
              <a:gd name="connsiteX8" fmla="*/ 11902124 w 12192000"/>
              <a:gd name="connsiteY8" fmla="*/ 267566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85750 w 12192000"/>
              <a:gd name="connsiteY0" fmla="*/ 2822204 h 6858000"/>
              <a:gd name="connsiteX1" fmla="*/ 285750 w 12192000"/>
              <a:gd name="connsiteY1" fmla="*/ 6600847 h 6858000"/>
              <a:gd name="connsiteX2" fmla="*/ 5325750 w 12192000"/>
              <a:gd name="connsiteY2" fmla="*/ 6595767 h 6858000"/>
              <a:gd name="connsiteX3" fmla="*/ 5401950 w 12192000"/>
              <a:gd name="connsiteY3" fmla="*/ 2751084 h 6858000"/>
              <a:gd name="connsiteX4" fmla="*/ 285750 w 12192000"/>
              <a:gd name="connsiteY4" fmla="*/ 2822204 h 6858000"/>
              <a:gd name="connsiteX5" fmla="*/ 10146490 w 12192000"/>
              <a:gd name="connsiteY5" fmla="*/ 265661 h 6858000"/>
              <a:gd name="connsiteX6" fmla="*/ 10145220 w 12192000"/>
              <a:gd name="connsiteY6" fmla="*/ 1027941 h 6858000"/>
              <a:gd name="connsiteX7" fmla="*/ 11904029 w 12192000"/>
              <a:gd name="connsiteY7" fmla="*/ 1025401 h 6858000"/>
              <a:gd name="connsiteX8" fmla="*/ 11902124 w 12192000"/>
              <a:gd name="connsiteY8" fmla="*/ 267566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85750 w 12192000"/>
              <a:gd name="connsiteY0" fmla="*/ 2822204 h 6858000"/>
              <a:gd name="connsiteX1" fmla="*/ 285750 w 12192000"/>
              <a:gd name="connsiteY1" fmla="*/ 6600847 h 6858000"/>
              <a:gd name="connsiteX2" fmla="*/ 5325750 w 12192000"/>
              <a:gd name="connsiteY2" fmla="*/ 6595767 h 6858000"/>
              <a:gd name="connsiteX3" fmla="*/ 5325750 w 12192000"/>
              <a:gd name="connsiteY3" fmla="*/ 2817124 h 6858000"/>
              <a:gd name="connsiteX4" fmla="*/ 285750 w 12192000"/>
              <a:gd name="connsiteY4" fmla="*/ 2822204 h 6858000"/>
              <a:gd name="connsiteX5" fmla="*/ 10146490 w 12192000"/>
              <a:gd name="connsiteY5" fmla="*/ 265661 h 6858000"/>
              <a:gd name="connsiteX6" fmla="*/ 10145220 w 12192000"/>
              <a:gd name="connsiteY6" fmla="*/ 1027941 h 6858000"/>
              <a:gd name="connsiteX7" fmla="*/ 11904029 w 12192000"/>
              <a:gd name="connsiteY7" fmla="*/ 1025401 h 6858000"/>
              <a:gd name="connsiteX8" fmla="*/ 11902124 w 12192000"/>
              <a:gd name="connsiteY8" fmla="*/ 267566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85750 w 12192000"/>
              <a:gd name="connsiteY0" fmla="*/ 2822204 h 6858000"/>
              <a:gd name="connsiteX1" fmla="*/ 285750 w 12192000"/>
              <a:gd name="connsiteY1" fmla="*/ 6600847 h 6858000"/>
              <a:gd name="connsiteX2" fmla="*/ 5325750 w 12192000"/>
              <a:gd name="connsiteY2" fmla="*/ 6595767 h 6858000"/>
              <a:gd name="connsiteX3" fmla="*/ 5320670 w 12192000"/>
              <a:gd name="connsiteY3" fmla="*/ 2817124 h 6858000"/>
              <a:gd name="connsiteX4" fmla="*/ 285750 w 12192000"/>
              <a:gd name="connsiteY4" fmla="*/ 2822204 h 6858000"/>
              <a:gd name="connsiteX5" fmla="*/ 10146490 w 12192000"/>
              <a:gd name="connsiteY5" fmla="*/ 265661 h 6858000"/>
              <a:gd name="connsiteX6" fmla="*/ 10145220 w 12192000"/>
              <a:gd name="connsiteY6" fmla="*/ 1027941 h 6858000"/>
              <a:gd name="connsiteX7" fmla="*/ 11904029 w 12192000"/>
              <a:gd name="connsiteY7" fmla="*/ 1025401 h 6858000"/>
              <a:gd name="connsiteX8" fmla="*/ 11902124 w 12192000"/>
              <a:gd name="connsiteY8" fmla="*/ 267566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85750 w 12192000"/>
              <a:gd name="connsiteY0" fmla="*/ 2822204 h 6858000"/>
              <a:gd name="connsiteX1" fmla="*/ 285750 w 12192000"/>
              <a:gd name="connsiteY1" fmla="*/ 6600847 h 6858000"/>
              <a:gd name="connsiteX2" fmla="*/ 5325750 w 12192000"/>
              <a:gd name="connsiteY2" fmla="*/ 6595767 h 6858000"/>
              <a:gd name="connsiteX3" fmla="*/ 5315590 w 12192000"/>
              <a:gd name="connsiteY3" fmla="*/ 2822204 h 6858000"/>
              <a:gd name="connsiteX4" fmla="*/ 285750 w 12192000"/>
              <a:gd name="connsiteY4" fmla="*/ 2822204 h 6858000"/>
              <a:gd name="connsiteX5" fmla="*/ 10146490 w 12192000"/>
              <a:gd name="connsiteY5" fmla="*/ 265661 h 6858000"/>
              <a:gd name="connsiteX6" fmla="*/ 10145220 w 12192000"/>
              <a:gd name="connsiteY6" fmla="*/ 1027941 h 6858000"/>
              <a:gd name="connsiteX7" fmla="*/ 11904029 w 12192000"/>
              <a:gd name="connsiteY7" fmla="*/ 1025401 h 6858000"/>
              <a:gd name="connsiteX8" fmla="*/ 11902124 w 12192000"/>
              <a:gd name="connsiteY8" fmla="*/ 267566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92000" h="6858000">
                <a:moveTo>
                  <a:pt x="285750" y="2822204"/>
                </a:moveTo>
                <a:lnTo>
                  <a:pt x="285750" y="6600847"/>
                </a:lnTo>
                <a:lnTo>
                  <a:pt x="5325750" y="6595767"/>
                </a:lnTo>
                <a:cubicBezTo>
                  <a:pt x="5324057" y="5336219"/>
                  <a:pt x="5317283" y="4081752"/>
                  <a:pt x="5315590" y="2822204"/>
                </a:cubicBezTo>
                <a:lnTo>
                  <a:pt x="285750" y="2822204"/>
                </a:lnTo>
                <a:close/>
                <a:moveTo>
                  <a:pt x="10146490" y="265661"/>
                </a:moveTo>
                <a:cubicBezTo>
                  <a:pt x="10144797" y="524199"/>
                  <a:pt x="10146913" y="769403"/>
                  <a:pt x="10145220" y="1027941"/>
                </a:cubicBezTo>
                <a:lnTo>
                  <a:pt x="11904029" y="1025401"/>
                </a:lnTo>
                <a:lnTo>
                  <a:pt x="11902124" y="267566"/>
                </a:lnTo>
                <a:lnTo>
                  <a:pt x="10146490" y="265661"/>
                </a:lnTo>
                <a:close/>
                <a:moveTo>
                  <a:pt x="0" y="0"/>
                </a:moveTo>
                <a:lnTo>
                  <a:pt x="12192000" y="0"/>
                </a:lnTo>
                <a:lnTo>
                  <a:pt x="12192000" y="6858000"/>
                </a:lnTo>
                <a:lnTo>
                  <a:pt x="0" y="6858000"/>
                </a:lnTo>
                <a:lnTo>
                  <a:pt x="0" y="0"/>
                </a:lnTo>
                <a:close/>
              </a:path>
            </a:pathLst>
          </a:custGeom>
        </p:spPr>
        <p:txBody>
          <a:bodyPr wrap="square">
            <a:noAutofit/>
          </a:bodyPr>
          <a:lstStyle>
            <a:lvl1pPr marL="0" indent="0">
              <a:buNone/>
              <a:defRPr/>
            </a:lvl1pPr>
          </a:lstStyle>
          <a:p>
            <a:r>
              <a:rPr lang="en-US"/>
              <a:t>Add image by clicking on icon</a:t>
            </a:r>
          </a:p>
        </p:txBody>
      </p:sp>
      <p:sp>
        <p:nvSpPr>
          <p:cNvPr id="8" name="Subline">
            <a:extLst>
              <a:ext uri="{FF2B5EF4-FFF2-40B4-BE49-F238E27FC236}">
                <a16:creationId xmlns:a16="http://schemas.microsoft.com/office/drawing/2014/main" id="{F64F20BE-9490-4534-8D22-D527DF582B17}"/>
              </a:ext>
            </a:extLst>
          </p:cNvPr>
          <p:cNvSpPr>
            <a:spLocks noGrp="1"/>
          </p:cNvSpPr>
          <p:nvPr>
            <p:ph type="body" sz="quarter" idx="13" hasCustomPrompt="1"/>
          </p:nvPr>
        </p:nvSpPr>
        <p:spPr>
          <a:xfrm>
            <a:off x="283003" y="5507050"/>
            <a:ext cx="5040000" cy="360000"/>
          </a:xfrm>
          <a:prstGeom prst="rect">
            <a:avLst/>
          </a:prstGeom>
        </p:spPr>
        <p:txBody>
          <a:bodyPr lIns="324000" rIns="288000" anchor="b" anchorCtr="0">
            <a:noAutofit/>
          </a:bodyPr>
          <a:lstStyle>
            <a:lvl1pPr marL="0" indent="0">
              <a:buNone/>
              <a:defRPr sz="1600" b="1" cap="none" baseline="0">
                <a:latin typeface="+mj-lt"/>
              </a:defRPr>
            </a:lvl1pPr>
          </a:lstStyle>
          <a:p>
            <a:pPr lvl="0"/>
            <a:r>
              <a:rPr lang="en-GB"/>
              <a:t>Subline</a:t>
            </a:r>
          </a:p>
        </p:txBody>
      </p:sp>
      <p:sp>
        <p:nvSpPr>
          <p:cNvPr id="9" name="Textplatzhalter 4">
            <a:extLst>
              <a:ext uri="{FF2B5EF4-FFF2-40B4-BE49-F238E27FC236}">
                <a16:creationId xmlns:a16="http://schemas.microsoft.com/office/drawing/2014/main" id="{DCF84473-59A5-4A28-B312-2557D7CFAFBE}"/>
              </a:ext>
            </a:extLst>
          </p:cNvPr>
          <p:cNvSpPr>
            <a:spLocks noGrp="1"/>
          </p:cNvSpPr>
          <p:nvPr>
            <p:ph type="body" sz="quarter" idx="16" hasCustomPrompt="1"/>
          </p:nvPr>
        </p:nvSpPr>
        <p:spPr>
          <a:xfrm>
            <a:off x="283003" y="5882290"/>
            <a:ext cx="5040000" cy="189474"/>
          </a:xfrm>
          <a:prstGeom prst="rect">
            <a:avLst/>
          </a:prstGeom>
        </p:spPr>
        <p:txBody>
          <a:bodyPr lIns="324000" tIns="36000">
            <a:noAutofit/>
          </a:bodyPr>
          <a:lstStyle>
            <a:lvl1pPr marL="0" indent="0">
              <a:buNone/>
              <a:defRPr sz="1600" cap="none" baseline="0"/>
            </a:lvl1pPr>
          </a:lstStyle>
          <a:p>
            <a:pPr lvl="0"/>
            <a:r>
              <a:rPr lang="en-GB"/>
              <a:t>First name last name</a:t>
            </a:r>
          </a:p>
        </p:txBody>
      </p:sp>
      <p:sp>
        <p:nvSpPr>
          <p:cNvPr id="10" name="Textplatzhalter 4">
            <a:extLst>
              <a:ext uri="{FF2B5EF4-FFF2-40B4-BE49-F238E27FC236}">
                <a16:creationId xmlns:a16="http://schemas.microsoft.com/office/drawing/2014/main" id="{57D522EB-93F7-49B3-9164-076263457E70}"/>
              </a:ext>
            </a:extLst>
          </p:cNvPr>
          <p:cNvSpPr>
            <a:spLocks noGrp="1"/>
          </p:cNvSpPr>
          <p:nvPr>
            <p:ph type="body" sz="quarter" idx="17" hasCustomPrompt="1"/>
          </p:nvPr>
        </p:nvSpPr>
        <p:spPr>
          <a:xfrm>
            <a:off x="283003" y="6088030"/>
            <a:ext cx="5040000" cy="189474"/>
          </a:xfrm>
          <a:prstGeom prst="rect">
            <a:avLst/>
          </a:prstGeom>
        </p:spPr>
        <p:txBody>
          <a:bodyPr lIns="324000" tIns="36000">
            <a:noAutofit/>
          </a:bodyPr>
          <a:lstStyle>
            <a:lvl1pPr marL="0" indent="0">
              <a:buNone/>
              <a:defRPr sz="1600" cap="none" baseline="0"/>
            </a:lvl1pPr>
          </a:lstStyle>
          <a:p>
            <a:pPr lvl="0"/>
            <a:r>
              <a:rPr lang="en-GB"/>
              <a:t>Date</a:t>
            </a:r>
          </a:p>
        </p:txBody>
      </p:sp>
      <p:sp>
        <p:nvSpPr>
          <p:cNvPr id="2" name="Titel 1">
            <a:extLst>
              <a:ext uri="{FF2B5EF4-FFF2-40B4-BE49-F238E27FC236}">
                <a16:creationId xmlns:a16="http://schemas.microsoft.com/office/drawing/2014/main" id="{26C95D28-A98E-4740-A955-E3F7D2C2C723}"/>
              </a:ext>
            </a:extLst>
          </p:cNvPr>
          <p:cNvSpPr>
            <a:spLocks noGrp="1"/>
          </p:cNvSpPr>
          <p:nvPr>
            <p:ph type="title" hasCustomPrompt="1"/>
          </p:nvPr>
        </p:nvSpPr>
        <p:spPr>
          <a:xfrm>
            <a:off x="283003" y="2817195"/>
            <a:ext cx="5040000" cy="2627144"/>
          </a:xfrm>
        </p:spPr>
        <p:txBody>
          <a:bodyPr vert="horz" lIns="288000" tIns="288000" rIns="288000" bIns="288000" rtlCol="0">
            <a:noAutofit/>
          </a:bodyPr>
          <a:lstStyle>
            <a:lvl1pPr>
              <a:defRPr lang="de-DE" sz="3200" cap="none" baseline="0" dirty="0">
                <a:latin typeface="STIHL Contraface Display Title" panose="02000600040000020004" pitchFamily="2" charset="0"/>
                <a:ea typeface="+mn-ea"/>
                <a:cs typeface="+mn-cs"/>
              </a:defRPr>
            </a:lvl1pPr>
          </a:lstStyle>
          <a:p>
            <a:pPr marL="0" lvl="0" indent="0">
              <a:spcBef>
                <a:spcPts val="1000"/>
              </a:spcBef>
              <a:buFont typeface="Arial" panose="020B0604020202020204" pitchFamily="34" charset="0"/>
            </a:pPr>
            <a:r>
              <a:rPr lang="en-GB"/>
              <a:t>Edit master title format</a:t>
            </a:r>
            <a:br>
              <a:rPr lang="en-GB"/>
            </a:br>
            <a:r>
              <a:rPr lang="en-GB"/>
              <a:t>ƒ</a:t>
            </a:r>
          </a:p>
        </p:txBody>
      </p:sp>
      <p:sp>
        <p:nvSpPr>
          <p:cNvPr id="5" name="Rechteck 4">
            <a:extLst>
              <a:ext uri="{FF2B5EF4-FFF2-40B4-BE49-F238E27FC236}">
                <a16:creationId xmlns:a16="http://schemas.microsoft.com/office/drawing/2014/main" id="{94BC4FC7-E1E4-9FAD-A3D9-49BF44B67F3F}"/>
              </a:ext>
            </a:extLst>
          </p:cNvPr>
          <p:cNvSpPr>
            <a:spLocks/>
          </p:cNvSpPr>
          <p:nvPr userDrawn="1"/>
        </p:nvSpPr>
        <p:spPr>
          <a:xfrm>
            <a:off x="-3139178" y="1477622"/>
            <a:ext cx="2845436" cy="4134191"/>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b" anchorCtr="0">
            <a:sp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marR="0" lvl="0" indent="-2857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lang="en-US" sz="1600">
                <a:solidFill>
                  <a:schemeClr val="tx1"/>
                </a:solidFill>
              </a:rPr>
              <a:t>You can find more templates in the Template Library. They are stored in the template folders</a:t>
            </a:r>
            <a:br>
              <a:rPr lang="de-DE" sz="1600">
                <a:solidFill>
                  <a:schemeClr val="tx1"/>
                </a:solidFill>
              </a:rPr>
            </a:br>
            <a:endParaRPr lang="de-DE" sz="1600">
              <a:solidFill>
                <a:schemeClr val="tx1"/>
              </a:solidFill>
            </a:endParaRPr>
          </a:p>
          <a:p>
            <a:pPr marL="285750" marR="0" lvl="0" indent="-2857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lang="en-US" sz="1600">
                <a:solidFill>
                  <a:schemeClr val="tx1"/>
                </a:solidFill>
              </a:rPr>
              <a:t>Images can be found on your local drive under </a:t>
            </a:r>
            <a:r>
              <a:rPr lang="en-US" sz="1600" b="1">
                <a:solidFill>
                  <a:schemeClr val="tx1"/>
                </a:solidFill>
              </a:rPr>
              <a:t>C:\Program Files (x86)\STIHL\PPT Images </a:t>
            </a:r>
            <a:r>
              <a:rPr lang="en-US" sz="1600">
                <a:solidFill>
                  <a:schemeClr val="tx1"/>
                </a:solidFill>
              </a:rPr>
              <a:t>or in the STIHL DAM </a:t>
            </a:r>
            <a:r>
              <a:rPr lang="en-US" sz="1600">
                <a:solidFill>
                  <a:schemeClr val="tx1"/>
                </a:solidFill>
                <a:hlinkClick r:id="rId7"/>
              </a:rPr>
              <a:t>https://dam.stihl.com/</a:t>
            </a:r>
            <a:endParaRPr lang="en-US" sz="1600">
              <a:solidFill>
                <a:schemeClr val="tx1"/>
              </a:solidFill>
            </a:endParaRPr>
          </a:p>
          <a:p>
            <a:pPr marL="285750" marR="0" lvl="0" indent="-2857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endParaRPr lang="de-DE" sz="1600"/>
          </a:p>
          <a:p>
            <a:pPr marL="285750" marR="0" lvl="0" indent="-2857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lang="en-US" sz="1600" b="0">
                <a:solidFill>
                  <a:schemeClr val="tx1"/>
                </a:solidFill>
              </a:rPr>
              <a:t>Please do not print slides with full </a:t>
            </a:r>
            <a:r>
              <a:rPr lang="en-US" sz="1600" b="0" err="1">
                <a:solidFill>
                  <a:schemeClr val="tx1"/>
                </a:solidFill>
              </a:rPr>
              <a:t>colour</a:t>
            </a:r>
            <a:r>
              <a:rPr lang="en-US" sz="1600" b="0">
                <a:solidFill>
                  <a:schemeClr val="tx1"/>
                </a:solidFill>
              </a:rPr>
              <a:t> or images </a:t>
            </a:r>
          </a:p>
          <a:p>
            <a:pPr marL="285750" marR="0" lvl="0" indent="-2857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endParaRPr lang="de-DE" sz="1600" b="0">
              <a:solidFill>
                <a:schemeClr val="tx1"/>
              </a:solidFill>
            </a:endParaRPr>
          </a:p>
          <a:p>
            <a:pPr marL="285750" marR="0" lvl="0" indent="-2857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lang="en-US" sz="1600" b="0">
                <a:solidFill>
                  <a:schemeClr val="tx1"/>
                </a:solidFill>
              </a:rPr>
              <a:t>The stand line can be inserted via the "Insert" tab through the "Symbol" field</a:t>
            </a:r>
          </a:p>
        </p:txBody>
      </p:sp>
    </p:spTree>
    <p:extLst>
      <p:ext uri="{BB962C8B-B14F-4D97-AF65-F5344CB8AC3E}">
        <p14:creationId xmlns:p14="http://schemas.microsoft.com/office/powerpoint/2010/main" val="27963493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Long title background image">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p:custDataLst>
              <p:tags r:id="rId1"/>
            </p:custDataLst>
            <p:extLst>
              <p:ext uri="{D42A27DB-BD31-4B8C-83A1-F6EECF244321}">
                <p14:modId xmlns:p14="http://schemas.microsoft.com/office/powerpoint/2010/main" val="29847461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70" imgH="371" progId="TCLayout.ActiveDocument.1">
                  <p:embed/>
                </p:oleObj>
              </mc:Choice>
              <mc:Fallback>
                <p:oleObj name="think-cell Folie" r:id="rId4" imgW="370" imgH="371" progId="TCLayout.ActiveDocument.1">
                  <p:embed/>
                  <p:pic>
                    <p:nvPicPr>
                      <p:cNvPr id="4" name="Objek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hteck 2" hidden="1"/>
          <p:cNvSpPr/>
          <p:nvPr>
            <p:custDataLst>
              <p:tags r:id="rId2"/>
            </p:custDataLst>
          </p:nvPr>
        </p:nvSpPr>
        <p:spPr>
          <a:xfrm>
            <a:off x="0" y="0"/>
            <a:ext cx="158750" cy="15875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GB" sz="3200" b="1" i="0" baseline="0">
              <a:solidFill>
                <a:schemeClr val="tx1"/>
              </a:solidFill>
              <a:latin typeface="STIHL Contraface Display Title"/>
              <a:ea typeface="+mn-ea"/>
              <a:cs typeface="+mn-cs"/>
              <a:sym typeface="STIHL Contraface Display Title"/>
            </a:endParaRPr>
          </a:p>
        </p:txBody>
      </p:sp>
      <p:pic>
        <p:nvPicPr>
          <p:cNvPr id="11" name="Grafik 1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136060" y="258750"/>
            <a:ext cx="1774212" cy="775631"/>
          </a:xfrm>
          <a:prstGeom prst="rect">
            <a:avLst/>
          </a:prstGeom>
        </p:spPr>
      </p:pic>
      <p:sp>
        <p:nvSpPr>
          <p:cNvPr id="17" name="Hintergrundbild">
            <a:extLst>
              <a:ext uri="{FF2B5EF4-FFF2-40B4-BE49-F238E27FC236}">
                <a16:creationId xmlns:a16="http://schemas.microsoft.com/office/drawing/2014/main" id="{91303CF3-1A7E-4149-A9A1-BC9B75037D65}"/>
              </a:ext>
            </a:extLst>
          </p:cNvPr>
          <p:cNvSpPr>
            <a:spLocks noGrp="1"/>
          </p:cNvSpPr>
          <p:nvPr>
            <p:ph type="pic" sz="quarter" idx="15" hasCustomPrompt="1"/>
          </p:nvPr>
        </p:nvSpPr>
        <p:spPr>
          <a:xfrm>
            <a:off x="0" y="0"/>
            <a:ext cx="12192000" cy="6858000"/>
          </a:xfrm>
          <a:custGeom>
            <a:avLst/>
            <a:gdLst>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10129345 w 12192000"/>
              <a:gd name="connsiteY4" fmla="*/ 344401 h 6858000"/>
              <a:gd name="connsiteX5" fmla="*/ 10129345 w 12192000"/>
              <a:gd name="connsiteY5" fmla="*/ 1099696 h 6858000"/>
              <a:gd name="connsiteX6" fmla="*/ 11857039 w 12192000"/>
              <a:gd name="connsiteY6" fmla="*/ 1099696 h 6858000"/>
              <a:gd name="connsiteX7" fmla="*/ 11857039 w 12192000"/>
              <a:gd name="connsiteY7" fmla="*/ 344401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136965 w 12192000"/>
              <a:gd name="connsiteY5" fmla="*/ 258676 h 6858000"/>
              <a:gd name="connsiteX6" fmla="*/ 10129345 w 12192000"/>
              <a:gd name="connsiteY6" fmla="*/ 1099696 h 6858000"/>
              <a:gd name="connsiteX7" fmla="*/ 11857039 w 12192000"/>
              <a:gd name="connsiteY7" fmla="*/ 1099696 h 6858000"/>
              <a:gd name="connsiteX8" fmla="*/ 11857039 w 12192000"/>
              <a:gd name="connsiteY8" fmla="*/ 34440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136965 w 12192000"/>
              <a:gd name="connsiteY5" fmla="*/ 258676 h 6858000"/>
              <a:gd name="connsiteX6" fmla="*/ 10129345 w 12192000"/>
              <a:gd name="connsiteY6" fmla="*/ 1099696 h 6858000"/>
              <a:gd name="connsiteX7" fmla="*/ 11857039 w 12192000"/>
              <a:gd name="connsiteY7" fmla="*/ 1099696 h 6858000"/>
              <a:gd name="connsiteX8" fmla="*/ 11910379 w 12192000"/>
              <a:gd name="connsiteY8" fmla="*/ 26058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136965 w 12192000"/>
              <a:gd name="connsiteY5" fmla="*/ 258676 h 6858000"/>
              <a:gd name="connsiteX6" fmla="*/ 10129345 w 12192000"/>
              <a:gd name="connsiteY6" fmla="*/ 1099696 h 6858000"/>
              <a:gd name="connsiteX7" fmla="*/ 11910379 w 12192000"/>
              <a:gd name="connsiteY7" fmla="*/ 1029211 h 6858000"/>
              <a:gd name="connsiteX8" fmla="*/ 11910379 w 12192000"/>
              <a:gd name="connsiteY8" fmla="*/ 26058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136965 w 12192000"/>
              <a:gd name="connsiteY5" fmla="*/ 258676 h 6858000"/>
              <a:gd name="connsiteX6" fmla="*/ 10138870 w 12192000"/>
              <a:gd name="connsiteY6" fmla="*/ 1034926 h 6858000"/>
              <a:gd name="connsiteX7" fmla="*/ 11910379 w 12192000"/>
              <a:gd name="connsiteY7" fmla="*/ 1029211 h 6858000"/>
              <a:gd name="connsiteX8" fmla="*/ 11910379 w 12192000"/>
              <a:gd name="connsiteY8" fmla="*/ 26058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136965 w 12192000"/>
              <a:gd name="connsiteY5" fmla="*/ 258676 h 6858000"/>
              <a:gd name="connsiteX6" fmla="*/ 10138870 w 12192000"/>
              <a:gd name="connsiteY6" fmla="*/ 1034926 h 6858000"/>
              <a:gd name="connsiteX7" fmla="*/ 11910379 w 12192000"/>
              <a:gd name="connsiteY7" fmla="*/ 1029211 h 6858000"/>
              <a:gd name="connsiteX8" fmla="*/ 11902759 w 12192000"/>
              <a:gd name="connsiteY8" fmla="*/ 26820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136965 w 12192000"/>
              <a:gd name="connsiteY5" fmla="*/ 258676 h 6858000"/>
              <a:gd name="connsiteX6" fmla="*/ 10138870 w 12192000"/>
              <a:gd name="connsiteY6" fmla="*/ 1034926 h 6858000"/>
              <a:gd name="connsiteX7" fmla="*/ 11923714 w 12192000"/>
              <a:gd name="connsiteY7" fmla="*/ 1048261 h 6858000"/>
              <a:gd name="connsiteX8" fmla="*/ 11902759 w 12192000"/>
              <a:gd name="connsiteY8" fmla="*/ 26820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136965 w 12192000"/>
              <a:gd name="connsiteY5" fmla="*/ 258676 h 6858000"/>
              <a:gd name="connsiteX6" fmla="*/ 10138870 w 12192000"/>
              <a:gd name="connsiteY6" fmla="*/ 1034926 h 6858000"/>
              <a:gd name="connsiteX7" fmla="*/ 11904664 w 12192000"/>
              <a:gd name="connsiteY7" fmla="*/ 1029211 h 6858000"/>
              <a:gd name="connsiteX8" fmla="*/ 11902759 w 12192000"/>
              <a:gd name="connsiteY8" fmla="*/ 26820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136965 w 12192000"/>
              <a:gd name="connsiteY5" fmla="*/ 258676 h 6858000"/>
              <a:gd name="connsiteX6" fmla="*/ 10142680 w 12192000"/>
              <a:gd name="connsiteY6" fmla="*/ 1025401 h 6858000"/>
              <a:gd name="connsiteX7" fmla="*/ 11904664 w 12192000"/>
              <a:gd name="connsiteY7" fmla="*/ 1029211 h 6858000"/>
              <a:gd name="connsiteX8" fmla="*/ 11902759 w 12192000"/>
              <a:gd name="connsiteY8" fmla="*/ 26820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146490 w 12192000"/>
              <a:gd name="connsiteY5" fmla="*/ 268201 h 6858000"/>
              <a:gd name="connsiteX6" fmla="*/ 10142680 w 12192000"/>
              <a:gd name="connsiteY6" fmla="*/ 1025401 h 6858000"/>
              <a:gd name="connsiteX7" fmla="*/ 11904664 w 12192000"/>
              <a:gd name="connsiteY7" fmla="*/ 1029211 h 6858000"/>
              <a:gd name="connsiteX8" fmla="*/ 11902759 w 12192000"/>
              <a:gd name="connsiteY8" fmla="*/ 268201 h 6858000"/>
              <a:gd name="connsiteX9" fmla="*/ 10146490 w 12192000"/>
              <a:gd name="connsiteY9" fmla="*/ 26820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295080 w 12192000"/>
              <a:gd name="connsiteY5" fmla="*/ 361546 h 6858000"/>
              <a:gd name="connsiteX6" fmla="*/ 10142680 w 12192000"/>
              <a:gd name="connsiteY6" fmla="*/ 1025401 h 6858000"/>
              <a:gd name="connsiteX7" fmla="*/ 11904664 w 12192000"/>
              <a:gd name="connsiteY7" fmla="*/ 1029211 h 6858000"/>
              <a:gd name="connsiteX8" fmla="*/ 11902759 w 12192000"/>
              <a:gd name="connsiteY8" fmla="*/ 268201 h 6858000"/>
              <a:gd name="connsiteX9" fmla="*/ 10295080 w 12192000"/>
              <a:gd name="connsiteY9" fmla="*/ 36154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144585 w 12192000"/>
              <a:gd name="connsiteY5" fmla="*/ 266296 h 6858000"/>
              <a:gd name="connsiteX6" fmla="*/ 10142680 w 12192000"/>
              <a:gd name="connsiteY6" fmla="*/ 1025401 h 6858000"/>
              <a:gd name="connsiteX7" fmla="*/ 11904664 w 12192000"/>
              <a:gd name="connsiteY7" fmla="*/ 1029211 h 6858000"/>
              <a:gd name="connsiteX8" fmla="*/ 11902759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144585 w 12192000"/>
              <a:gd name="connsiteY5" fmla="*/ 266296 h 6858000"/>
              <a:gd name="connsiteX6" fmla="*/ 10142680 w 12192000"/>
              <a:gd name="connsiteY6" fmla="*/ 1025401 h 6858000"/>
              <a:gd name="connsiteX7" fmla="*/ 11830369 w 12192000"/>
              <a:gd name="connsiteY7" fmla="*/ 964441 h 6858000"/>
              <a:gd name="connsiteX8" fmla="*/ 11902759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144585 w 12192000"/>
              <a:gd name="connsiteY5" fmla="*/ 266296 h 6858000"/>
              <a:gd name="connsiteX6" fmla="*/ 10142680 w 12192000"/>
              <a:gd name="connsiteY6" fmla="*/ 1025401 h 6858000"/>
              <a:gd name="connsiteX7" fmla="*/ 11904664 w 12192000"/>
              <a:gd name="connsiteY7" fmla="*/ 1025401 h 6858000"/>
              <a:gd name="connsiteX8" fmla="*/ 11902759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144585 w 12192000"/>
              <a:gd name="connsiteY5" fmla="*/ 266296 h 6858000"/>
              <a:gd name="connsiteX6" fmla="*/ 10142680 w 12192000"/>
              <a:gd name="connsiteY6" fmla="*/ 1025401 h 6858000"/>
              <a:gd name="connsiteX7" fmla="*/ 11904664 w 12192000"/>
              <a:gd name="connsiteY7" fmla="*/ 1025401 h 6858000"/>
              <a:gd name="connsiteX8" fmla="*/ 11757979 w 12192000"/>
              <a:gd name="connsiteY8" fmla="*/ 39774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144585 w 12192000"/>
              <a:gd name="connsiteY5" fmla="*/ 266296 h 6858000"/>
              <a:gd name="connsiteX6" fmla="*/ 10142680 w 12192000"/>
              <a:gd name="connsiteY6" fmla="*/ 1025401 h 6858000"/>
              <a:gd name="connsiteX7" fmla="*/ 11904664 w 12192000"/>
              <a:gd name="connsiteY7" fmla="*/ 1025401 h 6858000"/>
              <a:gd name="connsiteX8" fmla="*/ 11904664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262695 w 12192000"/>
              <a:gd name="connsiteY5" fmla="*/ 352021 h 6858000"/>
              <a:gd name="connsiteX6" fmla="*/ 10142680 w 12192000"/>
              <a:gd name="connsiteY6" fmla="*/ 1025401 h 6858000"/>
              <a:gd name="connsiteX7" fmla="*/ 11904664 w 12192000"/>
              <a:gd name="connsiteY7" fmla="*/ 1025401 h 6858000"/>
              <a:gd name="connsiteX8" fmla="*/ 11904664 w 12192000"/>
              <a:gd name="connsiteY8" fmla="*/ 268201 h 6858000"/>
              <a:gd name="connsiteX9" fmla="*/ 10262695 w 12192000"/>
              <a:gd name="connsiteY9" fmla="*/ 35202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146490 w 12192000"/>
              <a:gd name="connsiteY5" fmla="*/ 268201 h 6858000"/>
              <a:gd name="connsiteX6" fmla="*/ 10142680 w 12192000"/>
              <a:gd name="connsiteY6" fmla="*/ 1025401 h 6858000"/>
              <a:gd name="connsiteX7" fmla="*/ 11904664 w 12192000"/>
              <a:gd name="connsiteY7" fmla="*/ 1025401 h 6858000"/>
              <a:gd name="connsiteX8" fmla="*/ 11904664 w 12192000"/>
              <a:gd name="connsiteY8" fmla="*/ 268201 h 6858000"/>
              <a:gd name="connsiteX9" fmla="*/ 10146490 w 12192000"/>
              <a:gd name="connsiteY9" fmla="*/ 26820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76606 w 12192000"/>
              <a:gd name="connsiteY0" fmla="*/ 25296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276606 w 12192000"/>
              <a:gd name="connsiteY4" fmla="*/ 252962 h 6858000"/>
              <a:gd name="connsiteX5" fmla="*/ 10146490 w 12192000"/>
              <a:gd name="connsiteY5" fmla="*/ 268201 h 6858000"/>
              <a:gd name="connsiteX6" fmla="*/ 10142680 w 12192000"/>
              <a:gd name="connsiteY6" fmla="*/ 1025401 h 6858000"/>
              <a:gd name="connsiteX7" fmla="*/ 11904664 w 12192000"/>
              <a:gd name="connsiteY7" fmla="*/ 1025401 h 6858000"/>
              <a:gd name="connsiteX8" fmla="*/ 11904664 w 12192000"/>
              <a:gd name="connsiteY8" fmla="*/ 268201 h 6858000"/>
              <a:gd name="connsiteX9" fmla="*/ 10146490 w 12192000"/>
              <a:gd name="connsiteY9" fmla="*/ 26820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76606 w 12192000"/>
              <a:gd name="connsiteY0" fmla="*/ 252962 h 6858000"/>
              <a:gd name="connsiteX1" fmla="*/ 282702 w 12192000"/>
              <a:gd name="connsiteY1" fmla="*/ 6609554 h 6858000"/>
              <a:gd name="connsiteX2" fmla="*/ 5401950 w 12192000"/>
              <a:gd name="connsiteY2" fmla="*/ 6536402 h 6858000"/>
              <a:gd name="connsiteX3" fmla="*/ 5401950 w 12192000"/>
              <a:gd name="connsiteY3" fmla="*/ 344402 h 6858000"/>
              <a:gd name="connsiteX4" fmla="*/ 276606 w 12192000"/>
              <a:gd name="connsiteY4" fmla="*/ 252962 h 6858000"/>
              <a:gd name="connsiteX5" fmla="*/ 10146490 w 12192000"/>
              <a:gd name="connsiteY5" fmla="*/ 268201 h 6858000"/>
              <a:gd name="connsiteX6" fmla="*/ 10142680 w 12192000"/>
              <a:gd name="connsiteY6" fmla="*/ 1025401 h 6858000"/>
              <a:gd name="connsiteX7" fmla="*/ 11904664 w 12192000"/>
              <a:gd name="connsiteY7" fmla="*/ 1025401 h 6858000"/>
              <a:gd name="connsiteX8" fmla="*/ 11904664 w 12192000"/>
              <a:gd name="connsiteY8" fmla="*/ 268201 h 6858000"/>
              <a:gd name="connsiteX9" fmla="*/ 10146490 w 12192000"/>
              <a:gd name="connsiteY9" fmla="*/ 26820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76606 w 12192000"/>
              <a:gd name="connsiteY0" fmla="*/ 252962 h 6858000"/>
              <a:gd name="connsiteX1" fmla="*/ 282702 w 12192000"/>
              <a:gd name="connsiteY1" fmla="*/ 6609554 h 6858000"/>
              <a:gd name="connsiteX2" fmla="*/ 5328798 w 12192000"/>
              <a:gd name="connsiteY2" fmla="*/ 6597362 h 6858000"/>
              <a:gd name="connsiteX3" fmla="*/ 5401950 w 12192000"/>
              <a:gd name="connsiteY3" fmla="*/ 344402 h 6858000"/>
              <a:gd name="connsiteX4" fmla="*/ 276606 w 12192000"/>
              <a:gd name="connsiteY4" fmla="*/ 252962 h 6858000"/>
              <a:gd name="connsiteX5" fmla="*/ 10146490 w 12192000"/>
              <a:gd name="connsiteY5" fmla="*/ 268201 h 6858000"/>
              <a:gd name="connsiteX6" fmla="*/ 10142680 w 12192000"/>
              <a:gd name="connsiteY6" fmla="*/ 1025401 h 6858000"/>
              <a:gd name="connsiteX7" fmla="*/ 11904664 w 12192000"/>
              <a:gd name="connsiteY7" fmla="*/ 1025401 h 6858000"/>
              <a:gd name="connsiteX8" fmla="*/ 11904664 w 12192000"/>
              <a:gd name="connsiteY8" fmla="*/ 268201 h 6858000"/>
              <a:gd name="connsiteX9" fmla="*/ 10146490 w 12192000"/>
              <a:gd name="connsiteY9" fmla="*/ 26820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76606 w 12192000"/>
              <a:gd name="connsiteY0" fmla="*/ 252962 h 6858000"/>
              <a:gd name="connsiteX1" fmla="*/ 282702 w 12192000"/>
              <a:gd name="connsiteY1" fmla="*/ 6609554 h 6858000"/>
              <a:gd name="connsiteX2" fmla="*/ 5328798 w 12192000"/>
              <a:gd name="connsiteY2" fmla="*/ 6597362 h 6858000"/>
              <a:gd name="connsiteX3" fmla="*/ 5328798 w 12192000"/>
              <a:gd name="connsiteY3" fmla="*/ 259058 h 6858000"/>
              <a:gd name="connsiteX4" fmla="*/ 276606 w 12192000"/>
              <a:gd name="connsiteY4" fmla="*/ 252962 h 6858000"/>
              <a:gd name="connsiteX5" fmla="*/ 10146490 w 12192000"/>
              <a:gd name="connsiteY5" fmla="*/ 268201 h 6858000"/>
              <a:gd name="connsiteX6" fmla="*/ 10142680 w 12192000"/>
              <a:gd name="connsiteY6" fmla="*/ 1025401 h 6858000"/>
              <a:gd name="connsiteX7" fmla="*/ 11904664 w 12192000"/>
              <a:gd name="connsiteY7" fmla="*/ 1025401 h 6858000"/>
              <a:gd name="connsiteX8" fmla="*/ 11904664 w 12192000"/>
              <a:gd name="connsiteY8" fmla="*/ 268201 h 6858000"/>
              <a:gd name="connsiteX9" fmla="*/ 10146490 w 12192000"/>
              <a:gd name="connsiteY9" fmla="*/ 26820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76606 w 12192000"/>
              <a:gd name="connsiteY0" fmla="*/ 252962 h 6858000"/>
              <a:gd name="connsiteX1" fmla="*/ 282702 w 12192000"/>
              <a:gd name="connsiteY1" fmla="*/ 6609554 h 6858000"/>
              <a:gd name="connsiteX2" fmla="*/ 5328798 w 12192000"/>
              <a:gd name="connsiteY2" fmla="*/ 6597362 h 6858000"/>
              <a:gd name="connsiteX3" fmla="*/ 4877694 w 12192000"/>
              <a:gd name="connsiteY3" fmla="*/ 899138 h 6858000"/>
              <a:gd name="connsiteX4" fmla="*/ 276606 w 12192000"/>
              <a:gd name="connsiteY4" fmla="*/ 252962 h 6858000"/>
              <a:gd name="connsiteX5" fmla="*/ 10146490 w 12192000"/>
              <a:gd name="connsiteY5" fmla="*/ 268201 h 6858000"/>
              <a:gd name="connsiteX6" fmla="*/ 10142680 w 12192000"/>
              <a:gd name="connsiteY6" fmla="*/ 1025401 h 6858000"/>
              <a:gd name="connsiteX7" fmla="*/ 11904664 w 12192000"/>
              <a:gd name="connsiteY7" fmla="*/ 1025401 h 6858000"/>
              <a:gd name="connsiteX8" fmla="*/ 11904664 w 12192000"/>
              <a:gd name="connsiteY8" fmla="*/ 268201 h 6858000"/>
              <a:gd name="connsiteX9" fmla="*/ 10146490 w 12192000"/>
              <a:gd name="connsiteY9" fmla="*/ 26820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76606 w 12192000"/>
              <a:gd name="connsiteY0" fmla="*/ 252962 h 6858000"/>
              <a:gd name="connsiteX1" fmla="*/ 282702 w 12192000"/>
              <a:gd name="connsiteY1" fmla="*/ 6609554 h 6858000"/>
              <a:gd name="connsiteX2" fmla="*/ 5328798 w 12192000"/>
              <a:gd name="connsiteY2" fmla="*/ 6597362 h 6858000"/>
              <a:gd name="connsiteX3" fmla="*/ 5328798 w 12192000"/>
              <a:gd name="connsiteY3" fmla="*/ 252962 h 6858000"/>
              <a:gd name="connsiteX4" fmla="*/ 276606 w 12192000"/>
              <a:gd name="connsiteY4" fmla="*/ 252962 h 6858000"/>
              <a:gd name="connsiteX5" fmla="*/ 10146490 w 12192000"/>
              <a:gd name="connsiteY5" fmla="*/ 268201 h 6858000"/>
              <a:gd name="connsiteX6" fmla="*/ 10142680 w 12192000"/>
              <a:gd name="connsiteY6" fmla="*/ 1025401 h 6858000"/>
              <a:gd name="connsiteX7" fmla="*/ 11904664 w 12192000"/>
              <a:gd name="connsiteY7" fmla="*/ 1025401 h 6858000"/>
              <a:gd name="connsiteX8" fmla="*/ 11904664 w 12192000"/>
              <a:gd name="connsiteY8" fmla="*/ 268201 h 6858000"/>
              <a:gd name="connsiteX9" fmla="*/ 10146490 w 12192000"/>
              <a:gd name="connsiteY9" fmla="*/ 26820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76606 w 12192000"/>
              <a:gd name="connsiteY0" fmla="*/ 252962 h 6858000"/>
              <a:gd name="connsiteX1" fmla="*/ 1002030 w 12192000"/>
              <a:gd name="connsiteY1" fmla="*/ 6140162 h 6858000"/>
              <a:gd name="connsiteX2" fmla="*/ 5328798 w 12192000"/>
              <a:gd name="connsiteY2" fmla="*/ 6597362 h 6858000"/>
              <a:gd name="connsiteX3" fmla="*/ 5328798 w 12192000"/>
              <a:gd name="connsiteY3" fmla="*/ 252962 h 6858000"/>
              <a:gd name="connsiteX4" fmla="*/ 276606 w 12192000"/>
              <a:gd name="connsiteY4" fmla="*/ 252962 h 6858000"/>
              <a:gd name="connsiteX5" fmla="*/ 10146490 w 12192000"/>
              <a:gd name="connsiteY5" fmla="*/ 268201 h 6858000"/>
              <a:gd name="connsiteX6" fmla="*/ 10142680 w 12192000"/>
              <a:gd name="connsiteY6" fmla="*/ 1025401 h 6858000"/>
              <a:gd name="connsiteX7" fmla="*/ 11904664 w 12192000"/>
              <a:gd name="connsiteY7" fmla="*/ 1025401 h 6858000"/>
              <a:gd name="connsiteX8" fmla="*/ 11904664 w 12192000"/>
              <a:gd name="connsiteY8" fmla="*/ 268201 h 6858000"/>
              <a:gd name="connsiteX9" fmla="*/ 10146490 w 12192000"/>
              <a:gd name="connsiteY9" fmla="*/ 26820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76606 w 12192000"/>
              <a:gd name="connsiteY0" fmla="*/ 252962 h 6858000"/>
              <a:gd name="connsiteX1" fmla="*/ 276606 w 12192000"/>
              <a:gd name="connsiteY1" fmla="*/ 6603458 h 6858000"/>
              <a:gd name="connsiteX2" fmla="*/ 5328798 w 12192000"/>
              <a:gd name="connsiteY2" fmla="*/ 6597362 h 6858000"/>
              <a:gd name="connsiteX3" fmla="*/ 5328798 w 12192000"/>
              <a:gd name="connsiteY3" fmla="*/ 252962 h 6858000"/>
              <a:gd name="connsiteX4" fmla="*/ 276606 w 12192000"/>
              <a:gd name="connsiteY4" fmla="*/ 252962 h 6858000"/>
              <a:gd name="connsiteX5" fmla="*/ 10146490 w 12192000"/>
              <a:gd name="connsiteY5" fmla="*/ 268201 h 6858000"/>
              <a:gd name="connsiteX6" fmla="*/ 10142680 w 12192000"/>
              <a:gd name="connsiteY6" fmla="*/ 1025401 h 6858000"/>
              <a:gd name="connsiteX7" fmla="*/ 11904664 w 12192000"/>
              <a:gd name="connsiteY7" fmla="*/ 1025401 h 6858000"/>
              <a:gd name="connsiteX8" fmla="*/ 11904664 w 12192000"/>
              <a:gd name="connsiteY8" fmla="*/ 268201 h 6858000"/>
              <a:gd name="connsiteX9" fmla="*/ 10146490 w 12192000"/>
              <a:gd name="connsiteY9" fmla="*/ 26820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76606 w 12192000"/>
              <a:gd name="connsiteY0" fmla="*/ 252962 h 6858000"/>
              <a:gd name="connsiteX1" fmla="*/ 276606 w 12192000"/>
              <a:gd name="connsiteY1" fmla="*/ 6603458 h 6858000"/>
              <a:gd name="connsiteX2" fmla="*/ 4481454 w 12192000"/>
              <a:gd name="connsiteY2" fmla="*/ 5591522 h 6858000"/>
              <a:gd name="connsiteX3" fmla="*/ 5328798 w 12192000"/>
              <a:gd name="connsiteY3" fmla="*/ 252962 h 6858000"/>
              <a:gd name="connsiteX4" fmla="*/ 276606 w 12192000"/>
              <a:gd name="connsiteY4" fmla="*/ 252962 h 6858000"/>
              <a:gd name="connsiteX5" fmla="*/ 10146490 w 12192000"/>
              <a:gd name="connsiteY5" fmla="*/ 268201 h 6858000"/>
              <a:gd name="connsiteX6" fmla="*/ 10142680 w 12192000"/>
              <a:gd name="connsiteY6" fmla="*/ 1025401 h 6858000"/>
              <a:gd name="connsiteX7" fmla="*/ 11904664 w 12192000"/>
              <a:gd name="connsiteY7" fmla="*/ 1025401 h 6858000"/>
              <a:gd name="connsiteX8" fmla="*/ 11904664 w 12192000"/>
              <a:gd name="connsiteY8" fmla="*/ 268201 h 6858000"/>
              <a:gd name="connsiteX9" fmla="*/ 10146490 w 12192000"/>
              <a:gd name="connsiteY9" fmla="*/ 26820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76606 w 12192000"/>
              <a:gd name="connsiteY0" fmla="*/ 252962 h 6858000"/>
              <a:gd name="connsiteX1" fmla="*/ 276606 w 12192000"/>
              <a:gd name="connsiteY1" fmla="*/ 6603458 h 6858000"/>
              <a:gd name="connsiteX2" fmla="*/ 5328798 w 12192000"/>
              <a:gd name="connsiteY2" fmla="*/ 6603458 h 6858000"/>
              <a:gd name="connsiteX3" fmla="*/ 5328798 w 12192000"/>
              <a:gd name="connsiteY3" fmla="*/ 252962 h 6858000"/>
              <a:gd name="connsiteX4" fmla="*/ 276606 w 12192000"/>
              <a:gd name="connsiteY4" fmla="*/ 252962 h 6858000"/>
              <a:gd name="connsiteX5" fmla="*/ 10146490 w 12192000"/>
              <a:gd name="connsiteY5" fmla="*/ 268201 h 6858000"/>
              <a:gd name="connsiteX6" fmla="*/ 10142680 w 12192000"/>
              <a:gd name="connsiteY6" fmla="*/ 1025401 h 6858000"/>
              <a:gd name="connsiteX7" fmla="*/ 11904664 w 12192000"/>
              <a:gd name="connsiteY7" fmla="*/ 1025401 h 6858000"/>
              <a:gd name="connsiteX8" fmla="*/ 11904664 w 12192000"/>
              <a:gd name="connsiteY8" fmla="*/ 268201 h 6858000"/>
              <a:gd name="connsiteX9" fmla="*/ 10146490 w 12192000"/>
              <a:gd name="connsiteY9" fmla="*/ 26820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76606 w 12192000"/>
              <a:gd name="connsiteY0" fmla="*/ 252962 h 6858000"/>
              <a:gd name="connsiteX1" fmla="*/ 276606 w 12192000"/>
              <a:gd name="connsiteY1" fmla="*/ 6603458 h 6858000"/>
              <a:gd name="connsiteX2" fmla="*/ 5147823 w 12192000"/>
              <a:gd name="connsiteY2" fmla="*/ 6481538 h 6858000"/>
              <a:gd name="connsiteX3" fmla="*/ 5328798 w 12192000"/>
              <a:gd name="connsiteY3" fmla="*/ 252962 h 6858000"/>
              <a:gd name="connsiteX4" fmla="*/ 276606 w 12192000"/>
              <a:gd name="connsiteY4" fmla="*/ 252962 h 6858000"/>
              <a:gd name="connsiteX5" fmla="*/ 10146490 w 12192000"/>
              <a:gd name="connsiteY5" fmla="*/ 268201 h 6858000"/>
              <a:gd name="connsiteX6" fmla="*/ 10142680 w 12192000"/>
              <a:gd name="connsiteY6" fmla="*/ 1025401 h 6858000"/>
              <a:gd name="connsiteX7" fmla="*/ 11904664 w 12192000"/>
              <a:gd name="connsiteY7" fmla="*/ 1025401 h 6858000"/>
              <a:gd name="connsiteX8" fmla="*/ 11904664 w 12192000"/>
              <a:gd name="connsiteY8" fmla="*/ 268201 h 6858000"/>
              <a:gd name="connsiteX9" fmla="*/ 10146490 w 12192000"/>
              <a:gd name="connsiteY9" fmla="*/ 26820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76606 w 12192000"/>
              <a:gd name="connsiteY0" fmla="*/ 252962 h 6858000"/>
              <a:gd name="connsiteX1" fmla="*/ 276606 w 12192000"/>
              <a:gd name="connsiteY1" fmla="*/ 6603458 h 6858000"/>
              <a:gd name="connsiteX2" fmla="*/ 5321178 w 12192000"/>
              <a:gd name="connsiteY2" fmla="*/ 6605363 h 6858000"/>
              <a:gd name="connsiteX3" fmla="*/ 5328798 w 12192000"/>
              <a:gd name="connsiteY3" fmla="*/ 252962 h 6858000"/>
              <a:gd name="connsiteX4" fmla="*/ 276606 w 12192000"/>
              <a:gd name="connsiteY4" fmla="*/ 252962 h 6858000"/>
              <a:gd name="connsiteX5" fmla="*/ 10146490 w 12192000"/>
              <a:gd name="connsiteY5" fmla="*/ 268201 h 6858000"/>
              <a:gd name="connsiteX6" fmla="*/ 10142680 w 12192000"/>
              <a:gd name="connsiteY6" fmla="*/ 1025401 h 6858000"/>
              <a:gd name="connsiteX7" fmla="*/ 11904664 w 12192000"/>
              <a:gd name="connsiteY7" fmla="*/ 1025401 h 6858000"/>
              <a:gd name="connsiteX8" fmla="*/ 11904664 w 12192000"/>
              <a:gd name="connsiteY8" fmla="*/ 268201 h 6858000"/>
              <a:gd name="connsiteX9" fmla="*/ 10146490 w 12192000"/>
              <a:gd name="connsiteY9" fmla="*/ 26820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76606 w 12192000"/>
              <a:gd name="connsiteY0" fmla="*/ 252962 h 6858000"/>
              <a:gd name="connsiteX1" fmla="*/ 547116 w 12192000"/>
              <a:gd name="connsiteY1" fmla="*/ 6291038 h 6858000"/>
              <a:gd name="connsiteX2" fmla="*/ 5321178 w 12192000"/>
              <a:gd name="connsiteY2" fmla="*/ 6605363 h 6858000"/>
              <a:gd name="connsiteX3" fmla="*/ 5328798 w 12192000"/>
              <a:gd name="connsiteY3" fmla="*/ 252962 h 6858000"/>
              <a:gd name="connsiteX4" fmla="*/ 276606 w 12192000"/>
              <a:gd name="connsiteY4" fmla="*/ 252962 h 6858000"/>
              <a:gd name="connsiteX5" fmla="*/ 10146490 w 12192000"/>
              <a:gd name="connsiteY5" fmla="*/ 268201 h 6858000"/>
              <a:gd name="connsiteX6" fmla="*/ 10142680 w 12192000"/>
              <a:gd name="connsiteY6" fmla="*/ 1025401 h 6858000"/>
              <a:gd name="connsiteX7" fmla="*/ 11904664 w 12192000"/>
              <a:gd name="connsiteY7" fmla="*/ 1025401 h 6858000"/>
              <a:gd name="connsiteX8" fmla="*/ 11904664 w 12192000"/>
              <a:gd name="connsiteY8" fmla="*/ 268201 h 6858000"/>
              <a:gd name="connsiteX9" fmla="*/ 10146490 w 12192000"/>
              <a:gd name="connsiteY9" fmla="*/ 26820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76606 w 12192000"/>
              <a:gd name="connsiteY0" fmla="*/ 252962 h 6858000"/>
              <a:gd name="connsiteX1" fmla="*/ 284226 w 12192000"/>
              <a:gd name="connsiteY1" fmla="*/ 6607268 h 6858000"/>
              <a:gd name="connsiteX2" fmla="*/ 5321178 w 12192000"/>
              <a:gd name="connsiteY2" fmla="*/ 6605363 h 6858000"/>
              <a:gd name="connsiteX3" fmla="*/ 5328798 w 12192000"/>
              <a:gd name="connsiteY3" fmla="*/ 252962 h 6858000"/>
              <a:gd name="connsiteX4" fmla="*/ 276606 w 12192000"/>
              <a:gd name="connsiteY4" fmla="*/ 252962 h 6858000"/>
              <a:gd name="connsiteX5" fmla="*/ 10146490 w 12192000"/>
              <a:gd name="connsiteY5" fmla="*/ 268201 h 6858000"/>
              <a:gd name="connsiteX6" fmla="*/ 10142680 w 12192000"/>
              <a:gd name="connsiteY6" fmla="*/ 1025401 h 6858000"/>
              <a:gd name="connsiteX7" fmla="*/ 11904664 w 12192000"/>
              <a:gd name="connsiteY7" fmla="*/ 1025401 h 6858000"/>
              <a:gd name="connsiteX8" fmla="*/ 11904664 w 12192000"/>
              <a:gd name="connsiteY8" fmla="*/ 268201 h 6858000"/>
              <a:gd name="connsiteX9" fmla="*/ 10146490 w 12192000"/>
              <a:gd name="connsiteY9" fmla="*/ 26820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93776 w 12192000"/>
              <a:gd name="connsiteY0" fmla="*/ 430127 h 6858000"/>
              <a:gd name="connsiteX1" fmla="*/ 284226 w 12192000"/>
              <a:gd name="connsiteY1" fmla="*/ 6607268 h 6858000"/>
              <a:gd name="connsiteX2" fmla="*/ 5321178 w 12192000"/>
              <a:gd name="connsiteY2" fmla="*/ 6605363 h 6858000"/>
              <a:gd name="connsiteX3" fmla="*/ 5328798 w 12192000"/>
              <a:gd name="connsiteY3" fmla="*/ 252962 h 6858000"/>
              <a:gd name="connsiteX4" fmla="*/ 493776 w 12192000"/>
              <a:gd name="connsiteY4" fmla="*/ 430127 h 6858000"/>
              <a:gd name="connsiteX5" fmla="*/ 10146490 w 12192000"/>
              <a:gd name="connsiteY5" fmla="*/ 268201 h 6858000"/>
              <a:gd name="connsiteX6" fmla="*/ 10142680 w 12192000"/>
              <a:gd name="connsiteY6" fmla="*/ 1025401 h 6858000"/>
              <a:gd name="connsiteX7" fmla="*/ 11904664 w 12192000"/>
              <a:gd name="connsiteY7" fmla="*/ 1025401 h 6858000"/>
              <a:gd name="connsiteX8" fmla="*/ 11904664 w 12192000"/>
              <a:gd name="connsiteY8" fmla="*/ 268201 h 6858000"/>
              <a:gd name="connsiteX9" fmla="*/ 10146490 w 12192000"/>
              <a:gd name="connsiteY9" fmla="*/ 26820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82321 w 12192000"/>
              <a:gd name="connsiteY0" fmla="*/ 258677 h 6858000"/>
              <a:gd name="connsiteX1" fmla="*/ 284226 w 12192000"/>
              <a:gd name="connsiteY1" fmla="*/ 6607268 h 6858000"/>
              <a:gd name="connsiteX2" fmla="*/ 5321178 w 12192000"/>
              <a:gd name="connsiteY2" fmla="*/ 6605363 h 6858000"/>
              <a:gd name="connsiteX3" fmla="*/ 5328798 w 12192000"/>
              <a:gd name="connsiteY3" fmla="*/ 252962 h 6858000"/>
              <a:gd name="connsiteX4" fmla="*/ 282321 w 12192000"/>
              <a:gd name="connsiteY4" fmla="*/ 258677 h 6858000"/>
              <a:gd name="connsiteX5" fmla="*/ 10146490 w 12192000"/>
              <a:gd name="connsiteY5" fmla="*/ 268201 h 6858000"/>
              <a:gd name="connsiteX6" fmla="*/ 10142680 w 12192000"/>
              <a:gd name="connsiteY6" fmla="*/ 1025401 h 6858000"/>
              <a:gd name="connsiteX7" fmla="*/ 11904664 w 12192000"/>
              <a:gd name="connsiteY7" fmla="*/ 1025401 h 6858000"/>
              <a:gd name="connsiteX8" fmla="*/ 11904664 w 12192000"/>
              <a:gd name="connsiteY8" fmla="*/ 268201 h 6858000"/>
              <a:gd name="connsiteX9" fmla="*/ 10146490 w 12192000"/>
              <a:gd name="connsiteY9" fmla="*/ 26820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82321 w 12192000"/>
              <a:gd name="connsiteY0" fmla="*/ 258677 h 6858000"/>
              <a:gd name="connsiteX1" fmla="*/ 284226 w 12192000"/>
              <a:gd name="connsiteY1" fmla="*/ 6607268 h 6858000"/>
              <a:gd name="connsiteX2" fmla="*/ 5321178 w 12192000"/>
              <a:gd name="connsiteY2" fmla="*/ 6605363 h 6858000"/>
              <a:gd name="connsiteX3" fmla="*/ 5323083 w 12192000"/>
              <a:gd name="connsiteY3" fmla="*/ 258677 h 6858000"/>
              <a:gd name="connsiteX4" fmla="*/ 282321 w 12192000"/>
              <a:gd name="connsiteY4" fmla="*/ 258677 h 6858000"/>
              <a:gd name="connsiteX5" fmla="*/ 10146490 w 12192000"/>
              <a:gd name="connsiteY5" fmla="*/ 268201 h 6858000"/>
              <a:gd name="connsiteX6" fmla="*/ 10142680 w 12192000"/>
              <a:gd name="connsiteY6" fmla="*/ 1025401 h 6858000"/>
              <a:gd name="connsiteX7" fmla="*/ 11904664 w 12192000"/>
              <a:gd name="connsiteY7" fmla="*/ 1025401 h 6858000"/>
              <a:gd name="connsiteX8" fmla="*/ 11904664 w 12192000"/>
              <a:gd name="connsiteY8" fmla="*/ 268201 h 6858000"/>
              <a:gd name="connsiteX9" fmla="*/ 10146490 w 12192000"/>
              <a:gd name="connsiteY9" fmla="*/ 26820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92000" h="6858000">
                <a:moveTo>
                  <a:pt x="282321" y="258677"/>
                </a:moveTo>
                <a:lnTo>
                  <a:pt x="284226" y="6607268"/>
                </a:lnTo>
                <a:lnTo>
                  <a:pt x="5321178" y="6605363"/>
                </a:lnTo>
                <a:lnTo>
                  <a:pt x="5323083" y="258677"/>
                </a:lnTo>
                <a:lnTo>
                  <a:pt x="282321" y="258677"/>
                </a:lnTo>
                <a:close/>
                <a:moveTo>
                  <a:pt x="10146490" y="268201"/>
                </a:moveTo>
                <a:lnTo>
                  <a:pt x="10142680" y="1025401"/>
                </a:lnTo>
                <a:lnTo>
                  <a:pt x="11904664" y="1025401"/>
                </a:lnTo>
                <a:lnTo>
                  <a:pt x="11904664" y="268201"/>
                </a:lnTo>
                <a:lnTo>
                  <a:pt x="10146490" y="268201"/>
                </a:lnTo>
                <a:close/>
                <a:moveTo>
                  <a:pt x="0" y="0"/>
                </a:moveTo>
                <a:lnTo>
                  <a:pt x="12192000" y="0"/>
                </a:lnTo>
                <a:lnTo>
                  <a:pt x="12192000" y="6858000"/>
                </a:lnTo>
                <a:lnTo>
                  <a:pt x="0" y="6858000"/>
                </a:lnTo>
                <a:lnTo>
                  <a:pt x="0" y="0"/>
                </a:lnTo>
                <a:close/>
              </a:path>
            </a:pathLst>
          </a:custGeom>
        </p:spPr>
        <p:txBody>
          <a:bodyPr wrap="square">
            <a:noAutofit/>
          </a:bodyPr>
          <a:lstStyle>
            <a:lvl1pPr marL="0" indent="0">
              <a:buNone/>
              <a:defRPr/>
            </a:lvl1pPr>
          </a:lstStyle>
          <a:p>
            <a:r>
              <a:rPr lang="en-US"/>
              <a:t>Add image by clicking on icon</a:t>
            </a:r>
          </a:p>
        </p:txBody>
      </p:sp>
      <p:sp>
        <p:nvSpPr>
          <p:cNvPr id="2" name="Titel 1">
            <a:extLst>
              <a:ext uri="{FF2B5EF4-FFF2-40B4-BE49-F238E27FC236}">
                <a16:creationId xmlns:a16="http://schemas.microsoft.com/office/drawing/2014/main" id="{26D20123-1501-4CA7-AA2F-3112A0331967}"/>
              </a:ext>
            </a:extLst>
          </p:cNvPr>
          <p:cNvSpPr>
            <a:spLocks noGrp="1"/>
          </p:cNvSpPr>
          <p:nvPr>
            <p:ph type="title" hasCustomPrompt="1"/>
          </p:nvPr>
        </p:nvSpPr>
        <p:spPr>
          <a:xfrm>
            <a:off x="283003" y="258750"/>
            <a:ext cx="5040000" cy="5040000"/>
          </a:xfrm>
        </p:spPr>
        <p:txBody>
          <a:bodyPr vert="horz" lIns="288000" tIns="288000" rIns="288000" bIns="288000" rtlCol="0">
            <a:noAutofit/>
          </a:bodyPr>
          <a:lstStyle>
            <a:lvl1pPr>
              <a:defRPr lang="de-DE" sz="3200" cap="none" baseline="0" dirty="0">
                <a:latin typeface="STIHL Contraface Display Title" panose="02000600040000020004" pitchFamily="50" charset="0"/>
                <a:ea typeface="+mn-ea"/>
                <a:cs typeface="+mn-cs"/>
              </a:defRPr>
            </a:lvl1pPr>
          </a:lstStyle>
          <a:p>
            <a:pPr marL="0" lvl="0" indent="0">
              <a:spcBef>
                <a:spcPts val="1000"/>
              </a:spcBef>
              <a:buFont typeface="Arial" panose="020B0604020202020204" pitchFamily="34" charset="0"/>
            </a:pPr>
            <a:r>
              <a:rPr lang="en-GB"/>
              <a:t>Add a title by clicking on it</a:t>
            </a:r>
            <a:br>
              <a:rPr lang="en-GB"/>
            </a:br>
            <a:r>
              <a:rPr lang="en-GB"/>
              <a:t>ƒ</a:t>
            </a:r>
          </a:p>
        </p:txBody>
      </p:sp>
      <p:sp>
        <p:nvSpPr>
          <p:cNvPr id="15" name="Subline">
            <a:extLst>
              <a:ext uri="{FF2B5EF4-FFF2-40B4-BE49-F238E27FC236}">
                <a16:creationId xmlns:a16="http://schemas.microsoft.com/office/drawing/2014/main" id="{F64F20BE-9490-4534-8D22-D527DF582B17}"/>
              </a:ext>
            </a:extLst>
          </p:cNvPr>
          <p:cNvSpPr>
            <a:spLocks noGrp="1"/>
          </p:cNvSpPr>
          <p:nvPr>
            <p:ph type="body" sz="quarter" idx="13" hasCustomPrompt="1"/>
          </p:nvPr>
        </p:nvSpPr>
        <p:spPr>
          <a:xfrm>
            <a:off x="283003" y="5507050"/>
            <a:ext cx="5040000" cy="360000"/>
          </a:xfrm>
          <a:prstGeom prst="rect">
            <a:avLst/>
          </a:prstGeom>
        </p:spPr>
        <p:txBody>
          <a:bodyPr lIns="324000" rIns="288000" anchor="b" anchorCtr="0">
            <a:noAutofit/>
          </a:bodyPr>
          <a:lstStyle>
            <a:lvl1pPr marL="0" indent="0">
              <a:buNone/>
              <a:defRPr sz="1600" b="1" cap="none" baseline="0">
                <a:latin typeface="+mj-lt"/>
              </a:defRPr>
            </a:lvl1pPr>
          </a:lstStyle>
          <a:p>
            <a:pPr lvl="0"/>
            <a:r>
              <a:rPr lang="en-GB"/>
              <a:t>Subline</a:t>
            </a:r>
          </a:p>
        </p:txBody>
      </p:sp>
      <p:sp>
        <p:nvSpPr>
          <p:cNvPr id="16" name="Textplatzhalter 4">
            <a:extLst>
              <a:ext uri="{FF2B5EF4-FFF2-40B4-BE49-F238E27FC236}">
                <a16:creationId xmlns:a16="http://schemas.microsoft.com/office/drawing/2014/main" id="{DCF84473-59A5-4A28-B312-2557D7CFAFBE}"/>
              </a:ext>
            </a:extLst>
          </p:cNvPr>
          <p:cNvSpPr>
            <a:spLocks noGrp="1"/>
          </p:cNvSpPr>
          <p:nvPr>
            <p:ph type="body" sz="quarter" idx="16" hasCustomPrompt="1"/>
          </p:nvPr>
        </p:nvSpPr>
        <p:spPr>
          <a:xfrm>
            <a:off x="283003" y="5882290"/>
            <a:ext cx="5040000" cy="189474"/>
          </a:xfrm>
          <a:prstGeom prst="rect">
            <a:avLst/>
          </a:prstGeom>
        </p:spPr>
        <p:txBody>
          <a:bodyPr lIns="324000" tIns="36000">
            <a:noAutofit/>
          </a:bodyPr>
          <a:lstStyle>
            <a:lvl1pPr marL="0" indent="0">
              <a:buNone/>
              <a:defRPr sz="1600" cap="none" baseline="0"/>
            </a:lvl1pPr>
          </a:lstStyle>
          <a:p>
            <a:pPr lvl="0"/>
            <a:r>
              <a:rPr lang="en-GB"/>
              <a:t>First name last name</a:t>
            </a:r>
          </a:p>
        </p:txBody>
      </p:sp>
      <p:sp>
        <p:nvSpPr>
          <p:cNvPr id="19" name="Textplatzhalter 4">
            <a:extLst>
              <a:ext uri="{FF2B5EF4-FFF2-40B4-BE49-F238E27FC236}">
                <a16:creationId xmlns:a16="http://schemas.microsoft.com/office/drawing/2014/main" id="{57D522EB-93F7-49B3-9164-076263457E70}"/>
              </a:ext>
            </a:extLst>
          </p:cNvPr>
          <p:cNvSpPr>
            <a:spLocks noGrp="1"/>
          </p:cNvSpPr>
          <p:nvPr>
            <p:ph type="body" sz="quarter" idx="17" hasCustomPrompt="1"/>
          </p:nvPr>
        </p:nvSpPr>
        <p:spPr>
          <a:xfrm>
            <a:off x="283003" y="6088030"/>
            <a:ext cx="5040000" cy="189474"/>
          </a:xfrm>
          <a:prstGeom prst="rect">
            <a:avLst/>
          </a:prstGeom>
        </p:spPr>
        <p:txBody>
          <a:bodyPr lIns="324000" tIns="36000">
            <a:noAutofit/>
          </a:bodyPr>
          <a:lstStyle>
            <a:lvl1pPr marL="0" indent="0">
              <a:buNone/>
              <a:defRPr sz="1600" cap="none" baseline="0"/>
            </a:lvl1pPr>
          </a:lstStyle>
          <a:p>
            <a:pPr lvl="0"/>
            <a:r>
              <a:rPr lang="en-GB"/>
              <a:t>Date</a:t>
            </a:r>
          </a:p>
        </p:txBody>
      </p:sp>
      <p:sp>
        <p:nvSpPr>
          <p:cNvPr id="5" name="Rechteck 4">
            <a:extLst>
              <a:ext uri="{FF2B5EF4-FFF2-40B4-BE49-F238E27FC236}">
                <a16:creationId xmlns:a16="http://schemas.microsoft.com/office/drawing/2014/main" id="{7F9C6E9C-7482-8BA6-FA8A-F9B75621B89B}"/>
              </a:ext>
            </a:extLst>
          </p:cNvPr>
          <p:cNvSpPr>
            <a:spLocks/>
          </p:cNvSpPr>
          <p:nvPr userDrawn="1"/>
        </p:nvSpPr>
        <p:spPr>
          <a:xfrm>
            <a:off x="-3139178" y="1477622"/>
            <a:ext cx="2845436" cy="4134191"/>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b" anchorCtr="0">
            <a:sp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marR="0" lvl="0" indent="-2857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lang="en-US" sz="1600">
                <a:solidFill>
                  <a:schemeClr val="tx1"/>
                </a:solidFill>
              </a:rPr>
              <a:t>You can find more templates in the Template Library. They are stored in the template folders</a:t>
            </a:r>
            <a:br>
              <a:rPr lang="de-DE" sz="1600">
                <a:solidFill>
                  <a:schemeClr val="tx1"/>
                </a:solidFill>
              </a:rPr>
            </a:br>
            <a:endParaRPr lang="de-DE" sz="1600">
              <a:solidFill>
                <a:schemeClr val="tx1"/>
              </a:solidFill>
            </a:endParaRPr>
          </a:p>
          <a:p>
            <a:pPr marL="285750" marR="0" lvl="0" indent="-2857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lang="en-US" sz="1600">
                <a:solidFill>
                  <a:schemeClr val="tx1"/>
                </a:solidFill>
              </a:rPr>
              <a:t>Images can be found on your local drive under </a:t>
            </a:r>
            <a:r>
              <a:rPr lang="en-US" sz="1600" b="1">
                <a:solidFill>
                  <a:schemeClr val="tx1"/>
                </a:solidFill>
              </a:rPr>
              <a:t>C:\Program Files (x86)\STIHL\PPT Images </a:t>
            </a:r>
            <a:r>
              <a:rPr lang="en-US" sz="1600">
                <a:solidFill>
                  <a:schemeClr val="tx1"/>
                </a:solidFill>
              </a:rPr>
              <a:t>or in the STIHL DAM </a:t>
            </a:r>
            <a:r>
              <a:rPr lang="en-US" sz="1600">
                <a:solidFill>
                  <a:schemeClr val="tx1"/>
                </a:solidFill>
                <a:hlinkClick r:id="rId7"/>
              </a:rPr>
              <a:t>https://dam.stihl.com/</a:t>
            </a:r>
            <a:endParaRPr lang="en-US" sz="1600">
              <a:solidFill>
                <a:schemeClr val="tx1"/>
              </a:solidFill>
            </a:endParaRPr>
          </a:p>
          <a:p>
            <a:pPr marL="285750" marR="0" lvl="0" indent="-2857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endParaRPr lang="de-DE" sz="1600"/>
          </a:p>
          <a:p>
            <a:pPr marL="285750" marR="0" lvl="0" indent="-2857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lang="en-US" sz="1600" b="0">
                <a:solidFill>
                  <a:schemeClr val="tx1"/>
                </a:solidFill>
              </a:rPr>
              <a:t>Please do not print slides with full </a:t>
            </a:r>
            <a:r>
              <a:rPr lang="en-US" sz="1600" b="0" err="1">
                <a:solidFill>
                  <a:schemeClr val="tx1"/>
                </a:solidFill>
              </a:rPr>
              <a:t>colour</a:t>
            </a:r>
            <a:r>
              <a:rPr lang="en-US" sz="1600" b="0">
                <a:solidFill>
                  <a:schemeClr val="tx1"/>
                </a:solidFill>
              </a:rPr>
              <a:t> or images </a:t>
            </a:r>
          </a:p>
          <a:p>
            <a:pPr marL="285750" marR="0" lvl="0" indent="-2857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endParaRPr lang="de-DE" sz="1600" b="0">
              <a:solidFill>
                <a:schemeClr val="tx1"/>
              </a:solidFill>
            </a:endParaRPr>
          </a:p>
          <a:p>
            <a:pPr marL="285750" marR="0" lvl="0" indent="-2857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lang="en-US" sz="1600" b="0">
                <a:solidFill>
                  <a:schemeClr val="tx1"/>
                </a:solidFill>
              </a:rPr>
              <a:t>The stand line can be inserted via the "Insert" tab through the "Symbol" field</a:t>
            </a:r>
          </a:p>
        </p:txBody>
      </p:sp>
    </p:spTree>
    <p:extLst>
      <p:ext uri="{BB962C8B-B14F-4D97-AF65-F5344CB8AC3E}">
        <p14:creationId xmlns:p14="http://schemas.microsoft.com/office/powerpoint/2010/main" val="3853677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empty">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70" imgH="371" progId="TCLayout.ActiveDocument.1">
                  <p:embed/>
                </p:oleObj>
              </mc:Choice>
              <mc:Fallback>
                <p:oleObj name="think-cell Folie" r:id="rId4" imgW="370" imgH="371" progId="TCLayout.ActiveDocument.1">
                  <p:embed/>
                  <p:pic>
                    <p:nvPicPr>
                      <p:cNvPr id="4" name="Objek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hteck 2" hidden="1"/>
          <p:cNvSpPr/>
          <p:nvPr>
            <p:custDataLst>
              <p:tags r:id="rId2"/>
            </p:custDataLst>
          </p:nvPr>
        </p:nvSpPr>
        <p:spPr>
          <a:xfrm>
            <a:off x="0" y="0"/>
            <a:ext cx="158750" cy="15875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GB" sz="4800" b="1" i="0" baseline="0">
              <a:solidFill>
                <a:schemeClr val="tx1"/>
              </a:solidFill>
              <a:latin typeface="STIHL Contraface Display Title"/>
              <a:ea typeface="+mn-ea"/>
              <a:cs typeface="+mn-cs"/>
              <a:sym typeface="STIHL Contraface Display Title"/>
            </a:endParaRPr>
          </a:p>
        </p:txBody>
      </p:sp>
      <p:sp>
        <p:nvSpPr>
          <p:cNvPr id="11" name="Subline">
            <a:extLst>
              <a:ext uri="{FF2B5EF4-FFF2-40B4-BE49-F238E27FC236}">
                <a16:creationId xmlns:a16="http://schemas.microsoft.com/office/drawing/2014/main" id="{93378434-A597-4F7F-B029-ECD35EA41BCB}"/>
              </a:ext>
            </a:extLst>
          </p:cNvPr>
          <p:cNvSpPr>
            <a:spLocks noGrp="1"/>
          </p:cNvSpPr>
          <p:nvPr>
            <p:ph type="body" sz="quarter" idx="13" hasCustomPrompt="1"/>
          </p:nvPr>
        </p:nvSpPr>
        <p:spPr>
          <a:xfrm>
            <a:off x="571500" y="5706830"/>
            <a:ext cx="8640000" cy="216000"/>
          </a:xfrm>
          <a:prstGeom prst="rect">
            <a:avLst/>
          </a:prstGeom>
        </p:spPr>
        <p:txBody>
          <a:bodyPr lIns="0" rIns="0" anchor="b" anchorCtr="0">
            <a:noAutofit/>
          </a:bodyPr>
          <a:lstStyle>
            <a:lvl1pPr marL="0" indent="0">
              <a:buNone/>
              <a:defRPr sz="1800" b="1" cap="none" baseline="0">
                <a:latin typeface="+mj-lt"/>
              </a:defRPr>
            </a:lvl1pPr>
          </a:lstStyle>
          <a:p>
            <a:pPr lvl="0"/>
            <a:r>
              <a:rPr lang="en-GB"/>
              <a:t>Subline</a:t>
            </a:r>
          </a:p>
        </p:txBody>
      </p:sp>
      <p:sp>
        <p:nvSpPr>
          <p:cNvPr id="12" name="Name">
            <a:extLst>
              <a:ext uri="{FF2B5EF4-FFF2-40B4-BE49-F238E27FC236}">
                <a16:creationId xmlns:a16="http://schemas.microsoft.com/office/drawing/2014/main" id="{78096696-CF0D-4E90-AD93-F265006F5553}"/>
              </a:ext>
            </a:extLst>
          </p:cNvPr>
          <p:cNvSpPr>
            <a:spLocks noGrp="1"/>
          </p:cNvSpPr>
          <p:nvPr>
            <p:ph type="body" sz="quarter" idx="14" hasCustomPrompt="1"/>
          </p:nvPr>
        </p:nvSpPr>
        <p:spPr>
          <a:xfrm>
            <a:off x="571500" y="6049289"/>
            <a:ext cx="8640000" cy="216000"/>
          </a:xfrm>
          <a:prstGeom prst="rect">
            <a:avLst/>
          </a:prstGeom>
        </p:spPr>
        <p:txBody>
          <a:bodyPr lIns="0" rIns="0" anchor="t" anchorCtr="0">
            <a:noAutofit/>
          </a:bodyPr>
          <a:lstStyle>
            <a:lvl1pPr marL="0" indent="0">
              <a:buNone/>
              <a:defRPr sz="1800" cap="none" baseline="0">
                <a:latin typeface="+mn-lt"/>
              </a:defRPr>
            </a:lvl1pPr>
          </a:lstStyle>
          <a:p>
            <a:pPr lvl="0"/>
            <a:r>
              <a:rPr lang="en-GB"/>
              <a:t>First name last name</a:t>
            </a:r>
          </a:p>
        </p:txBody>
      </p:sp>
      <p:sp>
        <p:nvSpPr>
          <p:cNvPr id="9" name="Datum">
            <a:extLst>
              <a:ext uri="{FF2B5EF4-FFF2-40B4-BE49-F238E27FC236}">
                <a16:creationId xmlns:a16="http://schemas.microsoft.com/office/drawing/2014/main" id="{93CE0D43-2D94-4A12-94F6-C940A9EBB106}"/>
              </a:ext>
            </a:extLst>
          </p:cNvPr>
          <p:cNvSpPr>
            <a:spLocks noGrp="1"/>
          </p:cNvSpPr>
          <p:nvPr>
            <p:ph type="body" sz="quarter" idx="15" hasCustomPrompt="1"/>
          </p:nvPr>
        </p:nvSpPr>
        <p:spPr>
          <a:xfrm>
            <a:off x="571500" y="6283748"/>
            <a:ext cx="8640000" cy="216000"/>
          </a:xfrm>
          <a:prstGeom prst="rect">
            <a:avLst/>
          </a:prstGeom>
        </p:spPr>
        <p:txBody>
          <a:bodyPr lIns="0" rIns="0" anchor="t" anchorCtr="0">
            <a:noAutofit/>
          </a:bodyPr>
          <a:lstStyle>
            <a:lvl1pPr marL="0" indent="0">
              <a:buNone/>
              <a:defRPr sz="1800" cap="none" baseline="0">
                <a:latin typeface="+mn-lt"/>
              </a:defRPr>
            </a:lvl1pPr>
          </a:lstStyle>
          <a:p>
            <a:pPr lvl="0"/>
            <a:r>
              <a:rPr lang="en-GB"/>
              <a:t>Date</a:t>
            </a:r>
          </a:p>
        </p:txBody>
      </p:sp>
      <p:sp>
        <p:nvSpPr>
          <p:cNvPr id="2" name="Titel 1">
            <a:extLst>
              <a:ext uri="{FF2B5EF4-FFF2-40B4-BE49-F238E27FC236}">
                <a16:creationId xmlns:a16="http://schemas.microsoft.com/office/drawing/2014/main" id="{2D970E17-5A52-472F-AD9C-2A0296A4495F}"/>
              </a:ext>
            </a:extLst>
          </p:cNvPr>
          <p:cNvSpPr>
            <a:spLocks noGrp="1"/>
          </p:cNvSpPr>
          <p:nvPr>
            <p:ph type="title" hasCustomPrompt="1"/>
          </p:nvPr>
        </p:nvSpPr>
        <p:spPr>
          <a:xfrm>
            <a:off x="571500" y="2113200"/>
            <a:ext cx="8640000" cy="3240000"/>
          </a:xfrm>
        </p:spPr>
        <p:txBody>
          <a:bodyPr vert="horz" lIns="0" tIns="0" rIns="0" bIns="0" rtlCol="0">
            <a:noAutofit/>
          </a:bodyPr>
          <a:lstStyle>
            <a:lvl1pPr>
              <a:defRPr lang="de-DE" sz="4800" cap="none" baseline="0">
                <a:latin typeface="STIHL Contraface Display Title" panose="02000600040000020004" pitchFamily="50" charset="0"/>
                <a:ea typeface="+mn-ea"/>
                <a:cs typeface="+mn-cs"/>
              </a:defRPr>
            </a:lvl1pPr>
          </a:lstStyle>
          <a:p>
            <a:pPr marL="0" lvl="0" indent="0">
              <a:spcBef>
                <a:spcPts val="1000"/>
              </a:spcBef>
              <a:buFont typeface="Arial" panose="020B0604020202020204" pitchFamily="34" charset="0"/>
            </a:pPr>
            <a:r>
              <a:rPr lang="en-GB"/>
              <a:t>Edit master title format</a:t>
            </a:r>
            <a:br>
              <a:rPr lang="en-GB"/>
            </a:br>
            <a:r>
              <a:rPr lang="en-GB"/>
              <a:t>ƒ</a:t>
            </a:r>
          </a:p>
        </p:txBody>
      </p:sp>
      <p:pic>
        <p:nvPicPr>
          <p:cNvPr id="10" name="Grafik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30261" y="502821"/>
            <a:ext cx="1385810" cy="287488"/>
          </a:xfrm>
          <a:prstGeom prst="rect">
            <a:avLst/>
          </a:prstGeom>
        </p:spPr>
      </p:pic>
      <p:sp>
        <p:nvSpPr>
          <p:cNvPr id="5" name="Rechteck 4">
            <a:extLst>
              <a:ext uri="{FF2B5EF4-FFF2-40B4-BE49-F238E27FC236}">
                <a16:creationId xmlns:a16="http://schemas.microsoft.com/office/drawing/2014/main" id="{EDFE4EF3-E694-84AE-1AE6-1C292CC7C560}"/>
              </a:ext>
            </a:extLst>
          </p:cNvPr>
          <p:cNvSpPr>
            <a:spLocks/>
          </p:cNvSpPr>
          <p:nvPr userDrawn="1"/>
        </p:nvSpPr>
        <p:spPr>
          <a:xfrm>
            <a:off x="-3139178" y="1477622"/>
            <a:ext cx="2845436" cy="4134191"/>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b" anchorCtr="0">
            <a:sp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marR="0" lvl="0" indent="-2857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lang="en-US" sz="1600">
                <a:solidFill>
                  <a:schemeClr val="tx1"/>
                </a:solidFill>
              </a:rPr>
              <a:t>You can find more templates in the Template Library. They are stored in the template folders</a:t>
            </a:r>
            <a:br>
              <a:rPr lang="de-DE" sz="1600">
                <a:solidFill>
                  <a:schemeClr val="tx1"/>
                </a:solidFill>
              </a:rPr>
            </a:br>
            <a:endParaRPr lang="de-DE" sz="1600">
              <a:solidFill>
                <a:schemeClr val="tx1"/>
              </a:solidFill>
            </a:endParaRPr>
          </a:p>
          <a:p>
            <a:pPr marL="285750" marR="0" lvl="0" indent="-2857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lang="en-US" sz="1600">
                <a:solidFill>
                  <a:schemeClr val="tx1"/>
                </a:solidFill>
              </a:rPr>
              <a:t>Images can be found on your local drive under </a:t>
            </a:r>
            <a:r>
              <a:rPr lang="en-US" sz="1600" b="1">
                <a:solidFill>
                  <a:schemeClr val="tx1"/>
                </a:solidFill>
              </a:rPr>
              <a:t>C:\Program Files (x86)\STIHL\PPT Images </a:t>
            </a:r>
            <a:r>
              <a:rPr lang="en-US" sz="1600">
                <a:solidFill>
                  <a:schemeClr val="tx1"/>
                </a:solidFill>
              </a:rPr>
              <a:t>or in the STIHL DAM </a:t>
            </a:r>
            <a:r>
              <a:rPr lang="en-US" sz="1600">
                <a:solidFill>
                  <a:schemeClr val="tx1"/>
                </a:solidFill>
                <a:hlinkClick r:id="rId7"/>
              </a:rPr>
              <a:t>https://dam.stihl.com/</a:t>
            </a:r>
            <a:endParaRPr lang="en-US" sz="1600">
              <a:solidFill>
                <a:schemeClr val="tx1"/>
              </a:solidFill>
            </a:endParaRPr>
          </a:p>
          <a:p>
            <a:pPr marL="285750" marR="0" lvl="0" indent="-2857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endParaRPr lang="de-DE" sz="1600"/>
          </a:p>
          <a:p>
            <a:pPr marL="285750" marR="0" lvl="0" indent="-2857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lang="en-US" sz="1600" b="0">
                <a:solidFill>
                  <a:schemeClr val="tx1"/>
                </a:solidFill>
              </a:rPr>
              <a:t>Please do not print slides with full </a:t>
            </a:r>
            <a:r>
              <a:rPr lang="en-US" sz="1600" b="0" err="1">
                <a:solidFill>
                  <a:schemeClr val="tx1"/>
                </a:solidFill>
              </a:rPr>
              <a:t>colour</a:t>
            </a:r>
            <a:r>
              <a:rPr lang="en-US" sz="1600" b="0">
                <a:solidFill>
                  <a:schemeClr val="tx1"/>
                </a:solidFill>
              </a:rPr>
              <a:t> or images </a:t>
            </a:r>
          </a:p>
          <a:p>
            <a:pPr marL="285750" marR="0" lvl="0" indent="-2857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endParaRPr lang="de-DE" sz="1600" b="0">
              <a:solidFill>
                <a:schemeClr val="tx1"/>
              </a:solidFill>
            </a:endParaRPr>
          </a:p>
          <a:p>
            <a:pPr marL="285750" marR="0" lvl="0" indent="-2857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lang="en-US" sz="1600" b="0">
                <a:solidFill>
                  <a:schemeClr val="tx1"/>
                </a:solidFill>
              </a:rPr>
              <a:t>The stand line can be inserted via the "Insert" tab through the "Symbol" field</a:t>
            </a:r>
          </a:p>
        </p:txBody>
      </p:sp>
    </p:spTree>
    <p:extLst>
      <p:ext uri="{BB962C8B-B14F-4D97-AF65-F5344CB8AC3E}">
        <p14:creationId xmlns:p14="http://schemas.microsoft.com/office/powerpoint/2010/main" val="797199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el und Inhalt">
    <p:spTree>
      <p:nvGrpSpPr>
        <p:cNvPr id="1" name=""/>
        <p:cNvGrpSpPr/>
        <p:nvPr/>
      </p:nvGrpSpPr>
      <p:grpSpPr>
        <a:xfrm>
          <a:off x="0" y="0"/>
          <a:ext cx="0" cy="0"/>
          <a:chOff x="0" y="0"/>
          <a:chExt cx="0" cy="0"/>
        </a:xfrm>
      </p:grpSpPr>
      <p:graphicFrame>
        <p:nvGraphicFramePr>
          <p:cNvPr id="10" name="Objekt 9" hidden="1">
            <a:extLst>
              <a:ext uri="{FF2B5EF4-FFF2-40B4-BE49-F238E27FC236}">
                <a16:creationId xmlns:a16="http://schemas.microsoft.com/office/drawing/2014/main" id="{25DBC705-8149-459E-9D73-71848E406B1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08" imgH="408" progId="TCLayout.ActiveDocument.1">
                  <p:embed/>
                </p:oleObj>
              </mc:Choice>
              <mc:Fallback>
                <p:oleObj name="think-cell Folie" r:id="rId4" imgW="408" imgH="408" progId="TCLayout.ActiveDocument.1">
                  <p:embed/>
                  <p:pic>
                    <p:nvPicPr>
                      <p:cNvPr id="10" name="Objekt 9" hidden="1">
                        <a:extLst>
                          <a:ext uri="{FF2B5EF4-FFF2-40B4-BE49-F238E27FC236}">
                            <a16:creationId xmlns:a16="http://schemas.microsoft.com/office/drawing/2014/main" id="{25DBC705-8149-459E-9D73-71848E406B1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Rechteck 7" hidden="1">
            <a:extLst>
              <a:ext uri="{FF2B5EF4-FFF2-40B4-BE49-F238E27FC236}">
                <a16:creationId xmlns:a16="http://schemas.microsoft.com/office/drawing/2014/main" id="{39010A7A-64D4-40B1-96E7-BCEEBB7E8A30}"/>
              </a:ext>
            </a:extLst>
          </p:cNvPr>
          <p:cNvSpPr/>
          <p:nvPr>
            <p:custDataLst>
              <p:tags r:id="rId2"/>
            </p:custDataLst>
          </p:nvPr>
        </p:nvSpPr>
        <p:spPr>
          <a:xfrm>
            <a:off x="0" y="0"/>
            <a:ext cx="158750" cy="15875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GB" sz="2200" b="1" i="0" baseline="0">
              <a:solidFill>
                <a:schemeClr val="tx1"/>
              </a:solidFill>
              <a:latin typeface="STIHL Contraface Text"/>
              <a:ea typeface="+mj-ea"/>
              <a:cs typeface="+mj-cs"/>
              <a:sym typeface="STIHL Contraface Text"/>
            </a:endParaRPr>
          </a:p>
        </p:txBody>
      </p:sp>
      <p:sp>
        <p:nvSpPr>
          <p:cNvPr id="9" name="Textplatzhalter 8">
            <a:extLst>
              <a:ext uri="{FF2B5EF4-FFF2-40B4-BE49-F238E27FC236}">
                <a16:creationId xmlns:a16="http://schemas.microsoft.com/office/drawing/2014/main" id="{DE73F636-8F03-4538-831F-37B264F004CE}"/>
              </a:ext>
            </a:extLst>
          </p:cNvPr>
          <p:cNvSpPr>
            <a:spLocks noGrp="1"/>
          </p:cNvSpPr>
          <p:nvPr>
            <p:ph type="body" sz="quarter" idx="13" hasCustomPrompt="1"/>
          </p:nvPr>
        </p:nvSpPr>
        <p:spPr>
          <a:xfrm>
            <a:off x="479426" y="1128730"/>
            <a:ext cx="11244913" cy="249299"/>
          </a:xfrm>
          <a:prstGeom prst="rect">
            <a:avLst/>
          </a:prstGeom>
        </p:spPr>
        <p:txBody>
          <a:bodyPr vert="horz" lIns="0" tIns="0" rIns="0" bIns="0" rtlCol="0" anchor="t" anchorCtr="0">
            <a:spAutoFit/>
          </a:bodyPr>
          <a:lstStyle>
            <a:lvl1pPr marL="0" indent="0">
              <a:lnSpc>
                <a:spcPct val="90000"/>
              </a:lnSpc>
              <a:buNone/>
              <a:defRPr lang="de-DE" sz="1800" cap="none" baseline="0" dirty="0" smtClean="0">
                <a:solidFill>
                  <a:schemeClr val="tx1"/>
                </a:solidFill>
                <a:latin typeface="+mn-lt"/>
                <a:ea typeface="+mj-ea"/>
                <a:cs typeface="+mj-cs"/>
              </a:defRPr>
            </a:lvl1pPr>
          </a:lstStyle>
          <a:p>
            <a:pPr marL="114300" lvl="0" indent="-342900">
              <a:spcBef>
                <a:spcPct val="0"/>
              </a:spcBef>
            </a:pPr>
            <a:r>
              <a:rPr lang="en-GB"/>
              <a:t>Sub headline</a:t>
            </a:r>
          </a:p>
        </p:txBody>
      </p:sp>
      <p:sp>
        <p:nvSpPr>
          <p:cNvPr id="7" name="Titel 6">
            <a:extLst>
              <a:ext uri="{FF2B5EF4-FFF2-40B4-BE49-F238E27FC236}">
                <a16:creationId xmlns:a16="http://schemas.microsoft.com/office/drawing/2014/main" id="{753CF0BC-3DA6-4688-820F-374B0CB9CADB}"/>
              </a:ext>
            </a:extLst>
          </p:cNvPr>
          <p:cNvSpPr>
            <a:spLocks noGrp="1"/>
          </p:cNvSpPr>
          <p:nvPr>
            <p:ph type="title" hasCustomPrompt="1"/>
          </p:nvPr>
        </p:nvSpPr>
        <p:spPr>
          <a:xfrm>
            <a:off x="479426" y="503546"/>
            <a:ext cx="9579925" cy="304699"/>
          </a:xfrm>
        </p:spPr>
        <p:txBody>
          <a:bodyPr anchor="t" anchorCtr="0">
            <a:noAutofit/>
          </a:bodyPr>
          <a:lstStyle>
            <a:lvl1pPr>
              <a:lnSpc>
                <a:spcPct val="90000"/>
              </a:lnSpc>
              <a:defRPr sz="2200"/>
            </a:lvl1pPr>
          </a:lstStyle>
          <a:p>
            <a:r>
              <a:rPr lang="en-GB"/>
              <a:t>Edit master title format</a:t>
            </a:r>
          </a:p>
        </p:txBody>
      </p:sp>
      <p:sp>
        <p:nvSpPr>
          <p:cNvPr id="5" name="Inhaltsplatzhalter 4"/>
          <p:cNvSpPr>
            <a:spLocks noGrp="1"/>
          </p:cNvSpPr>
          <p:nvPr>
            <p:ph sz="quarter" idx="14" hasCustomPrompt="1"/>
          </p:nvPr>
        </p:nvSpPr>
        <p:spPr>
          <a:xfrm>
            <a:off x="479425" y="1605307"/>
            <a:ext cx="11233149" cy="4855818"/>
          </a:xfrm>
        </p:spPr>
        <p:txBody>
          <a:bodyPr/>
          <a:lstStyle>
            <a:lvl1pPr>
              <a:defRPr baseline="0"/>
            </a:lvl1pPr>
            <a:lvl2pPr>
              <a:defRPr/>
            </a:lvl2pPr>
            <a:lvl3pPr>
              <a:defRPr/>
            </a:lvl3pPr>
            <a:lvl4pPr>
              <a:defRPr baseline="0"/>
            </a:lvl4pPr>
            <a:lvl5pPr>
              <a:defRPr/>
            </a:lvl5pPr>
          </a:lstStyle>
          <a:p>
            <a:pPr lvl="0"/>
            <a:r>
              <a:rPr lang="en-GB"/>
              <a:t>Edit master text format</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633598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Nur Titel">
    <p:spTree>
      <p:nvGrpSpPr>
        <p:cNvPr id="1" name=""/>
        <p:cNvGrpSpPr/>
        <p:nvPr/>
      </p:nvGrpSpPr>
      <p:grpSpPr>
        <a:xfrm>
          <a:off x="0" y="0"/>
          <a:ext cx="0" cy="0"/>
          <a:chOff x="0" y="0"/>
          <a:chExt cx="0" cy="0"/>
        </a:xfrm>
      </p:grpSpPr>
      <p:graphicFrame>
        <p:nvGraphicFramePr>
          <p:cNvPr id="3" name="Objekt 2" hidden="1">
            <a:extLst>
              <a:ext uri="{FF2B5EF4-FFF2-40B4-BE49-F238E27FC236}">
                <a16:creationId xmlns:a16="http://schemas.microsoft.com/office/drawing/2014/main" id="{F0605A64-2B63-413A-A26B-43B30D77127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08" imgH="408" progId="TCLayout.ActiveDocument.1">
                  <p:embed/>
                </p:oleObj>
              </mc:Choice>
              <mc:Fallback>
                <p:oleObj name="think-cell Folie" r:id="rId4" imgW="408" imgH="408" progId="TCLayout.ActiveDocument.1">
                  <p:embed/>
                  <p:pic>
                    <p:nvPicPr>
                      <p:cNvPr id="3" name="Objekt 2" hidden="1">
                        <a:extLst>
                          <a:ext uri="{FF2B5EF4-FFF2-40B4-BE49-F238E27FC236}">
                            <a16:creationId xmlns:a16="http://schemas.microsoft.com/office/drawing/2014/main" id="{F0605A64-2B63-413A-A26B-43B30D77127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00416A2A-8426-4273-BB96-478B63147052}"/>
              </a:ext>
            </a:extLst>
          </p:cNvPr>
          <p:cNvSpPr/>
          <p:nvPr>
            <p:custDataLst>
              <p:tags r:id="rId2"/>
            </p:custDataLst>
          </p:nvPr>
        </p:nvSpPr>
        <p:spPr>
          <a:xfrm>
            <a:off x="0" y="0"/>
            <a:ext cx="158750" cy="15875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GB" sz="2200" b="1" i="0" baseline="0">
              <a:solidFill>
                <a:schemeClr val="tx1"/>
              </a:solidFill>
              <a:latin typeface="STIHL Contraface Text"/>
              <a:ea typeface="+mj-ea"/>
              <a:cs typeface="+mj-cs"/>
              <a:sym typeface="STIHL Contraface Text"/>
            </a:endParaRPr>
          </a:p>
        </p:txBody>
      </p:sp>
      <p:sp>
        <p:nvSpPr>
          <p:cNvPr id="7" name="Titel 6">
            <a:extLst>
              <a:ext uri="{FF2B5EF4-FFF2-40B4-BE49-F238E27FC236}">
                <a16:creationId xmlns:a16="http://schemas.microsoft.com/office/drawing/2014/main" id="{F490E706-F8A4-4052-9AE3-BC93A228C907}"/>
              </a:ext>
            </a:extLst>
          </p:cNvPr>
          <p:cNvSpPr>
            <a:spLocks noGrp="1"/>
          </p:cNvSpPr>
          <p:nvPr>
            <p:ph type="title" hasCustomPrompt="1"/>
          </p:nvPr>
        </p:nvSpPr>
        <p:spPr>
          <a:xfrm>
            <a:off x="479426" y="503546"/>
            <a:ext cx="9579925" cy="304699"/>
          </a:xfrm>
        </p:spPr>
        <p:txBody>
          <a:bodyPr vert="horz" lIns="0" tIns="0" rIns="0" bIns="0" rtlCol="0" anchor="t" anchorCtr="0">
            <a:noAutofit/>
          </a:bodyPr>
          <a:lstStyle>
            <a:lvl1pPr>
              <a:lnSpc>
                <a:spcPct val="90000"/>
              </a:lnSpc>
              <a:defRPr lang="de-DE" sz="2200" dirty="0"/>
            </a:lvl1pPr>
          </a:lstStyle>
          <a:p>
            <a:pPr lvl="0"/>
            <a:r>
              <a:rPr lang="en-GB"/>
              <a:t>Edit master title format</a:t>
            </a:r>
          </a:p>
        </p:txBody>
      </p:sp>
      <p:sp>
        <p:nvSpPr>
          <p:cNvPr id="9" name="Textplatzhalter 8">
            <a:extLst>
              <a:ext uri="{FF2B5EF4-FFF2-40B4-BE49-F238E27FC236}">
                <a16:creationId xmlns:a16="http://schemas.microsoft.com/office/drawing/2014/main" id="{9C20E754-BBFE-4A95-AA44-67ACDA85C71B}"/>
              </a:ext>
            </a:extLst>
          </p:cNvPr>
          <p:cNvSpPr>
            <a:spLocks noGrp="1"/>
          </p:cNvSpPr>
          <p:nvPr>
            <p:ph type="body" sz="quarter" idx="13" hasCustomPrompt="1"/>
          </p:nvPr>
        </p:nvSpPr>
        <p:spPr>
          <a:xfrm>
            <a:off x="479427" y="1130300"/>
            <a:ext cx="11233147" cy="249299"/>
          </a:xfrm>
          <a:prstGeom prst="rect">
            <a:avLst/>
          </a:prstGeom>
        </p:spPr>
        <p:txBody>
          <a:bodyPr vert="horz" lIns="0" tIns="0" rIns="0" bIns="0" rtlCol="0" anchor="t" anchorCtr="0">
            <a:noAutofit/>
          </a:bodyPr>
          <a:lstStyle>
            <a:lvl1pPr marL="0" indent="0">
              <a:lnSpc>
                <a:spcPct val="90000"/>
              </a:lnSpc>
              <a:buNone/>
              <a:defRPr lang="de-DE" sz="1800" cap="none" baseline="0" dirty="0" smtClean="0">
                <a:solidFill>
                  <a:schemeClr val="tx1"/>
                </a:solidFill>
                <a:latin typeface="+mn-lt"/>
                <a:ea typeface="+mj-ea"/>
                <a:cs typeface="+mj-cs"/>
              </a:defRPr>
            </a:lvl1pPr>
          </a:lstStyle>
          <a:p>
            <a:pPr marL="114300" lvl="0" indent="-342900">
              <a:spcBef>
                <a:spcPct val="0"/>
              </a:spcBef>
            </a:pPr>
            <a:r>
              <a:rPr lang="en-GB"/>
              <a:t>Sub headline</a:t>
            </a:r>
          </a:p>
        </p:txBody>
      </p:sp>
    </p:spTree>
    <p:extLst>
      <p:ext uri="{BB962C8B-B14F-4D97-AF65-F5344CB8AC3E}">
        <p14:creationId xmlns:p14="http://schemas.microsoft.com/office/powerpoint/2010/main" val="1144054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el und Text">
    <p:spTree>
      <p:nvGrpSpPr>
        <p:cNvPr id="1" name=""/>
        <p:cNvGrpSpPr/>
        <p:nvPr/>
      </p:nvGrpSpPr>
      <p:grpSpPr>
        <a:xfrm>
          <a:off x="0" y="0"/>
          <a:ext cx="0" cy="0"/>
          <a:chOff x="0" y="0"/>
          <a:chExt cx="0" cy="0"/>
        </a:xfrm>
      </p:grpSpPr>
      <p:graphicFrame>
        <p:nvGraphicFramePr>
          <p:cNvPr id="3" name="Objekt 2" hidden="1">
            <a:extLst>
              <a:ext uri="{FF2B5EF4-FFF2-40B4-BE49-F238E27FC236}">
                <a16:creationId xmlns:a16="http://schemas.microsoft.com/office/drawing/2014/main" id="{08ED5069-7E91-48C5-95E3-99F57E17659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08" imgH="408" progId="TCLayout.ActiveDocument.1">
                  <p:embed/>
                </p:oleObj>
              </mc:Choice>
              <mc:Fallback>
                <p:oleObj name="think-cell Folie" r:id="rId4" imgW="408" imgH="408" progId="TCLayout.ActiveDocument.1">
                  <p:embed/>
                  <p:pic>
                    <p:nvPicPr>
                      <p:cNvPr id="3" name="Objekt 2" hidden="1">
                        <a:extLst>
                          <a:ext uri="{FF2B5EF4-FFF2-40B4-BE49-F238E27FC236}">
                            <a16:creationId xmlns:a16="http://schemas.microsoft.com/office/drawing/2014/main" id="{08ED5069-7E91-48C5-95E3-99F57E17659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B2A3BD8A-6CFF-48E0-A155-11F4B2BBD557}"/>
              </a:ext>
            </a:extLst>
          </p:cNvPr>
          <p:cNvSpPr/>
          <p:nvPr>
            <p:custDataLst>
              <p:tags r:id="rId2"/>
            </p:custDataLst>
          </p:nvPr>
        </p:nvSpPr>
        <p:spPr>
          <a:xfrm>
            <a:off x="0" y="0"/>
            <a:ext cx="158750" cy="15875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GB" sz="2200" b="1" i="0" baseline="0">
              <a:solidFill>
                <a:schemeClr val="tx1"/>
              </a:solidFill>
              <a:latin typeface="STIHL Contraface Text"/>
              <a:ea typeface="+mj-ea"/>
              <a:cs typeface="+mj-cs"/>
              <a:sym typeface="STIHL Contraface Text"/>
            </a:endParaRPr>
          </a:p>
        </p:txBody>
      </p:sp>
      <p:sp>
        <p:nvSpPr>
          <p:cNvPr id="11" name="Titel 10">
            <a:extLst>
              <a:ext uri="{FF2B5EF4-FFF2-40B4-BE49-F238E27FC236}">
                <a16:creationId xmlns:a16="http://schemas.microsoft.com/office/drawing/2014/main" id="{A26E03A4-095B-410D-BCF8-3F189668F86A}"/>
              </a:ext>
            </a:extLst>
          </p:cNvPr>
          <p:cNvSpPr>
            <a:spLocks noGrp="1"/>
          </p:cNvSpPr>
          <p:nvPr>
            <p:ph type="title" hasCustomPrompt="1"/>
          </p:nvPr>
        </p:nvSpPr>
        <p:spPr>
          <a:xfrm>
            <a:off x="479426" y="503546"/>
            <a:ext cx="9579925" cy="304699"/>
          </a:xfrm>
        </p:spPr>
        <p:txBody>
          <a:bodyPr vert="horz" lIns="0" tIns="0" rIns="0" bIns="0" rtlCol="0" anchor="t" anchorCtr="0">
            <a:noAutofit/>
          </a:bodyPr>
          <a:lstStyle>
            <a:lvl1pPr>
              <a:lnSpc>
                <a:spcPct val="90000"/>
              </a:lnSpc>
              <a:defRPr lang="de-DE" sz="2200" dirty="0"/>
            </a:lvl1pPr>
          </a:lstStyle>
          <a:p>
            <a:pPr lvl="0"/>
            <a:r>
              <a:rPr lang="en-GB"/>
              <a:t>Edit master title format</a:t>
            </a:r>
          </a:p>
        </p:txBody>
      </p:sp>
      <p:sp>
        <p:nvSpPr>
          <p:cNvPr id="12" name="Textplatzhalter 8">
            <a:extLst>
              <a:ext uri="{FF2B5EF4-FFF2-40B4-BE49-F238E27FC236}">
                <a16:creationId xmlns:a16="http://schemas.microsoft.com/office/drawing/2014/main" id="{2EA80287-A2C9-4521-95F7-BFAC821FCA08}"/>
              </a:ext>
            </a:extLst>
          </p:cNvPr>
          <p:cNvSpPr>
            <a:spLocks noGrp="1"/>
          </p:cNvSpPr>
          <p:nvPr>
            <p:ph type="body" sz="quarter" idx="14" hasCustomPrompt="1"/>
          </p:nvPr>
        </p:nvSpPr>
        <p:spPr>
          <a:xfrm>
            <a:off x="479427" y="1130300"/>
            <a:ext cx="11233147" cy="249299"/>
          </a:xfrm>
          <a:prstGeom prst="rect">
            <a:avLst/>
          </a:prstGeom>
        </p:spPr>
        <p:txBody>
          <a:bodyPr vert="horz" lIns="0" tIns="0" rIns="0" bIns="0" rtlCol="0" anchor="t" anchorCtr="0">
            <a:noAutofit/>
          </a:bodyPr>
          <a:lstStyle>
            <a:lvl1pPr marL="0" indent="0">
              <a:lnSpc>
                <a:spcPct val="90000"/>
              </a:lnSpc>
              <a:buNone/>
              <a:defRPr lang="de-DE" sz="1800" cap="none" baseline="0" dirty="0" smtClean="0">
                <a:solidFill>
                  <a:schemeClr val="tx1"/>
                </a:solidFill>
                <a:latin typeface="+mn-lt"/>
                <a:ea typeface="+mj-ea"/>
                <a:cs typeface="+mj-cs"/>
              </a:defRPr>
            </a:lvl1pPr>
          </a:lstStyle>
          <a:p>
            <a:pPr marL="114300" lvl="0" indent="-342900">
              <a:spcBef>
                <a:spcPct val="0"/>
              </a:spcBef>
            </a:pPr>
            <a:r>
              <a:rPr lang="en-GB"/>
              <a:t>Sub headline</a:t>
            </a:r>
          </a:p>
        </p:txBody>
      </p:sp>
      <p:sp>
        <p:nvSpPr>
          <p:cNvPr id="5" name="Textplatzhalter 4"/>
          <p:cNvSpPr>
            <a:spLocks noGrp="1"/>
          </p:cNvSpPr>
          <p:nvPr>
            <p:ph type="body" sz="quarter" idx="15" hasCustomPrompt="1"/>
          </p:nvPr>
        </p:nvSpPr>
        <p:spPr>
          <a:xfrm>
            <a:off x="479427" y="1605435"/>
            <a:ext cx="11233147" cy="4849340"/>
          </a:xfrm>
        </p:spPr>
        <p:txBody>
          <a:bodyPr/>
          <a:lstStyle>
            <a:lvl1pPr>
              <a:defRPr/>
            </a:lvl1pPr>
            <a:lvl2pPr>
              <a:defRPr baseline="0"/>
            </a:lvl2pPr>
            <a:lvl3pPr>
              <a:defRPr/>
            </a:lvl3pPr>
            <a:lvl4pPr>
              <a:defRPr baseline="0"/>
            </a:lvl4pPr>
            <a:lvl5pPr>
              <a:defRPr baseline="0"/>
            </a:lvl5pPr>
          </a:lstStyle>
          <a:p>
            <a:pPr lvl="0"/>
            <a:r>
              <a:rPr lang="en-GB"/>
              <a:t>Edit master text format</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848248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two contents">
    <p:spTree>
      <p:nvGrpSpPr>
        <p:cNvPr id="1" name=""/>
        <p:cNvGrpSpPr/>
        <p:nvPr/>
      </p:nvGrpSpPr>
      <p:grpSpPr>
        <a:xfrm>
          <a:off x="0" y="0"/>
          <a:ext cx="0" cy="0"/>
          <a:chOff x="0" y="0"/>
          <a:chExt cx="0" cy="0"/>
        </a:xfrm>
      </p:grpSpPr>
      <p:graphicFrame>
        <p:nvGraphicFramePr>
          <p:cNvPr id="3" name="Objekt 2" hidden="1">
            <a:extLst>
              <a:ext uri="{FF2B5EF4-FFF2-40B4-BE49-F238E27FC236}">
                <a16:creationId xmlns:a16="http://schemas.microsoft.com/office/drawing/2014/main" id="{D653AC16-B8BF-4F06-9847-410FBD66114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08" imgH="408" progId="TCLayout.ActiveDocument.1">
                  <p:embed/>
                </p:oleObj>
              </mc:Choice>
              <mc:Fallback>
                <p:oleObj name="think-cell Folie" r:id="rId4" imgW="408" imgH="408" progId="TCLayout.ActiveDocument.1">
                  <p:embed/>
                  <p:pic>
                    <p:nvPicPr>
                      <p:cNvPr id="3" name="Objekt 2" hidden="1">
                        <a:extLst>
                          <a:ext uri="{FF2B5EF4-FFF2-40B4-BE49-F238E27FC236}">
                            <a16:creationId xmlns:a16="http://schemas.microsoft.com/office/drawing/2014/main" id="{D653AC16-B8BF-4F06-9847-410FBD66114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D21E1F63-0E73-4BE0-AB62-ECF4E2E15BF1}"/>
              </a:ext>
            </a:extLst>
          </p:cNvPr>
          <p:cNvSpPr/>
          <p:nvPr>
            <p:custDataLst>
              <p:tags r:id="rId2"/>
            </p:custDataLst>
          </p:nvPr>
        </p:nvSpPr>
        <p:spPr>
          <a:xfrm>
            <a:off x="0" y="0"/>
            <a:ext cx="158750" cy="15875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GB" sz="2200" b="1" i="0" baseline="0">
              <a:solidFill>
                <a:schemeClr val="tx1"/>
              </a:solidFill>
              <a:latin typeface="STIHL Contraface Text"/>
              <a:ea typeface="+mj-ea"/>
              <a:cs typeface="+mj-cs"/>
              <a:sym typeface="STIHL Contraface Text"/>
            </a:endParaRPr>
          </a:p>
        </p:txBody>
      </p:sp>
      <p:sp>
        <p:nvSpPr>
          <p:cNvPr id="11" name="Titel 10">
            <a:extLst>
              <a:ext uri="{FF2B5EF4-FFF2-40B4-BE49-F238E27FC236}">
                <a16:creationId xmlns:a16="http://schemas.microsoft.com/office/drawing/2014/main" id="{A26E03A4-095B-410D-BCF8-3F189668F86A}"/>
              </a:ext>
            </a:extLst>
          </p:cNvPr>
          <p:cNvSpPr>
            <a:spLocks noGrp="1"/>
          </p:cNvSpPr>
          <p:nvPr>
            <p:ph type="title" hasCustomPrompt="1"/>
          </p:nvPr>
        </p:nvSpPr>
        <p:spPr>
          <a:xfrm>
            <a:off x="479426" y="503546"/>
            <a:ext cx="9579925" cy="304699"/>
          </a:xfrm>
        </p:spPr>
        <p:txBody>
          <a:bodyPr vert="horz" lIns="0" tIns="0" rIns="0" bIns="0" rtlCol="0" anchor="t" anchorCtr="0">
            <a:noAutofit/>
          </a:bodyPr>
          <a:lstStyle>
            <a:lvl1pPr>
              <a:lnSpc>
                <a:spcPct val="90000"/>
              </a:lnSpc>
              <a:defRPr lang="de-DE" sz="2200" dirty="0"/>
            </a:lvl1pPr>
          </a:lstStyle>
          <a:p>
            <a:pPr lvl="0"/>
            <a:r>
              <a:rPr lang="en-GB"/>
              <a:t>Edit master title format</a:t>
            </a:r>
          </a:p>
        </p:txBody>
      </p:sp>
      <p:sp>
        <p:nvSpPr>
          <p:cNvPr id="13" name="Textplatzhalter 8">
            <a:extLst>
              <a:ext uri="{FF2B5EF4-FFF2-40B4-BE49-F238E27FC236}">
                <a16:creationId xmlns:a16="http://schemas.microsoft.com/office/drawing/2014/main" id="{6DBC4AB2-2C37-4DD5-89D1-6E82832F27B2}"/>
              </a:ext>
            </a:extLst>
          </p:cNvPr>
          <p:cNvSpPr>
            <a:spLocks noGrp="1"/>
          </p:cNvSpPr>
          <p:nvPr>
            <p:ph type="body" sz="quarter" idx="13" hasCustomPrompt="1"/>
          </p:nvPr>
        </p:nvSpPr>
        <p:spPr>
          <a:xfrm>
            <a:off x="479427" y="1130300"/>
            <a:ext cx="11233147" cy="249299"/>
          </a:xfrm>
          <a:prstGeom prst="rect">
            <a:avLst/>
          </a:prstGeom>
        </p:spPr>
        <p:txBody>
          <a:bodyPr vert="horz" lIns="0" tIns="0" rIns="0" bIns="0" rtlCol="0" anchor="t" anchorCtr="0">
            <a:noAutofit/>
          </a:bodyPr>
          <a:lstStyle>
            <a:lvl1pPr marL="0" indent="0">
              <a:lnSpc>
                <a:spcPct val="90000"/>
              </a:lnSpc>
              <a:buNone/>
              <a:defRPr lang="de-DE" sz="1800" cap="none" baseline="0" dirty="0" smtClean="0">
                <a:solidFill>
                  <a:schemeClr val="tx1"/>
                </a:solidFill>
                <a:latin typeface="+mn-lt"/>
                <a:ea typeface="+mj-ea"/>
                <a:cs typeface="+mj-cs"/>
              </a:defRPr>
            </a:lvl1pPr>
          </a:lstStyle>
          <a:p>
            <a:pPr marL="114300" lvl="0" indent="-342900">
              <a:spcBef>
                <a:spcPct val="0"/>
              </a:spcBef>
            </a:pPr>
            <a:r>
              <a:rPr lang="en-GB"/>
              <a:t>Sub headline</a:t>
            </a:r>
          </a:p>
        </p:txBody>
      </p:sp>
      <p:sp>
        <p:nvSpPr>
          <p:cNvPr id="5" name="Inhaltsplatzhalter 4"/>
          <p:cNvSpPr>
            <a:spLocks noGrp="1"/>
          </p:cNvSpPr>
          <p:nvPr>
            <p:ph sz="quarter" idx="21" hasCustomPrompt="1"/>
          </p:nvPr>
        </p:nvSpPr>
        <p:spPr>
          <a:xfrm>
            <a:off x="479427" y="1605435"/>
            <a:ext cx="5384331" cy="4849340"/>
          </a:xfrm>
        </p:spPr>
        <p:txBody>
          <a:bodyPr/>
          <a:lstStyle>
            <a:lvl1pPr>
              <a:defRPr/>
            </a:lvl1pPr>
            <a:lvl2pPr>
              <a:defRPr/>
            </a:lvl2pPr>
            <a:lvl3pPr>
              <a:defRPr/>
            </a:lvl3pPr>
            <a:lvl4pPr>
              <a:defRPr/>
            </a:lvl4pPr>
            <a:lvl5pPr>
              <a:defRPr/>
            </a:lvl5pPr>
          </a:lstStyle>
          <a:p>
            <a:pPr lvl="0"/>
            <a:r>
              <a:rPr lang="en-GB"/>
              <a:t>Edit master text format</a:t>
            </a:r>
          </a:p>
          <a:p>
            <a:pPr lvl="1"/>
            <a:r>
              <a:rPr lang="en-GB"/>
              <a:t>Second level</a:t>
            </a:r>
          </a:p>
          <a:p>
            <a:pPr lvl="2"/>
            <a:r>
              <a:rPr lang="en-GB"/>
              <a:t>Third level</a:t>
            </a:r>
          </a:p>
          <a:p>
            <a:pPr lvl="3"/>
            <a:r>
              <a:rPr lang="en-GB"/>
              <a:t>Fourth level</a:t>
            </a:r>
          </a:p>
          <a:p>
            <a:pPr lvl="4"/>
            <a:r>
              <a:rPr lang="en-GB"/>
              <a:t>Fifth level</a:t>
            </a:r>
          </a:p>
        </p:txBody>
      </p:sp>
      <p:sp>
        <p:nvSpPr>
          <p:cNvPr id="15" name="Inhaltsplatzhalter 4"/>
          <p:cNvSpPr>
            <a:spLocks noGrp="1"/>
          </p:cNvSpPr>
          <p:nvPr>
            <p:ph sz="quarter" idx="22" hasCustomPrompt="1"/>
          </p:nvPr>
        </p:nvSpPr>
        <p:spPr>
          <a:xfrm>
            <a:off x="6328243" y="1605435"/>
            <a:ext cx="5384331" cy="4849340"/>
          </a:xfrm>
        </p:spPr>
        <p:txBody>
          <a:bodyPr/>
          <a:lstStyle>
            <a:lvl1pPr>
              <a:defRPr/>
            </a:lvl1pPr>
            <a:lvl2pPr>
              <a:defRPr/>
            </a:lvl2pPr>
            <a:lvl3pPr>
              <a:defRPr/>
            </a:lvl3pPr>
            <a:lvl4pPr>
              <a:defRPr/>
            </a:lvl4pPr>
            <a:lvl5pPr>
              <a:defRPr/>
            </a:lvl5pPr>
          </a:lstStyle>
          <a:p>
            <a:pPr lvl="0"/>
            <a:r>
              <a:rPr lang="en-GB"/>
              <a:t>Edit master text format</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613369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Background image with content">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70" imgH="371" progId="TCLayout.ActiveDocument.1">
                  <p:embed/>
                </p:oleObj>
              </mc:Choice>
              <mc:Fallback>
                <p:oleObj name="think-cell Folie" r:id="rId4" imgW="370" imgH="371" progId="TCLayout.ActiveDocument.1">
                  <p:embed/>
                  <p:pic>
                    <p:nvPicPr>
                      <p:cNvPr id="4" name="Objek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hteck 2" hidden="1"/>
          <p:cNvSpPr/>
          <p:nvPr>
            <p:custDataLst>
              <p:tags r:id="rId2"/>
            </p:custDataLst>
          </p:nvPr>
        </p:nvSpPr>
        <p:spPr>
          <a:xfrm>
            <a:off x="0" y="0"/>
            <a:ext cx="158750" cy="15875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GB" sz="2200" b="1" i="0" baseline="0">
              <a:solidFill>
                <a:schemeClr val="tx1"/>
              </a:solidFill>
              <a:latin typeface="STIHL Contraface Text"/>
              <a:ea typeface="+mn-ea"/>
              <a:cs typeface="+mn-cs"/>
              <a:sym typeface="STIHL Contraface Text"/>
            </a:endParaRPr>
          </a:p>
        </p:txBody>
      </p:sp>
      <p:pic>
        <p:nvPicPr>
          <p:cNvPr id="10" name="Grafik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136060" y="258750"/>
            <a:ext cx="1774212" cy="775631"/>
          </a:xfrm>
          <a:prstGeom prst="rect">
            <a:avLst/>
          </a:prstGeom>
        </p:spPr>
      </p:pic>
      <p:sp>
        <p:nvSpPr>
          <p:cNvPr id="17" name="Hintergrundbild">
            <a:extLst>
              <a:ext uri="{FF2B5EF4-FFF2-40B4-BE49-F238E27FC236}">
                <a16:creationId xmlns:a16="http://schemas.microsoft.com/office/drawing/2014/main" id="{91303CF3-1A7E-4149-A9A1-BC9B75037D65}"/>
              </a:ext>
            </a:extLst>
          </p:cNvPr>
          <p:cNvSpPr>
            <a:spLocks noGrp="1"/>
          </p:cNvSpPr>
          <p:nvPr>
            <p:ph type="pic" sz="quarter" idx="15" hasCustomPrompt="1"/>
          </p:nvPr>
        </p:nvSpPr>
        <p:spPr>
          <a:xfrm>
            <a:off x="0" y="0"/>
            <a:ext cx="12192000" cy="6858000"/>
          </a:xfrm>
          <a:custGeom>
            <a:avLst/>
            <a:gdLst>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10129345 w 12192000"/>
              <a:gd name="connsiteY4" fmla="*/ 344401 h 6858000"/>
              <a:gd name="connsiteX5" fmla="*/ 10129345 w 12192000"/>
              <a:gd name="connsiteY5" fmla="*/ 1099696 h 6858000"/>
              <a:gd name="connsiteX6" fmla="*/ 11857039 w 12192000"/>
              <a:gd name="connsiteY6" fmla="*/ 1099696 h 6858000"/>
              <a:gd name="connsiteX7" fmla="*/ 11857039 w 12192000"/>
              <a:gd name="connsiteY7" fmla="*/ 344401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136965 w 12192000"/>
              <a:gd name="connsiteY5" fmla="*/ 258676 h 6858000"/>
              <a:gd name="connsiteX6" fmla="*/ 10129345 w 12192000"/>
              <a:gd name="connsiteY6" fmla="*/ 1099696 h 6858000"/>
              <a:gd name="connsiteX7" fmla="*/ 11857039 w 12192000"/>
              <a:gd name="connsiteY7" fmla="*/ 1099696 h 6858000"/>
              <a:gd name="connsiteX8" fmla="*/ 11857039 w 12192000"/>
              <a:gd name="connsiteY8" fmla="*/ 34440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136965 w 12192000"/>
              <a:gd name="connsiteY5" fmla="*/ 258676 h 6858000"/>
              <a:gd name="connsiteX6" fmla="*/ 10129345 w 12192000"/>
              <a:gd name="connsiteY6" fmla="*/ 1099696 h 6858000"/>
              <a:gd name="connsiteX7" fmla="*/ 11857039 w 12192000"/>
              <a:gd name="connsiteY7" fmla="*/ 1099696 h 6858000"/>
              <a:gd name="connsiteX8" fmla="*/ 11910379 w 12192000"/>
              <a:gd name="connsiteY8" fmla="*/ 26058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136965 w 12192000"/>
              <a:gd name="connsiteY5" fmla="*/ 258676 h 6858000"/>
              <a:gd name="connsiteX6" fmla="*/ 10129345 w 12192000"/>
              <a:gd name="connsiteY6" fmla="*/ 1099696 h 6858000"/>
              <a:gd name="connsiteX7" fmla="*/ 11910379 w 12192000"/>
              <a:gd name="connsiteY7" fmla="*/ 1029211 h 6858000"/>
              <a:gd name="connsiteX8" fmla="*/ 11910379 w 12192000"/>
              <a:gd name="connsiteY8" fmla="*/ 26058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136965 w 12192000"/>
              <a:gd name="connsiteY5" fmla="*/ 258676 h 6858000"/>
              <a:gd name="connsiteX6" fmla="*/ 10138870 w 12192000"/>
              <a:gd name="connsiteY6" fmla="*/ 1034926 h 6858000"/>
              <a:gd name="connsiteX7" fmla="*/ 11910379 w 12192000"/>
              <a:gd name="connsiteY7" fmla="*/ 1029211 h 6858000"/>
              <a:gd name="connsiteX8" fmla="*/ 11910379 w 12192000"/>
              <a:gd name="connsiteY8" fmla="*/ 26058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4587758 w 12192000"/>
              <a:gd name="connsiteY3" fmla="*/ 344402 h 6858000"/>
              <a:gd name="connsiteX4" fmla="*/ 361950 w 12192000"/>
              <a:gd name="connsiteY4" fmla="*/ 344402 h 6858000"/>
              <a:gd name="connsiteX5" fmla="*/ 10136965 w 12192000"/>
              <a:gd name="connsiteY5" fmla="*/ 258676 h 6858000"/>
              <a:gd name="connsiteX6" fmla="*/ 10138870 w 12192000"/>
              <a:gd name="connsiteY6" fmla="*/ 1034926 h 6858000"/>
              <a:gd name="connsiteX7" fmla="*/ 11910379 w 12192000"/>
              <a:gd name="connsiteY7" fmla="*/ 1029211 h 6858000"/>
              <a:gd name="connsiteX8" fmla="*/ 11910379 w 12192000"/>
              <a:gd name="connsiteY8" fmla="*/ 26058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68969 w 12192000"/>
              <a:gd name="connsiteY2" fmla="*/ 6536402 h 6858000"/>
              <a:gd name="connsiteX3" fmla="*/ 4587758 w 12192000"/>
              <a:gd name="connsiteY3" fmla="*/ 344402 h 6858000"/>
              <a:gd name="connsiteX4" fmla="*/ 361950 w 12192000"/>
              <a:gd name="connsiteY4" fmla="*/ 344402 h 6858000"/>
              <a:gd name="connsiteX5" fmla="*/ 10136965 w 12192000"/>
              <a:gd name="connsiteY5" fmla="*/ 258676 h 6858000"/>
              <a:gd name="connsiteX6" fmla="*/ 10138870 w 12192000"/>
              <a:gd name="connsiteY6" fmla="*/ 1034926 h 6858000"/>
              <a:gd name="connsiteX7" fmla="*/ 11910379 w 12192000"/>
              <a:gd name="connsiteY7" fmla="*/ 1029211 h 6858000"/>
              <a:gd name="connsiteX8" fmla="*/ 11910379 w 12192000"/>
              <a:gd name="connsiteY8" fmla="*/ 26058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68969 w 12192000"/>
              <a:gd name="connsiteY2" fmla="*/ 6536402 h 6858000"/>
              <a:gd name="connsiteX3" fmla="*/ 4575232 w 12192000"/>
              <a:gd name="connsiteY3" fmla="*/ 344402 h 6858000"/>
              <a:gd name="connsiteX4" fmla="*/ 361950 w 12192000"/>
              <a:gd name="connsiteY4" fmla="*/ 344402 h 6858000"/>
              <a:gd name="connsiteX5" fmla="*/ 10136965 w 12192000"/>
              <a:gd name="connsiteY5" fmla="*/ 258676 h 6858000"/>
              <a:gd name="connsiteX6" fmla="*/ 10138870 w 12192000"/>
              <a:gd name="connsiteY6" fmla="*/ 1034926 h 6858000"/>
              <a:gd name="connsiteX7" fmla="*/ 11910379 w 12192000"/>
              <a:gd name="connsiteY7" fmla="*/ 1029211 h 6858000"/>
              <a:gd name="connsiteX8" fmla="*/ 11910379 w 12192000"/>
              <a:gd name="connsiteY8" fmla="*/ 26058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68969 w 12192000"/>
              <a:gd name="connsiteY2" fmla="*/ 6536402 h 6858000"/>
              <a:gd name="connsiteX3" fmla="*/ 4581495 w 12192000"/>
              <a:gd name="connsiteY3" fmla="*/ 338139 h 6858000"/>
              <a:gd name="connsiteX4" fmla="*/ 361950 w 12192000"/>
              <a:gd name="connsiteY4" fmla="*/ 344402 h 6858000"/>
              <a:gd name="connsiteX5" fmla="*/ 10136965 w 12192000"/>
              <a:gd name="connsiteY5" fmla="*/ 258676 h 6858000"/>
              <a:gd name="connsiteX6" fmla="*/ 10138870 w 12192000"/>
              <a:gd name="connsiteY6" fmla="*/ 1034926 h 6858000"/>
              <a:gd name="connsiteX7" fmla="*/ 11910379 w 12192000"/>
              <a:gd name="connsiteY7" fmla="*/ 1029211 h 6858000"/>
              <a:gd name="connsiteX8" fmla="*/ 11910379 w 12192000"/>
              <a:gd name="connsiteY8" fmla="*/ 26058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87758 w 12192000"/>
              <a:gd name="connsiteY2" fmla="*/ 6536402 h 6858000"/>
              <a:gd name="connsiteX3" fmla="*/ 4581495 w 12192000"/>
              <a:gd name="connsiteY3" fmla="*/ 338139 h 6858000"/>
              <a:gd name="connsiteX4" fmla="*/ 361950 w 12192000"/>
              <a:gd name="connsiteY4" fmla="*/ 344402 h 6858000"/>
              <a:gd name="connsiteX5" fmla="*/ 10136965 w 12192000"/>
              <a:gd name="connsiteY5" fmla="*/ 258676 h 6858000"/>
              <a:gd name="connsiteX6" fmla="*/ 10138870 w 12192000"/>
              <a:gd name="connsiteY6" fmla="*/ 1034926 h 6858000"/>
              <a:gd name="connsiteX7" fmla="*/ 11910379 w 12192000"/>
              <a:gd name="connsiteY7" fmla="*/ 1029211 h 6858000"/>
              <a:gd name="connsiteX8" fmla="*/ 11910379 w 12192000"/>
              <a:gd name="connsiteY8" fmla="*/ 26058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87758 w 12192000"/>
              <a:gd name="connsiteY2" fmla="*/ 6536402 h 6858000"/>
              <a:gd name="connsiteX3" fmla="*/ 4600284 w 12192000"/>
              <a:gd name="connsiteY3" fmla="*/ 338139 h 6858000"/>
              <a:gd name="connsiteX4" fmla="*/ 361950 w 12192000"/>
              <a:gd name="connsiteY4" fmla="*/ 344402 h 6858000"/>
              <a:gd name="connsiteX5" fmla="*/ 10136965 w 12192000"/>
              <a:gd name="connsiteY5" fmla="*/ 258676 h 6858000"/>
              <a:gd name="connsiteX6" fmla="*/ 10138870 w 12192000"/>
              <a:gd name="connsiteY6" fmla="*/ 1034926 h 6858000"/>
              <a:gd name="connsiteX7" fmla="*/ 11910379 w 12192000"/>
              <a:gd name="connsiteY7" fmla="*/ 1029211 h 6858000"/>
              <a:gd name="connsiteX8" fmla="*/ 11910379 w 12192000"/>
              <a:gd name="connsiteY8" fmla="*/ 26058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87758 w 12192000"/>
              <a:gd name="connsiteY2" fmla="*/ 6536402 h 6858000"/>
              <a:gd name="connsiteX3" fmla="*/ 4594021 w 12192000"/>
              <a:gd name="connsiteY3" fmla="*/ 344402 h 6858000"/>
              <a:gd name="connsiteX4" fmla="*/ 361950 w 12192000"/>
              <a:gd name="connsiteY4" fmla="*/ 344402 h 6858000"/>
              <a:gd name="connsiteX5" fmla="*/ 10136965 w 12192000"/>
              <a:gd name="connsiteY5" fmla="*/ 258676 h 6858000"/>
              <a:gd name="connsiteX6" fmla="*/ 10138870 w 12192000"/>
              <a:gd name="connsiteY6" fmla="*/ 1034926 h 6858000"/>
              <a:gd name="connsiteX7" fmla="*/ 11910379 w 12192000"/>
              <a:gd name="connsiteY7" fmla="*/ 1029211 h 6858000"/>
              <a:gd name="connsiteX8" fmla="*/ 11910379 w 12192000"/>
              <a:gd name="connsiteY8" fmla="*/ 26058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87758 w 12192000"/>
              <a:gd name="connsiteY2" fmla="*/ 6536402 h 6858000"/>
              <a:gd name="connsiteX3" fmla="*/ 4594021 w 12192000"/>
              <a:gd name="connsiteY3" fmla="*/ 344402 h 6858000"/>
              <a:gd name="connsiteX4" fmla="*/ 361950 w 12192000"/>
              <a:gd name="connsiteY4" fmla="*/ 344402 h 6858000"/>
              <a:gd name="connsiteX5" fmla="*/ 10136965 w 12192000"/>
              <a:gd name="connsiteY5" fmla="*/ 258676 h 6858000"/>
              <a:gd name="connsiteX6" fmla="*/ 10138870 w 12192000"/>
              <a:gd name="connsiteY6" fmla="*/ 1034926 h 6858000"/>
              <a:gd name="connsiteX7" fmla="*/ 11910379 w 12192000"/>
              <a:gd name="connsiteY7" fmla="*/ 1029211 h 6858000"/>
              <a:gd name="connsiteX8" fmla="*/ 11904664 w 12192000"/>
              <a:gd name="connsiteY8" fmla="*/ 26820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87758 w 12192000"/>
              <a:gd name="connsiteY2" fmla="*/ 6536402 h 6858000"/>
              <a:gd name="connsiteX3" fmla="*/ 4594021 w 12192000"/>
              <a:gd name="connsiteY3" fmla="*/ 344402 h 6858000"/>
              <a:gd name="connsiteX4" fmla="*/ 361950 w 12192000"/>
              <a:gd name="connsiteY4" fmla="*/ 344402 h 6858000"/>
              <a:gd name="connsiteX5" fmla="*/ 10136965 w 12192000"/>
              <a:gd name="connsiteY5" fmla="*/ 258676 h 6858000"/>
              <a:gd name="connsiteX6" fmla="*/ 10138870 w 12192000"/>
              <a:gd name="connsiteY6" fmla="*/ 1034926 h 6858000"/>
              <a:gd name="connsiteX7" fmla="*/ 11904664 w 12192000"/>
              <a:gd name="connsiteY7" fmla="*/ 1027306 h 6858000"/>
              <a:gd name="connsiteX8" fmla="*/ 11904664 w 12192000"/>
              <a:gd name="connsiteY8" fmla="*/ 26820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87758 w 12192000"/>
              <a:gd name="connsiteY2" fmla="*/ 6536402 h 6858000"/>
              <a:gd name="connsiteX3" fmla="*/ 4594021 w 12192000"/>
              <a:gd name="connsiteY3" fmla="*/ 344402 h 6858000"/>
              <a:gd name="connsiteX4" fmla="*/ 361950 w 12192000"/>
              <a:gd name="connsiteY4" fmla="*/ 344402 h 6858000"/>
              <a:gd name="connsiteX5" fmla="*/ 10144585 w 12192000"/>
              <a:gd name="connsiteY5" fmla="*/ 266296 h 6858000"/>
              <a:gd name="connsiteX6" fmla="*/ 10138870 w 12192000"/>
              <a:gd name="connsiteY6" fmla="*/ 1034926 h 6858000"/>
              <a:gd name="connsiteX7" fmla="*/ 11904664 w 12192000"/>
              <a:gd name="connsiteY7" fmla="*/ 1027306 h 6858000"/>
              <a:gd name="connsiteX8" fmla="*/ 11904664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87758 w 12192000"/>
              <a:gd name="connsiteY2" fmla="*/ 6536402 h 6858000"/>
              <a:gd name="connsiteX3" fmla="*/ 4594021 w 12192000"/>
              <a:gd name="connsiteY3" fmla="*/ 344402 h 6858000"/>
              <a:gd name="connsiteX4" fmla="*/ 361950 w 12192000"/>
              <a:gd name="connsiteY4" fmla="*/ 344402 h 6858000"/>
              <a:gd name="connsiteX5" fmla="*/ 10144585 w 12192000"/>
              <a:gd name="connsiteY5" fmla="*/ 266296 h 6858000"/>
              <a:gd name="connsiteX6" fmla="*/ 10144585 w 12192000"/>
              <a:gd name="connsiteY6" fmla="*/ 1025401 h 6858000"/>
              <a:gd name="connsiteX7" fmla="*/ 11904664 w 12192000"/>
              <a:gd name="connsiteY7" fmla="*/ 1027306 h 6858000"/>
              <a:gd name="connsiteX8" fmla="*/ 11904664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87758 w 12192000"/>
              <a:gd name="connsiteY2" fmla="*/ 6536402 h 6858000"/>
              <a:gd name="connsiteX3" fmla="*/ 4594021 w 12192000"/>
              <a:gd name="connsiteY3" fmla="*/ 344402 h 6858000"/>
              <a:gd name="connsiteX4" fmla="*/ 361950 w 12192000"/>
              <a:gd name="connsiteY4" fmla="*/ 344402 h 6858000"/>
              <a:gd name="connsiteX5" fmla="*/ 10144585 w 12192000"/>
              <a:gd name="connsiteY5" fmla="*/ 266296 h 6858000"/>
              <a:gd name="connsiteX6" fmla="*/ 10144585 w 12192000"/>
              <a:gd name="connsiteY6" fmla="*/ 1025401 h 6858000"/>
              <a:gd name="connsiteX7" fmla="*/ 11904664 w 12192000"/>
              <a:gd name="connsiteY7" fmla="*/ 1027306 h 6858000"/>
              <a:gd name="connsiteX8" fmla="*/ 11721784 w 12192000"/>
              <a:gd name="connsiteY8" fmla="*/ 39012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87758 w 12192000"/>
              <a:gd name="connsiteY2" fmla="*/ 6536402 h 6858000"/>
              <a:gd name="connsiteX3" fmla="*/ 4594021 w 12192000"/>
              <a:gd name="connsiteY3" fmla="*/ 344402 h 6858000"/>
              <a:gd name="connsiteX4" fmla="*/ 361950 w 12192000"/>
              <a:gd name="connsiteY4" fmla="*/ 344402 h 6858000"/>
              <a:gd name="connsiteX5" fmla="*/ 10144585 w 12192000"/>
              <a:gd name="connsiteY5" fmla="*/ 266296 h 6858000"/>
              <a:gd name="connsiteX6" fmla="*/ 10144585 w 12192000"/>
              <a:gd name="connsiteY6" fmla="*/ 1025401 h 6858000"/>
              <a:gd name="connsiteX7" fmla="*/ 11904664 w 12192000"/>
              <a:gd name="connsiteY7" fmla="*/ 1027306 h 6858000"/>
              <a:gd name="connsiteX8" fmla="*/ 11902759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87758 w 12192000"/>
              <a:gd name="connsiteY2" fmla="*/ 6536402 h 6858000"/>
              <a:gd name="connsiteX3" fmla="*/ 4594021 w 12192000"/>
              <a:gd name="connsiteY3" fmla="*/ 344402 h 6858000"/>
              <a:gd name="connsiteX4" fmla="*/ 361950 w 12192000"/>
              <a:gd name="connsiteY4" fmla="*/ 344402 h 6858000"/>
              <a:gd name="connsiteX5" fmla="*/ 10144585 w 12192000"/>
              <a:gd name="connsiteY5" fmla="*/ 266296 h 6858000"/>
              <a:gd name="connsiteX6" fmla="*/ 10144585 w 12192000"/>
              <a:gd name="connsiteY6" fmla="*/ 1025401 h 6858000"/>
              <a:gd name="connsiteX7" fmla="*/ 11649394 w 12192000"/>
              <a:gd name="connsiteY7" fmla="*/ 871096 h 6858000"/>
              <a:gd name="connsiteX8" fmla="*/ 11902759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87758 w 12192000"/>
              <a:gd name="connsiteY2" fmla="*/ 6536402 h 6858000"/>
              <a:gd name="connsiteX3" fmla="*/ 4594021 w 12192000"/>
              <a:gd name="connsiteY3" fmla="*/ 344402 h 6858000"/>
              <a:gd name="connsiteX4" fmla="*/ 361950 w 12192000"/>
              <a:gd name="connsiteY4" fmla="*/ 344402 h 6858000"/>
              <a:gd name="connsiteX5" fmla="*/ 10144585 w 12192000"/>
              <a:gd name="connsiteY5" fmla="*/ 266296 h 6858000"/>
              <a:gd name="connsiteX6" fmla="*/ 10144585 w 12192000"/>
              <a:gd name="connsiteY6" fmla="*/ 1025401 h 6858000"/>
              <a:gd name="connsiteX7" fmla="*/ 11904664 w 12192000"/>
              <a:gd name="connsiteY7" fmla="*/ 1027306 h 6858000"/>
              <a:gd name="connsiteX8" fmla="*/ 11902759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87758 w 12192000"/>
              <a:gd name="connsiteY2" fmla="*/ 6536402 h 6858000"/>
              <a:gd name="connsiteX3" fmla="*/ 4594021 w 12192000"/>
              <a:gd name="connsiteY3" fmla="*/ 344402 h 6858000"/>
              <a:gd name="connsiteX4" fmla="*/ 361950 w 12192000"/>
              <a:gd name="connsiteY4" fmla="*/ 344402 h 6858000"/>
              <a:gd name="connsiteX5" fmla="*/ 10144585 w 12192000"/>
              <a:gd name="connsiteY5" fmla="*/ 266296 h 6858000"/>
              <a:gd name="connsiteX6" fmla="*/ 10144585 w 12192000"/>
              <a:gd name="connsiteY6" fmla="*/ 1025401 h 6858000"/>
              <a:gd name="connsiteX7" fmla="*/ 11756074 w 12192000"/>
              <a:gd name="connsiteY7" fmla="*/ 953011 h 6858000"/>
              <a:gd name="connsiteX8" fmla="*/ 11902759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87758 w 12192000"/>
              <a:gd name="connsiteY2" fmla="*/ 6536402 h 6858000"/>
              <a:gd name="connsiteX3" fmla="*/ 4594021 w 12192000"/>
              <a:gd name="connsiteY3" fmla="*/ 344402 h 6858000"/>
              <a:gd name="connsiteX4" fmla="*/ 361950 w 12192000"/>
              <a:gd name="connsiteY4" fmla="*/ 344402 h 6858000"/>
              <a:gd name="connsiteX5" fmla="*/ 10144585 w 12192000"/>
              <a:gd name="connsiteY5" fmla="*/ 266296 h 6858000"/>
              <a:gd name="connsiteX6" fmla="*/ 10144585 w 12192000"/>
              <a:gd name="connsiteY6" fmla="*/ 1025401 h 6858000"/>
              <a:gd name="connsiteX7" fmla="*/ 11902759 w 12192000"/>
              <a:gd name="connsiteY7" fmla="*/ 1029211 h 6858000"/>
              <a:gd name="connsiteX8" fmla="*/ 11902759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87758 w 12192000"/>
              <a:gd name="connsiteY2" fmla="*/ 6536402 h 6858000"/>
              <a:gd name="connsiteX3" fmla="*/ 4594021 w 12192000"/>
              <a:gd name="connsiteY3" fmla="*/ 344402 h 6858000"/>
              <a:gd name="connsiteX4" fmla="*/ 361950 w 12192000"/>
              <a:gd name="connsiteY4" fmla="*/ 344402 h 6858000"/>
              <a:gd name="connsiteX5" fmla="*/ 10144585 w 12192000"/>
              <a:gd name="connsiteY5" fmla="*/ 266296 h 6858000"/>
              <a:gd name="connsiteX6" fmla="*/ 10144585 w 12192000"/>
              <a:gd name="connsiteY6" fmla="*/ 1025401 h 6858000"/>
              <a:gd name="connsiteX7" fmla="*/ 11735119 w 12192000"/>
              <a:gd name="connsiteY7" fmla="*/ 899671 h 6858000"/>
              <a:gd name="connsiteX8" fmla="*/ 11902759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87758 w 12192000"/>
              <a:gd name="connsiteY2" fmla="*/ 6536402 h 6858000"/>
              <a:gd name="connsiteX3" fmla="*/ 4594021 w 12192000"/>
              <a:gd name="connsiteY3" fmla="*/ 344402 h 6858000"/>
              <a:gd name="connsiteX4" fmla="*/ 361950 w 12192000"/>
              <a:gd name="connsiteY4" fmla="*/ 344402 h 6858000"/>
              <a:gd name="connsiteX5" fmla="*/ 10144585 w 12192000"/>
              <a:gd name="connsiteY5" fmla="*/ 266296 h 6858000"/>
              <a:gd name="connsiteX6" fmla="*/ 10144585 w 12192000"/>
              <a:gd name="connsiteY6" fmla="*/ 1025401 h 6858000"/>
              <a:gd name="connsiteX7" fmla="*/ 11900854 w 12192000"/>
              <a:gd name="connsiteY7" fmla="*/ 1029211 h 6858000"/>
              <a:gd name="connsiteX8" fmla="*/ 11902759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87758 w 12192000"/>
              <a:gd name="connsiteY2" fmla="*/ 6536402 h 6858000"/>
              <a:gd name="connsiteX3" fmla="*/ 4594021 w 12192000"/>
              <a:gd name="connsiteY3" fmla="*/ 344402 h 6858000"/>
              <a:gd name="connsiteX4" fmla="*/ 361950 w 12192000"/>
              <a:gd name="connsiteY4" fmla="*/ 344402 h 6858000"/>
              <a:gd name="connsiteX5" fmla="*/ 10144585 w 12192000"/>
              <a:gd name="connsiteY5" fmla="*/ 266296 h 6858000"/>
              <a:gd name="connsiteX6" fmla="*/ 10144585 w 12192000"/>
              <a:gd name="connsiteY6" fmla="*/ 1025401 h 6858000"/>
              <a:gd name="connsiteX7" fmla="*/ 11900854 w 12192000"/>
              <a:gd name="connsiteY7" fmla="*/ 1031116 h 6858000"/>
              <a:gd name="connsiteX8" fmla="*/ 11902759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87758 w 12192000"/>
              <a:gd name="connsiteY2" fmla="*/ 6536402 h 6858000"/>
              <a:gd name="connsiteX3" fmla="*/ 4594021 w 12192000"/>
              <a:gd name="connsiteY3" fmla="*/ 344402 h 6858000"/>
              <a:gd name="connsiteX4" fmla="*/ 361950 w 12192000"/>
              <a:gd name="connsiteY4" fmla="*/ 344402 h 6858000"/>
              <a:gd name="connsiteX5" fmla="*/ 10144585 w 12192000"/>
              <a:gd name="connsiteY5" fmla="*/ 266296 h 6858000"/>
              <a:gd name="connsiteX6" fmla="*/ 10144585 w 12192000"/>
              <a:gd name="connsiteY6" fmla="*/ 1025401 h 6858000"/>
              <a:gd name="connsiteX7" fmla="*/ 11900854 w 12192000"/>
              <a:gd name="connsiteY7" fmla="*/ 1027306 h 6858000"/>
              <a:gd name="connsiteX8" fmla="*/ 11902759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87758 w 12192000"/>
              <a:gd name="connsiteY2" fmla="*/ 6536402 h 6858000"/>
              <a:gd name="connsiteX3" fmla="*/ 4520869 w 12192000"/>
              <a:gd name="connsiteY3" fmla="*/ 252962 h 6858000"/>
              <a:gd name="connsiteX4" fmla="*/ 361950 w 12192000"/>
              <a:gd name="connsiteY4" fmla="*/ 344402 h 6858000"/>
              <a:gd name="connsiteX5" fmla="*/ 10144585 w 12192000"/>
              <a:gd name="connsiteY5" fmla="*/ 266296 h 6858000"/>
              <a:gd name="connsiteX6" fmla="*/ 10144585 w 12192000"/>
              <a:gd name="connsiteY6" fmla="*/ 1025401 h 6858000"/>
              <a:gd name="connsiteX7" fmla="*/ 11900854 w 12192000"/>
              <a:gd name="connsiteY7" fmla="*/ 1027306 h 6858000"/>
              <a:gd name="connsiteX8" fmla="*/ 11902759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76606 w 12192000"/>
              <a:gd name="connsiteY0" fmla="*/ 259058 h 6858000"/>
              <a:gd name="connsiteX1" fmla="*/ 361950 w 12192000"/>
              <a:gd name="connsiteY1" fmla="*/ 6536402 h 6858000"/>
              <a:gd name="connsiteX2" fmla="*/ 4587758 w 12192000"/>
              <a:gd name="connsiteY2" fmla="*/ 6536402 h 6858000"/>
              <a:gd name="connsiteX3" fmla="*/ 4520869 w 12192000"/>
              <a:gd name="connsiteY3" fmla="*/ 252962 h 6858000"/>
              <a:gd name="connsiteX4" fmla="*/ 276606 w 12192000"/>
              <a:gd name="connsiteY4" fmla="*/ 259058 h 6858000"/>
              <a:gd name="connsiteX5" fmla="*/ 10144585 w 12192000"/>
              <a:gd name="connsiteY5" fmla="*/ 266296 h 6858000"/>
              <a:gd name="connsiteX6" fmla="*/ 10144585 w 12192000"/>
              <a:gd name="connsiteY6" fmla="*/ 1025401 h 6858000"/>
              <a:gd name="connsiteX7" fmla="*/ 11900854 w 12192000"/>
              <a:gd name="connsiteY7" fmla="*/ 1027306 h 6858000"/>
              <a:gd name="connsiteX8" fmla="*/ 11902759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76606 w 12192000"/>
              <a:gd name="connsiteY0" fmla="*/ 259058 h 6858000"/>
              <a:gd name="connsiteX1" fmla="*/ 282702 w 12192000"/>
              <a:gd name="connsiteY1" fmla="*/ 6597362 h 6858000"/>
              <a:gd name="connsiteX2" fmla="*/ 4587758 w 12192000"/>
              <a:gd name="connsiteY2" fmla="*/ 6536402 h 6858000"/>
              <a:gd name="connsiteX3" fmla="*/ 4520869 w 12192000"/>
              <a:gd name="connsiteY3" fmla="*/ 252962 h 6858000"/>
              <a:gd name="connsiteX4" fmla="*/ 276606 w 12192000"/>
              <a:gd name="connsiteY4" fmla="*/ 259058 h 6858000"/>
              <a:gd name="connsiteX5" fmla="*/ 10144585 w 12192000"/>
              <a:gd name="connsiteY5" fmla="*/ 266296 h 6858000"/>
              <a:gd name="connsiteX6" fmla="*/ 10144585 w 12192000"/>
              <a:gd name="connsiteY6" fmla="*/ 1025401 h 6858000"/>
              <a:gd name="connsiteX7" fmla="*/ 11900854 w 12192000"/>
              <a:gd name="connsiteY7" fmla="*/ 1027306 h 6858000"/>
              <a:gd name="connsiteX8" fmla="*/ 11902759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76606 w 12192000"/>
              <a:gd name="connsiteY0" fmla="*/ 259058 h 6858000"/>
              <a:gd name="connsiteX1" fmla="*/ 282702 w 12192000"/>
              <a:gd name="connsiteY1" fmla="*/ 6597362 h 6858000"/>
              <a:gd name="connsiteX2" fmla="*/ 4508510 w 12192000"/>
              <a:gd name="connsiteY2" fmla="*/ 6603458 h 6858000"/>
              <a:gd name="connsiteX3" fmla="*/ 4520869 w 12192000"/>
              <a:gd name="connsiteY3" fmla="*/ 252962 h 6858000"/>
              <a:gd name="connsiteX4" fmla="*/ 276606 w 12192000"/>
              <a:gd name="connsiteY4" fmla="*/ 259058 h 6858000"/>
              <a:gd name="connsiteX5" fmla="*/ 10144585 w 12192000"/>
              <a:gd name="connsiteY5" fmla="*/ 266296 h 6858000"/>
              <a:gd name="connsiteX6" fmla="*/ 10144585 w 12192000"/>
              <a:gd name="connsiteY6" fmla="*/ 1025401 h 6858000"/>
              <a:gd name="connsiteX7" fmla="*/ 11900854 w 12192000"/>
              <a:gd name="connsiteY7" fmla="*/ 1027306 h 6858000"/>
              <a:gd name="connsiteX8" fmla="*/ 11902759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76606 w 12192000"/>
              <a:gd name="connsiteY0" fmla="*/ 259058 h 6858000"/>
              <a:gd name="connsiteX1" fmla="*/ 282702 w 12192000"/>
              <a:gd name="connsiteY1" fmla="*/ 6597362 h 6858000"/>
              <a:gd name="connsiteX2" fmla="*/ 4502795 w 12192000"/>
              <a:gd name="connsiteY2" fmla="*/ 6599648 h 6858000"/>
              <a:gd name="connsiteX3" fmla="*/ 4520869 w 12192000"/>
              <a:gd name="connsiteY3" fmla="*/ 252962 h 6858000"/>
              <a:gd name="connsiteX4" fmla="*/ 276606 w 12192000"/>
              <a:gd name="connsiteY4" fmla="*/ 259058 h 6858000"/>
              <a:gd name="connsiteX5" fmla="*/ 10144585 w 12192000"/>
              <a:gd name="connsiteY5" fmla="*/ 266296 h 6858000"/>
              <a:gd name="connsiteX6" fmla="*/ 10144585 w 12192000"/>
              <a:gd name="connsiteY6" fmla="*/ 1025401 h 6858000"/>
              <a:gd name="connsiteX7" fmla="*/ 11900854 w 12192000"/>
              <a:gd name="connsiteY7" fmla="*/ 1027306 h 6858000"/>
              <a:gd name="connsiteX8" fmla="*/ 11902759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76606 w 12192000"/>
              <a:gd name="connsiteY0" fmla="*/ 259058 h 6858000"/>
              <a:gd name="connsiteX1" fmla="*/ 282702 w 12192000"/>
              <a:gd name="connsiteY1" fmla="*/ 6597362 h 6858000"/>
              <a:gd name="connsiteX2" fmla="*/ 4502795 w 12192000"/>
              <a:gd name="connsiteY2" fmla="*/ 6599648 h 6858000"/>
              <a:gd name="connsiteX3" fmla="*/ 4233214 w 12192000"/>
              <a:gd name="connsiteY3" fmla="*/ 468227 h 6858000"/>
              <a:gd name="connsiteX4" fmla="*/ 276606 w 12192000"/>
              <a:gd name="connsiteY4" fmla="*/ 259058 h 6858000"/>
              <a:gd name="connsiteX5" fmla="*/ 10144585 w 12192000"/>
              <a:gd name="connsiteY5" fmla="*/ 266296 h 6858000"/>
              <a:gd name="connsiteX6" fmla="*/ 10144585 w 12192000"/>
              <a:gd name="connsiteY6" fmla="*/ 1025401 h 6858000"/>
              <a:gd name="connsiteX7" fmla="*/ 11900854 w 12192000"/>
              <a:gd name="connsiteY7" fmla="*/ 1027306 h 6858000"/>
              <a:gd name="connsiteX8" fmla="*/ 11902759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76606 w 12192000"/>
              <a:gd name="connsiteY0" fmla="*/ 259058 h 6858000"/>
              <a:gd name="connsiteX1" fmla="*/ 282702 w 12192000"/>
              <a:gd name="connsiteY1" fmla="*/ 6597362 h 6858000"/>
              <a:gd name="connsiteX2" fmla="*/ 4502795 w 12192000"/>
              <a:gd name="connsiteY2" fmla="*/ 6599648 h 6858000"/>
              <a:gd name="connsiteX3" fmla="*/ 4503724 w 12192000"/>
              <a:gd name="connsiteY3" fmla="*/ 258677 h 6858000"/>
              <a:gd name="connsiteX4" fmla="*/ 276606 w 12192000"/>
              <a:gd name="connsiteY4" fmla="*/ 259058 h 6858000"/>
              <a:gd name="connsiteX5" fmla="*/ 10144585 w 12192000"/>
              <a:gd name="connsiteY5" fmla="*/ 266296 h 6858000"/>
              <a:gd name="connsiteX6" fmla="*/ 10144585 w 12192000"/>
              <a:gd name="connsiteY6" fmla="*/ 1025401 h 6858000"/>
              <a:gd name="connsiteX7" fmla="*/ 11900854 w 12192000"/>
              <a:gd name="connsiteY7" fmla="*/ 1027306 h 6858000"/>
              <a:gd name="connsiteX8" fmla="*/ 11902759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549021 w 12192000"/>
              <a:gd name="connsiteY0" fmla="*/ 472418 h 6858000"/>
              <a:gd name="connsiteX1" fmla="*/ 282702 w 12192000"/>
              <a:gd name="connsiteY1" fmla="*/ 6597362 h 6858000"/>
              <a:gd name="connsiteX2" fmla="*/ 4502795 w 12192000"/>
              <a:gd name="connsiteY2" fmla="*/ 6599648 h 6858000"/>
              <a:gd name="connsiteX3" fmla="*/ 4503724 w 12192000"/>
              <a:gd name="connsiteY3" fmla="*/ 258677 h 6858000"/>
              <a:gd name="connsiteX4" fmla="*/ 549021 w 12192000"/>
              <a:gd name="connsiteY4" fmla="*/ 472418 h 6858000"/>
              <a:gd name="connsiteX5" fmla="*/ 10144585 w 12192000"/>
              <a:gd name="connsiteY5" fmla="*/ 266296 h 6858000"/>
              <a:gd name="connsiteX6" fmla="*/ 10144585 w 12192000"/>
              <a:gd name="connsiteY6" fmla="*/ 1025401 h 6858000"/>
              <a:gd name="connsiteX7" fmla="*/ 11900854 w 12192000"/>
              <a:gd name="connsiteY7" fmla="*/ 1027306 h 6858000"/>
              <a:gd name="connsiteX8" fmla="*/ 11902759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84226 w 12192000"/>
              <a:gd name="connsiteY0" fmla="*/ 259058 h 6858000"/>
              <a:gd name="connsiteX1" fmla="*/ 282702 w 12192000"/>
              <a:gd name="connsiteY1" fmla="*/ 6597362 h 6858000"/>
              <a:gd name="connsiteX2" fmla="*/ 4502795 w 12192000"/>
              <a:gd name="connsiteY2" fmla="*/ 6599648 h 6858000"/>
              <a:gd name="connsiteX3" fmla="*/ 4503724 w 12192000"/>
              <a:gd name="connsiteY3" fmla="*/ 258677 h 6858000"/>
              <a:gd name="connsiteX4" fmla="*/ 284226 w 12192000"/>
              <a:gd name="connsiteY4" fmla="*/ 259058 h 6858000"/>
              <a:gd name="connsiteX5" fmla="*/ 10144585 w 12192000"/>
              <a:gd name="connsiteY5" fmla="*/ 266296 h 6858000"/>
              <a:gd name="connsiteX6" fmla="*/ 10144585 w 12192000"/>
              <a:gd name="connsiteY6" fmla="*/ 1025401 h 6858000"/>
              <a:gd name="connsiteX7" fmla="*/ 11900854 w 12192000"/>
              <a:gd name="connsiteY7" fmla="*/ 1027306 h 6858000"/>
              <a:gd name="connsiteX8" fmla="*/ 11902759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92000" h="6858000">
                <a:moveTo>
                  <a:pt x="284226" y="259058"/>
                </a:moveTo>
                <a:lnTo>
                  <a:pt x="282702" y="6597362"/>
                </a:lnTo>
                <a:lnTo>
                  <a:pt x="4502795" y="6599648"/>
                </a:lnTo>
                <a:cubicBezTo>
                  <a:pt x="4504883" y="4535648"/>
                  <a:pt x="4501636" y="2322677"/>
                  <a:pt x="4503724" y="258677"/>
                </a:cubicBezTo>
                <a:lnTo>
                  <a:pt x="284226" y="259058"/>
                </a:lnTo>
                <a:close/>
                <a:moveTo>
                  <a:pt x="10144585" y="266296"/>
                </a:moveTo>
                <a:lnTo>
                  <a:pt x="10144585" y="1025401"/>
                </a:lnTo>
                <a:lnTo>
                  <a:pt x="11900854" y="1027306"/>
                </a:lnTo>
                <a:lnTo>
                  <a:pt x="11902759" y="268201"/>
                </a:lnTo>
                <a:lnTo>
                  <a:pt x="10144585" y="266296"/>
                </a:lnTo>
                <a:close/>
                <a:moveTo>
                  <a:pt x="0" y="0"/>
                </a:moveTo>
                <a:lnTo>
                  <a:pt x="12192000" y="0"/>
                </a:lnTo>
                <a:lnTo>
                  <a:pt x="12192000" y="6858000"/>
                </a:lnTo>
                <a:lnTo>
                  <a:pt x="0" y="6858000"/>
                </a:lnTo>
                <a:lnTo>
                  <a:pt x="0" y="0"/>
                </a:lnTo>
                <a:close/>
              </a:path>
            </a:pathLst>
          </a:custGeom>
          <a:noFill/>
        </p:spPr>
        <p:txBody>
          <a:bodyPr wrap="square">
            <a:noAutofit/>
          </a:bodyPr>
          <a:lstStyle>
            <a:lvl1pPr marL="0" indent="0">
              <a:buNone/>
              <a:defRPr/>
            </a:lvl1pPr>
          </a:lstStyle>
          <a:p>
            <a:r>
              <a:rPr lang="en-US"/>
              <a:t>Add image by clicking on icon</a:t>
            </a:r>
          </a:p>
        </p:txBody>
      </p:sp>
      <p:sp>
        <p:nvSpPr>
          <p:cNvPr id="8" name="Subline">
            <a:extLst>
              <a:ext uri="{FF2B5EF4-FFF2-40B4-BE49-F238E27FC236}">
                <a16:creationId xmlns:a16="http://schemas.microsoft.com/office/drawing/2014/main" id="{27895B51-0BE5-4A27-BF19-DDD42ED32697}"/>
              </a:ext>
            </a:extLst>
          </p:cNvPr>
          <p:cNvSpPr>
            <a:spLocks noGrp="1"/>
          </p:cNvSpPr>
          <p:nvPr>
            <p:ph type="body" sz="quarter" idx="13" hasCustomPrompt="1"/>
          </p:nvPr>
        </p:nvSpPr>
        <p:spPr>
          <a:xfrm>
            <a:off x="283316" y="5443855"/>
            <a:ext cx="4219882" cy="166199"/>
          </a:xfrm>
          <a:prstGeom prst="rect">
            <a:avLst/>
          </a:prstGeom>
        </p:spPr>
        <p:txBody>
          <a:bodyPr lIns="288000" rIns="288000" anchor="t" anchorCtr="0">
            <a:spAutoFit/>
          </a:bodyPr>
          <a:lstStyle>
            <a:lvl1pPr marL="0" indent="0">
              <a:spcBef>
                <a:spcPts val="0"/>
              </a:spcBef>
              <a:buNone/>
              <a:defRPr sz="1200" b="1" cap="none" baseline="0">
                <a:latin typeface="+mj-lt"/>
              </a:defRPr>
            </a:lvl1pPr>
          </a:lstStyle>
          <a:p>
            <a:pPr lvl="0"/>
            <a:r>
              <a:rPr lang="en-GB"/>
              <a:t>Subline</a:t>
            </a:r>
          </a:p>
        </p:txBody>
      </p:sp>
      <p:sp>
        <p:nvSpPr>
          <p:cNvPr id="2" name="Titel 1">
            <a:extLst>
              <a:ext uri="{FF2B5EF4-FFF2-40B4-BE49-F238E27FC236}">
                <a16:creationId xmlns:a16="http://schemas.microsoft.com/office/drawing/2014/main" id="{26D20123-1501-4CA7-AA2F-3112A0331967}"/>
              </a:ext>
            </a:extLst>
          </p:cNvPr>
          <p:cNvSpPr>
            <a:spLocks noGrp="1"/>
          </p:cNvSpPr>
          <p:nvPr>
            <p:ph type="title" hasCustomPrompt="1"/>
          </p:nvPr>
        </p:nvSpPr>
        <p:spPr>
          <a:xfrm>
            <a:off x="283316" y="258750"/>
            <a:ext cx="4219882" cy="1191023"/>
          </a:xfrm>
        </p:spPr>
        <p:txBody>
          <a:bodyPr vert="horz" lIns="288000" tIns="288000" rIns="288000" bIns="288000" rtlCol="0">
            <a:noAutofit/>
          </a:bodyPr>
          <a:lstStyle>
            <a:lvl1pPr>
              <a:spcBef>
                <a:spcPts val="0"/>
              </a:spcBef>
              <a:defRPr lang="de-DE" sz="2200" cap="none" baseline="0" dirty="0">
                <a:latin typeface="+mj-lt"/>
                <a:ea typeface="+mn-ea"/>
                <a:cs typeface="+mn-cs"/>
              </a:defRPr>
            </a:lvl1pPr>
          </a:lstStyle>
          <a:p>
            <a:pPr marL="0" lvl="0" indent="0">
              <a:spcBef>
                <a:spcPts val="1000"/>
              </a:spcBef>
              <a:buFont typeface="Arial" panose="020B0604020202020204" pitchFamily="34" charset="0"/>
            </a:pPr>
            <a:r>
              <a:rPr lang="en-GB"/>
              <a:t>Edit master title format</a:t>
            </a:r>
          </a:p>
        </p:txBody>
      </p:sp>
      <p:sp>
        <p:nvSpPr>
          <p:cNvPr id="26" name="Rechteck 25">
            <a:extLst>
              <a:ext uri="{FF2B5EF4-FFF2-40B4-BE49-F238E27FC236}">
                <a16:creationId xmlns:a16="http://schemas.microsoft.com/office/drawing/2014/main" id="{5CF86407-DA27-4CA6-A346-F8477F884E96}"/>
              </a:ext>
            </a:extLst>
          </p:cNvPr>
          <p:cNvSpPr>
            <a:spLocks/>
          </p:cNvSpPr>
          <p:nvPr/>
        </p:nvSpPr>
        <p:spPr>
          <a:xfrm>
            <a:off x="-1943099" y="2913099"/>
            <a:ext cx="1772284" cy="1031803"/>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ctr">
            <a:sp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90000"/>
              </a:lnSpc>
            </a:pPr>
            <a:r>
              <a:rPr lang="en-GB" sz="1600" b="0">
                <a:solidFill>
                  <a:schemeClr val="tx1"/>
                </a:solidFill>
              </a:rPr>
              <a:t>Please do not print slides with full colour or motifs </a:t>
            </a:r>
          </a:p>
        </p:txBody>
      </p:sp>
      <p:sp>
        <p:nvSpPr>
          <p:cNvPr id="6" name="Inhaltsplatzhalter 5"/>
          <p:cNvSpPr>
            <a:spLocks noGrp="1"/>
          </p:cNvSpPr>
          <p:nvPr>
            <p:ph sz="quarter" idx="16" hasCustomPrompt="1"/>
          </p:nvPr>
        </p:nvSpPr>
        <p:spPr>
          <a:xfrm>
            <a:off x="283316" y="1533024"/>
            <a:ext cx="4219882" cy="3910831"/>
          </a:xfrm>
        </p:spPr>
        <p:txBody>
          <a:bodyPr lIns="288000" rIns="288000"/>
          <a:lstStyle>
            <a:lvl1pPr>
              <a:defRPr/>
            </a:lvl1pPr>
            <a:lvl2pPr>
              <a:defRPr baseline="0"/>
            </a:lvl2pPr>
            <a:lvl3pPr>
              <a:defRPr/>
            </a:lvl3pPr>
            <a:lvl4pPr>
              <a:defRPr/>
            </a:lvl4pPr>
            <a:lvl5pPr>
              <a:defRPr/>
            </a:lvl5pPr>
          </a:lstStyle>
          <a:p>
            <a:pPr lvl="0"/>
            <a:r>
              <a:rPr lang="en-GB"/>
              <a:t>Edit master text format</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748388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ext content left / picture right">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7533893B-821E-4ADE-9220-F4BFD56A94D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08" imgH="408" progId="TCLayout.ActiveDocument.1">
                  <p:embed/>
                </p:oleObj>
              </mc:Choice>
              <mc:Fallback>
                <p:oleObj name="think-cell Folie" r:id="rId4" imgW="408" imgH="408" progId="TCLayout.ActiveDocument.1">
                  <p:embed/>
                  <p:pic>
                    <p:nvPicPr>
                      <p:cNvPr id="4" name="Objekt 3" hidden="1">
                        <a:extLst>
                          <a:ext uri="{FF2B5EF4-FFF2-40B4-BE49-F238E27FC236}">
                            <a16:creationId xmlns:a16="http://schemas.microsoft.com/office/drawing/2014/main" id="{7533893B-821E-4ADE-9220-F4BFD56A94D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459E3539-5FD6-406C-97C0-23B63907A3AF}"/>
              </a:ext>
            </a:extLst>
          </p:cNvPr>
          <p:cNvSpPr/>
          <p:nvPr>
            <p:custDataLst>
              <p:tags r:id="rId2"/>
            </p:custDataLst>
          </p:nvPr>
        </p:nvSpPr>
        <p:spPr>
          <a:xfrm>
            <a:off x="0" y="0"/>
            <a:ext cx="158750" cy="15875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GB" sz="2200" b="1" i="0" baseline="0">
              <a:solidFill>
                <a:schemeClr val="tx1"/>
              </a:solidFill>
              <a:latin typeface="STIHL Contraface Text"/>
              <a:ea typeface="+mj-ea"/>
              <a:cs typeface="+mj-cs"/>
              <a:sym typeface="STIHL Contraface Text"/>
            </a:endParaRPr>
          </a:p>
        </p:txBody>
      </p:sp>
      <p:sp>
        <p:nvSpPr>
          <p:cNvPr id="8" name="Titel 7">
            <a:extLst>
              <a:ext uri="{FF2B5EF4-FFF2-40B4-BE49-F238E27FC236}">
                <a16:creationId xmlns:a16="http://schemas.microsoft.com/office/drawing/2014/main" id="{3645C76C-2B5D-4ED3-8A37-4C9BFA9F1DA8}"/>
              </a:ext>
            </a:extLst>
          </p:cNvPr>
          <p:cNvSpPr>
            <a:spLocks noGrp="1"/>
          </p:cNvSpPr>
          <p:nvPr>
            <p:ph type="title" hasCustomPrompt="1"/>
          </p:nvPr>
        </p:nvSpPr>
        <p:spPr>
          <a:xfrm>
            <a:off x="479425" y="503546"/>
            <a:ext cx="9579925" cy="304699"/>
          </a:xfrm>
        </p:spPr>
        <p:txBody>
          <a:bodyPr vert="horz" lIns="0" tIns="0" rIns="0" bIns="0" rtlCol="0" anchor="t" anchorCtr="0">
            <a:noAutofit/>
          </a:bodyPr>
          <a:lstStyle>
            <a:lvl1pPr>
              <a:lnSpc>
                <a:spcPct val="90000"/>
              </a:lnSpc>
              <a:defRPr lang="de-DE" sz="2200" dirty="0"/>
            </a:lvl1pPr>
          </a:lstStyle>
          <a:p>
            <a:pPr lvl="0"/>
            <a:r>
              <a:rPr lang="en-GB"/>
              <a:t>Edit master title format</a:t>
            </a:r>
          </a:p>
        </p:txBody>
      </p:sp>
      <p:sp>
        <p:nvSpPr>
          <p:cNvPr id="11" name="Bildplatzhalter 10">
            <a:extLst>
              <a:ext uri="{FF2B5EF4-FFF2-40B4-BE49-F238E27FC236}">
                <a16:creationId xmlns:a16="http://schemas.microsoft.com/office/drawing/2014/main" id="{96910D21-640F-4D2A-A173-3AEDAE01B910}"/>
              </a:ext>
            </a:extLst>
          </p:cNvPr>
          <p:cNvSpPr>
            <a:spLocks noGrp="1"/>
          </p:cNvSpPr>
          <p:nvPr>
            <p:ph type="pic" sz="quarter" idx="13" hasCustomPrompt="1"/>
          </p:nvPr>
        </p:nvSpPr>
        <p:spPr>
          <a:xfrm>
            <a:off x="6340007" y="1605435"/>
            <a:ext cx="5372567" cy="4849340"/>
          </a:xfrm>
          <a:prstGeom prst="rect">
            <a:avLst/>
          </a:prstGeom>
        </p:spPr>
        <p:txBody>
          <a:bodyPr vert="horz" lIns="0" tIns="0" rIns="0" bIns="0" rtlCol="0">
            <a:normAutofit/>
          </a:bodyPr>
          <a:lstStyle>
            <a:lvl1pPr>
              <a:lnSpc>
                <a:spcPct val="90000"/>
              </a:lnSpc>
              <a:defRPr lang="de-DE" dirty="0"/>
            </a:lvl1pPr>
          </a:lstStyle>
          <a:p>
            <a:pPr lvl="0"/>
            <a:r>
              <a:rPr lang="en-US"/>
              <a:t>Add image by clicking on icon</a:t>
            </a:r>
          </a:p>
        </p:txBody>
      </p:sp>
      <p:sp>
        <p:nvSpPr>
          <p:cNvPr id="13" name="Textplatzhalter 8">
            <a:extLst>
              <a:ext uri="{FF2B5EF4-FFF2-40B4-BE49-F238E27FC236}">
                <a16:creationId xmlns:a16="http://schemas.microsoft.com/office/drawing/2014/main" id="{3F74B75A-3F3E-4E2B-84F3-277B54EBC3AE}"/>
              </a:ext>
            </a:extLst>
          </p:cNvPr>
          <p:cNvSpPr>
            <a:spLocks noGrp="1"/>
          </p:cNvSpPr>
          <p:nvPr>
            <p:ph type="body" sz="quarter" idx="14" hasCustomPrompt="1"/>
          </p:nvPr>
        </p:nvSpPr>
        <p:spPr>
          <a:xfrm>
            <a:off x="479427" y="1130300"/>
            <a:ext cx="11233147" cy="249299"/>
          </a:xfrm>
          <a:prstGeom prst="rect">
            <a:avLst/>
          </a:prstGeom>
        </p:spPr>
        <p:txBody>
          <a:bodyPr vert="horz" lIns="0" tIns="0" rIns="0" bIns="0" rtlCol="0" anchor="t" anchorCtr="0">
            <a:noAutofit/>
          </a:bodyPr>
          <a:lstStyle>
            <a:lvl1pPr marL="0" indent="0">
              <a:lnSpc>
                <a:spcPct val="90000"/>
              </a:lnSpc>
              <a:buNone/>
              <a:defRPr lang="de-DE" sz="1800" cap="none" baseline="0" dirty="0" smtClean="0">
                <a:solidFill>
                  <a:schemeClr val="tx1"/>
                </a:solidFill>
                <a:latin typeface="+mn-lt"/>
                <a:ea typeface="+mj-ea"/>
                <a:cs typeface="+mj-cs"/>
              </a:defRPr>
            </a:lvl1pPr>
          </a:lstStyle>
          <a:p>
            <a:pPr marL="114300" lvl="0" indent="-342900">
              <a:spcBef>
                <a:spcPct val="0"/>
              </a:spcBef>
            </a:pPr>
            <a:r>
              <a:rPr lang="en-GB"/>
              <a:t>Sub headline</a:t>
            </a:r>
          </a:p>
        </p:txBody>
      </p:sp>
      <p:sp>
        <p:nvSpPr>
          <p:cNvPr id="6" name="Inhaltsplatzhalter 5"/>
          <p:cNvSpPr>
            <a:spLocks noGrp="1"/>
          </p:cNvSpPr>
          <p:nvPr>
            <p:ph sz="quarter" idx="15" hasCustomPrompt="1"/>
          </p:nvPr>
        </p:nvSpPr>
        <p:spPr>
          <a:xfrm>
            <a:off x="479427" y="1605435"/>
            <a:ext cx="5384332" cy="4849340"/>
          </a:xfrm>
        </p:spPr>
        <p:txBody>
          <a:bodyPr/>
          <a:lstStyle>
            <a:lvl1pPr>
              <a:defRPr/>
            </a:lvl1pPr>
            <a:lvl2pPr>
              <a:defRPr/>
            </a:lvl2pPr>
            <a:lvl3pPr>
              <a:defRPr/>
            </a:lvl3pPr>
            <a:lvl4pPr>
              <a:defRPr/>
            </a:lvl4pPr>
            <a:lvl5pPr>
              <a:defRPr baseline="0"/>
            </a:lvl5pPr>
          </a:lstStyle>
          <a:p>
            <a:pPr lvl="0"/>
            <a:r>
              <a:rPr lang="en-GB"/>
              <a:t>Edit master text format</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2263738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icture left / text content right">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6C37FF3E-A92A-4E10-BE06-1BAF6DBEE3A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08" imgH="408" progId="TCLayout.ActiveDocument.1">
                  <p:embed/>
                </p:oleObj>
              </mc:Choice>
              <mc:Fallback>
                <p:oleObj name="think-cell Folie" r:id="rId4" imgW="408" imgH="408" progId="TCLayout.ActiveDocument.1">
                  <p:embed/>
                  <p:pic>
                    <p:nvPicPr>
                      <p:cNvPr id="4" name="Objekt 3" hidden="1">
                        <a:extLst>
                          <a:ext uri="{FF2B5EF4-FFF2-40B4-BE49-F238E27FC236}">
                            <a16:creationId xmlns:a16="http://schemas.microsoft.com/office/drawing/2014/main" id="{6C37FF3E-A92A-4E10-BE06-1BAF6DBEE3A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D59466C3-9696-446B-A506-2764C30C5245}"/>
              </a:ext>
            </a:extLst>
          </p:cNvPr>
          <p:cNvSpPr/>
          <p:nvPr>
            <p:custDataLst>
              <p:tags r:id="rId2"/>
            </p:custDataLst>
          </p:nvPr>
        </p:nvSpPr>
        <p:spPr>
          <a:xfrm>
            <a:off x="0" y="0"/>
            <a:ext cx="158750" cy="15875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GB" sz="2200" b="1" i="0" baseline="0">
              <a:solidFill>
                <a:schemeClr val="tx1"/>
              </a:solidFill>
              <a:latin typeface="STIHL Contraface Text"/>
              <a:ea typeface="+mj-ea"/>
              <a:cs typeface="+mj-cs"/>
              <a:sym typeface="STIHL Contraface Text"/>
            </a:endParaRPr>
          </a:p>
        </p:txBody>
      </p:sp>
      <p:sp>
        <p:nvSpPr>
          <p:cNvPr id="8" name="Titel 7">
            <a:extLst>
              <a:ext uri="{FF2B5EF4-FFF2-40B4-BE49-F238E27FC236}">
                <a16:creationId xmlns:a16="http://schemas.microsoft.com/office/drawing/2014/main" id="{3645C76C-2B5D-4ED3-8A37-4C9BFA9F1DA8}"/>
              </a:ext>
            </a:extLst>
          </p:cNvPr>
          <p:cNvSpPr>
            <a:spLocks noGrp="1"/>
          </p:cNvSpPr>
          <p:nvPr>
            <p:ph type="title" hasCustomPrompt="1"/>
          </p:nvPr>
        </p:nvSpPr>
        <p:spPr>
          <a:xfrm>
            <a:off x="479426" y="503546"/>
            <a:ext cx="9579925" cy="304699"/>
          </a:xfrm>
        </p:spPr>
        <p:txBody>
          <a:bodyPr vert="horz" lIns="0" tIns="0" rIns="0" bIns="0" rtlCol="0" anchor="t" anchorCtr="0">
            <a:noAutofit/>
          </a:bodyPr>
          <a:lstStyle>
            <a:lvl1pPr>
              <a:lnSpc>
                <a:spcPct val="90000"/>
              </a:lnSpc>
              <a:defRPr lang="de-DE" sz="2200" dirty="0"/>
            </a:lvl1pPr>
          </a:lstStyle>
          <a:p>
            <a:pPr lvl="0"/>
            <a:r>
              <a:rPr lang="en-GB"/>
              <a:t>Edit master title format</a:t>
            </a:r>
          </a:p>
        </p:txBody>
      </p:sp>
      <p:sp>
        <p:nvSpPr>
          <p:cNvPr id="11" name="Bildplatzhalter 10">
            <a:extLst>
              <a:ext uri="{FF2B5EF4-FFF2-40B4-BE49-F238E27FC236}">
                <a16:creationId xmlns:a16="http://schemas.microsoft.com/office/drawing/2014/main" id="{96910D21-640F-4D2A-A173-3AEDAE01B910}"/>
              </a:ext>
            </a:extLst>
          </p:cNvPr>
          <p:cNvSpPr>
            <a:spLocks noGrp="1"/>
          </p:cNvSpPr>
          <p:nvPr>
            <p:ph type="pic" sz="quarter" idx="13" hasCustomPrompt="1"/>
          </p:nvPr>
        </p:nvSpPr>
        <p:spPr>
          <a:xfrm>
            <a:off x="479427" y="1605435"/>
            <a:ext cx="5384332" cy="4849340"/>
          </a:xfrm>
          <a:prstGeom prst="rect">
            <a:avLst/>
          </a:prstGeom>
        </p:spPr>
        <p:txBody>
          <a:bodyPr/>
          <a:lstStyle>
            <a:lvl1pPr marL="0" indent="0">
              <a:lnSpc>
                <a:spcPct val="90000"/>
              </a:lnSpc>
              <a:buNone/>
              <a:defRPr/>
            </a:lvl1pPr>
          </a:lstStyle>
          <a:p>
            <a:r>
              <a:rPr lang="en-US"/>
              <a:t>Add image by clicking on icon</a:t>
            </a:r>
          </a:p>
        </p:txBody>
      </p:sp>
      <p:sp>
        <p:nvSpPr>
          <p:cNvPr id="12" name="Textplatzhalter 8">
            <a:extLst>
              <a:ext uri="{FF2B5EF4-FFF2-40B4-BE49-F238E27FC236}">
                <a16:creationId xmlns:a16="http://schemas.microsoft.com/office/drawing/2014/main" id="{5E1810CB-B3A3-4F48-882E-1806957C5A9D}"/>
              </a:ext>
            </a:extLst>
          </p:cNvPr>
          <p:cNvSpPr>
            <a:spLocks noGrp="1"/>
          </p:cNvSpPr>
          <p:nvPr>
            <p:ph type="body" sz="quarter" idx="15" hasCustomPrompt="1"/>
          </p:nvPr>
        </p:nvSpPr>
        <p:spPr>
          <a:xfrm>
            <a:off x="479427" y="1130300"/>
            <a:ext cx="11233147" cy="249299"/>
          </a:xfrm>
          <a:prstGeom prst="rect">
            <a:avLst/>
          </a:prstGeom>
        </p:spPr>
        <p:txBody>
          <a:bodyPr vert="horz" lIns="0" tIns="0" rIns="0" bIns="0" rtlCol="0" anchor="t" anchorCtr="0">
            <a:noAutofit/>
          </a:bodyPr>
          <a:lstStyle>
            <a:lvl1pPr marL="0" indent="0">
              <a:lnSpc>
                <a:spcPct val="90000"/>
              </a:lnSpc>
              <a:buNone/>
              <a:defRPr lang="de-DE" sz="1800" cap="none" baseline="0" dirty="0" smtClean="0">
                <a:solidFill>
                  <a:schemeClr val="tx1"/>
                </a:solidFill>
                <a:latin typeface="+mn-lt"/>
                <a:ea typeface="+mj-ea"/>
                <a:cs typeface="+mj-cs"/>
              </a:defRPr>
            </a:lvl1pPr>
          </a:lstStyle>
          <a:p>
            <a:pPr marL="114300" lvl="0" indent="-342900">
              <a:spcBef>
                <a:spcPct val="0"/>
              </a:spcBef>
            </a:pPr>
            <a:r>
              <a:rPr lang="en-GB"/>
              <a:t>Sub </a:t>
            </a:r>
            <a:r>
              <a:rPr lang="en-GB" noProof="0"/>
              <a:t>headline</a:t>
            </a:r>
          </a:p>
        </p:txBody>
      </p:sp>
      <p:sp>
        <p:nvSpPr>
          <p:cNvPr id="6" name="Inhaltsplatzhalter 5"/>
          <p:cNvSpPr>
            <a:spLocks noGrp="1"/>
          </p:cNvSpPr>
          <p:nvPr>
            <p:ph sz="quarter" idx="16" hasCustomPrompt="1"/>
          </p:nvPr>
        </p:nvSpPr>
        <p:spPr>
          <a:xfrm>
            <a:off x="6328242" y="1605435"/>
            <a:ext cx="5384332" cy="4849340"/>
          </a:xfrm>
        </p:spPr>
        <p:txBody>
          <a:bodyPr/>
          <a:lstStyle>
            <a:lvl1pPr>
              <a:defRPr baseline="0"/>
            </a:lvl1pPr>
            <a:lvl2pPr>
              <a:defRPr/>
            </a:lvl2pPr>
            <a:lvl3pPr>
              <a:defRPr/>
            </a:lvl3pPr>
            <a:lvl4pPr>
              <a:defRPr baseline="0"/>
            </a:lvl4pPr>
            <a:lvl5pPr>
              <a:defRPr/>
            </a:lvl5pPr>
          </a:lstStyle>
          <a:p>
            <a:pPr lvl="0"/>
            <a:r>
              <a:rPr lang="en-GB"/>
              <a:t>Edit master text format</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8451347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Long title background image / text content right">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70" imgH="371" progId="TCLayout.ActiveDocument.1">
                  <p:embed/>
                </p:oleObj>
              </mc:Choice>
              <mc:Fallback>
                <p:oleObj name="think-cell Folie" r:id="rId3" imgW="370" imgH="371" progId="TCLayout.ActiveDocument.1">
                  <p:embed/>
                  <p:pic>
                    <p:nvPicPr>
                      <p:cNvPr id="2" name="Objek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Bildplatzhalter 10">
            <a:extLst>
              <a:ext uri="{FF2B5EF4-FFF2-40B4-BE49-F238E27FC236}">
                <a16:creationId xmlns:a16="http://schemas.microsoft.com/office/drawing/2014/main" id="{96910D21-640F-4D2A-A173-3AEDAE01B910}"/>
              </a:ext>
            </a:extLst>
          </p:cNvPr>
          <p:cNvSpPr>
            <a:spLocks noGrp="1"/>
          </p:cNvSpPr>
          <p:nvPr>
            <p:ph type="pic" sz="quarter" idx="13" hasCustomPrompt="1"/>
          </p:nvPr>
        </p:nvSpPr>
        <p:spPr>
          <a:xfrm>
            <a:off x="0" y="0"/>
            <a:ext cx="4068000" cy="6858000"/>
          </a:xfrm>
          <a:prstGeom prst="rect">
            <a:avLst/>
          </a:prstGeom>
        </p:spPr>
        <p:txBody>
          <a:bodyPr/>
          <a:lstStyle>
            <a:lvl1pPr marL="0" indent="0">
              <a:buNone/>
              <a:defRPr/>
            </a:lvl1pPr>
          </a:lstStyle>
          <a:p>
            <a:r>
              <a:rPr lang="en-US"/>
              <a:t>Add image by clicking on icon</a:t>
            </a:r>
          </a:p>
        </p:txBody>
      </p:sp>
      <p:sp>
        <p:nvSpPr>
          <p:cNvPr id="7" name="Inhaltsplatzhalter 6"/>
          <p:cNvSpPr>
            <a:spLocks noGrp="1"/>
          </p:cNvSpPr>
          <p:nvPr>
            <p:ph sz="quarter" idx="14" hasCustomPrompt="1"/>
          </p:nvPr>
        </p:nvSpPr>
        <p:spPr>
          <a:xfrm>
            <a:off x="4547426" y="1605435"/>
            <a:ext cx="5488114" cy="4849340"/>
          </a:xfrm>
        </p:spPr>
        <p:txBody>
          <a:bodyPr/>
          <a:lstStyle>
            <a:lvl1pPr>
              <a:defRPr baseline="0"/>
            </a:lvl1pPr>
            <a:lvl2pPr>
              <a:defRPr baseline="0"/>
            </a:lvl2pPr>
            <a:lvl3pPr>
              <a:defRPr/>
            </a:lvl3pPr>
            <a:lvl4pPr>
              <a:defRPr/>
            </a:lvl4pPr>
            <a:lvl5pPr>
              <a:defRPr/>
            </a:lvl5pPr>
          </a:lstStyle>
          <a:p>
            <a:pPr lvl="0"/>
            <a:r>
              <a:rPr lang="en-GB"/>
              <a:t>Edit master text format</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3997437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Picture large left / text content right">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70" imgH="371" progId="TCLayout.ActiveDocument.1">
                  <p:embed/>
                </p:oleObj>
              </mc:Choice>
              <mc:Fallback>
                <p:oleObj name="think-cell Folie" r:id="rId3" imgW="370" imgH="371" progId="TCLayout.ActiveDocument.1">
                  <p:embed/>
                  <p:pic>
                    <p:nvPicPr>
                      <p:cNvPr id="2" name="Objek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Bildplatzhalter 10">
            <a:extLst>
              <a:ext uri="{FF2B5EF4-FFF2-40B4-BE49-F238E27FC236}">
                <a16:creationId xmlns:a16="http://schemas.microsoft.com/office/drawing/2014/main" id="{96910D21-640F-4D2A-A173-3AEDAE01B910}"/>
              </a:ext>
            </a:extLst>
          </p:cNvPr>
          <p:cNvSpPr>
            <a:spLocks noGrp="1"/>
          </p:cNvSpPr>
          <p:nvPr>
            <p:ph type="pic" sz="quarter" idx="13" hasCustomPrompt="1"/>
          </p:nvPr>
        </p:nvSpPr>
        <p:spPr>
          <a:xfrm>
            <a:off x="0" y="0"/>
            <a:ext cx="6731876" cy="6858000"/>
          </a:xfrm>
          <a:prstGeom prst="rect">
            <a:avLst/>
          </a:prstGeom>
        </p:spPr>
        <p:txBody>
          <a:bodyPr/>
          <a:lstStyle>
            <a:lvl1pPr marL="0" indent="0">
              <a:buNone/>
              <a:defRPr/>
            </a:lvl1pPr>
          </a:lstStyle>
          <a:p>
            <a:r>
              <a:rPr lang="en-US"/>
              <a:t>Add image by clicking on icon</a:t>
            </a:r>
          </a:p>
        </p:txBody>
      </p:sp>
      <p:sp>
        <p:nvSpPr>
          <p:cNvPr id="8" name="Inhaltsplatzhalter 7"/>
          <p:cNvSpPr>
            <a:spLocks noGrp="1"/>
          </p:cNvSpPr>
          <p:nvPr>
            <p:ph sz="quarter" idx="14" hasCustomPrompt="1"/>
          </p:nvPr>
        </p:nvSpPr>
        <p:spPr>
          <a:xfrm>
            <a:off x="7209713" y="1605435"/>
            <a:ext cx="4502861" cy="4849340"/>
          </a:xfrm>
        </p:spPr>
        <p:txBody>
          <a:bodyPr/>
          <a:lstStyle>
            <a:lvl1pPr>
              <a:defRPr/>
            </a:lvl1pPr>
            <a:lvl2pPr>
              <a:defRPr baseline="0"/>
            </a:lvl2pPr>
            <a:lvl3pPr>
              <a:defRPr/>
            </a:lvl3pPr>
            <a:lvl4pPr>
              <a:defRPr/>
            </a:lvl4pPr>
            <a:lvl5pPr>
              <a:defRPr/>
            </a:lvl5pPr>
          </a:lstStyle>
          <a:p>
            <a:pPr lvl="0"/>
            <a:r>
              <a:rPr lang="en-GB"/>
              <a:t>Edit master text format</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7984517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Vergleich">
    <p:spTree>
      <p:nvGrpSpPr>
        <p:cNvPr id="1" name=""/>
        <p:cNvGrpSpPr/>
        <p:nvPr/>
      </p:nvGrpSpPr>
      <p:grpSpPr>
        <a:xfrm>
          <a:off x="0" y="0"/>
          <a:ext cx="0" cy="0"/>
          <a:chOff x="0" y="0"/>
          <a:chExt cx="0" cy="0"/>
        </a:xfrm>
      </p:grpSpPr>
      <p:graphicFrame>
        <p:nvGraphicFramePr>
          <p:cNvPr id="10" name="Objekt 9" hidden="1">
            <a:extLst>
              <a:ext uri="{FF2B5EF4-FFF2-40B4-BE49-F238E27FC236}">
                <a16:creationId xmlns:a16="http://schemas.microsoft.com/office/drawing/2014/main" id="{435B4EBB-2F7A-4AE4-BD00-67C8C0B62C2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08" imgH="408" progId="TCLayout.ActiveDocument.1">
                  <p:embed/>
                </p:oleObj>
              </mc:Choice>
              <mc:Fallback>
                <p:oleObj name="think-cell Folie" r:id="rId4" imgW="408" imgH="408" progId="TCLayout.ActiveDocument.1">
                  <p:embed/>
                  <p:pic>
                    <p:nvPicPr>
                      <p:cNvPr id="10" name="Objekt 9" hidden="1">
                        <a:extLst>
                          <a:ext uri="{FF2B5EF4-FFF2-40B4-BE49-F238E27FC236}">
                            <a16:creationId xmlns:a16="http://schemas.microsoft.com/office/drawing/2014/main" id="{435B4EBB-2F7A-4AE4-BD00-67C8C0B62C2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A7CB53B2-ECA4-444A-AB4E-723BCED04A18}"/>
              </a:ext>
            </a:extLst>
          </p:cNvPr>
          <p:cNvSpPr/>
          <p:nvPr>
            <p:custDataLst>
              <p:tags r:id="rId2"/>
            </p:custDataLst>
          </p:nvPr>
        </p:nvSpPr>
        <p:spPr>
          <a:xfrm>
            <a:off x="0" y="0"/>
            <a:ext cx="158750" cy="15875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GB" sz="2200" b="1" i="0" baseline="0">
              <a:solidFill>
                <a:schemeClr val="tx1"/>
              </a:solidFill>
              <a:latin typeface="STIHL Contraface Text"/>
              <a:ea typeface="+mj-ea"/>
              <a:cs typeface="+mj-cs"/>
              <a:sym typeface="STIHL Contraface Text"/>
            </a:endParaRPr>
          </a:p>
        </p:txBody>
      </p:sp>
      <p:sp>
        <p:nvSpPr>
          <p:cNvPr id="3" name="Textplatzhalter 2">
            <a:extLst>
              <a:ext uri="{FF2B5EF4-FFF2-40B4-BE49-F238E27FC236}">
                <a16:creationId xmlns:a16="http://schemas.microsoft.com/office/drawing/2014/main" id="{74A3FDA9-3CE6-48AD-AE14-9F756B6E73F7}"/>
              </a:ext>
            </a:extLst>
          </p:cNvPr>
          <p:cNvSpPr>
            <a:spLocks noGrp="1"/>
          </p:cNvSpPr>
          <p:nvPr>
            <p:ph type="body" idx="1" hasCustomPrompt="1"/>
          </p:nvPr>
        </p:nvSpPr>
        <p:spPr>
          <a:xfrm>
            <a:off x="479427" y="4810219"/>
            <a:ext cx="5384333" cy="1644556"/>
          </a:xfrm>
          <a:prstGeom prst="rect">
            <a:avLst/>
          </a:prstGeom>
        </p:spPr>
        <p:txBody>
          <a:bodyPr anchor="t" anchorCtr="0">
            <a:normAutofit/>
          </a:bodyPr>
          <a:lstStyle>
            <a:lvl1pPr marL="0" indent="0">
              <a:lnSpc>
                <a:spcPct val="90000"/>
              </a:lnSpc>
              <a:buFont typeface="Arial" panose="020B0604020202020204" pitchFamily="34" charse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Edit master text format</a:t>
            </a:r>
          </a:p>
        </p:txBody>
      </p:sp>
      <p:sp>
        <p:nvSpPr>
          <p:cNvPr id="5" name="Textplatzhalter 4">
            <a:extLst>
              <a:ext uri="{FF2B5EF4-FFF2-40B4-BE49-F238E27FC236}">
                <a16:creationId xmlns:a16="http://schemas.microsoft.com/office/drawing/2014/main" id="{AD7E1FB2-B072-4C41-88FD-F720EB877288}"/>
              </a:ext>
            </a:extLst>
          </p:cNvPr>
          <p:cNvSpPr>
            <a:spLocks noGrp="1"/>
          </p:cNvSpPr>
          <p:nvPr>
            <p:ph type="body" sz="quarter" idx="3" hasCustomPrompt="1"/>
          </p:nvPr>
        </p:nvSpPr>
        <p:spPr>
          <a:xfrm>
            <a:off x="6328241" y="4810219"/>
            <a:ext cx="5384333" cy="1644556"/>
          </a:xfrm>
          <a:prstGeom prst="rect">
            <a:avLst/>
          </a:prstGeom>
        </p:spPr>
        <p:txBody>
          <a:bodyPr anchor="t" anchorCtr="0">
            <a:normAutofit/>
          </a:bodyPr>
          <a:lstStyle>
            <a:lvl1pPr marL="0" indent="0">
              <a:lnSpc>
                <a:spcPct val="90000"/>
              </a:lnSpc>
              <a:buFont typeface="Arial" panose="020B0604020202020204" pitchFamily="34" charse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Edit master text format</a:t>
            </a:r>
          </a:p>
        </p:txBody>
      </p:sp>
      <p:sp>
        <p:nvSpPr>
          <p:cNvPr id="11" name="Titel 10">
            <a:extLst>
              <a:ext uri="{FF2B5EF4-FFF2-40B4-BE49-F238E27FC236}">
                <a16:creationId xmlns:a16="http://schemas.microsoft.com/office/drawing/2014/main" id="{1D6E84FA-FD4E-4697-91A3-11CC718B6B1E}"/>
              </a:ext>
            </a:extLst>
          </p:cNvPr>
          <p:cNvSpPr>
            <a:spLocks noGrp="1"/>
          </p:cNvSpPr>
          <p:nvPr>
            <p:ph type="title" hasCustomPrompt="1"/>
          </p:nvPr>
        </p:nvSpPr>
        <p:spPr>
          <a:xfrm>
            <a:off x="479426" y="503546"/>
            <a:ext cx="9579925" cy="304699"/>
          </a:xfrm>
        </p:spPr>
        <p:txBody>
          <a:bodyPr vert="horz" lIns="0" tIns="0" rIns="0" bIns="0" rtlCol="0" anchor="t" anchorCtr="0">
            <a:noAutofit/>
          </a:bodyPr>
          <a:lstStyle>
            <a:lvl1pPr>
              <a:lnSpc>
                <a:spcPct val="90000"/>
              </a:lnSpc>
              <a:defRPr lang="de-DE" sz="2200" dirty="0"/>
            </a:lvl1pPr>
          </a:lstStyle>
          <a:p>
            <a:pPr lvl="0"/>
            <a:r>
              <a:rPr lang="en-GB"/>
              <a:t>Edit master title format</a:t>
            </a:r>
          </a:p>
        </p:txBody>
      </p:sp>
      <p:sp>
        <p:nvSpPr>
          <p:cNvPr id="14" name="Textplatzhalter 8">
            <a:extLst>
              <a:ext uri="{FF2B5EF4-FFF2-40B4-BE49-F238E27FC236}">
                <a16:creationId xmlns:a16="http://schemas.microsoft.com/office/drawing/2014/main" id="{6584C2F4-58E3-486D-88D2-9F6D570B6CAC}"/>
              </a:ext>
            </a:extLst>
          </p:cNvPr>
          <p:cNvSpPr>
            <a:spLocks noGrp="1"/>
          </p:cNvSpPr>
          <p:nvPr>
            <p:ph type="body" sz="quarter" idx="13" hasCustomPrompt="1"/>
          </p:nvPr>
        </p:nvSpPr>
        <p:spPr>
          <a:xfrm>
            <a:off x="479427" y="1130300"/>
            <a:ext cx="11233147" cy="249299"/>
          </a:xfrm>
          <a:prstGeom prst="rect">
            <a:avLst/>
          </a:prstGeom>
        </p:spPr>
        <p:txBody>
          <a:bodyPr vert="horz" lIns="0" tIns="0" rIns="0" bIns="0" rtlCol="0" anchor="t" anchorCtr="0">
            <a:noAutofit/>
          </a:bodyPr>
          <a:lstStyle>
            <a:lvl1pPr marL="0" indent="0">
              <a:lnSpc>
                <a:spcPct val="90000"/>
              </a:lnSpc>
              <a:buNone/>
              <a:defRPr lang="de-DE" sz="1800" cap="none" baseline="0" dirty="0" smtClean="0">
                <a:solidFill>
                  <a:schemeClr val="tx1"/>
                </a:solidFill>
                <a:latin typeface="+mn-lt"/>
                <a:ea typeface="+mj-ea"/>
                <a:cs typeface="+mj-cs"/>
              </a:defRPr>
            </a:lvl1pPr>
          </a:lstStyle>
          <a:p>
            <a:pPr marL="114300" lvl="0" indent="-342900">
              <a:spcBef>
                <a:spcPct val="0"/>
              </a:spcBef>
            </a:pPr>
            <a:r>
              <a:rPr lang="en-GB"/>
              <a:t>Sub headline</a:t>
            </a:r>
          </a:p>
        </p:txBody>
      </p:sp>
      <p:sp>
        <p:nvSpPr>
          <p:cNvPr id="8" name="Inhaltsplatzhalter 7"/>
          <p:cNvSpPr>
            <a:spLocks noGrp="1"/>
          </p:cNvSpPr>
          <p:nvPr>
            <p:ph sz="quarter" idx="14" hasCustomPrompt="1"/>
          </p:nvPr>
        </p:nvSpPr>
        <p:spPr>
          <a:xfrm>
            <a:off x="6328241" y="1605435"/>
            <a:ext cx="5384333" cy="3075921"/>
          </a:xfrm>
        </p:spPr>
        <p:txBody>
          <a:bodyPr/>
          <a:lstStyle>
            <a:lvl1pPr>
              <a:defRPr baseline="0"/>
            </a:lvl1pPr>
            <a:lvl2pPr>
              <a:defRPr baseline="0"/>
            </a:lvl2pPr>
            <a:lvl3pPr>
              <a:defRPr baseline="0"/>
            </a:lvl3pPr>
            <a:lvl4pPr>
              <a:defRPr/>
            </a:lvl4pPr>
            <a:lvl5pPr>
              <a:defRPr baseline="0"/>
            </a:lvl5pPr>
          </a:lstStyle>
          <a:p>
            <a:pPr lvl="0"/>
            <a:r>
              <a:rPr lang="en-GB"/>
              <a:t>Edit master text format</a:t>
            </a:r>
          </a:p>
          <a:p>
            <a:pPr lvl="1"/>
            <a:r>
              <a:rPr lang="en-GB"/>
              <a:t>Second level</a:t>
            </a:r>
          </a:p>
          <a:p>
            <a:pPr lvl="2"/>
            <a:r>
              <a:rPr lang="en-GB"/>
              <a:t>Third level</a:t>
            </a:r>
          </a:p>
          <a:p>
            <a:pPr lvl="3"/>
            <a:r>
              <a:rPr lang="en-GB"/>
              <a:t>Fourth level</a:t>
            </a:r>
          </a:p>
          <a:p>
            <a:pPr lvl="4"/>
            <a:r>
              <a:rPr lang="en-GB"/>
              <a:t>Fifth level </a:t>
            </a:r>
          </a:p>
        </p:txBody>
      </p:sp>
      <p:sp>
        <p:nvSpPr>
          <p:cNvPr id="15" name="Inhaltsplatzhalter 7"/>
          <p:cNvSpPr>
            <a:spLocks noGrp="1"/>
          </p:cNvSpPr>
          <p:nvPr>
            <p:ph sz="quarter" idx="15" hasCustomPrompt="1"/>
          </p:nvPr>
        </p:nvSpPr>
        <p:spPr>
          <a:xfrm>
            <a:off x="479427" y="1605435"/>
            <a:ext cx="5384333" cy="3075921"/>
          </a:xfrm>
        </p:spPr>
        <p:txBody>
          <a:bodyPr/>
          <a:lstStyle>
            <a:lvl1pPr>
              <a:defRPr baseline="0"/>
            </a:lvl1pPr>
            <a:lvl2pPr>
              <a:defRPr baseline="0"/>
            </a:lvl2pPr>
            <a:lvl3pPr>
              <a:defRPr baseline="0"/>
            </a:lvl3pPr>
            <a:lvl4pPr>
              <a:defRPr/>
            </a:lvl4pPr>
            <a:lvl5pPr>
              <a:defRPr baseline="0"/>
            </a:lvl5pPr>
          </a:lstStyle>
          <a:p>
            <a:pPr lvl="0"/>
            <a:r>
              <a:rPr lang="en-GB"/>
              <a:t>Edit master text format</a:t>
            </a:r>
          </a:p>
          <a:p>
            <a:pPr lvl="1"/>
            <a:r>
              <a:rPr lang="en-GB"/>
              <a:t>Second level</a:t>
            </a:r>
          </a:p>
          <a:p>
            <a:pPr lvl="2"/>
            <a:r>
              <a:rPr lang="en-GB"/>
              <a:t>Third level</a:t>
            </a:r>
          </a:p>
          <a:p>
            <a:pPr lvl="3"/>
            <a:r>
              <a:rPr lang="en-GB"/>
              <a:t>Fourth level</a:t>
            </a:r>
          </a:p>
          <a:p>
            <a:pPr lvl="4"/>
            <a:r>
              <a:rPr lang="en-GB"/>
              <a:t>Fifth level </a:t>
            </a:r>
          </a:p>
        </p:txBody>
      </p:sp>
    </p:spTree>
    <p:extLst>
      <p:ext uri="{BB962C8B-B14F-4D97-AF65-F5344CB8AC3E}">
        <p14:creationId xmlns:p14="http://schemas.microsoft.com/office/powerpoint/2010/main" val="20562469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Picture only">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70" imgH="371" progId="TCLayout.ActiveDocument.1">
                  <p:embed/>
                </p:oleObj>
              </mc:Choice>
              <mc:Fallback>
                <p:oleObj name="think-cell Folie" r:id="rId3" imgW="370" imgH="371" progId="TCLayout.ActiveDocument.1">
                  <p:embed/>
                  <p:pic>
                    <p:nvPicPr>
                      <p:cNvPr id="2" name="Objek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Bildplatzhalter 7">
            <a:extLst>
              <a:ext uri="{FF2B5EF4-FFF2-40B4-BE49-F238E27FC236}">
                <a16:creationId xmlns:a16="http://schemas.microsoft.com/office/drawing/2014/main" id="{ED7967F9-E942-4760-BBB0-7377F0898413}"/>
              </a:ext>
            </a:extLst>
          </p:cNvPr>
          <p:cNvSpPr>
            <a:spLocks noGrp="1"/>
          </p:cNvSpPr>
          <p:nvPr>
            <p:ph type="pic" sz="quarter" idx="13" hasCustomPrompt="1"/>
          </p:nvPr>
        </p:nvSpPr>
        <p:spPr>
          <a:xfrm>
            <a:off x="0" y="0"/>
            <a:ext cx="12192000" cy="6858000"/>
          </a:xfrm>
          <a:prstGeom prst="rect">
            <a:avLst/>
          </a:prstGeom>
        </p:spPr>
        <p:txBody>
          <a:bodyPr/>
          <a:lstStyle>
            <a:lvl1pPr marL="0" indent="0">
              <a:buNone/>
              <a:defRPr/>
            </a:lvl1pPr>
          </a:lstStyle>
          <a:p>
            <a:r>
              <a:rPr lang="en-US"/>
              <a:t>Add image by clicking on icon</a:t>
            </a:r>
          </a:p>
        </p:txBody>
      </p:sp>
      <p:sp>
        <p:nvSpPr>
          <p:cNvPr id="4" name="Rechteck 3">
            <a:extLst>
              <a:ext uri="{FF2B5EF4-FFF2-40B4-BE49-F238E27FC236}">
                <a16:creationId xmlns:a16="http://schemas.microsoft.com/office/drawing/2014/main" id="{5CF86407-DA27-4CA6-A346-F8477F884E96}"/>
              </a:ext>
            </a:extLst>
          </p:cNvPr>
          <p:cNvSpPr>
            <a:spLocks/>
          </p:cNvSpPr>
          <p:nvPr/>
        </p:nvSpPr>
        <p:spPr>
          <a:xfrm>
            <a:off x="-1943099" y="2913099"/>
            <a:ext cx="1772284" cy="1031803"/>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ctr">
            <a:sp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90000"/>
              </a:lnSpc>
            </a:pPr>
            <a:r>
              <a:rPr lang="en-GB" sz="1600" b="0">
                <a:solidFill>
                  <a:schemeClr val="tx1"/>
                </a:solidFill>
              </a:rPr>
              <a:t>Please do not print slides with full colour or motifs </a:t>
            </a:r>
          </a:p>
        </p:txBody>
      </p:sp>
    </p:spTree>
    <p:extLst>
      <p:ext uri="{BB962C8B-B14F-4D97-AF65-F5344CB8AC3E}">
        <p14:creationId xmlns:p14="http://schemas.microsoft.com/office/powerpoint/2010/main" val="1058241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Five pictures">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70" imgH="371" progId="TCLayout.ActiveDocument.1">
                  <p:embed/>
                </p:oleObj>
              </mc:Choice>
              <mc:Fallback>
                <p:oleObj name="think-cell Folie" r:id="rId3" imgW="370" imgH="371" progId="TCLayout.ActiveDocument.1">
                  <p:embed/>
                  <p:pic>
                    <p:nvPicPr>
                      <p:cNvPr id="2" name="Objek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Bildplatzhalter 7">
            <a:extLst>
              <a:ext uri="{FF2B5EF4-FFF2-40B4-BE49-F238E27FC236}">
                <a16:creationId xmlns:a16="http://schemas.microsoft.com/office/drawing/2014/main" id="{ED7967F9-E942-4760-BBB0-7377F0898413}"/>
              </a:ext>
            </a:extLst>
          </p:cNvPr>
          <p:cNvSpPr>
            <a:spLocks noGrp="1"/>
          </p:cNvSpPr>
          <p:nvPr>
            <p:ph type="pic" sz="quarter" idx="13" hasCustomPrompt="1"/>
          </p:nvPr>
        </p:nvSpPr>
        <p:spPr>
          <a:xfrm>
            <a:off x="479427" y="503236"/>
            <a:ext cx="7434865" cy="2876627"/>
          </a:xfrm>
          <a:prstGeom prst="rect">
            <a:avLst/>
          </a:prstGeom>
        </p:spPr>
        <p:txBody>
          <a:bodyPr/>
          <a:lstStyle>
            <a:lvl1pPr marL="0" indent="0">
              <a:buNone/>
              <a:defRPr/>
            </a:lvl1pPr>
          </a:lstStyle>
          <a:p>
            <a:r>
              <a:rPr lang="en-US"/>
              <a:t>Add image by clicking on icon</a:t>
            </a:r>
          </a:p>
        </p:txBody>
      </p:sp>
      <p:sp>
        <p:nvSpPr>
          <p:cNvPr id="4" name="Bildplatzhalter 7">
            <a:extLst>
              <a:ext uri="{FF2B5EF4-FFF2-40B4-BE49-F238E27FC236}">
                <a16:creationId xmlns:a16="http://schemas.microsoft.com/office/drawing/2014/main" id="{3874E60C-732A-46D4-A0D2-7308833B35F3}"/>
              </a:ext>
            </a:extLst>
          </p:cNvPr>
          <p:cNvSpPr>
            <a:spLocks noGrp="1"/>
          </p:cNvSpPr>
          <p:nvPr>
            <p:ph type="pic" sz="quarter" idx="14" hasCustomPrompt="1"/>
          </p:nvPr>
        </p:nvSpPr>
        <p:spPr>
          <a:xfrm>
            <a:off x="8112574" y="503236"/>
            <a:ext cx="3600000" cy="2876627"/>
          </a:xfrm>
          <a:prstGeom prst="rect">
            <a:avLst/>
          </a:prstGeom>
        </p:spPr>
        <p:txBody>
          <a:bodyPr/>
          <a:lstStyle>
            <a:lvl1pPr marL="0" indent="0">
              <a:buNone/>
              <a:defRPr/>
            </a:lvl1pPr>
          </a:lstStyle>
          <a:p>
            <a:r>
              <a:rPr lang="en-US"/>
              <a:t>Add image by clicking on icon</a:t>
            </a:r>
          </a:p>
        </p:txBody>
      </p:sp>
      <p:sp>
        <p:nvSpPr>
          <p:cNvPr id="5" name="Bildplatzhalter 7">
            <a:extLst>
              <a:ext uri="{FF2B5EF4-FFF2-40B4-BE49-F238E27FC236}">
                <a16:creationId xmlns:a16="http://schemas.microsoft.com/office/drawing/2014/main" id="{39157FFC-465D-4202-AA4E-49F8E951F1B8}"/>
              </a:ext>
            </a:extLst>
          </p:cNvPr>
          <p:cNvSpPr>
            <a:spLocks noGrp="1"/>
          </p:cNvSpPr>
          <p:nvPr>
            <p:ph type="pic" sz="quarter" idx="15" hasCustomPrompt="1"/>
          </p:nvPr>
        </p:nvSpPr>
        <p:spPr>
          <a:xfrm>
            <a:off x="8112574" y="3578149"/>
            <a:ext cx="3600000" cy="2876626"/>
          </a:xfrm>
          <a:prstGeom prst="rect">
            <a:avLst/>
          </a:prstGeom>
        </p:spPr>
        <p:txBody>
          <a:bodyPr/>
          <a:lstStyle>
            <a:lvl1pPr marL="0" indent="0">
              <a:buNone/>
              <a:defRPr/>
            </a:lvl1pPr>
          </a:lstStyle>
          <a:p>
            <a:r>
              <a:rPr lang="en-US"/>
              <a:t>Add image by clicking on icon</a:t>
            </a:r>
          </a:p>
        </p:txBody>
      </p:sp>
      <p:sp>
        <p:nvSpPr>
          <p:cNvPr id="6" name="Bildplatzhalter 7">
            <a:extLst>
              <a:ext uri="{FF2B5EF4-FFF2-40B4-BE49-F238E27FC236}">
                <a16:creationId xmlns:a16="http://schemas.microsoft.com/office/drawing/2014/main" id="{398ADFCC-9F73-4FCE-B41A-76494D790BAA}"/>
              </a:ext>
            </a:extLst>
          </p:cNvPr>
          <p:cNvSpPr>
            <a:spLocks noGrp="1"/>
          </p:cNvSpPr>
          <p:nvPr>
            <p:ph type="pic" sz="quarter" idx="16" hasCustomPrompt="1"/>
          </p:nvPr>
        </p:nvSpPr>
        <p:spPr>
          <a:xfrm>
            <a:off x="3326525" y="3578149"/>
            <a:ext cx="4587765" cy="2876626"/>
          </a:xfrm>
          <a:prstGeom prst="rect">
            <a:avLst/>
          </a:prstGeom>
        </p:spPr>
        <p:txBody>
          <a:bodyPr/>
          <a:lstStyle>
            <a:lvl1pPr marL="0" indent="0">
              <a:buNone/>
              <a:defRPr/>
            </a:lvl1pPr>
          </a:lstStyle>
          <a:p>
            <a:r>
              <a:rPr lang="en-US"/>
              <a:t>Add image by clicking on icon</a:t>
            </a:r>
          </a:p>
        </p:txBody>
      </p:sp>
      <p:sp>
        <p:nvSpPr>
          <p:cNvPr id="7" name="Bildplatzhalter 7">
            <a:extLst>
              <a:ext uri="{FF2B5EF4-FFF2-40B4-BE49-F238E27FC236}">
                <a16:creationId xmlns:a16="http://schemas.microsoft.com/office/drawing/2014/main" id="{9C2AE974-6668-41BF-9CA5-FBFDB292E2F0}"/>
              </a:ext>
            </a:extLst>
          </p:cNvPr>
          <p:cNvSpPr>
            <a:spLocks noGrp="1"/>
          </p:cNvSpPr>
          <p:nvPr>
            <p:ph type="pic" sz="quarter" idx="17" hasCustomPrompt="1"/>
          </p:nvPr>
        </p:nvSpPr>
        <p:spPr>
          <a:xfrm>
            <a:off x="479427" y="3578149"/>
            <a:ext cx="2648814" cy="2876626"/>
          </a:xfrm>
          <a:prstGeom prst="rect">
            <a:avLst/>
          </a:prstGeom>
        </p:spPr>
        <p:txBody>
          <a:bodyPr/>
          <a:lstStyle>
            <a:lvl1pPr marL="0" indent="0">
              <a:buNone/>
              <a:defRPr/>
            </a:lvl1pPr>
          </a:lstStyle>
          <a:p>
            <a:r>
              <a:rPr lang="en-US"/>
              <a:t>Add image by clicking on icon</a:t>
            </a:r>
          </a:p>
        </p:txBody>
      </p:sp>
      <p:sp>
        <p:nvSpPr>
          <p:cNvPr id="10" name="Rechteck 9">
            <a:extLst>
              <a:ext uri="{FF2B5EF4-FFF2-40B4-BE49-F238E27FC236}">
                <a16:creationId xmlns:a16="http://schemas.microsoft.com/office/drawing/2014/main" id="{5CF86407-DA27-4CA6-A346-F8477F884E96}"/>
              </a:ext>
            </a:extLst>
          </p:cNvPr>
          <p:cNvSpPr>
            <a:spLocks/>
          </p:cNvSpPr>
          <p:nvPr/>
        </p:nvSpPr>
        <p:spPr>
          <a:xfrm>
            <a:off x="-1943099" y="2913099"/>
            <a:ext cx="1772284" cy="1031803"/>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ctr">
            <a:sp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90000"/>
              </a:lnSpc>
            </a:pPr>
            <a:r>
              <a:rPr lang="en-GB" sz="1600" b="0">
                <a:solidFill>
                  <a:schemeClr val="tx1"/>
                </a:solidFill>
              </a:rPr>
              <a:t>Please do not print slides with full colour or motifs </a:t>
            </a:r>
          </a:p>
        </p:txBody>
      </p:sp>
    </p:spTree>
    <p:extLst>
      <p:ext uri="{BB962C8B-B14F-4D97-AF65-F5344CB8AC3E}">
        <p14:creationId xmlns:p14="http://schemas.microsoft.com/office/powerpoint/2010/main" val="35567295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Three pictures">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70" imgH="371" progId="TCLayout.ActiveDocument.1">
                  <p:embed/>
                </p:oleObj>
              </mc:Choice>
              <mc:Fallback>
                <p:oleObj name="think-cell Folie" r:id="rId3" imgW="370" imgH="371" progId="TCLayout.ActiveDocument.1">
                  <p:embed/>
                  <p:pic>
                    <p:nvPicPr>
                      <p:cNvPr id="2" name="Objek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Bildplatzhalter 7">
            <a:extLst>
              <a:ext uri="{FF2B5EF4-FFF2-40B4-BE49-F238E27FC236}">
                <a16:creationId xmlns:a16="http://schemas.microsoft.com/office/drawing/2014/main" id="{ED7967F9-E942-4760-BBB0-7377F0898413}"/>
              </a:ext>
            </a:extLst>
          </p:cNvPr>
          <p:cNvSpPr>
            <a:spLocks noGrp="1"/>
          </p:cNvSpPr>
          <p:nvPr>
            <p:ph type="pic" sz="quarter" idx="13" hasCustomPrompt="1"/>
          </p:nvPr>
        </p:nvSpPr>
        <p:spPr>
          <a:xfrm>
            <a:off x="479427" y="503236"/>
            <a:ext cx="6912000" cy="5951537"/>
          </a:xfrm>
          <a:prstGeom prst="rect">
            <a:avLst/>
          </a:prstGeom>
        </p:spPr>
        <p:txBody>
          <a:bodyPr/>
          <a:lstStyle>
            <a:lvl1pPr marL="0" indent="0">
              <a:buNone/>
              <a:defRPr/>
            </a:lvl1pPr>
          </a:lstStyle>
          <a:p>
            <a:r>
              <a:rPr lang="en-US"/>
              <a:t>Add image by clicking on icon</a:t>
            </a:r>
          </a:p>
        </p:txBody>
      </p:sp>
      <p:sp>
        <p:nvSpPr>
          <p:cNvPr id="4" name="Bildplatzhalter 7">
            <a:extLst>
              <a:ext uri="{FF2B5EF4-FFF2-40B4-BE49-F238E27FC236}">
                <a16:creationId xmlns:a16="http://schemas.microsoft.com/office/drawing/2014/main" id="{3874E60C-732A-46D4-A0D2-7308833B35F3}"/>
              </a:ext>
            </a:extLst>
          </p:cNvPr>
          <p:cNvSpPr>
            <a:spLocks noGrp="1"/>
          </p:cNvSpPr>
          <p:nvPr>
            <p:ph type="pic" sz="quarter" idx="14" hasCustomPrompt="1"/>
          </p:nvPr>
        </p:nvSpPr>
        <p:spPr>
          <a:xfrm>
            <a:off x="7587672" y="503236"/>
            <a:ext cx="4124902" cy="2876622"/>
          </a:xfrm>
          <a:prstGeom prst="rect">
            <a:avLst/>
          </a:prstGeom>
        </p:spPr>
        <p:txBody>
          <a:bodyPr/>
          <a:lstStyle>
            <a:lvl1pPr marL="0" indent="0">
              <a:buNone/>
              <a:defRPr/>
            </a:lvl1pPr>
          </a:lstStyle>
          <a:p>
            <a:r>
              <a:rPr lang="en-US"/>
              <a:t>Add image by clicking on icon</a:t>
            </a:r>
          </a:p>
        </p:txBody>
      </p:sp>
      <p:sp>
        <p:nvSpPr>
          <p:cNvPr id="9" name="Bildplatzhalter 7">
            <a:extLst>
              <a:ext uri="{FF2B5EF4-FFF2-40B4-BE49-F238E27FC236}">
                <a16:creationId xmlns:a16="http://schemas.microsoft.com/office/drawing/2014/main" id="{77162A5A-203D-4041-B750-630136532946}"/>
              </a:ext>
            </a:extLst>
          </p:cNvPr>
          <p:cNvSpPr>
            <a:spLocks noGrp="1"/>
          </p:cNvSpPr>
          <p:nvPr>
            <p:ph type="pic" sz="quarter" idx="15" hasCustomPrompt="1"/>
          </p:nvPr>
        </p:nvSpPr>
        <p:spPr>
          <a:xfrm>
            <a:off x="7587672" y="3578151"/>
            <a:ext cx="4124902" cy="2876622"/>
          </a:xfrm>
          <a:prstGeom prst="rect">
            <a:avLst/>
          </a:prstGeom>
        </p:spPr>
        <p:txBody>
          <a:bodyPr/>
          <a:lstStyle>
            <a:lvl1pPr marL="0" indent="0">
              <a:buNone/>
              <a:defRPr/>
            </a:lvl1pPr>
          </a:lstStyle>
          <a:p>
            <a:r>
              <a:rPr lang="en-US"/>
              <a:t>Add image by clicking on icon</a:t>
            </a:r>
          </a:p>
        </p:txBody>
      </p:sp>
      <p:sp>
        <p:nvSpPr>
          <p:cNvPr id="6" name="Rechteck 5">
            <a:extLst>
              <a:ext uri="{FF2B5EF4-FFF2-40B4-BE49-F238E27FC236}">
                <a16:creationId xmlns:a16="http://schemas.microsoft.com/office/drawing/2014/main" id="{5CF86407-DA27-4CA6-A346-F8477F884E96}"/>
              </a:ext>
            </a:extLst>
          </p:cNvPr>
          <p:cNvSpPr>
            <a:spLocks/>
          </p:cNvSpPr>
          <p:nvPr/>
        </p:nvSpPr>
        <p:spPr>
          <a:xfrm>
            <a:off x="-1943099" y="2913099"/>
            <a:ext cx="1772284" cy="1031803"/>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ctr">
            <a:sp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90000"/>
              </a:lnSpc>
            </a:pPr>
            <a:r>
              <a:rPr lang="en-GB" sz="1600" b="0">
                <a:solidFill>
                  <a:schemeClr val="tx1"/>
                </a:solidFill>
              </a:rPr>
              <a:t>Please do not print slides with full colour or motifs </a:t>
            </a:r>
          </a:p>
        </p:txBody>
      </p:sp>
    </p:spTree>
    <p:extLst>
      <p:ext uri="{BB962C8B-B14F-4D97-AF65-F5344CB8AC3E}">
        <p14:creationId xmlns:p14="http://schemas.microsoft.com/office/powerpoint/2010/main" val="33639881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am">
    <p:spTree>
      <p:nvGrpSpPr>
        <p:cNvPr id="1" name=""/>
        <p:cNvGrpSpPr/>
        <p:nvPr/>
      </p:nvGrpSpPr>
      <p:grpSpPr>
        <a:xfrm>
          <a:off x="0" y="0"/>
          <a:ext cx="0" cy="0"/>
          <a:chOff x="0" y="0"/>
          <a:chExt cx="0" cy="0"/>
        </a:xfrm>
      </p:grpSpPr>
      <p:graphicFrame>
        <p:nvGraphicFramePr>
          <p:cNvPr id="10" name="Objekt 9" hidden="1">
            <a:extLst>
              <a:ext uri="{FF2B5EF4-FFF2-40B4-BE49-F238E27FC236}">
                <a16:creationId xmlns:a16="http://schemas.microsoft.com/office/drawing/2014/main" id="{435B4EBB-2F7A-4AE4-BD00-67C8C0B62C2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08" imgH="408" progId="TCLayout.ActiveDocument.1">
                  <p:embed/>
                </p:oleObj>
              </mc:Choice>
              <mc:Fallback>
                <p:oleObj name="think-cell Folie" r:id="rId4" imgW="408" imgH="408" progId="TCLayout.ActiveDocument.1">
                  <p:embed/>
                  <p:pic>
                    <p:nvPicPr>
                      <p:cNvPr id="10" name="Objekt 9" hidden="1">
                        <a:extLst>
                          <a:ext uri="{FF2B5EF4-FFF2-40B4-BE49-F238E27FC236}">
                            <a16:creationId xmlns:a16="http://schemas.microsoft.com/office/drawing/2014/main" id="{435B4EBB-2F7A-4AE4-BD00-67C8C0B62C2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A7CB53B2-ECA4-444A-AB4E-723BCED04A18}"/>
              </a:ext>
            </a:extLst>
          </p:cNvPr>
          <p:cNvSpPr/>
          <p:nvPr>
            <p:custDataLst>
              <p:tags r:id="rId2"/>
            </p:custDataLst>
          </p:nvPr>
        </p:nvSpPr>
        <p:spPr>
          <a:xfrm>
            <a:off x="0" y="0"/>
            <a:ext cx="158750" cy="15875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GB" sz="2200" b="1" i="0" baseline="0">
              <a:solidFill>
                <a:schemeClr val="tx1"/>
              </a:solidFill>
              <a:latin typeface="STIHL Contraface Text"/>
              <a:ea typeface="+mj-ea"/>
              <a:cs typeface="+mj-cs"/>
              <a:sym typeface="STIHL Contraface Text"/>
            </a:endParaRPr>
          </a:p>
        </p:txBody>
      </p:sp>
      <p:sp>
        <p:nvSpPr>
          <p:cNvPr id="11" name="Titel 10">
            <a:extLst>
              <a:ext uri="{FF2B5EF4-FFF2-40B4-BE49-F238E27FC236}">
                <a16:creationId xmlns:a16="http://schemas.microsoft.com/office/drawing/2014/main" id="{1D6E84FA-FD4E-4697-91A3-11CC718B6B1E}"/>
              </a:ext>
            </a:extLst>
          </p:cNvPr>
          <p:cNvSpPr>
            <a:spLocks noGrp="1"/>
          </p:cNvSpPr>
          <p:nvPr>
            <p:ph type="title" hasCustomPrompt="1"/>
          </p:nvPr>
        </p:nvSpPr>
        <p:spPr>
          <a:xfrm>
            <a:off x="479426" y="503546"/>
            <a:ext cx="9579925" cy="304699"/>
          </a:xfrm>
        </p:spPr>
        <p:txBody>
          <a:bodyPr vert="horz" lIns="0" tIns="0" rIns="0" bIns="0" rtlCol="0" anchor="t" anchorCtr="0">
            <a:noAutofit/>
          </a:bodyPr>
          <a:lstStyle>
            <a:lvl1pPr>
              <a:lnSpc>
                <a:spcPct val="90000"/>
              </a:lnSpc>
              <a:defRPr lang="de-DE" sz="2200" dirty="0"/>
            </a:lvl1pPr>
          </a:lstStyle>
          <a:p>
            <a:pPr lvl="0"/>
            <a:r>
              <a:rPr lang="en-GB"/>
              <a:t>Edit master title format</a:t>
            </a:r>
          </a:p>
        </p:txBody>
      </p:sp>
      <p:sp>
        <p:nvSpPr>
          <p:cNvPr id="14" name="Textplatzhalter 8">
            <a:extLst>
              <a:ext uri="{FF2B5EF4-FFF2-40B4-BE49-F238E27FC236}">
                <a16:creationId xmlns:a16="http://schemas.microsoft.com/office/drawing/2014/main" id="{6584C2F4-58E3-486D-88D2-9F6D570B6CAC}"/>
              </a:ext>
            </a:extLst>
          </p:cNvPr>
          <p:cNvSpPr>
            <a:spLocks noGrp="1"/>
          </p:cNvSpPr>
          <p:nvPr>
            <p:ph type="body" sz="quarter" idx="13" hasCustomPrompt="1"/>
          </p:nvPr>
        </p:nvSpPr>
        <p:spPr>
          <a:xfrm>
            <a:off x="479427" y="1130300"/>
            <a:ext cx="11233147" cy="249299"/>
          </a:xfrm>
          <a:prstGeom prst="rect">
            <a:avLst/>
          </a:prstGeom>
        </p:spPr>
        <p:txBody>
          <a:bodyPr vert="horz" lIns="0" tIns="0" rIns="0" bIns="0" rtlCol="0" anchor="t" anchorCtr="0">
            <a:noAutofit/>
          </a:bodyPr>
          <a:lstStyle>
            <a:lvl1pPr marL="0" indent="0">
              <a:lnSpc>
                <a:spcPct val="90000"/>
              </a:lnSpc>
              <a:buNone/>
              <a:defRPr lang="de-DE" sz="1800" cap="none" baseline="0" dirty="0" smtClean="0">
                <a:solidFill>
                  <a:schemeClr val="tx1"/>
                </a:solidFill>
                <a:latin typeface="+mn-lt"/>
                <a:ea typeface="+mj-ea"/>
                <a:cs typeface="+mj-cs"/>
              </a:defRPr>
            </a:lvl1pPr>
          </a:lstStyle>
          <a:p>
            <a:pPr marL="114300" lvl="0" indent="-342900">
              <a:spcBef>
                <a:spcPct val="0"/>
              </a:spcBef>
            </a:pPr>
            <a:r>
              <a:rPr lang="en-GB" err="1"/>
              <a:t>Subheadline</a:t>
            </a:r>
            <a:endParaRPr lang="en-GB"/>
          </a:p>
        </p:txBody>
      </p:sp>
      <p:sp>
        <p:nvSpPr>
          <p:cNvPr id="6" name="Textplatzhalter 5"/>
          <p:cNvSpPr>
            <a:spLocks noGrp="1"/>
          </p:cNvSpPr>
          <p:nvPr>
            <p:ph type="body" sz="quarter" idx="14" hasCustomPrompt="1"/>
          </p:nvPr>
        </p:nvSpPr>
        <p:spPr>
          <a:xfrm>
            <a:off x="479427" y="4253457"/>
            <a:ext cx="2700000" cy="2201318"/>
          </a:xfrm>
        </p:spPr>
        <p:txBody>
          <a:bodyPr/>
          <a:lstStyle/>
          <a:p>
            <a:pPr lvl="0"/>
            <a:r>
              <a:rPr lang="en-GB"/>
              <a:t>Edit master text format</a:t>
            </a:r>
          </a:p>
          <a:p>
            <a:pPr lvl="1"/>
            <a:r>
              <a:rPr lang="en-GB"/>
              <a:t>Second level</a:t>
            </a:r>
          </a:p>
          <a:p>
            <a:pPr lvl="2"/>
            <a:r>
              <a:rPr lang="en-GB"/>
              <a:t>Third level</a:t>
            </a:r>
          </a:p>
          <a:p>
            <a:pPr lvl="3"/>
            <a:r>
              <a:rPr lang="en-GB"/>
              <a:t>Fourth level</a:t>
            </a:r>
          </a:p>
          <a:p>
            <a:pPr lvl="4"/>
            <a:r>
              <a:rPr lang="en-GB"/>
              <a:t>Fifth level</a:t>
            </a:r>
          </a:p>
        </p:txBody>
      </p:sp>
      <p:sp>
        <p:nvSpPr>
          <p:cNvPr id="16" name="Textplatzhalter 5"/>
          <p:cNvSpPr>
            <a:spLocks noGrp="1"/>
          </p:cNvSpPr>
          <p:nvPr>
            <p:ph type="body" sz="quarter" idx="15" hasCustomPrompt="1"/>
          </p:nvPr>
        </p:nvSpPr>
        <p:spPr>
          <a:xfrm>
            <a:off x="3323809" y="4253457"/>
            <a:ext cx="2700000" cy="2201318"/>
          </a:xfrm>
        </p:spPr>
        <p:txBody>
          <a:bodyPr/>
          <a:lstStyle/>
          <a:p>
            <a:pPr lvl="0"/>
            <a:r>
              <a:rPr lang="en-GB"/>
              <a:t>Edit master text format</a:t>
            </a:r>
          </a:p>
          <a:p>
            <a:pPr lvl="1"/>
            <a:r>
              <a:rPr lang="en-GB"/>
              <a:t>Second level</a:t>
            </a:r>
          </a:p>
          <a:p>
            <a:pPr lvl="2"/>
            <a:r>
              <a:rPr lang="en-GB"/>
              <a:t>Third level</a:t>
            </a:r>
          </a:p>
          <a:p>
            <a:pPr lvl="3"/>
            <a:r>
              <a:rPr lang="en-GB"/>
              <a:t>Fourth level</a:t>
            </a:r>
          </a:p>
          <a:p>
            <a:pPr lvl="4"/>
            <a:r>
              <a:rPr lang="en-GB"/>
              <a:t>Fifth level</a:t>
            </a:r>
          </a:p>
        </p:txBody>
      </p:sp>
      <p:sp>
        <p:nvSpPr>
          <p:cNvPr id="17" name="Textplatzhalter 5"/>
          <p:cNvSpPr>
            <a:spLocks noGrp="1"/>
          </p:cNvSpPr>
          <p:nvPr>
            <p:ph type="body" sz="quarter" idx="16" hasCustomPrompt="1"/>
          </p:nvPr>
        </p:nvSpPr>
        <p:spPr>
          <a:xfrm>
            <a:off x="6168191" y="4253457"/>
            <a:ext cx="2700000" cy="2201318"/>
          </a:xfrm>
        </p:spPr>
        <p:txBody>
          <a:bodyPr/>
          <a:lstStyle/>
          <a:p>
            <a:pPr lvl="0"/>
            <a:r>
              <a:rPr lang="en-GB"/>
              <a:t>Edit master text format</a:t>
            </a:r>
          </a:p>
          <a:p>
            <a:pPr lvl="1"/>
            <a:r>
              <a:rPr lang="en-GB"/>
              <a:t>Second level</a:t>
            </a:r>
          </a:p>
          <a:p>
            <a:pPr lvl="2"/>
            <a:r>
              <a:rPr lang="en-GB"/>
              <a:t>Third level</a:t>
            </a:r>
          </a:p>
          <a:p>
            <a:pPr lvl="3"/>
            <a:r>
              <a:rPr lang="en-GB"/>
              <a:t>Fourth level</a:t>
            </a:r>
          </a:p>
          <a:p>
            <a:pPr lvl="4"/>
            <a:r>
              <a:rPr lang="en-GB"/>
              <a:t>Fifth level</a:t>
            </a:r>
          </a:p>
        </p:txBody>
      </p:sp>
      <p:sp>
        <p:nvSpPr>
          <p:cNvPr id="18" name="Textplatzhalter 5"/>
          <p:cNvSpPr>
            <a:spLocks noGrp="1"/>
          </p:cNvSpPr>
          <p:nvPr>
            <p:ph type="body" sz="quarter" idx="17" hasCustomPrompt="1"/>
          </p:nvPr>
        </p:nvSpPr>
        <p:spPr>
          <a:xfrm>
            <a:off x="9012574" y="4253457"/>
            <a:ext cx="2700000" cy="2201318"/>
          </a:xfrm>
        </p:spPr>
        <p:txBody>
          <a:bodyPr/>
          <a:lstStyle/>
          <a:p>
            <a:pPr lvl="0"/>
            <a:r>
              <a:rPr lang="en-GB"/>
              <a:t>Edit master text format</a:t>
            </a:r>
          </a:p>
          <a:p>
            <a:pPr lvl="1"/>
            <a:r>
              <a:rPr lang="en-GB"/>
              <a:t>Second level</a:t>
            </a:r>
          </a:p>
          <a:p>
            <a:pPr lvl="2"/>
            <a:r>
              <a:rPr lang="en-GB"/>
              <a:t>Third level</a:t>
            </a:r>
          </a:p>
          <a:p>
            <a:pPr lvl="3"/>
            <a:r>
              <a:rPr lang="en-GB"/>
              <a:t>Fourth level</a:t>
            </a:r>
          </a:p>
          <a:p>
            <a:pPr lvl="4"/>
            <a:r>
              <a:rPr lang="en-GB"/>
              <a:t>Fifth level</a:t>
            </a:r>
          </a:p>
        </p:txBody>
      </p:sp>
      <p:sp>
        <p:nvSpPr>
          <p:cNvPr id="9" name="Bildplatzhalter 8"/>
          <p:cNvSpPr>
            <a:spLocks noGrp="1"/>
          </p:cNvSpPr>
          <p:nvPr>
            <p:ph type="pic" sz="quarter" idx="18" hasCustomPrompt="1"/>
          </p:nvPr>
        </p:nvSpPr>
        <p:spPr>
          <a:xfrm>
            <a:off x="479427" y="1605435"/>
            <a:ext cx="1836000" cy="2448000"/>
          </a:xfrm>
        </p:spPr>
        <p:txBody>
          <a:bodyPr/>
          <a:lstStyle>
            <a:lvl1pPr>
              <a:defRPr b="0"/>
            </a:lvl1pPr>
          </a:lstStyle>
          <a:p>
            <a:r>
              <a:rPr lang="en-US"/>
              <a:t>Add image by clicking on icon</a:t>
            </a:r>
          </a:p>
        </p:txBody>
      </p:sp>
      <p:sp>
        <p:nvSpPr>
          <p:cNvPr id="19" name="Bildplatzhalter 8"/>
          <p:cNvSpPr>
            <a:spLocks noGrp="1"/>
          </p:cNvSpPr>
          <p:nvPr>
            <p:ph type="pic" sz="quarter" idx="19" hasCustomPrompt="1"/>
          </p:nvPr>
        </p:nvSpPr>
        <p:spPr>
          <a:xfrm>
            <a:off x="3323809" y="1605435"/>
            <a:ext cx="1836000" cy="2448000"/>
          </a:xfrm>
        </p:spPr>
        <p:txBody>
          <a:bodyPr/>
          <a:lstStyle>
            <a:lvl1pPr>
              <a:defRPr b="0"/>
            </a:lvl1pPr>
          </a:lstStyle>
          <a:p>
            <a:r>
              <a:rPr lang="en-US"/>
              <a:t>Add image by clicking on icon</a:t>
            </a:r>
          </a:p>
        </p:txBody>
      </p:sp>
      <p:sp>
        <p:nvSpPr>
          <p:cNvPr id="20" name="Bildplatzhalter 8"/>
          <p:cNvSpPr>
            <a:spLocks noGrp="1"/>
          </p:cNvSpPr>
          <p:nvPr>
            <p:ph type="pic" sz="quarter" idx="20" hasCustomPrompt="1"/>
          </p:nvPr>
        </p:nvSpPr>
        <p:spPr>
          <a:xfrm>
            <a:off x="6168191" y="1605435"/>
            <a:ext cx="1836000" cy="2448000"/>
          </a:xfrm>
        </p:spPr>
        <p:txBody>
          <a:bodyPr/>
          <a:lstStyle>
            <a:lvl1pPr>
              <a:defRPr b="0"/>
            </a:lvl1pPr>
          </a:lstStyle>
          <a:p>
            <a:r>
              <a:rPr lang="en-US"/>
              <a:t>Add image by clicking on icon</a:t>
            </a:r>
          </a:p>
        </p:txBody>
      </p:sp>
      <p:sp>
        <p:nvSpPr>
          <p:cNvPr id="21" name="Bildplatzhalter 8"/>
          <p:cNvSpPr>
            <a:spLocks noGrp="1"/>
          </p:cNvSpPr>
          <p:nvPr>
            <p:ph type="pic" sz="quarter" idx="21" hasCustomPrompt="1"/>
          </p:nvPr>
        </p:nvSpPr>
        <p:spPr>
          <a:xfrm>
            <a:off x="9012574" y="1605435"/>
            <a:ext cx="1836000" cy="2448000"/>
          </a:xfrm>
        </p:spPr>
        <p:txBody>
          <a:bodyPr/>
          <a:lstStyle>
            <a:lvl1pPr>
              <a:defRPr b="0"/>
            </a:lvl1pPr>
          </a:lstStyle>
          <a:p>
            <a:r>
              <a:rPr lang="en-US"/>
              <a:t>Add image by clicking on icon</a:t>
            </a:r>
          </a:p>
        </p:txBody>
      </p:sp>
    </p:spTree>
    <p:extLst>
      <p:ext uri="{BB962C8B-B14F-4D97-AF65-F5344CB8AC3E}">
        <p14:creationId xmlns:p14="http://schemas.microsoft.com/office/powerpoint/2010/main" val="2681845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Quote message">
    <p:bg>
      <p:bgPr>
        <a:solidFill>
          <a:srgbClr val="F37A1F"/>
        </a:solidFill>
        <a:effectLst/>
      </p:bgPr>
    </p:bg>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70" imgH="371" progId="TCLayout.ActiveDocument.1">
                  <p:embed/>
                </p:oleObj>
              </mc:Choice>
              <mc:Fallback>
                <p:oleObj name="think-cell Folie" r:id="rId4" imgW="370" imgH="371" progId="TCLayout.ActiveDocument.1">
                  <p:embed/>
                  <p:pic>
                    <p:nvPicPr>
                      <p:cNvPr id="4" name="Objek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hteck 2" hidden="1"/>
          <p:cNvSpPr/>
          <p:nvPr>
            <p:custDataLst>
              <p:tags r:id="rId2"/>
            </p:custDataLst>
          </p:nvPr>
        </p:nvSpPr>
        <p:spPr>
          <a:xfrm>
            <a:off x="0" y="0"/>
            <a:ext cx="158750" cy="15875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GB" sz="4400" b="1" i="0" baseline="0">
              <a:solidFill>
                <a:schemeClr val="tx1"/>
              </a:solidFill>
              <a:latin typeface="STIHL Contraface Display Title" panose="02000600040000020004" pitchFamily="50" charset="0"/>
              <a:ea typeface="+mj-ea"/>
              <a:cs typeface="+mj-cs"/>
              <a:sym typeface="STIHL Contraface Display Title" panose="02000600040000020004" pitchFamily="50" charset="0"/>
            </a:endParaRPr>
          </a:p>
        </p:txBody>
      </p:sp>
      <p:sp>
        <p:nvSpPr>
          <p:cNvPr id="9" name="Textplatzhalter 8"/>
          <p:cNvSpPr>
            <a:spLocks noGrp="1"/>
          </p:cNvSpPr>
          <p:nvPr>
            <p:ph type="body" sz="quarter" idx="10" hasCustomPrompt="1"/>
          </p:nvPr>
        </p:nvSpPr>
        <p:spPr>
          <a:xfrm>
            <a:off x="568237" y="1186049"/>
            <a:ext cx="450670" cy="609398"/>
          </a:xfrm>
        </p:spPr>
        <p:txBody>
          <a:bodyPr wrap="square">
            <a:noAutofit/>
          </a:bodyPr>
          <a:lstStyle>
            <a:lvl1pPr>
              <a:tabLst>
                <a:tab pos="449263" algn="l"/>
              </a:tabLst>
              <a:defRPr sz="4400">
                <a:solidFill>
                  <a:schemeClr val="bg1"/>
                </a:solidFill>
                <a:latin typeface="STIHL Contraface Display Title" pitchFamily="50" charset="0"/>
              </a:defRPr>
            </a:lvl1pPr>
            <a:lvl2pPr>
              <a:defRPr sz="4400"/>
            </a:lvl2pPr>
            <a:lvl3pPr>
              <a:defRPr sz="4400"/>
            </a:lvl3pPr>
            <a:lvl4pPr>
              <a:defRPr sz="4400"/>
            </a:lvl4pPr>
            <a:lvl5pPr>
              <a:defRPr sz="4400"/>
            </a:lvl5pPr>
          </a:lstStyle>
          <a:p>
            <a:pPr lvl="0"/>
            <a:r>
              <a:rPr lang="en-GB"/>
              <a:t>»	</a:t>
            </a:r>
          </a:p>
        </p:txBody>
      </p:sp>
      <p:sp>
        <p:nvSpPr>
          <p:cNvPr id="11" name="Textplatzhalter 10"/>
          <p:cNvSpPr>
            <a:spLocks noGrp="1"/>
          </p:cNvSpPr>
          <p:nvPr>
            <p:ph type="body" sz="quarter" idx="11" hasCustomPrompt="1"/>
          </p:nvPr>
        </p:nvSpPr>
        <p:spPr>
          <a:xfrm>
            <a:off x="1018907" y="3806696"/>
            <a:ext cx="10695256" cy="249299"/>
          </a:xfrm>
        </p:spPr>
        <p:txBody>
          <a:bodyPr>
            <a:spAutoFit/>
          </a:bodyPr>
          <a:lstStyle>
            <a:lvl1pPr>
              <a:defRPr>
                <a:solidFill>
                  <a:schemeClr val="bg1"/>
                </a:solidFill>
              </a:defRPr>
            </a:lvl1pPr>
          </a:lstStyle>
          <a:p>
            <a:pPr lvl="0"/>
            <a:r>
              <a:rPr lang="en-GB"/>
              <a:t>Edit master text format</a:t>
            </a:r>
          </a:p>
        </p:txBody>
      </p:sp>
      <p:sp>
        <p:nvSpPr>
          <p:cNvPr id="12" name="Textplatzhalter 8">
            <a:extLst>
              <a:ext uri="{FF2B5EF4-FFF2-40B4-BE49-F238E27FC236}">
                <a16:creationId xmlns:a16="http://schemas.microsoft.com/office/drawing/2014/main" id="{12D84E73-3E59-4631-ADBE-BD568242641B}"/>
              </a:ext>
            </a:extLst>
          </p:cNvPr>
          <p:cNvSpPr>
            <a:spLocks noGrp="1"/>
          </p:cNvSpPr>
          <p:nvPr>
            <p:ph type="body" sz="quarter" idx="12" hasCustomPrompt="1"/>
          </p:nvPr>
        </p:nvSpPr>
        <p:spPr>
          <a:xfrm>
            <a:off x="1018907" y="1186049"/>
            <a:ext cx="10695256" cy="609398"/>
          </a:xfrm>
        </p:spPr>
        <p:txBody>
          <a:bodyPr wrap="square">
            <a:spAutoFit/>
          </a:bodyPr>
          <a:lstStyle>
            <a:lvl1pPr>
              <a:tabLst>
                <a:tab pos="449263" algn="l"/>
              </a:tabLst>
              <a:defRPr sz="4400">
                <a:solidFill>
                  <a:schemeClr val="bg1"/>
                </a:solidFill>
                <a:latin typeface="STIHL Contraface Display Title" pitchFamily="50" charset="0"/>
              </a:defRPr>
            </a:lvl1pPr>
            <a:lvl2pPr>
              <a:defRPr sz="4400"/>
            </a:lvl2pPr>
            <a:lvl3pPr>
              <a:defRPr sz="4400"/>
            </a:lvl3pPr>
            <a:lvl4pPr>
              <a:defRPr sz="4400"/>
            </a:lvl4pPr>
            <a:lvl5pPr>
              <a:defRPr sz="4400"/>
            </a:lvl5pPr>
          </a:lstStyle>
          <a:p>
            <a:pPr lvl="0"/>
            <a:r>
              <a:rPr lang="en-GB"/>
              <a:t>quote «</a:t>
            </a:r>
          </a:p>
        </p:txBody>
      </p:sp>
      <p:sp>
        <p:nvSpPr>
          <p:cNvPr id="13" name="Rechteck 12">
            <a:extLst>
              <a:ext uri="{FF2B5EF4-FFF2-40B4-BE49-F238E27FC236}">
                <a16:creationId xmlns:a16="http://schemas.microsoft.com/office/drawing/2014/main" id="{5CF86407-DA27-4CA6-A346-F8477F884E96}"/>
              </a:ext>
            </a:extLst>
          </p:cNvPr>
          <p:cNvSpPr>
            <a:spLocks/>
          </p:cNvSpPr>
          <p:nvPr/>
        </p:nvSpPr>
        <p:spPr>
          <a:xfrm>
            <a:off x="-1943099" y="2913099"/>
            <a:ext cx="1772284" cy="1031803"/>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ctr">
            <a:sp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90000"/>
              </a:lnSpc>
            </a:pPr>
            <a:r>
              <a:rPr lang="en-GB" sz="1600" b="0">
                <a:solidFill>
                  <a:schemeClr val="tx1"/>
                </a:solidFill>
              </a:rPr>
              <a:t>Please do not print slides with full colour or images </a:t>
            </a:r>
          </a:p>
        </p:txBody>
      </p:sp>
      <p:sp>
        <p:nvSpPr>
          <p:cNvPr id="14" name="Rechteck 13">
            <a:extLst>
              <a:ext uri="{FF2B5EF4-FFF2-40B4-BE49-F238E27FC236}">
                <a16:creationId xmlns:a16="http://schemas.microsoft.com/office/drawing/2014/main" id="{5CF86407-DA27-4CA6-A346-F8477F884E96}"/>
              </a:ext>
            </a:extLst>
          </p:cNvPr>
          <p:cNvSpPr>
            <a:spLocks/>
          </p:cNvSpPr>
          <p:nvPr/>
        </p:nvSpPr>
        <p:spPr>
          <a:xfrm>
            <a:off x="-1943099" y="4117246"/>
            <a:ext cx="1772284" cy="125340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72000" rIns="72000" bIns="72000" rtlCol="0" anchor="t">
            <a:sp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90000"/>
              </a:lnSpc>
            </a:pPr>
            <a:r>
              <a:rPr lang="en-US" sz="1600" b="0">
                <a:solidFill>
                  <a:schemeClr val="tx1"/>
                </a:solidFill>
              </a:rPr>
              <a:t>The Guillemets </a:t>
            </a:r>
            <a:br>
              <a:rPr lang="en-US" sz="1600" b="0">
                <a:solidFill>
                  <a:schemeClr val="tx1"/>
                </a:solidFill>
              </a:rPr>
            </a:br>
            <a:r>
              <a:rPr lang="en-US" sz="1600" b="0">
                <a:solidFill>
                  <a:schemeClr val="tx1"/>
                </a:solidFill>
              </a:rPr>
              <a:t>can be inserted </a:t>
            </a:r>
            <a:br>
              <a:rPr lang="en-US" sz="1600" b="0">
                <a:solidFill>
                  <a:schemeClr val="tx1"/>
                </a:solidFill>
              </a:rPr>
            </a:br>
            <a:r>
              <a:rPr lang="en-US" sz="1600" b="0">
                <a:solidFill>
                  <a:schemeClr val="tx1"/>
                </a:solidFill>
              </a:rPr>
              <a:t>via the "Insert" tab through the "Symbol" field</a:t>
            </a:r>
          </a:p>
        </p:txBody>
      </p:sp>
    </p:spTree>
    <p:extLst>
      <p:ext uri="{BB962C8B-B14F-4D97-AF65-F5344CB8AC3E}">
        <p14:creationId xmlns:p14="http://schemas.microsoft.com/office/powerpoint/2010/main" val="33917225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nclusion">
    <p:bg>
      <p:bgPr>
        <a:solidFill>
          <a:schemeClr val="bg1"/>
        </a:solidFill>
        <a:effectLst/>
      </p:bgPr>
    </p:bg>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70" imgH="371" progId="TCLayout.ActiveDocument.1">
                  <p:embed/>
                </p:oleObj>
              </mc:Choice>
              <mc:Fallback>
                <p:oleObj name="think-cell Folie" r:id="rId3" imgW="370" imgH="371" progId="TCLayout.ActiveDocument.1">
                  <p:embed/>
                  <p:pic>
                    <p:nvPicPr>
                      <p:cNvPr id="2" name="Objek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Rechteck 6">
            <a:extLst>
              <a:ext uri="{FF2B5EF4-FFF2-40B4-BE49-F238E27FC236}">
                <a16:creationId xmlns:a16="http://schemas.microsoft.com/office/drawing/2014/main" id="{16762DA5-7BF5-44ED-A0E7-1C1B1049A63C}"/>
              </a:ext>
            </a:extLst>
          </p:cNvPr>
          <p:cNvSpPr/>
          <p:nvPr/>
        </p:nvSpPr>
        <p:spPr>
          <a:xfrm>
            <a:off x="495191" y="6283982"/>
            <a:ext cx="450741" cy="94593"/>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a:endParaRPr lang="en-GB"/>
          </a:p>
        </p:txBody>
      </p:sp>
      <p:sp>
        <p:nvSpPr>
          <p:cNvPr id="3" name="Textplatzhalter 2">
            <a:extLst>
              <a:ext uri="{FF2B5EF4-FFF2-40B4-BE49-F238E27FC236}">
                <a16:creationId xmlns:a16="http://schemas.microsoft.com/office/drawing/2014/main" id="{2684D222-F168-4BDD-AE60-92B32E636597}"/>
              </a:ext>
            </a:extLst>
          </p:cNvPr>
          <p:cNvSpPr>
            <a:spLocks noGrp="1"/>
          </p:cNvSpPr>
          <p:nvPr>
            <p:ph type="body" sz="quarter" idx="10" hasCustomPrompt="1"/>
          </p:nvPr>
        </p:nvSpPr>
        <p:spPr>
          <a:xfrm>
            <a:off x="479425" y="5499656"/>
            <a:ext cx="7812088" cy="671274"/>
          </a:xfrm>
          <a:prstGeom prst="rect">
            <a:avLst/>
          </a:prstGeom>
          <a:noFill/>
        </p:spPr>
        <p:txBody>
          <a:bodyPr wrap="square" rtlCol="0" anchor="b">
            <a:spAutoFit/>
          </a:bodyPr>
          <a:lstStyle>
            <a:lvl1pPr marL="0" indent="0">
              <a:lnSpc>
                <a:spcPct val="90000"/>
              </a:lnSpc>
              <a:buNone/>
              <a:defRPr lang="de-DE" sz="4800" b="1" cap="all" baseline="0" smtClean="0">
                <a:latin typeface="STIHL Contraface Display Title" panose="02000600040000020004" pitchFamily="50" charset="0"/>
              </a:defRPr>
            </a:lvl1pPr>
            <a:lvl2pPr marL="277812" indent="0">
              <a:buNone/>
              <a:defRPr lang="de-DE" smtClean="0"/>
            </a:lvl2pPr>
            <a:lvl3pPr marL="739775" indent="0">
              <a:buNone/>
              <a:defRPr lang="de-DE" sz="1800" smtClean="0"/>
            </a:lvl3pPr>
            <a:lvl4pPr marL="1190625" indent="0">
              <a:buNone/>
              <a:defRPr lang="de-DE" sz="1800" smtClean="0"/>
            </a:lvl4pPr>
            <a:lvl5pPr marL="1647825" indent="0">
              <a:buNone/>
              <a:defRPr lang="de-DE" sz="1800"/>
            </a:lvl5pPr>
          </a:lstStyle>
          <a:p>
            <a:pPr marL="0" lvl="0"/>
            <a:r>
              <a:rPr lang="en-GB"/>
              <a:t>Edit Conclusion</a:t>
            </a:r>
          </a:p>
        </p:txBody>
      </p:sp>
      <p:pic>
        <p:nvPicPr>
          <p:cNvPr id="6" name="Grafik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30261" y="502821"/>
            <a:ext cx="1385810" cy="287488"/>
          </a:xfrm>
          <a:prstGeom prst="rect">
            <a:avLst/>
          </a:prstGeom>
        </p:spPr>
      </p:pic>
    </p:spTree>
    <p:extLst>
      <p:ext uri="{BB962C8B-B14F-4D97-AF65-F5344CB8AC3E}">
        <p14:creationId xmlns:p14="http://schemas.microsoft.com/office/powerpoint/2010/main" val="12899558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hapter separator without picture">
    <p:bg>
      <p:bgPr>
        <a:solidFill>
          <a:schemeClr val="bg1"/>
        </a:solidFill>
        <a:effectLst/>
      </p:bgPr>
    </p:bg>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70" imgH="371" progId="TCLayout.ActiveDocument.1">
                  <p:embed/>
                </p:oleObj>
              </mc:Choice>
              <mc:Fallback>
                <p:oleObj name="think-cell Folie" r:id="rId3" imgW="370" imgH="371" progId="TCLayout.ActiveDocument.1">
                  <p:embed/>
                  <p:pic>
                    <p:nvPicPr>
                      <p:cNvPr id="2" name="Objek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extplatzhalter 2">
            <a:extLst>
              <a:ext uri="{FF2B5EF4-FFF2-40B4-BE49-F238E27FC236}">
                <a16:creationId xmlns:a16="http://schemas.microsoft.com/office/drawing/2014/main" id="{2684D222-F168-4BDD-AE60-92B32E636597}"/>
              </a:ext>
            </a:extLst>
          </p:cNvPr>
          <p:cNvSpPr>
            <a:spLocks noGrp="1"/>
          </p:cNvSpPr>
          <p:nvPr>
            <p:ph type="body" sz="quarter" idx="10" hasCustomPrompt="1"/>
          </p:nvPr>
        </p:nvSpPr>
        <p:spPr>
          <a:xfrm>
            <a:off x="479425" y="4834859"/>
            <a:ext cx="7812088" cy="1336071"/>
          </a:xfrm>
          <a:prstGeom prst="rect">
            <a:avLst/>
          </a:prstGeom>
          <a:noFill/>
        </p:spPr>
        <p:txBody>
          <a:bodyPr wrap="square" rtlCol="0" anchor="b">
            <a:spAutoFit/>
          </a:bodyPr>
          <a:lstStyle>
            <a:lvl1pPr marL="0" indent="0">
              <a:buNone/>
              <a:tabLst>
                <a:tab pos="1074738" algn="l"/>
              </a:tabLst>
              <a:defRPr lang="de-DE" sz="4800" b="1" cap="all" baseline="0" smtClean="0">
                <a:latin typeface="STIHL Contraface Display Title" panose="02000600040000020004" pitchFamily="50" charset="0"/>
              </a:defRPr>
            </a:lvl1pPr>
            <a:lvl2pPr marL="277812" indent="0">
              <a:buNone/>
              <a:defRPr lang="de-DE" smtClean="0"/>
            </a:lvl2pPr>
            <a:lvl3pPr marL="739775" indent="0">
              <a:buNone/>
              <a:defRPr lang="de-DE" sz="1800" smtClean="0"/>
            </a:lvl3pPr>
            <a:lvl4pPr marL="1190625" indent="0">
              <a:buNone/>
              <a:defRPr lang="de-DE" sz="1800" smtClean="0"/>
            </a:lvl4pPr>
            <a:lvl5pPr marL="1647825" indent="0">
              <a:buNone/>
              <a:defRPr lang="de-DE" sz="1800"/>
            </a:lvl5pPr>
          </a:lstStyle>
          <a:p>
            <a:pPr marL="0" lvl="0"/>
            <a:r>
              <a:rPr lang="en-GB"/>
              <a:t>Edit chapter separators</a:t>
            </a:r>
          </a:p>
        </p:txBody>
      </p:sp>
      <p:sp>
        <p:nvSpPr>
          <p:cNvPr id="15" name="Rechteck 14">
            <a:extLst>
              <a:ext uri="{FF2B5EF4-FFF2-40B4-BE49-F238E27FC236}">
                <a16:creationId xmlns:a16="http://schemas.microsoft.com/office/drawing/2014/main" id="{5228CAB1-2EA1-4F8A-B1D7-C5BA22E44783}"/>
              </a:ext>
            </a:extLst>
          </p:cNvPr>
          <p:cNvSpPr/>
          <p:nvPr/>
        </p:nvSpPr>
        <p:spPr>
          <a:xfrm>
            <a:off x="495191" y="6283982"/>
            <a:ext cx="450741" cy="94593"/>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a:endParaRPr lang="en-GB"/>
          </a:p>
        </p:txBody>
      </p:sp>
      <p:pic>
        <p:nvPicPr>
          <p:cNvPr id="6" name="Grafik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30261" y="502821"/>
            <a:ext cx="1385810" cy="287488"/>
          </a:xfrm>
          <a:prstGeom prst="rect">
            <a:avLst/>
          </a:prstGeom>
        </p:spPr>
      </p:pic>
    </p:spTree>
    <p:extLst>
      <p:ext uri="{BB962C8B-B14F-4D97-AF65-F5344CB8AC3E}">
        <p14:creationId xmlns:p14="http://schemas.microsoft.com/office/powerpoint/2010/main" val="4948541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Chapter separator with picture">
    <p:bg>
      <p:bgPr>
        <a:solidFill>
          <a:schemeClr val="bg1"/>
        </a:solidFill>
        <a:effectLst/>
      </p:bgPr>
    </p:bg>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70" imgH="371" progId="TCLayout.ActiveDocument.1">
                  <p:embed/>
                </p:oleObj>
              </mc:Choice>
              <mc:Fallback>
                <p:oleObj name="think-cell Folie" r:id="rId3" imgW="370" imgH="371" progId="TCLayout.ActiveDocument.1">
                  <p:embed/>
                  <p:pic>
                    <p:nvPicPr>
                      <p:cNvPr id="2" name="Objekt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 name="Grafik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136060" y="258750"/>
            <a:ext cx="1774212" cy="775631"/>
          </a:xfrm>
          <a:prstGeom prst="rect">
            <a:avLst/>
          </a:prstGeom>
        </p:spPr>
      </p:pic>
      <p:sp>
        <p:nvSpPr>
          <p:cNvPr id="7" name="Bildplatzhalter 14">
            <a:extLst>
              <a:ext uri="{FF2B5EF4-FFF2-40B4-BE49-F238E27FC236}">
                <a16:creationId xmlns:a16="http://schemas.microsoft.com/office/drawing/2014/main" id="{12A2E7EC-D35A-4A4A-BBD2-6097A2AF7814}"/>
              </a:ext>
            </a:extLst>
          </p:cNvPr>
          <p:cNvSpPr>
            <a:spLocks noGrp="1"/>
          </p:cNvSpPr>
          <p:nvPr>
            <p:ph type="pic" sz="quarter" idx="15" hasCustomPrompt="1"/>
          </p:nvPr>
        </p:nvSpPr>
        <p:spPr>
          <a:xfrm>
            <a:off x="0" y="0"/>
            <a:ext cx="12192000" cy="6858000"/>
          </a:xfrm>
          <a:custGeom>
            <a:avLst/>
            <a:gdLst>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10129345 w 12192000"/>
              <a:gd name="connsiteY4" fmla="*/ 344401 h 6858000"/>
              <a:gd name="connsiteX5" fmla="*/ 10129345 w 12192000"/>
              <a:gd name="connsiteY5" fmla="*/ 1099696 h 6858000"/>
              <a:gd name="connsiteX6" fmla="*/ 11857039 w 12192000"/>
              <a:gd name="connsiteY6" fmla="*/ 1099696 h 6858000"/>
              <a:gd name="connsiteX7" fmla="*/ 11857039 w 12192000"/>
              <a:gd name="connsiteY7" fmla="*/ 344401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29345 w 12192000"/>
              <a:gd name="connsiteY6" fmla="*/ 1099696 h 6858000"/>
              <a:gd name="connsiteX7" fmla="*/ 11857039 w 12192000"/>
              <a:gd name="connsiteY7" fmla="*/ 1099696 h 6858000"/>
              <a:gd name="connsiteX8" fmla="*/ 11857039 w 12192000"/>
              <a:gd name="connsiteY8" fmla="*/ 34440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29345 w 12192000"/>
              <a:gd name="connsiteY6" fmla="*/ 1099696 h 6858000"/>
              <a:gd name="connsiteX7" fmla="*/ 11857039 w 12192000"/>
              <a:gd name="connsiteY7" fmla="*/ 109969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29345 w 12192000"/>
              <a:gd name="connsiteY6" fmla="*/ 1099696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31885 w 12192000"/>
              <a:gd name="connsiteY6" fmla="*/ 1033656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642366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2366 w 12192000"/>
              <a:gd name="connsiteY0" fmla="*/ 6426972 h 6858000"/>
              <a:gd name="connsiteX1" fmla="*/ 642366 w 12192000"/>
              <a:gd name="connsiteY1" fmla="*/ 6534807 h 6858000"/>
              <a:gd name="connsiteX2" fmla="*/ 5401950 w 12192000"/>
              <a:gd name="connsiteY2" fmla="*/ 6534807 h 6858000"/>
              <a:gd name="connsiteX3" fmla="*/ 5401950 w 12192000"/>
              <a:gd name="connsiteY3" fmla="*/ 2751084 h 6858000"/>
              <a:gd name="connsiteX4" fmla="*/ 642366 w 12192000"/>
              <a:gd name="connsiteY4" fmla="*/ 642697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2366 w 12192000"/>
              <a:gd name="connsiteY0" fmla="*/ 6426972 h 6858000"/>
              <a:gd name="connsiteX1" fmla="*/ 642366 w 12192000"/>
              <a:gd name="connsiteY1" fmla="*/ 6534807 h 6858000"/>
              <a:gd name="connsiteX2" fmla="*/ 5401950 w 12192000"/>
              <a:gd name="connsiteY2" fmla="*/ 6534807 h 6858000"/>
              <a:gd name="connsiteX3" fmla="*/ 1378590 w 12192000"/>
              <a:gd name="connsiteY3" fmla="*/ 6122172 h 6858000"/>
              <a:gd name="connsiteX4" fmla="*/ 642366 w 12192000"/>
              <a:gd name="connsiteY4" fmla="*/ 642697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2366 w 12192000"/>
              <a:gd name="connsiteY0" fmla="*/ 6426972 h 6858000"/>
              <a:gd name="connsiteX1" fmla="*/ 642366 w 12192000"/>
              <a:gd name="connsiteY1" fmla="*/ 6534807 h 6858000"/>
              <a:gd name="connsiteX2" fmla="*/ 1195710 w 12192000"/>
              <a:gd name="connsiteY2" fmla="*/ 6565287 h 6858000"/>
              <a:gd name="connsiteX3" fmla="*/ 1378590 w 12192000"/>
              <a:gd name="connsiteY3" fmla="*/ 6122172 h 6858000"/>
              <a:gd name="connsiteX4" fmla="*/ 642366 w 12192000"/>
              <a:gd name="connsiteY4" fmla="*/ 642697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2366 w 12192000"/>
              <a:gd name="connsiteY0" fmla="*/ 6426972 h 6858000"/>
              <a:gd name="connsiteX1" fmla="*/ 642366 w 12192000"/>
              <a:gd name="connsiteY1" fmla="*/ 6534807 h 6858000"/>
              <a:gd name="connsiteX2" fmla="*/ 1195710 w 12192000"/>
              <a:gd name="connsiteY2" fmla="*/ 6565287 h 6858000"/>
              <a:gd name="connsiteX3" fmla="*/ 1378590 w 12192000"/>
              <a:gd name="connsiteY3" fmla="*/ 6122172 h 6858000"/>
              <a:gd name="connsiteX4" fmla="*/ 642366 w 12192000"/>
              <a:gd name="connsiteY4" fmla="*/ 642697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2366 w 12192000"/>
              <a:gd name="connsiteY0" fmla="*/ 6426972 h 6858000"/>
              <a:gd name="connsiteX1" fmla="*/ 642366 w 12192000"/>
              <a:gd name="connsiteY1" fmla="*/ 6534807 h 6858000"/>
              <a:gd name="connsiteX2" fmla="*/ 1102365 w 12192000"/>
              <a:gd name="connsiteY2" fmla="*/ 6536712 h 6858000"/>
              <a:gd name="connsiteX3" fmla="*/ 1378590 w 12192000"/>
              <a:gd name="connsiteY3" fmla="*/ 6122172 h 6858000"/>
              <a:gd name="connsiteX4" fmla="*/ 642366 w 12192000"/>
              <a:gd name="connsiteY4" fmla="*/ 642697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2366 w 12192000"/>
              <a:gd name="connsiteY0" fmla="*/ 6426972 h 6858000"/>
              <a:gd name="connsiteX1" fmla="*/ 642366 w 12192000"/>
              <a:gd name="connsiteY1" fmla="*/ 6534807 h 6858000"/>
              <a:gd name="connsiteX2" fmla="*/ 1102365 w 12192000"/>
              <a:gd name="connsiteY2" fmla="*/ 6536712 h 6858000"/>
              <a:gd name="connsiteX3" fmla="*/ 1106175 w 12192000"/>
              <a:gd name="connsiteY3" fmla="*/ 6434592 h 6858000"/>
              <a:gd name="connsiteX4" fmla="*/ 642366 w 12192000"/>
              <a:gd name="connsiteY4" fmla="*/ 642697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2366 w 12192000"/>
              <a:gd name="connsiteY0" fmla="*/ 6426972 h 6858000"/>
              <a:gd name="connsiteX1" fmla="*/ 642366 w 12192000"/>
              <a:gd name="connsiteY1" fmla="*/ 6534807 h 6858000"/>
              <a:gd name="connsiteX2" fmla="*/ 1106175 w 12192000"/>
              <a:gd name="connsiteY2" fmla="*/ 6538617 h 6858000"/>
              <a:gd name="connsiteX3" fmla="*/ 1106175 w 12192000"/>
              <a:gd name="connsiteY3" fmla="*/ 6434592 h 6858000"/>
              <a:gd name="connsiteX4" fmla="*/ 642366 w 12192000"/>
              <a:gd name="connsiteY4" fmla="*/ 642697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6176 w 12192000"/>
              <a:gd name="connsiteY0" fmla="*/ 6430782 h 6858000"/>
              <a:gd name="connsiteX1" fmla="*/ 642366 w 12192000"/>
              <a:gd name="connsiteY1" fmla="*/ 6534807 h 6858000"/>
              <a:gd name="connsiteX2" fmla="*/ 1106175 w 12192000"/>
              <a:gd name="connsiteY2" fmla="*/ 6538617 h 6858000"/>
              <a:gd name="connsiteX3" fmla="*/ 1106175 w 12192000"/>
              <a:gd name="connsiteY3" fmla="*/ 6434592 h 6858000"/>
              <a:gd name="connsiteX4" fmla="*/ 646176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6176 w 12192000"/>
              <a:gd name="connsiteY0" fmla="*/ 6430782 h 6858000"/>
              <a:gd name="connsiteX1" fmla="*/ 642366 w 12192000"/>
              <a:gd name="connsiteY1" fmla="*/ 6534807 h 6858000"/>
              <a:gd name="connsiteX2" fmla="*/ 1106175 w 12192000"/>
              <a:gd name="connsiteY2" fmla="*/ 6538617 h 6858000"/>
              <a:gd name="connsiteX3" fmla="*/ 1106175 w 12192000"/>
              <a:gd name="connsiteY3" fmla="*/ 6432687 h 6858000"/>
              <a:gd name="connsiteX4" fmla="*/ 646176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6176 w 12192000"/>
              <a:gd name="connsiteY0" fmla="*/ 6430782 h 6858000"/>
              <a:gd name="connsiteX1" fmla="*/ 642366 w 12192000"/>
              <a:gd name="connsiteY1" fmla="*/ 6534807 h 6858000"/>
              <a:gd name="connsiteX2" fmla="*/ 1106175 w 12192000"/>
              <a:gd name="connsiteY2" fmla="*/ 6538617 h 6858000"/>
              <a:gd name="connsiteX3" fmla="*/ 1106175 w 12192000"/>
              <a:gd name="connsiteY3" fmla="*/ 6428877 h 6858000"/>
              <a:gd name="connsiteX4" fmla="*/ 646176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6176 w 12192000"/>
              <a:gd name="connsiteY0" fmla="*/ 6430782 h 6858000"/>
              <a:gd name="connsiteX1" fmla="*/ 642366 w 12192000"/>
              <a:gd name="connsiteY1" fmla="*/ 6534807 h 6858000"/>
              <a:gd name="connsiteX2" fmla="*/ 1106175 w 12192000"/>
              <a:gd name="connsiteY2" fmla="*/ 6538617 h 6858000"/>
              <a:gd name="connsiteX3" fmla="*/ 1106175 w 12192000"/>
              <a:gd name="connsiteY3" fmla="*/ 6430782 h 6858000"/>
              <a:gd name="connsiteX4" fmla="*/ 646176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6176 w 12192000"/>
              <a:gd name="connsiteY0" fmla="*/ 6430782 h 6858000"/>
              <a:gd name="connsiteX1" fmla="*/ 642366 w 12192000"/>
              <a:gd name="connsiteY1" fmla="*/ 6534807 h 6858000"/>
              <a:gd name="connsiteX2" fmla="*/ 1106175 w 12192000"/>
              <a:gd name="connsiteY2" fmla="*/ 6536712 h 6858000"/>
              <a:gd name="connsiteX3" fmla="*/ 1106175 w 12192000"/>
              <a:gd name="connsiteY3" fmla="*/ 6430782 h 6858000"/>
              <a:gd name="connsiteX4" fmla="*/ 646176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6176 w 12192000"/>
              <a:gd name="connsiteY0" fmla="*/ 6430782 h 6858000"/>
              <a:gd name="connsiteX1" fmla="*/ 644271 w 12192000"/>
              <a:gd name="connsiteY1" fmla="*/ 6534807 h 6858000"/>
              <a:gd name="connsiteX2" fmla="*/ 1106175 w 12192000"/>
              <a:gd name="connsiteY2" fmla="*/ 6536712 h 6858000"/>
              <a:gd name="connsiteX3" fmla="*/ 1106175 w 12192000"/>
              <a:gd name="connsiteY3" fmla="*/ 6430782 h 6858000"/>
              <a:gd name="connsiteX4" fmla="*/ 646176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4271 w 12192000"/>
              <a:gd name="connsiteY0" fmla="*/ 6430782 h 6858000"/>
              <a:gd name="connsiteX1" fmla="*/ 644271 w 12192000"/>
              <a:gd name="connsiteY1" fmla="*/ 6534807 h 6858000"/>
              <a:gd name="connsiteX2" fmla="*/ 1106175 w 12192000"/>
              <a:gd name="connsiteY2" fmla="*/ 6536712 h 6858000"/>
              <a:gd name="connsiteX3" fmla="*/ 1106175 w 12192000"/>
              <a:gd name="connsiteY3" fmla="*/ 6430782 h 6858000"/>
              <a:gd name="connsiteX4" fmla="*/ 644271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4271 w 12192000"/>
              <a:gd name="connsiteY0" fmla="*/ 6430782 h 6858000"/>
              <a:gd name="connsiteX1" fmla="*/ 644271 w 12192000"/>
              <a:gd name="connsiteY1" fmla="*/ 6534807 h 6858000"/>
              <a:gd name="connsiteX2" fmla="*/ 1106175 w 12192000"/>
              <a:gd name="connsiteY2" fmla="*/ 6536712 h 6858000"/>
              <a:gd name="connsiteX3" fmla="*/ 1106175 w 12192000"/>
              <a:gd name="connsiteY3" fmla="*/ 6430782 h 6858000"/>
              <a:gd name="connsiteX4" fmla="*/ 644271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644271 w 12192000"/>
              <a:gd name="connsiteY1" fmla="*/ 6534807 h 6858000"/>
              <a:gd name="connsiteX2" fmla="*/ 1106175 w 12192000"/>
              <a:gd name="connsiteY2" fmla="*/ 6536712 h 6858000"/>
              <a:gd name="connsiteX3" fmla="*/ 1106175 w 12192000"/>
              <a:gd name="connsiteY3" fmla="*/ 6430782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644271 w 12192000"/>
              <a:gd name="connsiteY1" fmla="*/ 6534807 h 6858000"/>
              <a:gd name="connsiteX2" fmla="*/ 1106175 w 12192000"/>
              <a:gd name="connsiteY2" fmla="*/ 6536712 h 6858000"/>
              <a:gd name="connsiteX3" fmla="*/ 951870 w 12192000"/>
              <a:gd name="connsiteY3" fmla="*/ 6278382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644271 w 12192000"/>
              <a:gd name="connsiteY1" fmla="*/ 6534807 h 6858000"/>
              <a:gd name="connsiteX2" fmla="*/ 1106175 w 12192000"/>
              <a:gd name="connsiteY2" fmla="*/ 6536712 h 6858000"/>
              <a:gd name="connsiteX3" fmla="*/ 951870 w 12192000"/>
              <a:gd name="connsiteY3" fmla="*/ 6278382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644271 w 12192000"/>
              <a:gd name="connsiteY1" fmla="*/ 6534807 h 6858000"/>
              <a:gd name="connsiteX2" fmla="*/ 1106175 w 12192000"/>
              <a:gd name="connsiteY2" fmla="*/ 6536712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644271 w 12192000"/>
              <a:gd name="connsiteY1" fmla="*/ 6534807 h 6858000"/>
              <a:gd name="connsiteX2" fmla="*/ 953775 w 12192000"/>
              <a:gd name="connsiteY2" fmla="*/ 6384312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3775 w 12192000"/>
              <a:gd name="connsiteY2" fmla="*/ 6384312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3775 w 12192000"/>
              <a:gd name="connsiteY2" fmla="*/ 6386217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4029 w 12192000"/>
              <a:gd name="connsiteY8" fmla="*/ 271376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751629 w 12192000"/>
              <a:gd name="connsiteY8" fmla="*/ 419966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2124 w 12192000"/>
              <a:gd name="connsiteY8" fmla="*/ 267566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209355 w 12192000"/>
              <a:gd name="connsiteY5" fmla="*/ 319001 h 6858000"/>
              <a:gd name="connsiteX6" fmla="*/ 10135695 w 12192000"/>
              <a:gd name="connsiteY6" fmla="*/ 1031751 h 6858000"/>
              <a:gd name="connsiteX7" fmla="*/ 11907839 w 12192000"/>
              <a:gd name="connsiteY7" fmla="*/ 1031116 h 6858000"/>
              <a:gd name="connsiteX8" fmla="*/ 11902124 w 12192000"/>
              <a:gd name="connsiteY8" fmla="*/ 267566 h 6858000"/>
              <a:gd name="connsiteX9" fmla="*/ 10209355 w 12192000"/>
              <a:gd name="connsiteY9" fmla="*/ 31900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35695 w 12192000"/>
              <a:gd name="connsiteY6" fmla="*/ 1031751 h 6858000"/>
              <a:gd name="connsiteX7" fmla="*/ 11907839 w 12192000"/>
              <a:gd name="connsiteY7" fmla="*/ 1031116 h 6858000"/>
              <a:gd name="connsiteX8" fmla="*/ 11902124 w 12192000"/>
              <a:gd name="connsiteY8" fmla="*/ 26756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215705 w 12192000"/>
              <a:gd name="connsiteY6" fmla="*/ 982221 h 6858000"/>
              <a:gd name="connsiteX7" fmla="*/ 11907839 w 12192000"/>
              <a:gd name="connsiteY7" fmla="*/ 1031116 h 6858000"/>
              <a:gd name="connsiteX8" fmla="*/ 11902124 w 12192000"/>
              <a:gd name="connsiteY8" fmla="*/ 26756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5220 w 12192000"/>
              <a:gd name="connsiteY6" fmla="*/ 1027941 h 6858000"/>
              <a:gd name="connsiteX7" fmla="*/ 11907839 w 12192000"/>
              <a:gd name="connsiteY7" fmla="*/ 1031116 h 6858000"/>
              <a:gd name="connsiteX8" fmla="*/ 11902124 w 12192000"/>
              <a:gd name="connsiteY8" fmla="*/ 26756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5220 w 12192000"/>
              <a:gd name="connsiteY6" fmla="*/ 1027941 h 6858000"/>
              <a:gd name="connsiteX7" fmla="*/ 11803064 w 12192000"/>
              <a:gd name="connsiteY7" fmla="*/ 954916 h 6858000"/>
              <a:gd name="connsiteX8" fmla="*/ 11902124 w 12192000"/>
              <a:gd name="connsiteY8" fmla="*/ 26756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5220 w 12192000"/>
              <a:gd name="connsiteY6" fmla="*/ 1027941 h 6858000"/>
              <a:gd name="connsiteX7" fmla="*/ 11904029 w 12192000"/>
              <a:gd name="connsiteY7" fmla="*/ 1027306 h 6858000"/>
              <a:gd name="connsiteX8" fmla="*/ 11902124 w 12192000"/>
              <a:gd name="connsiteY8" fmla="*/ 26756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5220 w 12192000"/>
              <a:gd name="connsiteY6" fmla="*/ 1027941 h 6858000"/>
              <a:gd name="connsiteX7" fmla="*/ 11673524 w 12192000"/>
              <a:gd name="connsiteY7" fmla="*/ 907291 h 6858000"/>
              <a:gd name="connsiteX8" fmla="*/ 11902124 w 12192000"/>
              <a:gd name="connsiteY8" fmla="*/ 26756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5220 w 12192000"/>
              <a:gd name="connsiteY6" fmla="*/ 1027941 h 6858000"/>
              <a:gd name="connsiteX7" fmla="*/ 11902124 w 12192000"/>
              <a:gd name="connsiteY7" fmla="*/ 1027306 h 6858000"/>
              <a:gd name="connsiteX8" fmla="*/ 11902124 w 12192000"/>
              <a:gd name="connsiteY8" fmla="*/ 26756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474785 w 12192000"/>
              <a:gd name="connsiteY6" fmla="*/ 904116 h 6858000"/>
              <a:gd name="connsiteX7" fmla="*/ 11902124 w 12192000"/>
              <a:gd name="connsiteY7" fmla="*/ 1027306 h 6858000"/>
              <a:gd name="connsiteX8" fmla="*/ 11902124 w 12192000"/>
              <a:gd name="connsiteY8" fmla="*/ 26756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5220 w 12192000"/>
              <a:gd name="connsiteY6" fmla="*/ 1026036 h 6858000"/>
              <a:gd name="connsiteX7" fmla="*/ 11902124 w 12192000"/>
              <a:gd name="connsiteY7" fmla="*/ 1027306 h 6858000"/>
              <a:gd name="connsiteX8" fmla="*/ 11902124 w 12192000"/>
              <a:gd name="connsiteY8" fmla="*/ 26756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5220 w 12192000"/>
              <a:gd name="connsiteY6" fmla="*/ 1026036 h 6858000"/>
              <a:gd name="connsiteX7" fmla="*/ 11902124 w 12192000"/>
              <a:gd name="connsiteY7" fmla="*/ 1027306 h 6858000"/>
              <a:gd name="connsiteX8" fmla="*/ 11902124 w 12192000"/>
              <a:gd name="connsiteY8" fmla="*/ 26756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510345 w 12192000"/>
              <a:gd name="connsiteY5" fmla="*/ 581891 h 6858000"/>
              <a:gd name="connsiteX6" fmla="*/ 10145220 w 12192000"/>
              <a:gd name="connsiteY6" fmla="*/ 1026036 h 6858000"/>
              <a:gd name="connsiteX7" fmla="*/ 11902124 w 12192000"/>
              <a:gd name="connsiteY7" fmla="*/ 1027306 h 6858000"/>
              <a:gd name="connsiteX8" fmla="*/ 11902124 w 12192000"/>
              <a:gd name="connsiteY8" fmla="*/ 267566 h 6858000"/>
              <a:gd name="connsiteX9" fmla="*/ 10510345 w 12192000"/>
              <a:gd name="connsiteY9" fmla="*/ 58189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5661 h 6858000"/>
              <a:gd name="connsiteX6" fmla="*/ 10145220 w 12192000"/>
              <a:gd name="connsiteY6" fmla="*/ 1026036 h 6858000"/>
              <a:gd name="connsiteX7" fmla="*/ 11902124 w 12192000"/>
              <a:gd name="connsiteY7" fmla="*/ 1027306 h 6858000"/>
              <a:gd name="connsiteX8" fmla="*/ 11902124 w 12192000"/>
              <a:gd name="connsiteY8" fmla="*/ 267566 h 6858000"/>
              <a:gd name="connsiteX9" fmla="*/ 10144585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226500 w 12192000"/>
              <a:gd name="connsiteY5" fmla="*/ 339956 h 6858000"/>
              <a:gd name="connsiteX6" fmla="*/ 10145220 w 12192000"/>
              <a:gd name="connsiteY6" fmla="*/ 1026036 h 6858000"/>
              <a:gd name="connsiteX7" fmla="*/ 11902124 w 12192000"/>
              <a:gd name="connsiteY7" fmla="*/ 1027306 h 6858000"/>
              <a:gd name="connsiteX8" fmla="*/ 11902124 w 12192000"/>
              <a:gd name="connsiteY8" fmla="*/ 267566 h 6858000"/>
              <a:gd name="connsiteX9" fmla="*/ 10226500 w 12192000"/>
              <a:gd name="connsiteY9" fmla="*/ 33995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7566 h 6858000"/>
              <a:gd name="connsiteX6" fmla="*/ 10145220 w 12192000"/>
              <a:gd name="connsiteY6" fmla="*/ 1026036 h 6858000"/>
              <a:gd name="connsiteX7" fmla="*/ 11902124 w 12192000"/>
              <a:gd name="connsiteY7" fmla="*/ 1027306 h 6858000"/>
              <a:gd name="connsiteX8" fmla="*/ 11902124 w 12192000"/>
              <a:gd name="connsiteY8" fmla="*/ 267566 h 6858000"/>
              <a:gd name="connsiteX9" fmla="*/ 10146490 w 12192000"/>
              <a:gd name="connsiteY9" fmla="*/ 26756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92000" h="6858000">
                <a:moveTo>
                  <a:pt x="489966" y="6280287"/>
                </a:moveTo>
                <a:lnTo>
                  <a:pt x="488061" y="6386217"/>
                </a:lnTo>
                <a:lnTo>
                  <a:pt x="951870" y="6386217"/>
                </a:lnTo>
                <a:lnTo>
                  <a:pt x="951870" y="6280287"/>
                </a:lnTo>
                <a:lnTo>
                  <a:pt x="489966" y="6280287"/>
                </a:lnTo>
                <a:close/>
                <a:moveTo>
                  <a:pt x="10146490" y="267566"/>
                </a:moveTo>
                <a:cubicBezTo>
                  <a:pt x="10144797" y="526104"/>
                  <a:pt x="10146913" y="767498"/>
                  <a:pt x="10145220" y="1026036"/>
                </a:cubicBezTo>
                <a:lnTo>
                  <a:pt x="11902124" y="1027306"/>
                </a:lnTo>
                <a:lnTo>
                  <a:pt x="11902124" y="267566"/>
                </a:lnTo>
                <a:lnTo>
                  <a:pt x="10146490" y="267566"/>
                </a:lnTo>
                <a:close/>
                <a:moveTo>
                  <a:pt x="0" y="0"/>
                </a:moveTo>
                <a:lnTo>
                  <a:pt x="12192000" y="0"/>
                </a:lnTo>
                <a:lnTo>
                  <a:pt x="12192000" y="6858000"/>
                </a:lnTo>
                <a:lnTo>
                  <a:pt x="0" y="6858000"/>
                </a:lnTo>
                <a:lnTo>
                  <a:pt x="0" y="0"/>
                </a:lnTo>
                <a:close/>
              </a:path>
            </a:pathLst>
          </a:custGeom>
        </p:spPr>
        <p:txBody>
          <a:bodyPr wrap="square">
            <a:noAutofit/>
          </a:bodyPr>
          <a:lstStyle>
            <a:lvl1pPr marL="0" indent="0">
              <a:buNone/>
              <a:defRPr/>
            </a:lvl1pPr>
          </a:lstStyle>
          <a:p>
            <a:r>
              <a:rPr lang="en-US"/>
              <a:t>Add image by clicking on icon</a:t>
            </a:r>
          </a:p>
        </p:txBody>
      </p:sp>
      <p:sp>
        <p:nvSpPr>
          <p:cNvPr id="8" name="Textplatzhalter 2">
            <a:extLst>
              <a:ext uri="{FF2B5EF4-FFF2-40B4-BE49-F238E27FC236}">
                <a16:creationId xmlns:a16="http://schemas.microsoft.com/office/drawing/2014/main" id="{B2BCC63D-764D-453B-B95D-B53E771DF123}"/>
              </a:ext>
            </a:extLst>
          </p:cNvPr>
          <p:cNvSpPr>
            <a:spLocks noGrp="1"/>
          </p:cNvSpPr>
          <p:nvPr>
            <p:ph type="body" sz="quarter" idx="10" hasCustomPrompt="1"/>
          </p:nvPr>
        </p:nvSpPr>
        <p:spPr>
          <a:xfrm>
            <a:off x="479425" y="4834859"/>
            <a:ext cx="7812088" cy="1336071"/>
          </a:xfrm>
          <a:prstGeom prst="rect">
            <a:avLst/>
          </a:prstGeom>
          <a:noFill/>
        </p:spPr>
        <p:txBody>
          <a:bodyPr wrap="square" rtlCol="0" anchor="b">
            <a:spAutoFit/>
          </a:bodyPr>
          <a:lstStyle>
            <a:lvl1pPr marL="0" indent="0">
              <a:buNone/>
              <a:tabLst>
                <a:tab pos="1074738" algn="l"/>
              </a:tabLst>
              <a:defRPr lang="de-DE" sz="4800" b="1" cap="all" baseline="0" smtClean="0">
                <a:solidFill>
                  <a:schemeClr val="bg1"/>
                </a:solidFill>
                <a:latin typeface="STIHL Contraface Display Title" panose="02000600040000020004" pitchFamily="50" charset="0"/>
              </a:defRPr>
            </a:lvl1pPr>
            <a:lvl2pPr marL="277812" indent="0">
              <a:buNone/>
              <a:defRPr lang="de-DE" smtClean="0"/>
            </a:lvl2pPr>
            <a:lvl3pPr marL="739775" indent="0">
              <a:buNone/>
              <a:defRPr lang="de-DE" sz="1800" smtClean="0"/>
            </a:lvl3pPr>
            <a:lvl4pPr marL="1190625" indent="0">
              <a:buNone/>
              <a:defRPr lang="de-DE" sz="1800" smtClean="0"/>
            </a:lvl4pPr>
            <a:lvl5pPr marL="1647825" indent="0">
              <a:buNone/>
              <a:defRPr lang="de-DE" sz="1800"/>
            </a:lvl5pPr>
          </a:lstStyle>
          <a:p>
            <a:pPr marL="0" lvl="0"/>
            <a:r>
              <a:rPr lang="en-GB"/>
              <a:t>Edit chapter separators</a:t>
            </a:r>
          </a:p>
        </p:txBody>
      </p:sp>
      <p:sp>
        <p:nvSpPr>
          <p:cNvPr id="9" name="Rechteck 8">
            <a:extLst>
              <a:ext uri="{FF2B5EF4-FFF2-40B4-BE49-F238E27FC236}">
                <a16:creationId xmlns:a16="http://schemas.microsoft.com/office/drawing/2014/main" id="{2C6085ED-8EF3-4C74-9B9D-7804FC5FAEA1}"/>
              </a:ext>
            </a:extLst>
          </p:cNvPr>
          <p:cNvSpPr/>
          <p:nvPr/>
        </p:nvSpPr>
        <p:spPr>
          <a:xfrm>
            <a:off x="495191" y="6283982"/>
            <a:ext cx="450741" cy="9459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a:endParaRPr lang="en-GB"/>
          </a:p>
        </p:txBody>
      </p:sp>
      <p:sp>
        <p:nvSpPr>
          <p:cNvPr id="13" name="Rechteck 12">
            <a:extLst>
              <a:ext uri="{FF2B5EF4-FFF2-40B4-BE49-F238E27FC236}">
                <a16:creationId xmlns:a16="http://schemas.microsoft.com/office/drawing/2014/main" id="{5CF86407-DA27-4CA6-A346-F8477F884E96}"/>
              </a:ext>
            </a:extLst>
          </p:cNvPr>
          <p:cNvSpPr>
            <a:spLocks/>
          </p:cNvSpPr>
          <p:nvPr/>
        </p:nvSpPr>
        <p:spPr>
          <a:xfrm>
            <a:off x="-1943099" y="2913099"/>
            <a:ext cx="1772284" cy="1031803"/>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ctr">
            <a:sp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90000"/>
              </a:lnSpc>
            </a:pPr>
            <a:r>
              <a:rPr lang="en-GB" sz="1600" b="0">
                <a:solidFill>
                  <a:schemeClr val="tx1"/>
                </a:solidFill>
              </a:rPr>
              <a:t>Please do not print slides with full colour or motifs </a:t>
            </a:r>
          </a:p>
        </p:txBody>
      </p:sp>
    </p:spTree>
    <p:extLst>
      <p:ext uri="{BB962C8B-B14F-4D97-AF65-F5344CB8AC3E}">
        <p14:creationId xmlns:p14="http://schemas.microsoft.com/office/powerpoint/2010/main" val="12951999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clusion picture">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70" imgH="371" progId="TCLayout.ActiveDocument.1">
                  <p:embed/>
                </p:oleObj>
              </mc:Choice>
              <mc:Fallback>
                <p:oleObj name="think-cell Folie" r:id="rId3" imgW="370" imgH="371" progId="TCLayout.ActiveDocument.1">
                  <p:embed/>
                  <p:pic>
                    <p:nvPicPr>
                      <p:cNvPr id="2" name="Objekt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Grafik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136060" y="258750"/>
            <a:ext cx="1774212" cy="775631"/>
          </a:xfrm>
          <a:prstGeom prst="rect">
            <a:avLst/>
          </a:prstGeom>
        </p:spPr>
      </p:pic>
      <p:sp>
        <p:nvSpPr>
          <p:cNvPr id="27" name="Bildplatzhalter 14">
            <a:extLst>
              <a:ext uri="{FF2B5EF4-FFF2-40B4-BE49-F238E27FC236}">
                <a16:creationId xmlns:a16="http://schemas.microsoft.com/office/drawing/2014/main" id="{12A2E7EC-D35A-4A4A-BBD2-6097A2AF7814}"/>
              </a:ext>
            </a:extLst>
          </p:cNvPr>
          <p:cNvSpPr>
            <a:spLocks noGrp="1"/>
          </p:cNvSpPr>
          <p:nvPr>
            <p:ph type="pic" sz="quarter" idx="15" hasCustomPrompt="1"/>
          </p:nvPr>
        </p:nvSpPr>
        <p:spPr>
          <a:xfrm>
            <a:off x="0" y="0"/>
            <a:ext cx="12192000" cy="6858000"/>
          </a:xfrm>
          <a:custGeom>
            <a:avLst/>
            <a:gdLst>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10129345 w 12192000"/>
              <a:gd name="connsiteY4" fmla="*/ 344401 h 6858000"/>
              <a:gd name="connsiteX5" fmla="*/ 10129345 w 12192000"/>
              <a:gd name="connsiteY5" fmla="*/ 1099696 h 6858000"/>
              <a:gd name="connsiteX6" fmla="*/ 11857039 w 12192000"/>
              <a:gd name="connsiteY6" fmla="*/ 1099696 h 6858000"/>
              <a:gd name="connsiteX7" fmla="*/ 11857039 w 12192000"/>
              <a:gd name="connsiteY7" fmla="*/ 344401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29345 w 12192000"/>
              <a:gd name="connsiteY6" fmla="*/ 1099696 h 6858000"/>
              <a:gd name="connsiteX7" fmla="*/ 11857039 w 12192000"/>
              <a:gd name="connsiteY7" fmla="*/ 1099696 h 6858000"/>
              <a:gd name="connsiteX8" fmla="*/ 11857039 w 12192000"/>
              <a:gd name="connsiteY8" fmla="*/ 34440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29345 w 12192000"/>
              <a:gd name="connsiteY6" fmla="*/ 1099696 h 6858000"/>
              <a:gd name="connsiteX7" fmla="*/ 11857039 w 12192000"/>
              <a:gd name="connsiteY7" fmla="*/ 109969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29345 w 12192000"/>
              <a:gd name="connsiteY6" fmla="*/ 1099696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31885 w 12192000"/>
              <a:gd name="connsiteY6" fmla="*/ 1033656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642366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2366 w 12192000"/>
              <a:gd name="connsiteY0" fmla="*/ 6426972 h 6858000"/>
              <a:gd name="connsiteX1" fmla="*/ 642366 w 12192000"/>
              <a:gd name="connsiteY1" fmla="*/ 6534807 h 6858000"/>
              <a:gd name="connsiteX2" fmla="*/ 5401950 w 12192000"/>
              <a:gd name="connsiteY2" fmla="*/ 6534807 h 6858000"/>
              <a:gd name="connsiteX3" fmla="*/ 5401950 w 12192000"/>
              <a:gd name="connsiteY3" fmla="*/ 2751084 h 6858000"/>
              <a:gd name="connsiteX4" fmla="*/ 642366 w 12192000"/>
              <a:gd name="connsiteY4" fmla="*/ 642697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2366 w 12192000"/>
              <a:gd name="connsiteY0" fmla="*/ 6426972 h 6858000"/>
              <a:gd name="connsiteX1" fmla="*/ 642366 w 12192000"/>
              <a:gd name="connsiteY1" fmla="*/ 6534807 h 6858000"/>
              <a:gd name="connsiteX2" fmla="*/ 5401950 w 12192000"/>
              <a:gd name="connsiteY2" fmla="*/ 6534807 h 6858000"/>
              <a:gd name="connsiteX3" fmla="*/ 1378590 w 12192000"/>
              <a:gd name="connsiteY3" fmla="*/ 6122172 h 6858000"/>
              <a:gd name="connsiteX4" fmla="*/ 642366 w 12192000"/>
              <a:gd name="connsiteY4" fmla="*/ 642697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2366 w 12192000"/>
              <a:gd name="connsiteY0" fmla="*/ 6426972 h 6858000"/>
              <a:gd name="connsiteX1" fmla="*/ 642366 w 12192000"/>
              <a:gd name="connsiteY1" fmla="*/ 6534807 h 6858000"/>
              <a:gd name="connsiteX2" fmla="*/ 1195710 w 12192000"/>
              <a:gd name="connsiteY2" fmla="*/ 6565287 h 6858000"/>
              <a:gd name="connsiteX3" fmla="*/ 1378590 w 12192000"/>
              <a:gd name="connsiteY3" fmla="*/ 6122172 h 6858000"/>
              <a:gd name="connsiteX4" fmla="*/ 642366 w 12192000"/>
              <a:gd name="connsiteY4" fmla="*/ 642697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2366 w 12192000"/>
              <a:gd name="connsiteY0" fmla="*/ 6426972 h 6858000"/>
              <a:gd name="connsiteX1" fmla="*/ 642366 w 12192000"/>
              <a:gd name="connsiteY1" fmla="*/ 6534807 h 6858000"/>
              <a:gd name="connsiteX2" fmla="*/ 1195710 w 12192000"/>
              <a:gd name="connsiteY2" fmla="*/ 6565287 h 6858000"/>
              <a:gd name="connsiteX3" fmla="*/ 1378590 w 12192000"/>
              <a:gd name="connsiteY3" fmla="*/ 6122172 h 6858000"/>
              <a:gd name="connsiteX4" fmla="*/ 642366 w 12192000"/>
              <a:gd name="connsiteY4" fmla="*/ 642697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2366 w 12192000"/>
              <a:gd name="connsiteY0" fmla="*/ 6426972 h 6858000"/>
              <a:gd name="connsiteX1" fmla="*/ 642366 w 12192000"/>
              <a:gd name="connsiteY1" fmla="*/ 6534807 h 6858000"/>
              <a:gd name="connsiteX2" fmla="*/ 1102365 w 12192000"/>
              <a:gd name="connsiteY2" fmla="*/ 6536712 h 6858000"/>
              <a:gd name="connsiteX3" fmla="*/ 1378590 w 12192000"/>
              <a:gd name="connsiteY3" fmla="*/ 6122172 h 6858000"/>
              <a:gd name="connsiteX4" fmla="*/ 642366 w 12192000"/>
              <a:gd name="connsiteY4" fmla="*/ 642697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2366 w 12192000"/>
              <a:gd name="connsiteY0" fmla="*/ 6426972 h 6858000"/>
              <a:gd name="connsiteX1" fmla="*/ 642366 w 12192000"/>
              <a:gd name="connsiteY1" fmla="*/ 6534807 h 6858000"/>
              <a:gd name="connsiteX2" fmla="*/ 1102365 w 12192000"/>
              <a:gd name="connsiteY2" fmla="*/ 6536712 h 6858000"/>
              <a:gd name="connsiteX3" fmla="*/ 1106175 w 12192000"/>
              <a:gd name="connsiteY3" fmla="*/ 6434592 h 6858000"/>
              <a:gd name="connsiteX4" fmla="*/ 642366 w 12192000"/>
              <a:gd name="connsiteY4" fmla="*/ 642697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2366 w 12192000"/>
              <a:gd name="connsiteY0" fmla="*/ 6426972 h 6858000"/>
              <a:gd name="connsiteX1" fmla="*/ 642366 w 12192000"/>
              <a:gd name="connsiteY1" fmla="*/ 6534807 h 6858000"/>
              <a:gd name="connsiteX2" fmla="*/ 1106175 w 12192000"/>
              <a:gd name="connsiteY2" fmla="*/ 6538617 h 6858000"/>
              <a:gd name="connsiteX3" fmla="*/ 1106175 w 12192000"/>
              <a:gd name="connsiteY3" fmla="*/ 6434592 h 6858000"/>
              <a:gd name="connsiteX4" fmla="*/ 642366 w 12192000"/>
              <a:gd name="connsiteY4" fmla="*/ 642697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6176 w 12192000"/>
              <a:gd name="connsiteY0" fmla="*/ 6430782 h 6858000"/>
              <a:gd name="connsiteX1" fmla="*/ 642366 w 12192000"/>
              <a:gd name="connsiteY1" fmla="*/ 6534807 h 6858000"/>
              <a:gd name="connsiteX2" fmla="*/ 1106175 w 12192000"/>
              <a:gd name="connsiteY2" fmla="*/ 6538617 h 6858000"/>
              <a:gd name="connsiteX3" fmla="*/ 1106175 w 12192000"/>
              <a:gd name="connsiteY3" fmla="*/ 6434592 h 6858000"/>
              <a:gd name="connsiteX4" fmla="*/ 646176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6176 w 12192000"/>
              <a:gd name="connsiteY0" fmla="*/ 6430782 h 6858000"/>
              <a:gd name="connsiteX1" fmla="*/ 642366 w 12192000"/>
              <a:gd name="connsiteY1" fmla="*/ 6534807 h 6858000"/>
              <a:gd name="connsiteX2" fmla="*/ 1106175 w 12192000"/>
              <a:gd name="connsiteY2" fmla="*/ 6538617 h 6858000"/>
              <a:gd name="connsiteX3" fmla="*/ 1106175 w 12192000"/>
              <a:gd name="connsiteY3" fmla="*/ 6432687 h 6858000"/>
              <a:gd name="connsiteX4" fmla="*/ 646176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6176 w 12192000"/>
              <a:gd name="connsiteY0" fmla="*/ 6430782 h 6858000"/>
              <a:gd name="connsiteX1" fmla="*/ 642366 w 12192000"/>
              <a:gd name="connsiteY1" fmla="*/ 6534807 h 6858000"/>
              <a:gd name="connsiteX2" fmla="*/ 1106175 w 12192000"/>
              <a:gd name="connsiteY2" fmla="*/ 6538617 h 6858000"/>
              <a:gd name="connsiteX3" fmla="*/ 1106175 w 12192000"/>
              <a:gd name="connsiteY3" fmla="*/ 6428877 h 6858000"/>
              <a:gd name="connsiteX4" fmla="*/ 646176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6176 w 12192000"/>
              <a:gd name="connsiteY0" fmla="*/ 6430782 h 6858000"/>
              <a:gd name="connsiteX1" fmla="*/ 642366 w 12192000"/>
              <a:gd name="connsiteY1" fmla="*/ 6534807 h 6858000"/>
              <a:gd name="connsiteX2" fmla="*/ 1106175 w 12192000"/>
              <a:gd name="connsiteY2" fmla="*/ 6538617 h 6858000"/>
              <a:gd name="connsiteX3" fmla="*/ 1106175 w 12192000"/>
              <a:gd name="connsiteY3" fmla="*/ 6430782 h 6858000"/>
              <a:gd name="connsiteX4" fmla="*/ 646176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6176 w 12192000"/>
              <a:gd name="connsiteY0" fmla="*/ 6430782 h 6858000"/>
              <a:gd name="connsiteX1" fmla="*/ 642366 w 12192000"/>
              <a:gd name="connsiteY1" fmla="*/ 6534807 h 6858000"/>
              <a:gd name="connsiteX2" fmla="*/ 1106175 w 12192000"/>
              <a:gd name="connsiteY2" fmla="*/ 6536712 h 6858000"/>
              <a:gd name="connsiteX3" fmla="*/ 1106175 w 12192000"/>
              <a:gd name="connsiteY3" fmla="*/ 6430782 h 6858000"/>
              <a:gd name="connsiteX4" fmla="*/ 646176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6176 w 12192000"/>
              <a:gd name="connsiteY0" fmla="*/ 6430782 h 6858000"/>
              <a:gd name="connsiteX1" fmla="*/ 644271 w 12192000"/>
              <a:gd name="connsiteY1" fmla="*/ 6534807 h 6858000"/>
              <a:gd name="connsiteX2" fmla="*/ 1106175 w 12192000"/>
              <a:gd name="connsiteY2" fmla="*/ 6536712 h 6858000"/>
              <a:gd name="connsiteX3" fmla="*/ 1106175 w 12192000"/>
              <a:gd name="connsiteY3" fmla="*/ 6430782 h 6858000"/>
              <a:gd name="connsiteX4" fmla="*/ 646176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4271 w 12192000"/>
              <a:gd name="connsiteY0" fmla="*/ 6430782 h 6858000"/>
              <a:gd name="connsiteX1" fmla="*/ 644271 w 12192000"/>
              <a:gd name="connsiteY1" fmla="*/ 6534807 h 6858000"/>
              <a:gd name="connsiteX2" fmla="*/ 1106175 w 12192000"/>
              <a:gd name="connsiteY2" fmla="*/ 6536712 h 6858000"/>
              <a:gd name="connsiteX3" fmla="*/ 1106175 w 12192000"/>
              <a:gd name="connsiteY3" fmla="*/ 6430782 h 6858000"/>
              <a:gd name="connsiteX4" fmla="*/ 644271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4271 w 12192000"/>
              <a:gd name="connsiteY0" fmla="*/ 6430782 h 6858000"/>
              <a:gd name="connsiteX1" fmla="*/ 644271 w 12192000"/>
              <a:gd name="connsiteY1" fmla="*/ 6534807 h 6858000"/>
              <a:gd name="connsiteX2" fmla="*/ 1106175 w 12192000"/>
              <a:gd name="connsiteY2" fmla="*/ 6536712 h 6858000"/>
              <a:gd name="connsiteX3" fmla="*/ 1106175 w 12192000"/>
              <a:gd name="connsiteY3" fmla="*/ 6430782 h 6858000"/>
              <a:gd name="connsiteX4" fmla="*/ 644271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644271 w 12192000"/>
              <a:gd name="connsiteY1" fmla="*/ 6534807 h 6858000"/>
              <a:gd name="connsiteX2" fmla="*/ 1106175 w 12192000"/>
              <a:gd name="connsiteY2" fmla="*/ 6536712 h 6858000"/>
              <a:gd name="connsiteX3" fmla="*/ 1106175 w 12192000"/>
              <a:gd name="connsiteY3" fmla="*/ 6430782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644271 w 12192000"/>
              <a:gd name="connsiteY1" fmla="*/ 6534807 h 6858000"/>
              <a:gd name="connsiteX2" fmla="*/ 1106175 w 12192000"/>
              <a:gd name="connsiteY2" fmla="*/ 6536712 h 6858000"/>
              <a:gd name="connsiteX3" fmla="*/ 951870 w 12192000"/>
              <a:gd name="connsiteY3" fmla="*/ 6278382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644271 w 12192000"/>
              <a:gd name="connsiteY1" fmla="*/ 6534807 h 6858000"/>
              <a:gd name="connsiteX2" fmla="*/ 1106175 w 12192000"/>
              <a:gd name="connsiteY2" fmla="*/ 6536712 h 6858000"/>
              <a:gd name="connsiteX3" fmla="*/ 951870 w 12192000"/>
              <a:gd name="connsiteY3" fmla="*/ 6278382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644271 w 12192000"/>
              <a:gd name="connsiteY1" fmla="*/ 6534807 h 6858000"/>
              <a:gd name="connsiteX2" fmla="*/ 1106175 w 12192000"/>
              <a:gd name="connsiteY2" fmla="*/ 6536712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644271 w 12192000"/>
              <a:gd name="connsiteY1" fmla="*/ 6534807 h 6858000"/>
              <a:gd name="connsiteX2" fmla="*/ 953775 w 12192000"/>
              <a:gd name="connsiteY2" fmla="*/ 6384312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3775 w 12192000"/>
              <a:gd name="connsiteY2" fmla="*/ 6384312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3775 w 12192000"/>
              <a:gd name="connsiteY2" fmla="*/ 6386217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4029 w 12192000"/>
              <a:gd name="connsiteY8" fmla="*/ 271376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751629 w 12192000"/>
              <a:gd name="connsiteY8" fmla="*/ 419966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2124 w 12192000"/>
              <a:gd name="connsiteY8" fmla="*/ 267566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209355 w 12192000"/>
              <a:gd name="connsiteY5" fmla="*/ 319001 h 6858000"/>
              <a:gd name="connsiteX6" fmla="*/ 10135695 w 12192000"/>
              <a:gd name="connsiteY6" fmla="*/ 1031751 h 6858000"/>
              <a:gd name="connsiteX7" fmla="*/ 11907839 w 12192000"/>
              <a:gd name="connsiteY7" fmla="*/ 1031116 h 6858000"/>
              <a:gd name="connsiteX8" fmla="*/ 11902124 w 12192000"/>
              <a:gd name="connsiteY8" fmla="*/ 267566 h 6858000"/>
              <a:gd name="connsiteX9" fmla="*/ 10209355 w 12192000"/>
              <a:gd name="connsiteY9" fmla="*/ 31900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35695 w 12192000"/>
              <a:gd name="connsiteY6" fmla="*/ 1031751 h 6858000"/>
              <a:gd name="connsiteX7" fmla="*/ 11907839 w 12192000"/>
              <a:gd name="connsiteY7" fmla="*/ 1031116 h 6858000"/>
              <a:gd name="connsiteX8" fmla="*/ 11902124 w 12192000"/>
              <a:gd name="connsiteY8" fmla="*/ 26756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215705 w 12192000"/>
              <a:gd name="connsiteY6" fmla="*/ 982221 h 6858000"/>
              <a:gd name="connsiteX7" fmla="*/ 11907839 w 12192000"/>
              <a:gd name="connsiteY7" fmla="*/ 1031116 h 6858000"/>
              <a:gd name="connsiteX8" fmla="*/ 11902124 w 12192000"/>
              <a:gd name="connsiteY8" fmla="*/ 26756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5220 w 12192000"/>
              <a:gd name="connsiteY6" fmla="*/ 1027941 h 6858000"/>
              <a:gd name="connsiteX7" fmla="*/ 11907839 w 12192000"/>
              <a:gd name="connsiteY7" fmla="*/ 1031116 h 6858000"/>
              <a:gd name="connsiteX8" fmla="*/ 11902124 w 12192000"/>
              <a:gd name="connsiteY8" fmla="*/ 26756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5220 w 12192000"/>
              <a:gd name="connsiteY6" fmla="*/ 1027941 h 6858000"/>
              <a:gd name="connsiteX7" fmla="*/ 11803064 w 12192000"/>
              <a:gd name="connsiteY7" fmla="*/ 954916 h 6858000"/>
              <a:gd name="connsiteX8" fmla="*/ 11902124 w 12192000"/>
              <a:gd name="connsiteY8" fmla="*/ 26756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5220 w 12192000"/>
              <a:gd name="connsiteY6" fmla="*/ 1027941 h 6858000"/>
              <a:gd name="connsiteX7" fmla="*/ 11904029 w 12192000"/>
              <a:gd name="connsiteY7" fmla="*/ 1027306 h 6858000"/>
              <a:gd name="connsiteX8" fmla="*/ 11902124 w 12192000"/>
              <a:gd name="connsiteY8" fmla="*/ 26756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316035 w 12192000"/>
              <a:gd name="connsiteY5" fmla="*/ 364721 h 6858000"/>
              <a:gd name="connsiteX6" fmla="*/ 10145220 w 12192000"/>
              <a:gd name="connsiteY6" fmla="*/ 1027941 h 6858000"/>
              <a:gd name="connsiteX7" fmla="*/ 11904029 w 12192000"/>
              <a:gd name="connsiteY7" fmla="*/ 1027306 h 6858000"/>
              <a:gd name="connsiteX8" fmla="*/ 11902124 w 12192000"/>
              <a:gd name="connsiteY8" fmla="*/ 267566 h 6858000"/>
              <a:gd name="connsiteX9" fmla="*/ 10316035 w 12192000"/>
              <a:gd name="connsiteY9" fmla="*/ 36472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5661 h 6858000"/>
              <a:gd name="connsiteX6" fmla="*/ 10145220 w 12192000"/>
              <a:gd name="connsiteY6" fmla="*/ 1027941 h 6858000"/>
              <a:gd name="connsiteX7" fmla="*/ 11904029 w 12192000"/>
              <a:gd name="connsiteY7" fmla="*/ 1027306 h 6858000"/>
              <a:gd name="connsiteX8" fmla="*/ 11902124 w 12192000"/>
              <a:gd name="connsiteY8" fmla="*/ 267566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5661 h 6858000"/>
              <a:gd name="connsiteX6" fmla="*/ 10145220 w 12192000"/>
              <a:gd name="connsiteY6" fmla="*/ 1027941 h 6858000"/>
              <a:gd name="connsiteX7" fmla="*/ 11904029 w 12192000"/>
              <a:gd name="connsiteY7" fmla="*/ 1027306 h 6858000"/>
              <a:gd name="connsiteX8" fmla="*/ 11829734 w 12192000"/>
              <a:gd name="connsiteY8" fmla="*/ 351386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5661 h 6858000"/>
              <a:gd name="connsiteX6" fmla="*/ 10145220 w 12192000"/>
              <a:gd name="connsiteY6" fmla="*/ 1027941 h 6858000"/>
              <a:gd name="connsiteX7" fmla="*/ 11904029 w 12192000"/>
              <a:gd name="connsiteY7" fmla="*/ 1027306 h 6858000"/>
              <a:gd name="connsiteX8" fmla="*/ 11904029 w 12192000"/>
              <a:gd name="connsiteY8" fmla="*/ 265661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5661 h 6858000"/>
              <a:gd name="connsiteX6" fmla="*/ 10145220 w 12192000"/>
              <a:gd name="connsiteY6" fmla="*/ 1027941 h 6858000"/>
              <a:gd name="connsiteX7" fmla="*/ 11623994 w 12192000"/>
              <a:gd name="connsiteY7" fmla="*/ 924436 h 6858000"/>
              <a:gd name="connsiteX8" fmla="*/ 11904029 w 12192000"/>
              <a:gd name="connsiteY8" fmla="*/ 265661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5661 h 6858000"/>
              <a:gd name="connsiteX6" fmla="*/ 10145220 w 12192000"/>
              <a:gd name="connsiteY6" fmla="*/ 1027941 h 6858000"/>
              <a:gd name="connsiteX7" fmla="*/ 11904029 w 12192000"/>
              <a:gd name="connsiteY7" fmla="*/ 1025401 h 6858000"/>
              <a:gd name="connsiteX8" fmla="*/ 11904029 w 12192000"/>
              <a:gd name="connsiteY8" fmla="*/ 265661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5661 h 6858000"/>
              <a:gd name="connsiteX6" fmla="*/ 10206180 w 12192000"/>
              <a:gd name="connsiteY6" fmla="*/ 955551 h 6858000"/>
              <a:gd name="connsiteX7" fmla="*/ 11904029 w 12192000"/>
              <a:gd name="connsiteY7" fmla="*/ 1025401 h 6858000"/>
              <a:gd name="connsiteX8" fmla="*/ 11904029 w 12192000"/>
              <a:gd name="connsiteY8" fmla="*/ 265661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5661 h 6858000"/>
              <a:gd name="connsiteX6" fmla="*/ 10143315 w 12192000"/>
              <a:gd name="connsiteY6" fmla="*/ 1027941 h 6858000"/>
              <a:gd name="connsiteX7" fmla="*/ 11904029 w 12192000"/>
              <a:gd name="connsiteY7" fmla="*/ 1025401 h 6858000"/>
              <a:gd name="connsiteX8" fmla="*/ 11904029 w 12192000"/>
              <a:gd name="connsiteY8" fmla="*/ 265661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5661 h 6858000"/>
              <a:gd name="connsiteX6" fmla="*/ 10141410 w 12192000"/>
              <a:gd name="connsiteY6" fmla="*/ 1026036 h 6858000"/>
              <a:gd name="connsiteX7" fmla="*/ 11904029 w 12192000"/>
              <a:gd name="connsiteY7" fmla="*/ 1025401 h 6858000"/>
              <a:gd name="connsiteX8" fmla="*/ 11904029 w 12192000"/>
              <a:gd name="connsiteY8" fmla="*/ 265661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5661 h 6858000"/>
              <a:gd name="connsiteX6" fmla="*/ 10143315 w 12192000"/>
              <a:gd name="connsiteY6" fmla="*/ 1026036 h 6858000"/>
              <a:gd name="connsiteX7" fmla="*/ 11904029 w 12192000"/>
              <a:gd name="connsiteY7" fmla="*/ 1025401 h 6858000"/>
              <a:gd name="connsiteX8" fmla="*/ 11904029 w 12192000"/>
              <a:gd name="connsiteY8" fmla="*/ 265661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260790 w 12192000"/>
              <a:gd name="connsiteY5" fmla="*/ 385676 h 6858000"/>
              <a:gd name="connsiteX6" fmla="*/ 10143315 w 12192000"/>
              <a:gd name="connsiteY6" fmla="*/ 1026036 h 6858000"/>
              <a:gd name="connsiteX7" fmla="*/ 11904029 w 12192000"/>
              <a:gd name="connsiteY7" fmla="*/ 1025401 h 6858000"/>
              <a:gd name="connsiteX8" fmla="*/ 11904029 w 12192000"/>
              <a:gd name="connsiteY8" fmla="*/ 265661 h 6858000"/>
              <a:gd name="connsiteX9" fmla="*/ 10260790 w 12192000"/>
              <a:gd name="connsiteY9" fmla="*/ 385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71376 h 6858000"/>
              <a:gd name="connsiteX6" fmla="*/ 10143315 w 12192000"/>
              <a:gd name="connsiteY6" fmla="*/ 1026036 h 6858000"/>
              <a:gd name="connsiteX7" fmla="*/ 11904029 w 12192000"/>
              <a:gd name="connsiteY7" fmla="*/ 1025401 h 6858000"/>
              <a:gd name="connsiteX8" fmla="*/ 11904029 w 12192000"/>
              <a:gd name="connsiteY8" fmla="*/ 265661 h 6858000"/>
              <a:gd name="connsiteX9" fmla="*/ 10146490 w 12192000"/>
              <a:gd name="connsiteY9" fmla="*/ 2713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71376 h 6858000"/>
              <a:gd name="connsiteX6" fmla="*/ 10143315 w 12192000"/>
              <a:gd name="connsiteY6" fmla="*/ 1026036 h 6858000"/>
              <a:gd name="connsiteX7" fmla="*/ 11904029 w 12192000"/>
              <a:gd name="connsiteY7" fmla="*/ 1025401 h 6858000"/>
              <a:gd name="connsiteX8" fmla="*/ 11782109 w 12192000"/>
              <a:gd name="connsiteY8" fmla="*/ 360911 h 6858000"/>
              <a:gd name="connsiteX9" fmla="*/ 10146490 w 12192000"/>
              <a:gd name="connsiteY9" fmla="*/ 2713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71376 h 6858000"/>
              <a:gd name="connsiteX6" fmla="*/ 10143315 w 12192000"/>
              <a:gd name="connsiteY6" fmla="*/ 1026036 h 6858000"/>
              <a:gd name="connsiteX7" fmla="*/ 11904029 w 12192000"/>
              <a:gd name="connsiteY7" fmla="*/ 1025401 h 6858000"/>
              <a:gd name="connsiteX8" fmla="*/ 11904029 w 12192000"/>
              <a:gd name="connsiteY8" fmla="*/ 267566 h 6858000"/>
              <a:gd name="connsiteX9" fmla="*/ 10146490 w 12192000"/>
              <a:gd name="connsiteY9" fmla="*/ 2713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71376 h 6858000"/>
              <a:gd name="connsiteX6" fmla="*/ 10143315 w 12192000"/>
              <a:gd name="connsiteY6" fmla="*/ 1026036 h 6858000"/>
              <a:gd name="connsiteX7" fmla="*/ 11669714 w 12192000"/>
              <a:gd name="connsiteY7" fmla="*/ 956821 h 6858000"/>
              <a:gd name="connsiteX8" fmla="*/ 11904029 w 12192000"/>
              <a:gd name="connsiteY8" fmla="*/ 267566 h 6858000"/>
              <a:gd name="connsiteX9" fmla="*/ 10146490 w 12192000"/>
              <a:gd name="connsiteY9" fmla="*/ 2713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71376 h 6858000"/>
              <a:gd name="connsiteX6" fmla="*/ 10143315 w 12192000"/>
              <a:gd name="connsiteY6" fmla="*/ 1026036 h 6858000"/>
              <a:gd name="connsiteX7" fmla="*/ 11902124 w 12192000"/>
              <a:gd name="connsiteY7" fmla="*/ 1029211 h 6858000"/>
              <a:gd name="connsiteX8" fmla="*/ 11904029 w 12192000"/>
              <a:gd name="connsiteY8" fmla="*/ 267566 h 6858000"/>
              <a:gd name="connsiteX9" fmla="*/ 10146490 w 12192000"/>
              <a:gd name="connsiteY9" fmla="*/ 2713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71376 h 6858000"/>
              <a:gd name="connsiteX6" fmla="*/ 10217610 w 12192000"/>
              <a:gd name="connsiteY6" fmla="*/ 963171 h 6858000"/>
              <a:gd name="connsiteX7" fmla="*/ 11902124 w 12192000"/>
              <a:gd name="connsiteY7" fmla="*/ 1029211 h 6858000"/>
              <a:gd name="connsiteX8" fmla="*/ 11904029 w 12192000"/>
              <a:gd name="connsiteY8" fmla="*/ 267566 h 6858000"/>
              <a:gd name="connsiteX9" fmla="*/ 10146490 w 12192000"/>
              <a:gd name="connsiteY9" fmla="*/ 2713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71376 h 6858000"/>
              <a:gd name="connsiteX6" fmla="*/ 10143315 w 12192000"/>
              <a:gd name="connsiteY6" fmla="*/ 1026036 h 6858000"/>
              <a:gd name="connsiteX7" fmla="*/ 11902124 w 12192000"/>
              <a:gd name="connsiteY7" fmla="*/ 1029211 h 6858000"/>
              <a:gd name="connsiteX8" fmla="*/ 11904029 w 12192000"/>
              <a:gd name="connsiteY8" fmla="*/ 267566 h 6858000"/>
              <a:gd name="connsiteX9" fmla="*/ 10146490 w 12192000"/>
              <a:gd name="connsiteY9" fmla="*/ 2713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71376 h 6858000"/>
              <a:gd name="connsiteX6" fmla="*/ 10143315 w 12192000"/>
              <a:gd name="connsiteY6" fmla="*/ 1026036 h 6858000"/>
              <a:gd name="connsiteX7" fmla="*/ 11904029 w 12192000"/>
              <a:gd name="connsiteY7" fmla="*/ 1027306 h 6858000"/>
              <a:gd name="connsiteX8" fmla="*/ 11904029 w 12192000"/>
              <a:gd name="connsiteY8" fmla="*/ 267566 h 6858000"/>
              <a:gd name="connsiteX9" fmla="*/ 10146490 w 12192000"/>
              <a:gd name="connsiteY9" fmla="*/ 2713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3315 w 12192000"/>
              <a:gd name="connsiteY6" fmla="*/ 1026036 h 6858000"/>
              <a:gd name="connsiteX7" fmla="*/ 11904029 w 12192000"/>
              <a:gd name="connsiteY7" fmla="*/ 1027306 h 6858000"/>
              <a:gd name="connsiteX8" fmla="*/ 11904029 w 12192000"/>
              <a:gd name="connsiteY8" fmla="*/ 26756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3315 w 12192000"/>
              <a:gd name="connsiteY6" fmla="*/ 1026036 h 6858000"/>
              <a:gd name="connsiteX7" fmla="*/ 11904029 w 12192000"/>
              <a:gd name="connsiteY7" fmla="*/ 1027306 h 6858000"/>
              <a:gd name="connsiteX8" fmla="*/ 11902124 w 12192000"/>
              <a:gd name="connsiteY8" fmla="*/ 269471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3315 w 12192000"/>
              <a:gd name="connsiteY6" fmla="*/ 1026036 h 6858000"/>
              <a:gd name="connsiteX7" fmla="*/ 11902124 w 12192000"/>
              <a:gd name="connsiteY7" fmla="*/ 1025401 h 6858000"/>
              <a:gd name="connsiteX8" fmla="*/ 11902124 w 12192000"/>
              <a:gd name="connsiteY8" fmla="*/ 269471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7125 w 12192000"/>
              <a:gd name="connsiteY6" fmla="*/ 1026036 h 6858000"/>
              <a:gd name="connsiteX7" fmla="*/ 11902124 w 12192000"/>
              <a:gd name="connsiteY7" fmla="*/ 1025401 h 6858000"/>
              <a:gd name="connsiteX8" fmla="*/ 11902124 w 12192000"/>
              <a:gd name="connsiteY8" fmla="*/ 269471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297620 w 12192000"/>
              <a:gd name="connsiteY6" fmla="*/ 885066 h 6858000"/>
              <a:gd name="connsiteX7" fmla="*/ 11902124 w 12192000"/>
              <a:gd name="connsiteY7" fmla="*/ 1025401 h 6858000"/>
              <a:gd name="connsiteX8" fmla="*/ 11902124 w 12192000"/>
              <a:gd name="connsiteY8" fmla="*/ 269471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7125 w 12192000"/>
              <a:gd name="connsiteY6" fmla="*/ 1029846 h 6858000"/>
              <a:gd name="connsiteX7" fmla="*/ 11902124 w 12192000"/>
              <a:gd name="connsiteY7" fmla="*/ 1025401 h 6858000"/>
              <a:gd name="connsiteX8" fmla="*/ 11902124 w 12192000"/>
              <a:gd name="connsiteY8" fmla="*/ 269471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349055 w 12192000"/>
              <a:gd name="connsiteY6" fmla="*/ 875541 h 6858000"/>
              <a:gd name="connsiteX7" fmla="*/ 11902124 w 12192000"/>
              <a:gd name="connsiteY7" fmla="*/ 1025401 h 6858000"/>
              <a:gd name="connsiteX8" fmla="*/ 11902124 w 12192000"/>
              <a:gd name="connsiteY8" fmla="*/ 269471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3315 w 12192000"/>
              <a:gd name="connsiteY6" fmla="*/ 1027941 h 6858000"/>
              <a:gd name="connsiteX7" fmla="*/ 11902124 w 12192000"/>
              <a:gd name="connsiteY7" fmla="*/ 1025401 h 6858000"/>
              <a:gd name="connsiteX8" fmla="*/ 11902124 w 12192000"/>
              <a:gd name="connsiteY8" fmla="*/ 269471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3315 w 12192000"/>
              <a:gd name="connsiteY6" fmla="*/ 1027941 h 6858000"/>
              <a:gd name="connsiteX7" fmla="*/ 11902124 w 12192000"/>
              <a:gd name="connsiteY7" fmla="*/ 1025401 h 6858000"/>
              <a:gd name="connsiteX8" fmla="*/ 11625899 w 12192000"/>
              <a:gd name="connsiteY8" fmla="*/ 41234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3315 w 12192000"/>
              <a:gd name="connsiteY6" fmla="*/ 1027941 h 6858000"/>
              <a:gd name="connsiteX7" fmla="*/ 11902124 w 12192000"/>
              <a:gd name="connsiteY7" fmla="*/ 1025401 h 6858000"/>
              <a:gd name="connsiteX8" fmla="*/ 11902124 w 12192000"/>
              <a:gd name="connsiteY8" fmla="*/ 269471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376995 w 12192000"/>
              <a:gd name="connsiteY5" fmla="*/ 440921 h 6858000"/>
              <a:gd name="connsiteX6" fmla="*/ 10143315 w 12192000"/>
              <a:gd name="connsiteY6" fmla="*/ 1027941 h 6858000"/>
              <a:gd name="connsiteX7" fmla="*/ 11902124 w 12192000"/>
              <a:gd name="connsiteY7" fmla="*/ 1025401 h 6858000"/>
              <a:gd name="connsiteX8" fmla="*/ 11902124 w 12192000"/>
              <a:gd name="connsiteY8" fmla="*/ 269471 h 6858000"/>
              <a:gd name="connsiteX9" fmla="*/ 10376995 w 12192000"/>
              <a:gd name="connsiteY9" fmla="*/ 44092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7566 h 6858000"/>
              <a:gd name="connsiteX6" fmla="*/ 10143315 w 12192000"/>
              <a:gd name="connsiteY6" fmla="*/ 1027941 h 6858000"/>
              <a:gd name="connsiteX7" fmla="*/ 11902124 w 12192000"/>
              <a:gd name="connsiteY7" fmla="*/ 1025401 h 6858000"/>
              <a:gd name="connsiteX8" fmla="*/ 11902124 w 12192000"/>
              <a:gd name="connsiteY8" fmla="*/ 269471 h 6858000"/>
              <a:gd name="connsiteX9" fmla="*/ 10146490 w 12192000"/>
              <a:gd name="connsiteY9" fmla="*/ 26756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7566 h 6858000"/>
              <a:gd name="connsiteX6" fmla="*/ 10143315 w 12192000"/>
              <a:gd name="connsiteY6" fmla="*/ 1027941 h 6858000"/>
              <a:gd name="connsiteX7" fmla="*/ 11902124 w 12192000"/>
              <a:gd name="connsiteY7" fmla="*/ 1025401 h 6858000"/>
              <a:gd name="connsiteX8" fmla="*/ 11900219 w 12192000"/>
              <a:gd name="connsiteY8" fmla="*/ 267566 h 6858000"/>
              <a:gd name="connsiteX9" fmla="*/ 10146490 w 12192000"/>
              <a:gd name="connsiteY9" fmla="*/ 26756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7566 h 6858000"/>
              <a:gd name="connsiteX6" fmla="*/ 10143315 w 12192000"/>
              <a:gd name="connsiteY6" fmla="*/ 1027941 h 6858000"/>
              <a:gd name="connsiteX7" fmla="*/ 11902124 w 12192000"/>
              <a:gd name="connsiteY7" fmla="*/ 1025401 h 6858000"/>
              <a:gd name="connsiteX8" fmla="*/ 11904029 w 12192000"/>
              <a:gd name="connsiteY8" fmla="*/ 267566 h 6858000"/>
              <a:gd name="connsiteX9" fmla="*/ 10146490 w 12192000"/>
              <a:gd name="connsiteY9" fmla="*/ 26756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7566 h 6858000"/>
              <a:gd name="connsiteX6" fmla="*/ 10149030 w 12192000"/>
              <a:gd name="connsiteY6" fmla="*/ 1026036 h 6858000"/>
              <a:gd name="connsiteX7" fmla="*/ 11902124 w 12192000"/>
              <a:gd name="connsiteY7" fmla="*/ 1025401 h 6858000"/>
              <a:gd name="connsiteX8" fmla="*/ 11904029 w 12192000"/>
              <a:gd name="connsiteY8" fmla="*/ 267566 h 6858000"/>
              <a:gd name="connsiteX9" fmla="*/ 10146490 w 12192000"/>
              <a:gd name="connsiteY9" fmla="*/ 26756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7566 h 6858000"/>
              <a:gd name="connsiteX6" fmla="*/ 10145220 w 12192000"/>
              <a:gd name="connsiteY6" fmla="*/ 1026036 h 6858000"/>
              <a:gd name="connsiteX7" fmla="*/ 11902124 w 12192000"/>
              <a:gd name="connsiteY7" fmla="*/ 1025401 h 6858000"/>
              <a:gd name="connsiteX8" fmla="*/ 11904029 w 12192000"/>
              <a:gd name="connsiteY8" fmla="*/ 267566 h 6858000"/>
              <a:gd name="connsiteX9" fmla="*/ 10146490 w 12192000"/>
              <a:gd name="connsiteY9" fmla="*/ 26756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92000" h="6858000">
                <a:moveTo>
                  <a:pt x="489966" y="6280287"/>
                </a:moveTo>
                <a:lnTo>
                  <a:pt x="488061" y="6386217"/>
                </a:lnTo>
                <a:lnTo>
                  <a:pt x="951870" y="6386217"/>
                </a:lnTo>
                <a:lnTo>
                  <a:pt x="951870" y="6280287"/>
                </a:lnTo>
                <a:lnTo>
                  <a:pt x="489966" y="6280287"/>
                </a:lnTo>
                <a:close/>
                <a:moveTo>
                  <a:pt x="10146490" y="267566"/>
                </a:moveTo>
                <a:cubicBezTo>
                  <a:pt x="10144797" y="526104"/>
                  <a:pt x="10146913" y="767498"/>
                  <a:pt x="10145220" y="1026036"/>
                </a:cubicBezTo>
                <a:lnTo>
                  <a:pt x="11902124" y="1025401"/>
                </a:lnTo>
                <a:lnTo>
                  <a:pt x="11904029" y="267566"/>
                </a:lnTo>
                <a:lnTo>
                  <a:pt x="10146490" y="267566"/>
                </a:lnTo>
                <a:close/>
                <a:moveTo>
                  <a:pt x="0" y="0"/>
                </a:moveTo>
                <a:lnTo>
                  <a:pt x="12192000" y="0"/>
                </a:lnTo>
                <a:lnTo>
                  <a:pt x="12192000" y="6858000"/>
                </a:lnTo>
                <a:lnTo>
                  <a:pt x="0" y="6858000"/>
                </a:lnTo>
                <a:lnTo>
                  <a:pt x="0" y="0"/>
                </a:lnTo>
                <a:close/>
              </a:path>
            </a:pathLst>
          </a:custGeom>
        </p:spPr>
        <p:txBody>
          <a:bodyPr wrap="square">
            <a:noAutofit/>
          </a:bodyPr>
          <a:lstStyle>
            <a:lvl1pPr marL="0" indent="0">
              <a:buNone/>
              <a:defRPr/>
            </a:lvl1pPr>
          </a:lstStyle>
          <a:p>
            <a:r>
              <a:rPr lang="en-US"/>
              <a:t>Add image by clicking on icon</a:t>
            </a:r>
          </a:p>
        </p:txBody>
      </p:sp>
      <p:sp>
        <p:nvSpPr>
          <p:cNvPr id="24" name="Textplatzhalter 2">
            <a:extLst>
              <a:ext uri="{FF2B5EF4-FFF2-40B4-BE49-F238E27FC236}">
                <a16:creationId xmlns:a16="http://schemas.microsoft.com/office/drawing/2014/main" id="{B2BCC63D-764D-453B-B95D-B53E771DF123}"/>
              </a:ext>
            </a:extLst>
          </p:cNvPr>
          <p:cNvSpPr>
            <a:spLocks noGrp="1"/>
          </p:cNvSpPr>
          <p:nvPr>
            <p:ph type="body" sz="quarter" idx="10" hasCustomPrompt="1"/>
          </p:nvPr>
        </p:nvSpPr>
        <p:spPr>
          <a:xfrm>
            <a:off x="479425" y="4834859"/>
            <a:ext cx="7812088" cy="1336071"/>
          </a:xfrm>
          <a:prstGeom prst="rect">
            <a:avLst/>
          </a:prstGeom>
          <a:noFill/>
        </p:spPr>
        <p:txBody>
          <a:bodyPr wrap="square" rtlCol="0" anchor="b">
            <a:spAutoFit/>
          </a:bodyPr>
          <a:lstStyle>
            <a:lvl1pPr marL="0" indent="0">
              <a:buNone/>
              <a:tabLst>
                <a:tab pos="1074738" algn="l"/>
              </a:tabLst>
              <a:defRPr lang="de-DE" sz="4800" b="1" cap="all" baseline="0" smtClean="0">
                <a:solidFill>
                  <a:schemeClr val="bg1"/>
                </a:solidFill>
                <a:latin typeface="STIHL Contraface Display Title" panose="02000600040000020004" pitchFamily="50" charset="0"/>
              </a:defRPr>
            </a:lvl1pPr>
            <a:lvl2pPr marL="277812" indent="0">
              <a:buNone/>
              <a:defRPr lang="de-DE" smtClean="0"/>
            </a:lvl2pPr>
            <a:lvl3pPr marL="739775" indent="0">
              <a:buNone/>
              <a:defRPr lang="de-DE" sz="1800" smtClean="0"/>
            </a:lvl3pPr>
            <a:lvl4pPr marL="1190625" indent="0">
              <a:buNone/>
              <a:defRPr lang="de-DE" sz="1800" smtClean="0"/>
            </a:lvl4pPr>
            <a:lvl5pPr marL="1647825" indent="0">
              <a:buNone/>
              <a:defRPr lang="de-DE" sz="1800"/>
            </a:lvl5pPr>
          </a:lstStyle>
          <a:p>
            <a:pPr marL="0" lvl="0"/>
            <a:r>
              <a:rPr lang="en-GB"/>
              <a:t>Final words </a:t>
            </a:r>
            <a:br>
              <a:rPr lang="en-GB"/>
            </a:br>
            <a:r>
              <a:rPr lang="en-GB"/>
              <a:t>(many thanks)</a:t>
            </a:r>
          </a:p>
        </p:txBody>
      </p:sp>
      <p:sp>
        <p:nvSpPr>
          <p:cNvPr id="29" name="Rechteck 28">
            <a:extLst>
              <a:ext uri="{FF2B5EF4-FFF2-40B4-BE49-F238E27FC236}">
                <a16:creationId xmlns:a16="http://schemas.microsoft.com/office/drawing/2014/main" id="{2C6085ED-8EF3-4C74-9B9D-7804FC5FAEA1}"/>
              </a:ext>
            </a:extLst>
          </p:cNvPr>
          <p:cNvSpPr/>
          <p:nvPr/>
        </p:nvSpPr>
        <p:spPr>
          <a:xfrm>
            <a:off x="495191" y="6283982"/>
            <a:ext cx="450741" cy="9459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a:endParaRPr lang="en-GB"/>
          </a:p>
        </p:txBody>
      </p:sp>
      <p:sp>
        <p:nvSpPr>
          <p:cNvPr id="9" name="Rechteck 8">
            <a:extLst>
              <a:ext uri="{FF2B5EF4-FFF2-40B4-BE49-F238E27FC236}">
                <a16:creationId xmlns:a16="http://schemas.microsoft.com/office/drawing/2014/main" id="{5CF86407-DA27-4CA6-A346-F8477F884E96}"/>
              </a:ext>
            </a:extLst>
          </p:cNvPr>
          <p:cNvSpPr>
            <a:spLocks/>
          </p:cNvSpPr>
          <p:nvPr/>
        </p:nvSpPr>
        <p:spPr>
          <a:xfrm>
            <a:off x="-1943099" y="2913099"/>
            <a:ext cx="1772284" cy="1031803"/>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ctr">
            <a:sp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90000"/>
              </a:lnSpc>
            </a:pPr>
            <a:r>
              <a:rPr lang="en-GB" sz="1600" b="0">
                <a:solidFill>
                  <a:schemeClr val="tx1"/>
                </a:solidFill>
              </a:rPr>
              <a:t>Please do not print slides with full colour or motifs </a:t>
            </a:r>
          </a:p>
        </p:txBody>
      </p:sp>
    </p:spTree>
    <p:extLst>
      <p:ext uri="{BB962C8B-B14F-4D97-AF65-F5344CB8AC3E}">
        <p14:creationId xmlns:p14="http://schemas.microsoft.com/office/powerpoint/2010/main" val="9123761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Inhalt">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p:custDataLst>
              <p:tags r:id="rId1"/>
            </p:custDataLst>
            <p:extLst>
              <p:ext uri="{D42A27DB-BD31-4B8C-83A1-F6EECF244321}">
                <p14:modId xmlns:p14="http://schemas.microsoft.com/office/powerpoint/2010/main" val="7622127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70" imgH="371" progId="TCLayout.ActiveDocument.1">
                  <p:embed/>
                </p:oleObj>
              </mc:Choice>
              <mc:Fallback>
                <p:oleObj name="think-cell Folie" r:id="rId3" imgW="370" imgH="371" progId="TCLayout.ActiveDocument.1">
                  <p:embed/>
                  <p:pic>
                    <p:nvPicPr>
                      <p:cNvPr id="2" name="Objek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7" name="Titel 10">
            <a:extLst>
              <a:ext uri="{FF2B5EF4-FFF2-40B4-BE49-F238E27FC236}">
                <a16:creationId xmlns:a16="http://schemas.microsoft.com/office/drawing/2014/main" id="{1D6E84FA-FD4E-4697-91A3-11CC718B6B1E}"/>
              </a:ext>
            </a:extLst>
          </p:cNvPr>
          <p:cNvSpPr>
            <a:spLocks noGrp="1"/>
          </p:cNvSpPr>
          <p:nvPr>
            <p:ph type="title" hasCustomPrompt="1"/>
          </p:nvPr>
        </p:nvSpPr>
        <p:spPr>
          <a:xfrm>
            <a:off x="479426" y="503546"/>
            <a:ext cx="9579925" cy="304699"/>
          </a:xfrm>
        </p:spPr>
        <p:txBody>
          <a:bodyPr vert="horz" lIns="0" tIns="0" rIns="0" bIns="0" rtlCol="0" anchor="t" anchorCtr="0">
            <a:noAutofit/>
          </a:bodyPr>
          <a:lstStyle>
            <a:lvl1pPr>
              <a:lnSpc>
                <a:spcPct val="90000"/>
              </a:lnSpc>
              <a:defRPr lang="de-DE" sz="2200" dirty="0"/>
            </a:lvl1pPr>
          </a:lstStyle>
          <a:p>
            <a:pPr lvl="0"/>
            <a:r>
              <a:rPr lang="en-GB"/>
              <a:t>Agenda</a:t>
            </a:r>
          </a:p>
        </p:txBody>
      </p:sp>
      <p:sp>
        <p:nvSpPr>
          <p:cNvPr id="4" name="Rechteck 3">
            <a:extLst>
              <a:ext uri="{FF2B5EF4-FFF2-40B4-BE49-F238E27FC236}">
                <a16:creationId xmlns:a16="http://schemas.microsoft.com/office/drawing/2014/main" id="{5CF86407-DA27-4CA6-A346-F8477F884E96}"/>
              </a:ext>
            </a:extLst>
          </p:cNvPr>
          <p:cNvSpPr>
            <a:spLocks/>
          </p:cNvSpPr>
          <p:nvPr/>
        </p:nvSpPr>
        <p:spPr>
          <a:xfrm>
            <a:off x="-1943099" y="2137502"/>
            <a:ext cx="1772284" cy="2582997"/>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ctr">
            <a:sp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90000"/>
              </a:lnSpc>
            </a:pPr>
            <a:r>
              <a:rPr lang="en-US" sz="1600">
                <a:solidFill>
                  <a:schemeClr val="tx1"/>
                </a:solidFill>
              </a:rPr>
              <a:t>The suggested font sizes are not binding and can be adjusted individually depending on the content density and type of presentation. Please ensure good readability.</a:t>
            </a:r>
          </a:p>
        </p:txBody>
      </p:sp>
    </p:spTree>
    <p:extLst>
      <p:ext uri="{BB962C8B-B14F-4D97-AF65-F5344CB8AC3E}">
        <p14:creationId xmlns:p14="http://schemas.microsoft.com/office/powerpoint/2010/main" val="29665773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Titelfolie leer">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p:custDataLst>
              <p:tags r:id="rId1"/>
            </p:custDataLst>
            <p:extLst>
              <p:ext uri="{D42A27DB-BD31-4B8C-83A1-F6EECF244321}">
                <p14:modId xmlns:p14="http://schemas.microsoft.com/office/powerpoint/2010/main" val="10632919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70" imgH="371" progId="TCLayout.ActiveDocument.1">
                  <p:embed/>
                </p:oleObj>
              </mc:Choice>
              <mc:Fallback>
                <p:oleObj name="think-cell Folie" r:id="rId4" imgW="370" imgH="371" progId="TCLayout.ActiveDocument.1">
                  <p:embed/>
                  <p:pic>
                    <p:nvPicPr>
                      <p:cNvPr id="4" name="Objek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hteck 2" hidden="1"/>
          <p:cNvSpPr/>
          <p:nvPr>
            <p:custDataLst>
              <p:tags r:id="rId2"/>
            </p:custDataLst>
          </p:nvPr>
        </p:nvSpPr>
        <p:spPr>
          <a:xfrm>
            <a:off x="0" y="0"/>
            <a:ext cx="158750" cy="15875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de-DE" sz="4800" b="1" i="0" baseline="0">
              <a:solidFill>
                <a:schemeClr val="tx1"/>
              </a:solidFill>
              <a:latin typeface="STIHL Contraface Display Title"/>
              <a:ea typeface="+mn-ea"/>
              <a:cs typeface="+mn-cs"/>
              <a:sym typeface="STIHL Contraface Display Title"/>
            </a:endParaRPr>
          </a:p>
        </p:txBody>
      </p:sp>
      <p:sp>
        <p:nvSpPr>
          <p:cNvPr id="11" name="Subline">
            <a:extLst>
              <a:ext uri="{FF2B5EF4-FFF2-40B4-BE49-F238E27FC236}">
                <a16:creationId xmlns:a16="http://schemas.microsoft.com/office/drawing/2014/main" id="{93378434-A597-4F7F-B029-ECD35EA41BCB}"/>
              </a:ext>
            </a:extLst>
          </p:cNvPr>
          <p:cNvSpPr>
            <a:spLocks noGrp="1"/>
          </p:cNvSpPr>
          <p:nvPr>
            <p:ph type="body" sz="quarter" idx="13" hasCustomPrompt="1"/>
          </p:nvPr>
        </p:nvSpPr>
        <p:spPr>
          <a:xfrm>
            <a:off x="571500" y="5706830"/>
            <a:ext cx="8640000" cy="216000"/>
          </a:xfrm>
          <a:prstGeom prst="rect">
            <a:avLst/>
          </a:prstGeom>
        </p:spPr>
        <p:txBody>
          <a:bodyPr lIns="0" rIns="0" anchor="b" anchorCtr="0">
            <a:noAutofit/>
          </a:bodyPr>
          <a:lstStyle>
            <a:lvl1pPr marL="0" indent="0">
              <a:buNone/>
              <a:defRPr sz="1800" b="1" cap="none" baseline="0">
                <a:latin typeface="+mj-lt"/>
              </a:defRPr>
            </a:lvl1pPr>
          </a:lstStyle>
          <a:p>
            <a:pPr lvl="0"/>
            <a:r>
              <a:rPr lang="de-DE" err="1"/>
              <a:t>Subline</a:t>
            </a:r>
            <a:endParaRPr lang="de-DE"/>
          </a:p>
        </p:txBody>
      </p:sp>
      <p:sp>
        <p:nvSpPr>
          <p:cNvPr id="12" name="Name">
            <a:extLst>
              <a:ext uri="{FF2B5EF4-FFF2-40B4-BE49-F238E27FC236}">
                <a16:creationId xmlns:a16="http://schemas.microsoft.com/office/drawing/2014/main" id="{78096696-CF0D-4E90-AD93-F265006F5553}"/>
              </a:ext>
            </a:extLst>
          </p:cNvPr>
          <p:cNvSpPr>
            <a:spLocks noGrp="1"/>
          </p:cNvSpPr>
          <p:nvPr>
            <p:ph type="body" sz="quarter" idx="14" hasCustomPrompt="1"/>
          </p:nvPr>
        </p:nvSpPr>
        <p:spPr>
          <a:xfrm>
            <a:off x="571500" y="6049289"/>
            <a:ext cx="8640000" cy="216000"/>
          </a:xfrm>
          <a:prstGeom prst="rect">
            <a:avLst/>
          </a:prstGeom>
        </p:spPr>
        <p:txBody>
          <a:bodyPr lIns="0" rIns="0" anchor="t" anchorCtr="0">
            <a:noAutofit/>
          </a:bodyPr>
          <a:lstStyle>
            <a:lvl1pPr marL="0" indent="0">
              <a:buNone/>
              <a:defRPr sz="1800" cap="none" baseline="0">
                <a:latin typeface="+mn-lt"/>
              </a:defRPr>
            </a:lvl1pPr>
          </a:lstStyle>
          <a:p>
            <a:pPr lvl="0"/>
            <a:r>
              <a:rPr lang="de-DE"/>
              <a:t>Vorname Nachname</a:t>
            </a:r>
          </a:p>
        </p:txBody>
      </p:sp>
      <p:sp>
        <p:nvSpPr>
          <p:cNvPr id="9" name="Datum">
            <a:extLst>
              <a:ext uri="{FF2B5EF4-FFF2-40B4-BE49-F238E27FC236}">
                <a16:creationId xmlns:a16="http://schemas.microsoft.com/office/drawing/2014/main" id="{93CE0D43-2D94-4A12-94F6-C940A9EBB106}"/>
              </a:ext>
            </a:extLst>
          </p:cNvPr>
          <p:cNvSpPr>
            <a:spLocks noGrp="1"/>
          </p:cNvSpPr>
          <p:nvPr>
            <p:ph type="body" sz="quarter" idx="15" hasCustomPrompt="1"/>
          </p:nvPr>
        </p:nvSpPr>
        <p:spPr>
          <a:xfrm>
            <a:off x="571500" y="6283748"/>
            <a:ext cx="8640000" cy="216000"/>
          </a:xfrm>
          <a:prstGeom prst="rect">
            <a:avLst/>
          </a:prstGeom>
        </p:spPr>
        <p:txBody>
          <a:bodyPr lIns="0" rIns="0" anchor="t" anchorCtr="0">
            <a:noAutofit/>
          </a:bodyPr>
          <a:lstStyle>
            <a:lvl1pPr marL="0" indent="0">
              <a:buNone/>
              <a:defRPr sz="1800" cap="none" baseline="0">
                <a:latin typeface="+mn-lt"/>
              </a:defRPr>
            </a:lvl1pPr>
          </a:lstStyle>
          <a:p>
            <a:pPr lvl="0"/>
            <a:r>
              <a:rPr lang="de-DE"/>
              <a:t>Datum</a:t>
            </a:r>
          </a:p>
        </p:txBody>
      </p:sp>
      <p:pic>
        <p:nvPicPr>
          <p:cNvPr id="10" name="Grafik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30262" y="502821"/>
            <a:ext cx="1385810" cy="287488"/>
          </a:xfrm>
          <a:prstGeom prst="rect">
            <a:avLst/>
          </a:prstGeom>
        </p:spPr>
      </p:pic>
      <p:sp>
        <p:nvSpPr>
          <p:cNvPr id="2" name="Titel 1"/>
          <p:cNvSpPr>
            <a:spLocks noGrp="1"/>
          </p:cNvSpPr>
          <p:nvPr>
            <p:ph type="title" hasCustomPrompt="1"/>
          </p:nvPr>
        </p:nvSpPr>
        <p:spPr>
          <a:xfrm>
            <a:off x="572400" y="2113200"/>
            <a:ext cx="8640000" cy="3240000"/>
          </a:xfrm>
        </p:spPr>
        <p:txBody>
          <a:bodyPr vert="horz" lIns="288000" tIns="288000" rIns="288000" bIns="288000" rtlCol="0">
            <a:noAutofit/>
          </a:bodyPr>
          <a:lstStyle>
            <a:lvl1pPr>
              <a:defRPr lang="de-DE" sz="4800" dirty="0">
                <a:latin typeface="STIHL Contraface Display Title" pitchFamily="50" charset="0"/>
                <a:ea typeface="+mn-ea"/>
                <a:cs typeface="+mn-cs"/>
              </a:defRPr>
            </a:lvl1pPr>
          </a:lstStyle>
          <a:p>
            <a:pPr lvl="0"/>
            <a:r>
              <a:rPr lang="de-DE"/>
              <a:t>Mastertitelformat bearbeiten</a:t>
            </a:r>
            <a:br>
              <a:rPr lang="de-DE"/>
            </a:br>
            <a:r>
              <a:rPr lang="de-DE"/>
              <a:t>ƒ</a:t>
            </a:r>
          </a:p>
        </p:txBody>
      </p:sp>
      <p:sp>
        <p:nvSpPr>
          <p:cNvPr id="6" name="Rechteck 5">
            <a:extLst>
              <a:ext uri="{FF2B5EF4-FFF2-40B4-BE49-F238E27FC236}">
                <a16:creationId xmlns:a16="http://schemas.microsoft.com/office/drawing/2014/main" id="{FDB70F68-AAEF-6EC4-A4BD-F3AAFC20BE10}"/>
              </a:ext>
            </a:extLst>
          </p:cNvPr>
          <p:cNvSpPr>
            <a:spLocks/>
          </p:cNvSpPr>
          <p:nvPr userDrawn="1"/>
        </p:nvSpPr>
        <p:spPr>
          <a:xfrm>
            <a:off x="-3139178" y="1034423"/>
            <a:ext cx="2845436" cy="4577389"/>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b" anchorCtr="0">
            <a:sp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marR="0" lvl="0" indent="-2857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lang="de-DE" sz="1600">
                <a:solidFill>
                  <a:schemeClr val="tx1"/>
                </a:solidFill>
              </a:rPr>
              <a:t>Weitere Vorlagen finden Sie in der Template Library. Diese ist in den Template Ordnern gespeichert</a:t>
            </a:r>
            <a:br>
              <a:rPr lang="de-DE" sz="1600">
                <a:solidFill>
                  <a:schemeClr val="tx1"/>
                </a:solidFill>
              </a:rPr>
            </a:br>
            <a:endParaRPr lang="de-DE" sz="1600">
              <a:solidFill>
                <a:schemeClr val="tx1"/>
              </a:solidFill>
            </a:endParaRPr>
          </a:p>
          <a:p>
            <a:pPr marL="285750" marR="0" lvl="0" indent="-2857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lang="de-DE" sz="1600">
                <a:solidFill>
                  <a:schemeClr val="tx1"/>
                </a:solidFill>
              </a:rPr>
              <a:t>Bildmaterial finden Sie auf Ihrem lokalen Laufwerk unter </a:t>
            </a:r>
            <a:r>
              <a:rPr lang="de-DE" sz="1600" b="1">
                <a:solidFill>
                  <a:schemeClr val="tx1"/>
                </a:solidFill>
              </a:rPr>
              <a:t>C:\Program Files (x86)\STIHL\PPT Images </a:t>
            </a:r>
            <a:br>
              <a:rPr lang="de-DE" sz="1600">
                <a:solidFill>
                  <a:schemeClr val="tx1"/>
                </a:solidFill>
              </a:rPr>
            </a:br>
            <a:r>
              <a:rPr lang="de-DE" sz="1600">
                <a:solidFill>
                  <a:schemeClr val="tx1"/>
                </a:solidFill>
              </a:rPr>
              <a:t>oder im STIHL DAM </a:t>
            </a:r>
            <a:r>
              <a:rPr lang="de-DE" sz="1600">
                <a:hlinkClick r:id="rId7"/>
              </a:rPr>
              <a:t>https://dam.stihl.com/</a:t>
            </a:r>
            <a:endParaRPr lang="de-DE" sz="1600"/>
          </a:p>
          <a:p>
            <a:pPr marL="285750" marR="0" lvl="0" indent="-2857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endParaRPr lang="de-DE" sz="1600"/>
          </a:p>
          <a:p>
            <a:pPr marL="285750" marR="0" lvl="0" indent="-2857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lang="de-DE" sz="1600" b="0">
                <a:solidFill>
                  <a:schemeClr val="tx1"/>
                </a:solidFill>
              </a:rPr>
              <a:t>Bitte keine Folien mit vollflächigen Farben oder Motiven drucken </a:t>
            </a:r>
          </a:p>
          <a:p>
            <a:pPr marL="285750" marR="0" lvl="0" indent="-2857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endParaRPr lang="de-DE" sz="1600" b="0">
              <a:solidFill>
                <a:schemeClr val="tx1"/>
              </a:solidFill>
            </a:endParaRPr>
          </a:p>
          <a:p>
            <a:pPr marL="285750" marR="0" lvl="0" indent="-2857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lang="de-DE" sz="1600" b="0">
                <a:solidFill>
                  <a:schemeClr val="tx1"/>
                </a:solidFill>
              </a:rPr>
              <a:t>Die Standlinie kann über den Reiter "Einfügen" durch das Feld "Symbol" eingefügt werden</a:t>
            </a:r>
          </a:p>
        </p:txBody>
      </p:sp>
      <p:pic>
        <p:nvPicPr>
          <p:cNvPr id="5" name="Grafik 4" descr="Ein Bild, das Kunst, Kreis, Grafiken, Bernstein enthält.&#10;&#10;Automatisch generierte Beschreibung">
            <a:extLst>
              <a:ext uri="{FF2B5EF4-FFF2-40B4-BE49-F238E27FC236}">
                <a16:creationId xmlns:a16="http://schemas.microsoft.com/office/drawing/2014/main" id="{F6843835-CB15-66DE-11FE-87078B37653C}"/>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9404332" y="503545"/>
            <a:ext cx="715973" cy="294981"/>
          </a:xfrm>
          <a:prstGeom prst="rect">
            <a:avLst/>
          </a:prstGeom>
        </p:spPr>
      </p:pic>
    </p:spTree>
    <p:extLst>
      <p:ext uri="{BB962C8B-B14F-4D97-AF65-F5344CB8AC3E}">
        <p14:creationId xmlns:p14="http://schemas.microsoft.com/office/powerpoint/2010/main" val="11846614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cSld name="Schlussfolie Hintergrundbild">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70" imgH="371" progId="TCLayout.ActiveDocument.1">
                  <p:embed/>
                </p:oleObj>
              </mc:Choice>
              <mc:Fallback>
                <p:oleObj name="think-cell Folie" r:id="rId3" imgW="370" imgH="371" progId="TCLayout.ActiveDocument.1">
                  <p:embed/>
                  <p:pic>
                    <p:nvPicPr>
                      <p:cNvPr id="2" name="Objek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7" name="Bildplatzhalter 14">
            <a:extLst>
              <a:ext uri="{FF2B5EF4-FFF2-40B4-BE49-F238E27FC236}">
                <a16:creationId xmlns:a16="http://schemas.microsoft.com/office/drawing/2014/main" id="{12A2E7EC-D35A-4A4A-BBD2-6097A2AF7814}"/>
              </a:ext>
            </a:extLst>
          </p:cNvPr>
          <p:cNvSpPr>
            <a:spLocks noGrp="1"/>
          </p:cNvSpPr>
          <p:nvPr>
            <p:ph type="pic" sz="quarter" idx="15"/>
          </p:nvPr>
        </p:nvSpPr>
        <p:spPr>
          <a:xfrm>
            <a:off x="0" y="0"/>
            <a:ext cx="12192000" cy="6858000"/>
          </a:xfrm>
          <a:custGeom>
            <a:avLst/>
            <a:gdLst>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10129345 w 12192000"/>
              <a:gd name="connsiteY4" fmla="*/ 344401 h 6858000"/>
              <a:gd name="connsiteX5" fmla="*/ 10129345 w 12192000"/>
              <a:gd name="connsiteY5" fmla="*/ 1099696 h 6858000"/>
              <a:gd name="connsiteX6" fmla="*/ 11857039 w 12192000"/>
              <a:gd name="connsiteY6" fmla="*/ 1099696 h 6858000"/>
              <a:gd name="connsiteX7" fmla="*/ 11857039 w 12192000"/>
              <a:gd name="connsiteY7" fmla="*/ 344401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29345 w 12192000"/>
              <a:gd name="connsiteY6" fmla="*/ 1099696 h 6858000"/>
              <a:gd name="connsiteX7" fmla="*/ 11857039 w 12192000"/>
              <a:gd name="connsiteY7" fmla="*/ 1099696 h 6858000"/>
              <a:gd name="connsiteX8" fmla="*/ 11857039 w 12192000"/>
              <a:gd name="connsiteY8" fmla="*/ 34440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29345 w 12192000"/>
              <a:gd name="connsiteY6" fmla="*/ 1099696 h 6858000"/>
              <a:gd name="connsiteX7" fmla="*/ 11857039 w 12192000"/>
              <a:gd name="connsiteY7" fmla="*/ 109969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29345 w 12192000"/>
              <a:gd name="connsiteY6" fmla="*/ 1099696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31885 w 12192000"/>
              <a:gd name="connsiteY6" fmla="*/ 1033656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642366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2366 w 12192000"/>
              <a:gd name="connsiteY0" fmla="*/ 6426972 h 6858000"/>
              <a:gd name="connsiteX1" fmla="*/ 642366 w 12192000"/>
              <a:gd name="connsiteY1" fmla="*/ 6534807 h 6858000"/>
              <a:gd name="connsiteX2" fmla="*/ 5401950 w 12192000"/>
              <a:gd name="connsiteY2" fmla="*/ 6534807 h 6858000"/>
              <a:gd name="connsiteX3" fmla="*/ 5401950 w 12192000"/>
              <a:gd name="connsiteY3" fmla="*/ 2751084 h 6858000"/>
              <a:gd name="connsiteX4" fmla="*/ 642366 w 12192000"/>
              <a:gd name="connsiteY4" fmla="*/ 642697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2366 w 12192000"/>
              <a:gd name="connsiteY0" fmla="*/ 6426972 h 6858000"/>
              <a:gd name="connsiteX1" fmla="*/ 642366 w 12192000"/>
              <a:gd name="connsiteY1" fmla="*/ 6534807 h 6858000"/>
              <a:gd name="connsiteX2" fmla="*/ 5401950 w 12192000"/>
              <a:gd name="connsiteY2" fmla="*/ 6534807 h 6858000"/>
              <a:gd name="connsiteX3" fmla="*/ 1378590 w 12192000"/>
              <a:gd name="connsiteY3" fmla="*/ 6122172 h 6858000"/>
              <a:gd name="connsiteX4" fmla="*/ 642366 w 12192000"/>
              <a:gd name="connsiteY4" fmla="*/ 642697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2366 w 12192000"/>
              <a:gd name="connsiteY0" fmla="*/ 6426972 h 6858000"/>
              <a:gd name="connsiteX1" fmla="*/ 642366 w 12192000"/>
              <a:gd name="connsiteY1" fmla="*/ 6534807 h 6858000"/>
              <a:gd name="connsiteX2" fmla="*/ 1195710 w 12192000"/>
              <a:gd name="connsiteY2" fmla="*/ 6565287 h 6858000"/>
              <a:gd name="connsiteX3" fmla="*/ 1378590 w 12192000"/>
              <a:gd name="connsiteY3" fmla="*/ 6122172 h 6858000"/>
              <a:gd name="connsiteX4" fmla="*/ 642366 w 12192000"/>
              <a:gd name="connsiteY4" fmla="*/ 642697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2366 w 12192000"/>
              <a:gd name="connsiteY0" fmla="*/ 6426972 h 6858000"/>
              <a:gd name="connsiteX1" fmla="*/ 642366 w 12192000"/>
              <a:gd name="connsiteY1" fmla="*/ 6534807 h 6858000"/>
              <a:gd name="connsiteX2" fmla="*/ 1195710 w 12192000"/>
              <a:gd name="connsiteY2" fmla="*/ 6565287 h 6858000"/>
              <a:gd name="connsiteX3" fmla="*/ 1378590 w 12192000"/>
              <a:gd name="connsiteY3" fmla="*/ 6122172 h 6858000"/>
              <a:gd name="connsiteX4" fmla="*/ 642366 w 12192000"/>
              <a:gd name="connsiteY4" fmla="*/ 642697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2366 w 12192000"/>
              <a:gd name="connsiteY0" fmla="*/ 6426972 h 6858000"/>
              <a:gd name="connsiteX1" fmla="*/ 642366 w 12192000"/>
              <a:gd name="connsiteY1" fmla="*/ 6534807 h 6858000"/>
              <a:gd name="connsiteX2" fmla="*/ 1102365 w 12192000"/>
              <a:gd name="connsiteY2" fmla="*/ 6536712 h 6858000"/>
              <a:gd name="connsiteX3" fmla="*/ 1378590 w 12192000"/>
              <a:gd name="connsiteY3" fmla="*/ 6122172 h 6858000"/>
              <a:gd name="connsiteX4" fmla="*/ 642366 w 12192000"/>
              <a:gd name="connsiteY4" fmla="*/ 642697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2366 w 12192000"/>
              <a:gd name="connsiteY0" fmla="*/ 6426972 h 6858000"/>
              <a:gd name="connsiteX1" fmla="*/ 642366 w 12192000"/>
              <a:gd name="connsiteY1" fmla="*/ 6534807 h 6858000"/>
              <a:gd name="connsiteX2" fmla="*/ 1102365 w 12192000"/>
              <a:gd name="connsiteY2" fmla="*/ 6536712 h 6858000"/>
              <a:gd name="connsiteX3" fmla="*/ 1106175 w 12192000"/>
              <a:gd name="connsiteY3" fmla="*/ 6434592 h 6858000"/>
              <a:gd name="connsiteX4" fmla="*/ 642366 w 12192000"/>
              <a:gd name="connsiteY4" fmla="*/ 642697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2366 w 12192000"/>
              <a:gd name="connsiteY0" fmla="*/ 6426972 h 6858000"/>
              <a:gd name="connsiteX1" fmla="*/ 642366 w 12192000"/>
              <a:gd name="connsiteY1" fmla="*/ 6534807 h 6858000"/>
              <a:gd name="connsiteX2" fmla="*/ 1106175 w 12192000"/>
              <a:gd name="connsiteY2" fmla="*/ 6538617 h 6858000"/>
              <a:gd name="connsiteX3" fmla="*/ 1106175 w 12192000"/>
              <a:gd name="connsiteY3" fmla="*/ 6434592 h 6858000"/>
              <a:gd name="connsiteX4" fmla="*/ 642366 w 12192000"/>
              <a:gd name="connsiteY4" fmla="*/ 642697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6176 w 12192000"/>
              <a:gd name="connsiteY0" fmla="*/ 6430782 h 6858000"/>
              <a:gd name="connsiteX1" fmla="*/ 642366 w 12192000"/>
              <a:gd name="connsiteY1" fmla="*/ 6534807 h 6858000"/>
              <a:gd name="connsiteX2" fmla="*/ 1106175 w 12192000"/>
              <a:gd name="connsiteY2" fmla="*/ 6538617 h 6858000"/>
              <a:gd name="connsiteX3" fmla="*/ 1106175 w 12192000"/>
              <a:gd name="connsiteY3" fmla="*/ 6434592 h 6858000"/>
              <a:gd name="connsiteX4" fmla="*/ 646176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6176 w 12192000"/>
              <a:gd name="connsiteY0" fmla="*/ 6430782 h 6858000"/>
              <a:gd name="connsiteX1" fmla="*/ 642366 w 12192000"/>
              <a:gd name="connsiteY1" fmla="*/ 6534807 h 6858000"/>
              <a:gd name="connsiteX2" fmla="*/ 1106175 w 12192000"/>
              <a:gd name="connsiteY2" fmla="*/ 6538617 h 6858000"/>
              <a:gd name="connsiteX3" fmla="*/ 1106175 w 12192000"/>
              <a:gd name="connsiteY3" fmla="*/ 6432687 h 6858000"/>
              <a:gd name="connsiteX4" fmla="*/ 646176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6176 w 12192000"/>
              <a:gd name="connsiteY0" fmla="*/ 6430782 h 6858000"/>
              <a:gd name="connsiteX1" fmla="*/ 642366 w 12192000"/>
              <a:gd name="connsiteY1" fmla="*/ 6534807 h 6858000"/>
              <a:gd name="connsiteX2" fmla="*/ 1106175 w 12192000"/>
              <a:gd name="connsiteY2" fmla="*/ 6538617 h 6858000"/>
              <a:gd name="connsiteX3" fmla="*/ 1106175 w 12192000"/>
              <a:gd name="connsiteY3" fmla="*/ 6428877 h 6858000"/>
              <a:gd name="connsiteX4" fmla="*/ 646176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6176 w 12192000"/>
              <a:gd name="connsiteY0" fmla="*/ 6430782 h 6858000"/>
              <a:gd name="connsiteX1" fmla="*/ 642366 w 12192000"/>
              <a:gd name="connsiteY1" fmla="*/ 6534807 h 6858000"/>
              <a:gd name="connsiteX2" fmla="*/ 1106175 w 12192000"/>
              <a:gd name="connsiteY2" fmla="*/ 6538617 h 6858000"/>
              <a:gd name="connsiteX3" fmla="*/ 1106175 w 12192000"/>
              <a:gd name="connsiteY3" fmla="*/ 6430782 h 6858000"/>
              <a:gd name="connsiteX4" fmla="*/ 646176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6176 w 12192000"/>
              <a:gd name="connsiteY0" fmla="*/ 6430782 h 6858000"/>
              <a:gd name="connsiteX1" fmla="*/ 642366 w 12192000"/>
              <a:gd name="connsiteY1" fmla="*/ 6534807 h 6858000"/>
              <a:gd name="connsiteX2" fmla="*/ 1106175 w 12192000"/>
              <a:gd name="connsiteY2" fmla="*/ 6536712 h 6858000"/>
              <a:gd name="connsiteX3" fmla="*/ 1106175 w 12192000"/>
              <a:gd name="connsiteY3" fmla="*/ 6430782 h 6858000"/>
              <a:gd name="connsiteX4" fmla="*/ 646176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6176 w 12192000"/>
              <a:gd name="connsiteY0" fmla="*/ 6430782 h 6858000"/>
              <a:gd name="connsiteX1" fmla="*/ 644271 w 12192000"/>
              <a:gd name="connsiteY1" fmla="*/ 6534807 h 6858000"/>
              <a:gd name="connsiteX2" fmla="*/ 1106175 w 12192000"/>
              <a:gd name="connsiteY2" fmla="*/ 6536712 h 6858000"/>
              <a:gd name="connsiteX3" fmla="*/ 1106175 w 12192000"/>
              <a:gd name="connsiteY3" fmla="*/ 6430782 h 6858000"/>
              <a:gd name="connsiteX4" fmla="*/ 646176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4271 w 12192000"/>
              <a:gd name="connsiteY0" fmla="*/ 6430782 h 6858000"/>
              <a:gd name="connsiteX1" fmla="*/ 644271 w 12192000"/>
              <a:gd name="connsiteY1" fmla="*/ 6534807 h 6858000"/>
              <a:gd name="connsiteX2" fmla="*/ 1106175 w 12192000"/>
              <a:gd name="connsiteY2" fmla="*/ 6536712 h 6858000"/>
              <a:gd name="connsiteX3" fmla="*/ 1106175 w 12192000"/>
              <a:gd name="connsiteY3" fmla="*/ 6430782 h 6858000"/>
              <a:gd name="connsiteX4" fmla="*/ 644271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4271 w 12192000"/>
              <a:gd name="connsiteY0" fmla="*/ 6430782 h 6858000"/>
              <a:gd name="connsiteX1" fmla="*/ 644271 w 12192000"/>
              <a:gd name="connsiteY1" fmla="*/ 6534807 h 6858000"/>
              <a:gd name="connsiteX2" fmla="*/ 1106175 w 12192000"/>
              <a:gd name="connsiteY2" fmla="*/ 6536712 h 6858000"/>
              <a:gd name="connsiteX3" fmla="*/ 1106175 w 12192000"/>
              <a:gd name="connsiteY3" fmla="*/ 6430782 h 6858000"/>
              <a:gd name="connsiteX4" fmla="*/ 644271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644271 w 12192000"/>
              <a:gd name="connsiteY1" fmla="*/ 6534807 h 6858000"/>
              <a:gd name="connsiteX2" fmla="*/ 1106175 w 12192000"/>
              <a:gd name="connsiteY2" fmla="*/ 6536712 h 6858000"/>
              <a:gd name="connsiteX3" fmla="*/ 1106175 w 12192000"/>
              <a:gd name="connsiteY3" fmla="*/ 6430782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644271 w 12192000"/>
              <a:gd name="connsiteY1" fmla="*/ 6534807 h 6858000"/>
              <a:gd name="connsiteX2" fmla="*/ 1106175 w 12192000"/>
              <a:gd name="connsiteY2" fmla="*/ 6536712 h 6858000"/>
              <a:gd name="connsiteX3" fmla="*/ 951870 w 12192000"/>
              <a:gd name="connsiteY3" fmla="*/ 6278382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644271 w 12192000"/>
              <a:gd name="connsiteY1" fmla="*/ 6534807 h 6858000"/>
              <a:gd name="connsiteX2" fmla="*/ 1106175 w 12192000"/>
              <a:gd name="connsiteY2" fmla="*/ 6536712 h 6858000"/>
              <a:gd name="connsiteX3" fmla="*/ 951870 w 12192000"/>
              <a:gd name="connsiteY3" fmla="*/ 6278382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644271 w 12192000"/>
              <a:gd name="connsiteY1" fmla="*/ 6534807 h 6858000"/>
              <a:gd name="connsiteX2" fmla="*/ 1106175 w 12192000"/>
              <a:gd name="connsiteY2" fmla="*/ 6536712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644271 w 12192000"/>
              <a:gd name="connsiteY1" fmla="*/ 6534807 h 6858000"/>
              <a:gd name="connsiteX2" fmla="*/ 953775 w 12192000"/>
              <a:gd name="connsiteY2" fmla="*/ 6384312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3775 w 12192000"/>
              <a:gd name="connsiteY2" fmla="*/ 6384312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3775 w 12192000"/>
              <a:gd name="connsiteY2" fmla="*/ 6386217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4029 w 12192000"/>
              <a:gd name="connsiteY8" fmla="*/ 271376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751629 w 12192000"/>
              <a:gd name="connsiteY8" fmla="*/ 419966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2124 w 12192000"/>
              <a:gd name="connsiteY8" fmla="*/ 267566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209355 w 12192000"/>
              <a:gd name="connsiteY5" fmla="*/ 319001 h 6858000"/>
              <a:gd name="connsiteX6" fmla="*/ 10135695 w 12192000"/>
              <a:gd name="connsiteY6" fmla="*/ 1031751 h 6858000"/>
              <a:gd name="connsiteX7" fmla="*/ 11907839 w 12192000"/>
              <a:gd name="connsiteY7" fmla="*/ 1031116 h 6858000"/>
              <a:gd name="connsiteX8" fmla="*/ 11902124 w 12192000"/>
              <a:gd name="connsiteY8" fmla="*/ 267566 h 6858000"/>
              <a:gd name="connsiteX9" fmla="*/ 10209355 w 12192000"/>
              <a:gd name="connsiteY9" fmla="*/ 31900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35695 w 12192000"/>
              <a:gd name="connsiteY6" fmla="*/ 1031751 h 6858000"/>
              <a:gd name="connsiteX7" fmla="*/ 11907839 w 12192000"/>
              <a:gd name="connsiteY7" fmla="*/ 1031116 h 6858000"/>
              <a:gd name="connsiteX8" fmla="*/ 11902124 w 12192000"/>
              <a:gd name="connsiteY8" fmla="*/ 26756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215705 w 12192000"/>
              <a:gd name="connsiteY6" fmla="*/ 982221 h 6858000"/>
              <a:gd name="connsiteX7" fmla="*/ 11907839 w 12192000"/>
              <a:gd name="connsiteY7" fmla="*/ 1031116 h 6858000"/>
              <a:gd name="connsiteX8" fmla="*/ 11902124 w 12192000"/>
              <a:gd name="connsiteY8" fmla="*/ 26756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5220 w 12192000"/>
              <a:gd name="connsiteY6" fmla="*/ 1027941 h 6858000"/>
              <a:gd name="connsiteX7" fmla="*/ 11907839 w 12192000"/>
              <a:gd name="connsiteY7" fmla="*/ 1031116 h 6858000"/>
              <a:gd name="connsiteX8" fmla="*/ 11902124 w 12192000"/>
              <a:gd name="connsiteY8" fmla="*/ 26756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5220 w 12192000"/>
              <a:gd name="connsiteY6" fmla="*/ 1027941 h 6858000"/>
              <a:gd name="connsiteX7" fmla="*/ 11803064 w 12192000"/>
              <a:gd name="connsiteY7" fmla="*/ 954916 h 6858000"/>
              <a:gd name="connsiteX8" fmla="*/ 11902124 w 12192000"/>
              <a:gd name="connsiteY8" fmla="*/ 26756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5220 w 12192000"/>
              <a:gd name="connsiteY6" fmla="*/ 1027941 h 6858000"/>
              <a:gd name="connsiteX7" fmla="*/ 11904029 w 12192000"/>
              <a:gd name="connsiteY7" fmla="*/ 1027306 h 6858000"/>
              <a:gd name="connsiteX8" fmla="*/ 11902124 w 12192000"/>
              <a:gd name="connsiteY8" fmla="*/ 26756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316035 w 12192000"/>
              <a:gd name="connsiteY5" fmla="*/ 364721 h 6858000"/>
              <a:gd name="connsiteX6" fmla="*/ 10145220 w 12192000"/>
              <a:gd name="connsiteY6" fmla="*/ 1027941 h 6858000"/>
              <a:gd name="connsiteX7" fmla="*/ 11904029 w 12192000"/>
              <a:gd name="connsiteY7" fmla="*/ 1027306 h 6858000"/>
              <a:gd name="connsiteX8" fmla="*/ 11902124 w 12192000"/>
              <a:gd name="connsiteY8" fmla="*/ 267566 h 6858000"/>
              <a:gd name="connsiteX9" fmla="*/ 10316035 w 12192000"/>
              <a:gd name="connsiteY9" fmla="*/ 36472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5661 h 6858000"/>
              <a:gd name="connsiteX6" fmla="*/ 10145220 w 12192000"/>
              <a:gd name="connsiteY6" fmla="*/ 1027941 h 6858000"/>
              <a:gd name="connsiteX7" fmla="*/ 11904029 w 12192000"/>
              <a:gd name="connsiteY7" fmla="*/ 1027306 h 6858000"/>
              <a:gd name="connsiteX8" fmla="*/ 11902124 w 12192000"/>
              <a:gd name="connsiteY8" fmla="*/ 267566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5661 h 6858000"/>
              <a:gd name="connsiteX6" fmla="*/ 10145220 w 12192000"/>
              <a:gd name="connsiteY6" fmla="*/ 1027941 h 6858000"/>
              <a:gd name="connsiteX7" fmla="*/ 11904029 w 12192000"/>
              <a:gd name="connsiteY7" fmla="*/ 1027306 h 6858000"/>
              <a:gd name="connsiteX8" fmla="*/ 11829734 w 12192000"/>
              <a:gd name="connsiteY8" fmla="*/ 351386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5661 h 6858000"/>
              <a:gd name="connsiteX6" fmla="*/ 10145220 w 12192000"/>
              <a:gd name="connsiteY6" fmla="*/ 1027941 h 6858000"/>
              <a:gd name="connsiteX7" fmla="*/ 11904029 w 12192000"/>
              <a:gd name="connsiteY7" fmla="*/ 1027306 h 6858000"/>
              <a:gd name="connsiteX8" fmla="*/ 11904029 w 12192000"/>
              <a:gd name="connsiteY8" fmla="*/ 265661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5661 h 6858000"/>
              <a:gd name="connsiteX6" fmla="*/ 10145220 w 12192000"/>
              <a:gd name="connsiteY6" fmla="*/ 1027941 h 6858000"/>
              <a:gd name="connsiteX7" fmla="*/ 11623994 w 12192000"/>
              <a:gd name="connsiteY7" fmla="*/ 924436 h 6858000"/>
              <a:gd name="connsiteX8" fmla="*/ 11904029 w 12192000"/>
              <a:gd name="connsiteY8" fmla="*/ 265661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5661 h 6858000"/>
              <a:gd name="connsiteX6" fmla="*/ 10145220 w 12192000"/>
              <a:gd name="connsiteY6" fmla="*/ 1027941 h 6858000"/>
              <a:gd name="connsiteX7" fmla="*/ 11904029 w 12192000"/>
              <a:gd name="connsiteY7" fmla="*/ 1025401 h 6858000"/>
              <a:gd name="connsiteX8" fmla="*/ 11904029 w 12192000"/>
              <a:gd name="connsiteY8" fmla="*/ 265661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5661 h 6858000"/>
              <a:gd name="connsiteX6" fmla="*/ 10206180 w 12192000"/>
              <a:gd name="connsiteY6" fmla="*/ 955551 h 6858000"/>
              <a:gd name="connsiteX7" fmla="*/ 11904029 w 12192000"/>
              <a:gd name="connsiteY7" fmla="*/ 1025401 h 6858000"/>
              <a:gd name="connsiteX8" fmla="*/ 11904029 w 12192000"/>
              <a:gd name="connsiteY8" fmla="*/ 265661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5661 h 6858000"/>
              <a:gd name="connsiteX6" fmla="*/ 10143315 w 12192000"/>
              <a:gd name="connsiteY6" fmla="*/ 1027941 h 6858000"/>
              <a:gd name="connsiteX7" fmla="*/ 11904029 w 12192000"/>
              <a:gd name="connsiteY7" fmla="*/ 1025401 h 6858000"/>
              <a:gd name="connsiteX8" fmla="*/ 11904029 w 12192000"/>
              <a:gd name="connsiteY8" fmla="*/ 265661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5661 h 6858000"/>
              <a:gd name="connsiteX6" fmla="*/ 10141410 w 12192000"/>
              <a:gd name="connsiteY6" fmla="*/ 1026036 h 6858000"/>
              <a:gd name="connsiteX7" fmla="*/ 11904029 w 12192000"/>
              <a:gd name="connsiteY7" fmla="*/ 1025401 h 6858000"/>
              <a:gd name="connsiteX8" fmla="*/ 11904029 w 12192000"/>
              <a:gd name="connsiteY8" fmla="*/ 265661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5661 h 6858000"/>
              <a:gd name="connsiteX6" fmla="*/ 10143315 w 12192000"/>
              <a:gd name="connsiteY6" fmla="*/ 1026036 h 6858000"/>
              <a:gd name="connsiteX7" fmla="*/ 11904029 w 12192000"/>
              <a:gd name="connsiteY7" fmla="*/ 1025401 h 6858000"/>
              <a:gd name="connsiteX8" fmla="*/ 11904029 w 12192000"/>
              <a:gd name="connsiteY8" fmla="*/ 265661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260790 w 12192000"/>
              <a:gd name="connsiteY5" fmla="*/ 385676 h 6858000"/>
              <a:gd name="connsiteX6" fmla="*/ 10143315 w 12192000"/>
              <a:gd name="connsiteY6" fmla="*/ 1026036 h 6858000"/>
              <a:gd name="connsiteX7" fmla="*/ 11904029 w 12192000"/>
              <a:gd name="connsiteY7" fmla="*/ 1025401 h 6858000"/>
              <a:gd name="connsiteX8" fmla="*/ 11904029 w 12192000"/>
              <a:gd name="connsiteY8" fmla="*/ 265661 h 6858000"/>
              <a:gd name="connsiteX9" fmla="*/ 10260790 w 12192000"/>
              <a:gd name="connsiteY9" fmla="*/ 385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71376 h 6858000"/>
              <a:gd name="connsiteX6" fmla="*/ 10143315 w 12192000"/>
              <a:gd name="connsiteY6" fmla="*/ 1026036 h 6858000"/>
              <a:gd name="connsiteX7" fmla="*/ 11904029 w 12192000"/>
              <a:gd name="connsiteY7" fmla="*/ 1025401 h 6858000"/>
              <a:gd name="connsiteX8" fmla="*/ 11904029 w 12192000"/>
              <a:gd name="connsiteY8" fmla="*/ 265661 h 6858000"/>
              <a:gd name="connsiteX9" fmla="*/ 10146490 w 12192000"/>
              <a:gd name="connsiteY9" fmla="*/ 2713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71376 h 6858000"/>
              <a:gd name="connsiteX6" fmla="*/ 10143315 w 12192000"/>
              <a:gd name="connsiteY6" fmla="*/ 1026036 h 6858000"/>
              <a:gd name="connsiteX7" fmla="*/ 11904029 w 12192000"/>
              <a:gd name="connsiteY7" fmla="*/ 1025401 h 6858000"/>
              <a:gd name="connsiteX8" fmla="*/ 11782109 w 12192000"/>
              <a:gd name="connsiteY8" fmla="*/ 360911 h 6858000"/>
              <a:gd name="connsiteX9" fmla="*/ 10146490 w 12192000"/>
              <a:gd name="connsiteY9" fmla="*/ 2713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71376 h 6858000"/>
              <a:gd name="connsiteX6" fmla="*/ 10143315 w 12192000"/>
              <a:gd name="connsiteY6" fmla="*/ 1026036 h 6858000"/>
              <a:gd name="connsiteX7" fmla="*/ 11904029 w 12192000"/>
              <a:gd name="connsiteY7" fmla="*/ 1025401 h 6858000"/>
              <a:gd name="connsiteX8" fmla="*/ 11904029 w 12192000"/>
              <a:gd name="connsiteY8" fmla="*/ 267566 h 6858000"/>
              <a:gd name="connsiteX9" fmla="*/ 10146490 w 12192000"/>
              <a:gd name="connsiteY9" fmla="*/ 2713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71376 h 6858000"/>
              <a:gd name="connsiteX6" fmla="*/ 10143315 w 12192000"/>
              <a:gd name="connsiteY6" fmla="*/ 1026036 h 6858000"/>
              <a:gd name="connsiteX7" fmla="*/ 11669714 w 12192000"/>
              <a:gd name="connsiteY7" fmla="*/ 956821 h 6858000"/>
              <a:gd name="connsiteX8" fmla="*/ 11904029 w 12192000"/>
              <a:gd name="connsiteY8" fmla="*/ 267566 h 6858000"/>
              <a:gd name="connsiteX9" fmla="*/ 10146490 w 12192000"/>
              <a:gd name="connsiteY9" fmla="*/ 2713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71376 h 6858000"/>
              <a:gd name="connsiteX6" fmla="*/ 10143315 w 12192000"/>
              <a:gd name="connsiteY6" fmla="*/ 1026036 h 6858000"/>
              <a:gd name="connsiteX7" fmla="*/ 11902124 w 12192000"/>
              <a:gd name="connsiteY7" fmla="*/ 1029211 h 6858000"/>
              <a:gd name="connsiteX8" fmla="*/ 11904029 w 12192000"/>
              <a:gd name="connsiteY8" fmla="*/ 267566 h 6858000"/>
              <a:gd name="connsiteX9" fmla="*/ 10146490 w 12192000"/>
              <a:gd name="connsiteY9" fmla="*/ 2713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71376 h 6858000"/>
              <a:gd name="connsiteX6" fmla="*/ 10217610 w 12192000"/>
              <a:gd name="connsiteY6" fmla="*/ 963171 h 6858000"/>
              <a:gd name="connsiteX7" fmla="*/ 11902124 w 12192000"/>
              <a:gd name="connsiteY7" fmla="*/ 1029211 h 6858000"/>
              <a:gd name="connsiteX8" fmla="*/ 11904029 w 12192000"/>
              <a:gd name="connsiteY8" fmla="*/ 267566 h 6858000"/>
              <a:gd name="connsiteX9" fmla="*/ 10146490 w 12192000"/>
              <a:gd name="connsiteY9" fmla="*/ 2713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71376 h 6858000"/>
              <a:gd name="connsiteX6" fmla="*/ 10143315 w 12192000"/>
              <a:gd name="connsiteY6" fmla="*/ 1026036 h 6858000"/>
              <a:gd name="connsiteX7" fmla="*/ 11902124 w 12192000"/>
              <a:gd name="connsiteY7" fmla="*/ 1029211 h 6858000"/>
              <a:gd name="connsiteX8" fmla="*/ 11904029 w 12192000"/>
              <a:gd name="connsiteY8" fmla="*/ 267566 h 6858000"/>
              <a:gd name="connsiteX9" fmla="*/ 10146490 w 12192000"/>
              <a:gd name="connsiteY9" fmla="*/ 2713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71376 h 6858000"/>
              <a:gd name="connsiteX6" fmla="*/ 10143315 w 12192000"/>
              <a:gd name="connsiteY6" fmla="*/ 1026036 h 6858000"/>
              <a:gd name="connsiteX7" fmla="*/ 11904029 w 12192000"/>
              <a:gd name="connsiteY7" fmla="*/ 1027306 h 6858000"/>
              <a:gd name="connsiteX8" fmla="*/ 11904029 w 12192000"/>
              <a:gd name="connsiteY8" fmla="*/ 267566 h 6858000"/>
              <a:gd name="connsiteX9" fmla="*/ 10146490 w 12192000"/>
              <a:gd name="connsiteY9" fmla="*/ 2713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3315 w 12192000"/>
              <a:gd name="connsiteY6" fmla="*/ 1026036 h 6858000"/>
              <a:gd name="connsiteX7" fmla="*/ 11904029 w 12192000"/>
              <a:gd name="connsiteY7" fmla="*/ 1027306 h 6858000"/>
              <a:gd name="connsiteX8" fmla="*/ 11904029 w 12192000"/>
              <a:gd name="connsiteY8" fmla="*/ 26756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3315 w 12192000"/>
              <a:gd name="connsiteY6" fmla="*/ 1026036 h 6858000"/>
              <a:gd name="connsiteX7" fmla="*/ 11904029 w 12192000"/>
              <a:gd name="connsiteY7" fmla="*/ 1027306 h 6858000"/>
              <a:gd name="connsiteX8" fmla="*/ 11902124 w 12192000"/>
              <a:gd name="connsiteY8" fmla="*/ 269471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3315 w 12192000"/>
              <a:gd name="connsiteY6" fmla="*/ 1026036 h 6858000"/>
              <a:gd name="connsiteX7" fmla="*/ 11902124 w 12192000"/>
              <a:gd name="connsiteY7" fmla="*/ 1025401 h 6858000"/>
              <a:gd name="connsiteX8" fmla="*/ 11902124 w 12192000"/>
              <a:gd name="connsiteY8" fmla="*/ 269471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7125 w 12192000"/>
              <a:gd name="connsiteY6" fmla="*/ 1026036 h 6858000"/>
              <a:gd name="connsiteX7" fmla="*/ 11902124 w 12192000"/>
              <a:gd name="connsiteY7" fmla="*/ 1025401 h 6858000"/>
              <a:gd name="connsiteX8" fmla="*/ 11902124 w 12192000"/>
              <a:gd name="connsiteY8" fmla="*/ 269471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297620 w 12192000"/>
              <a:gd name="connsiteY6" fmla="*/ 885066 h 6858000"/>
              <a:gd name="connsiteX7" fmla="*/ 11902124 w 12192000"/>
              <a:gd name="connsiteY7" fmla="*/ 1025401 h 6858000"/>
              <a:gd name="connsiteX8" fmla="*/ 11902124 w 12192000"/>
              <a:gd name="connsiteY8" fmla="*/ 269471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7125 w 12192000"/>
              <a:gd name="connsiteY6" fmla="*/ 1029846 h 6858000"/>
              <a:gd name="connsiteX7" fmla="*/ 11902124 w 12192000"/>
              <a:gd name="connsiteY7" fmla="*/ 1025401 h 6858000"/>
              <a:gd name="connsiteX8" fmla="*/ 11902124 w 12192000"/>
              <a:gd name="connsiteY8" fmla="*/ 269471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349055 w 12192000"/>
              <a:gd name="connsiteY6" fmla="*/ 875541 h 6858000"/>
              <a:gd name="connsiteX7" fmla="*/ 11902124 w 12192000"/>
              <a:gd name="connsiteY7" fmla="*/ 1025401 h 6858000"/>
              <a:gd name="connsiteX8" fmla="*/ 11902124 w 12192000"/>
              <a:gd name="connsiteY8" fmla="*/ 269471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3315 w 12192000"/>
              <a:gd name="connsiteY6" fmla="*/ 1027941 h 6858000"/>
              <a:gd name="connsiteX7" fmla="*/ 11902124 w 12192000"/>
              <a:gd name="connsiteY7" fmla="*/ 1025401 h 6858000"/>
              <a:gd name="connsiteX8" fmla="*/ 11902124 w 12192000"/>
              <a:gd name="connsiteY8" fmla="*/ 269471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3315 w 12192000"/>
              <a:gd name="connsiteY6" fmla="*/ 1027941 h 6858000"/>
              <a:gd name="connsiteX7" fmla="*/ 11902124 w 12192000"/>
              <a:gd name="connsiteY7" fmla="*/ 1025401 h 6858000"/>
              <a:gd name="connsiteX8" fmla="*/ 11625899 w 12192000"/>
              <a:gd name="connsiteY8" fmla="*/ 41234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3315 w 12192000"/>
              <a:gd name="connsiteY6" fmla="*/ 1027941 h 6858000"/>
              <a:gd name="connsiteX7" fmla="*/ 11902124 w 12192000"/>
              <a:gd name="connsiteY7" fmla="*/ 1025401 h 6858000"/>
              <a:gd name="connsiteX8" fmla="*/ 11902124 w 12192000"/>
              <a:gd name="connsiteY8" fmla="*/ 269471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376995 w 12192000"/>
              <a:gd name="connsiteY5" fmla="*/ 440921 h 6858000"/>
              <a:gd name="connsiteX6" fmla="*/ 10143315 w 12192000"/>
              <a:gd name="connsiteY6" fmla="*/ 1027941 h 6858000"/>
              <a:gd name="connsiteX7" fmla="*/ 11902124 w 12192000"/>
              <a:gd name="connsiteY7" fmla="*/ 1025401 h 6858000"/>
              <a:gd name="connsiteX8" fmla="*/ 11902124 w 12192000"/>
              <a:gd name="connsiteY8" fmla="*/ 269471 h 6858000"/>
              <a:gd name="connsiteX9" fmla="*/ 10376995 w 12192000"/>
              <a:gd name="connsiteY9" fmla="*/ 44092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7566 h 6858000"/>
              <a:gd name="connsiteX6" fmla="*/ 10143315 w 12192000"/>
              <a:gd name="connsiteY6" fmla="*/ 1027941 h 6858000"/>
              <a:gd name="connsiteX7" fmla="*/ 11902124 w 12192000"/>
              <a:gd name="connsiteY7" fmla="*/ 1025401 h 6858000"/>
              <a:gd name="connsiteX8" fmla="*/ 11902124 w 12192000"/>
              <a:gd name="connsiteY8" fmla="*/ 269471 h 6858000"/>
              <a:gd name="connsiteX9" fmla="*/ 10146490 w 12192000"/>
              <a:gd name="connsiteY9" fmla="*/ 26756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7566 h 6858000"/>
              <a:gd name="connsiteX6" fmla="*/ 10143315 w 12192000"/>
              <a:gd name="connsiteY6" fmla="*/ 1027941 h 6858000"/>
              <a:gd name="connsiteX7" fmla="*/ 11902124 w 12192000"/>
              <a:gd name="connsiteY7" fmla="*/ 1025401 h 6858000"/>
              <a:gd name="connsiteX8" fmla="*/ 11900219 w 12192000"/>
              <a:gd name="connsiteY8" fmla="*/ 267566 h 6858000"/>
              <a:gd name="connsiteX9" fmla="*/ 10146490 w 12192000"/>
              <a:gd name="connsiteY9" fmla="*/ 26756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7566 h 6858000"/>
              <a:gd name="connsiteX6" fmla="*/ 10143315 w 12192000"/>
              <a:gd name="connsiteY6" fmla="*/ 1027941 h 6858000"/>
              <a:gd name="connsiteX7" fmla="*/ 11902124 w 12192000"/>
              <a:gd name="connsiteY7" fmla="*/ 1025401 h 6858000"/>
              <a:gd name="connsiteX8" fmla="*/ 11904029 w 12192000"/>
              <a:gd name="connsiteY8" fmla="*/ 267566 h 6858000"/>
              <a:gd name="connsiteX9" fmla="*/ 10146490 w 12192000"/>
              <a:gd name="connsiteY9" fmla="*/ 26756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7566 h 6858000"/>
              <a:gd name="connsiteX6" fmla="*/ 10149030 w 12192000"/>
              <a:gd name="connsiteY6" fmla="*/ 1026036 h 6858000"/>
              <a:gd name="connsiteX7" fmla="*/ 11902124 w 12192000"/>
              <a:gd name="connsiteY7" fmla="*/ 1025401 h 6858000"/>
              <a:gd name="connsiteX8" fmla="*/ 11904029 w 12192000"/>
              <a:gd name="connsiteY8" fmla="*/ 267566 h 6858000"/>
              <a:gd name="connsiteX9" fmla="*/ 10146490 w 12192000"/>
              <a:gd name="connsiteY9" fmla="*/ 26756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7566 h 6858000"/>
              <a:gd name="connsiteX6" fmla="*/ 10145220 w 12192000"/>
              <a:gd name="connsiteY6" fmla="*/ 1026036 h 6858000"/>
              <a:gd name="connsiteX7" fmla="*/ 11902124 w 12192000"/>
              <a:gd name="connsiteY7" fmla="*/ 1025401 h 6858000"/>
              <a:gd name="connsiteX8" fmla="*/ 11904029 w 12192000"/>
              <a:gd name="connsiteY8" fmla="*/ 267566 h 6858000"/>
              <a:gd name="connsiteX9" fmla="*/ 10146490 w 12192000"/>
              <a:gd name="connsiteY9" fmla="*/ 26756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92000" h="6858000">
                <a:moveTo>
                  <a:pt x="489966" y="6280287"/>
                </a:moveTo>
                <a:lnTo>
                  <a:pt x="488061" y="6386217"/>
                </a:lnTo>
                <a:lnTo>
                  <a:pt x="951870" y="6386217"/>
                </a:lnTo>
                <a:lnTo>
                  <a:pt x="951870" y="6280287"/>
                </a:lnTo>
                <a:lnTo>
                  <a:pt x="489966" y="6280287"/>
                </a:lnTo>
                <a:close/>
                <a:moveTo>
                  <a:pt x="10146490" y="267566"/>
                </a:moveTo>
                <a:cubicBezTo>
                  <a:pt x="10144797" y="526104"/>
                  <a:pt x="10146913" y="767498"/>
                  <a:pt x="10145220" y="1026036"/>
                </a:cubicBezTo>
                <a:lnTo>
                  <a:pt x="11902124" y="1025401"/>
                </a:lnTo>
                <a:lnTo>
                  <a:pt x="11904029" y="267566"/>
                </a:lnTo>
                <a:lnTo>
                  <a:pt x="10146490" y="267566"/>
                </a:lnTo>
                <a:close/>
                <a:moveTo>
                  <a:pt x="0" y="0"/>
                </a:moveTo>
                <a:lnTo>
                  <a:pt x="12192000" y="0"/>
                </a:lnTo>
                <a:lnTo>
                  <a:pt x="12192000" y="6858000"/>
                </a:lnTo>
                <a:lnTo>
                  <a:pt x="0" y="6858000"/>
                </a:lnTo>
                <a:lnTo>
                  <a:pt x="0" y="0"/>
                </a:lnTo>
                <a:close/>
              </a:path>
            </a:pathLst>
          </a:custGeom>
        </p:spPr>
        <p:txBody>
          <a:bodyPr wrap="square">
            <a:noAutofit/>
          </a:bodyPr>
          <a:lstStyle>
            <a:lvl1pPr marL="0" indent="0">
              <a:buNone/>
              <a:defRPr/>
            </a:lvl1pPr>
          </a:lstStyle>
          <a:p>
            <a:r>
              <a:rPr lang="de-DE"/>
              <a:t>Bild durch Klicken auf Symbol hinzufügen</a:t>
            </a:r>
          </a:p>
        </p:txBody>
      </p:sp>
      <p:sp>
        <p:nvSpPr>
          <p:cNvPr id="24" name="Textplatzhalter 2">
            <a:extLst>
              <a:ext uri="{FF2B5EF4-FFF2-40B4-BE49-F238E27FC236}">
                <a16:creationId xmlns:a16="http://schemas.microsoft.com/office/drawing/2014/main" id="{B2BCC63D-764D-453B-B95D-B53E771DF123}"/>
              </a:ext>
            </a:extLst>
          </p:cNvPr>
          <p:cNvSpPr>
            <a:spLocks noGrp="1"/>
          </p:cNvSpPr>
          <p:nvPr>
            <p:ph type="body" sz="quarter" idx="10" hasCustomPrompt="1"/>
          </p:nvPr>
        </p:nvSpPr>
        <p:spPr>
          <a:xfrm>
            <a:off x="479425" y="4834859"/>
            <a:ext cx="7812088" cy="1336071"/>
          </a:xfrm>
          <a:prstGeom prst="rect">
            <a:avLst/>
          </a:prstGeom>
          <a:noFill/>
        </p:spPr>
        <p:txBody>
          <a:bodyPr wrap="square" rtlCol="0" anchor="b">
            <a:spAutoFit/>
          </a:bodyPr>
          <a:lstStyle>
            <a:lvl1pPr marL="0" indent="0">
              <a:buNone/>
              <a:tabLst>
                <a:tab pos="1074738" algn="l"/>
              </a:tabLst>
              <a:defRPr lang="de-DE" sz="4800" b="1" cap="all" baseline="0" smtClean="0">
                <a:solidFill>
                  <a:schemeClr val="bg1"/>
                </a:solidFill>
                <a:latin typeface="STIHL Contraface Display Title" panose="02000600040000020004" pitchFamily="50" charset="0"/>
              </a:defRPr>
            </a:lvl1pPr>
            <a:lvl2pPr marL="277812" indent="0">
              <a:buNone/>
              <a:defRPr lang="de-DE" smtClean="0"/>
            </a:lvl2pPr>
            <a:lvl3pPr marL="739775" indent="0">
              <a:buNone/>
              <a:defRPr lang="de-DE" sz="1800" smtClean="0"/>
            </a:lvl3pPr>
            <a:lvl4pPr marL="1190625" indent="0">
              <a:buNone/>
              <a:defRPr lang="de-DE" sz="1800" smtClean="0"/>
            </a:lvl4pPr>
            <a:lvl5pPr marL="1647825" indent="0">
              <a:buNone/>
              <a:defRPr lang="de-DE" sz="1800"/>
            </a:lvl5pPr>
          </a:lstStyle>
          <a:p>
            <a:pPr marL="0" lvl="0"/>
            <a:r>
              <a:rPr lang="de-DE"/>
              <a:t>Abschlussworte (vielen Dank)</a:t>
            </a:r>
          </a:p>
        </p:txBody>
      </p:sp>
      <p:sp>
        <p:nvSpPr>
          <p:cNvPr id="29" name="Rechteck 28">
            <a:extLst>
              <a:ext uri="{FF2B5EF4-FFF2-40B4-BE49-F238E27FC236}">
                <a16:creationId xmlns:a16="http://schemas.microsoft.com/office/drawing/2014/main" id="{2C6085ED-8EF3-4C74-9B9D-7804FC5FAEA1}"/>
              </a:ext>
            </a:extLst>
          </p:cNvPr>
          <p:cNvSpPr/>
          <p:nvPr/>
        </p:nvSpPr>
        <p:spPr>
          <a:xfrm>
            <a:off x="495191" y="6283982"/>
            <a:ext cx="450741" cy="9459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a:endParaRPr lang="de-DE"/>
          </a:p>
        </p:txBody>
      </p:sp>
      <p:sp>
        <p:nvSpPr>
          <p:cNvPr id="8" name="Rechteck 7">
            <a:extLst>
              <a:ext uri="{FF2B5EF4-FFF2-40B4-BE49-F238E27FC236}">
                <a16:creationId xmlns:a16="http://schemas.microsoft.com/office/drawing/2014/main" id="{5CF86407-DA27-4CA6-A346-F8477F884E96}"/>
              </a:ext>
            </a:extLst>
          </p:cNvPr>
          <p:cNvSpPr>
            <a:spLocks/>
          </p:cNvSpPr>
          <p:nvPr/>
        </p:nvSpPr>
        <p:spPr>
          <a:xfrm>
            <a:off x="-1939923" y="2913099"/>
            <a:ext cx="1772284" cy="1031803"/>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ctr">
            <a:spAutoFit/>
          </a:bodyPr>
          <a:lstStyle/>
          <a:p>
            <a:pPr algn="ctr">
              <a:lnSpc>
                <a:spcPct val="90000"/>
              </a:lnSpc>
            </a:pPr>
            <a:r>
              <a:rPr lang="de-DE" sz="1600" b="0">
                <a:solidFill>
                  <a:schemeClr val="tx1"/>
                </a:solidFill>
              </a:rPr>
              <a:t>Bitte keine Folien mit vollflächigen Farben oder Motiven drucken </a:t>
            </a:r>
          </a:p>
        </p:txBody>
      </p:sp>
      <p:pic>
        <p:nvPicPr>
          <p:cNvPr id="9" name="Grafik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136061" y="258750"/>
            <a:ext cx="1774212" cy="775631"/>
          </a:xfrm>
          <a:prstGeom prst="rect">
            <a:avLst/>
          </a:prstGeom>
        </p:spPr>
      </p:pic>
      <p:pic>
        <p:nvPicPr>
          <p:cNvPr id="3" name="Grafik 2" descr="Ein Bild, das Entwurf, Kreis, Schwarzweiß, Grafiken enthält.&#10;&#10;Automatisch generierte Beschreibung">
            <a:extLst>
              <a:ext uri="{FF2B5EF4-FFF2-40B4-BE49-F238E27FC236}">
                <a16:creationId xmlns:a16="http://schemas.microsoft.com/office/drawing/2014/main" id="{4CCAB04F-9C20-1FC6-8252-4035346818F0}"/>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8558680" y="378086"/>
            <a:ext cx="1303300" cy="536960"/>
          </a:xfrm>
          <a:prstGeom prst="rect">
            <a:avLst/>
          </a:prstGeom>
        </p:spPr>
      </p:pic>
    </p:spTree>
    <p:extLst>
      <p:ext uri="{BB962C8B-B14F-4D97-AF65-F5344CB8AC3E}">
        <p14:creationId xmlns:p14="http://schemas.microsoft.com/office/powerpoint/2010/main" val="105087792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langes Bild links /Text Inhalt rechts">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70" imgH="371" progId="TCLayout.ActiveDocument.1">
                  <p:embed/>
                </p:oleObj>
              </mc:Choice>
              <mc:Fallback>
                <p:oleObj name="think-cell Folie" r:id="rId3" imgW="370" imgH="371" progId="TCLayout.ActiveDocument.1">
                  <p:embed/>
                  <p:pic>
                    <p:nvPicPr>
                      <p:cNvPr id="2" name="Objek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Bildplatzhalter 10">
            <a:extLst>
              <a:ext uri="{FF2B5EF4-FFF2-40B4-BE49-F238E27FC236}">
                <a16:creationId xmlns:a16="http://schemas.microsoft.com/office/drawing/2014/main" id="{96910D21-640F-4D2A-A173-3AEDAE01B910}"/>
              </a:ext>
            </a:extLst>
          </p:cNvPr>
          <p:cNvSpPr>
            <a:spLocks noGrp="1"/>
          </p:cNvSpPr>
          <p:nvPr>
            <p:ph type="pic" sz="quarter" idx="13"/>
          </p:nvPr>
        </p:nvSpPr>
        <p:spPr>
          <a:xfrm>
            <a:off x="0" y="0"/>
            <a:ext cx="4068000" cy="6858000"/>
          </a:xfrm>
          <a:prstGeom prst="rect">
            <a:avLst/>
          </a:prstGeom>
        </p:spPr>
        <p:txBody>
          <a:bodyPr/>
          <a:lstStyle>
            <a:lvl1pPr marL="0" indent="0">
              <a:buNone/>
              <a:defRPr/>
            </a:lvl1pPr>
          </a:lstStyle>
          <a:p>
            <a:r>
              <a:rPr lang="en-US"/>
              <a:t>Click icon to add picture</a:t>
            </a:r>
            <a:endParaRPr lang="de-DE"/>
          </a:p>
        </p:txBody>
      </p:sp>
      <p:sp>
        <p:nvSpPr>
          <p:cNvPr id="6" name="Inhaltsplatzhalter 5"/>
          <p:cNvSpPr>
            <a:spLocks noGrp="1"/>
          </p:cNvSpPr>
          <p:nvPr>
            <p:ph sz="quarter" idx="14" hasCustomPrompt="1"/>
          </p:nvPr>
        </p:nvSpPr>
        <p:spPr>
          <a:xfrm>
            <a:off x="4547426" y="1605307"/>
            <a:ext cx="5488114" cy="4849468"/>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8945862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itelfolie Hintergrundbild">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p:custDataLst>
              <p:tags r:id="rId1"/>
            </p:custDataLst>
            <p:extLst>
              <p:ext uri="{D42A27DB-BD31-4B8C-83A1-F6EECF244321}">
                <p14:modId xmlns:p14="http://schemas.microsoft.com/office/powerpoint/2010/main" val="35781363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70" imgH="371" progId="TCLayout.ActiveDocument.1">
                  <p:embed/>
                </p:oleObj>
              </mc:Choice>
              <mc:Fallback>
                <p:oleObj name="think-cell Folie" r:id="rId4" imgW="370" imgH="371" progId="TCLayout.ActiveDocument.1">
                  <p:embed/>
                  <p:pic>
                    <p:nvPicPr>
                      <p:cNvPr id="4" name="Objek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hteck 2" hidden="1"/>
          <p:cNvSpPr/>
          <p:nvPr>
            <p:custDataLst>
              <p:tags r:id="rId2"/>
            </p:custDataLst>
          </p:nvPr>
        </p:nvSpPr>
        <p:spPr>
          <a:xfrm>
            <a:off x="0" y="0"/>
            <a:ext cx="158750" cy="15875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US" sz="3200" b="1" i="0" baseline="0">
              <a:solidFill>
                <a:schemeClr val="tx1"/>
              </a:solidFill>
              <a:latin typeface="STIHL Contraface Display Title"/>
              <a:ea typeface="+mn-ea"/>
              <a:cs typeface="+mn-cs"/>
              <a:sym typeface="STIHL Contraface Display Title"/>
            </a:endParaRPr>
          </a:p>
        </p:txBody>
      </p:sp>
      <p:pic>
        <p:nvPicPr>
          <p:cNvPr id="12" name="Grafik 1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136061" y="258750"/>
            <a:ext cx="1774212" cy="775631"/>
          </a:xfrm>
          <a:prstGeom prst="rect">
            <a:avLst/>
          </a:prstGeom>
        </p:spPr>
      </p:pic>
      <p:sp>
        <p:nvSpPr>
          <p:cNvPr id="15" name="Bildplatzhalter 14">
            <a:extLst>
              <a:ext uri="{FF2B5EF4-FFF2-40B4-BE49-F238E27FC236}">
                <a16:creationId xmlns:a16="http://schemas.microsoft.com/office/drawing/2014/main" id="{F81A1AFD-D231-4C55-9AAB-DA10BA8E7D13}"/>
              </a:ext>
            </a:extLst>
          </p:cNvPr>
          <p:cNvSpPr>
            <a:spLocks noGrp="1"/>
          </p:cNvSpPr>
          <p:nvPr>
            <p:ph type="pic" sz="quarter" idx="15" hasCustomPrompt="1"/>
          </p:nvPr>
        </p:nvSpPr>
        <p:spPr>
          <a:xfrm>
            <a:off x="0" y="0"/>
            <a:ext cx="12192000" cy="6858000"/>
          </a:xfrm>
          <a:custGeom>
            <a:avLst/>
            <a:gdLst>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10129345 w 12192000"/>
              <a:gd name="connsiteY4" fmla="*/ 344401 h 6858000"/>
              <a:gd name="connsiteX5" fmla="*/ 10129345 w 12192000"/>
              <a:gd name="connsiteY5" fmla="*/ 1099696 h 6858000"/>
              <a:gd name="connsiteX6" fmla="*/ 11857039 w 12192000"/>
              <a:gd name="connsiteY6" fmla="*/ 1099696 h 6858000"/>
              <a:gd name="connsiteX7" fmla="*/ 11857039 w 12192000"/>
              <a:gd name="connsiteY7" fmla="*/ 344401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29345 w 12192000"/>
              <a:gd name="connsiteY6" fmla="*/ 1099696 h 6858000"/>
              <a:gd name="connsiteX7" fmla="*/ 11857039 w 12192000"/>
              <a:gd name="connsiteY7" fmla="*/ 1099696 h 6858000"/>
              <a:gd name="connsiteX8" fmla="*/ 11857039 w 12192000"/>
              <a:gd name="connsiteY8" fmla="*/ 34440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29345 w 12192000"/>
              <a:gd name="connsiteY6" fmla="*/ 1099696 h 6858000"/>
              <a:gd name="connsiteX7" fmla="*/ 11857039 w 12192000"/>
              <a:gd name="connsiteY7" fmla="*/ 109969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29345 w 12192000"/>
              <a:gd name="connsiteY6" fmla="*/ 1099696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31885 w 12192000"/>
              <a:gd name="connsiteY6" fmla="*/ 1033656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2680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42680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2680 w 12192000"/>
              <a:gd name="connsiteY5" fmla="*/ 258041 h 6858000"/>
              <a:gd name="connsiteX6" fmla="*/ 10139505 w 12192000"/>
              <a:gd name="connsiteY6" fmla="*/ 1031751 h 6858000"/>
              <a:gd name="connsiteX7" fmla="*/ 11907839 w 12192000"/>
              <a:gd name="connsiteY7" fmla="*/ 1031116 h 6858000"/>
              <a:gd name="connsiteX8" fmla="*/ 11907839 w 12192000"/>
              <a:gd name="connsiteY8" fmla="*/ 258041 h 6858000"/>
              <a:gd name="connsiteX9" fmla="*/ 10142680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2680 w 12192000"/>
              <a:gd name="connsiteY5" fmla="*/ 258041 h 6858000"/>
              <a:gd name="connsiteX6" fmla="*/ 10143315 w 12192000"/>
              <a:gd name="connsiteY6" fmla="*/ 1031751 h 6858000"/>
              <a:gd name="connsiteX7" fmla="*/ 11907839 w 12192000"/>
              <a:gd name="connsiteY7" fmla="*/ 1031116 h 6858000"/>
              <a:gd name="connsiteX8" fmla="*/ 11907839 w 12192000"/>
              <a:gd name="connsiteY8" fmla="*/ 258041 h 6858000"/>
              <a:gd name="connsiteX9" fmla="*/ 10142680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2680 w 12192000"/>
              <a:gd name="connsiteY5" fmla="*/ 258041 h 6858000"/>
              <a:gd name="connsiteX6" fmla="*/ 10143315 w 12192000"/>
              <a:gd name="connsiteY6" fmla="*/ 1031751 h 6858000"/>
              <a:gd name="connsiteX7" fmla="*/ 11907839 w 12192000"/>
              <a:gd name="connsiteY7" fmla="*/ 1031116 h 6858000"/>
              <a:gd name="connsiteX8" fmla="*/ 11904029 w 12192000"/>
              <a:gd name="connsiteY8" fmla="*/ 258041 h 6858000"/>
              <a:gd name="connsiteX9" fmla="*/ 10142680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2680 w 12192000"/>
              <a:gd name="connsiteY5" fmla="*/ 258041 h 6858000"/>
              <a:gd name="connsiteX6" fmla="*/ 10143315 w 12192000"/>
              <a:gd name="connsiteY6" fmla="*/ 1031751 h 6858000"/>
              <a:gd name="connsiteX7" fmla="*/ 11902124 w 12192000"/>
              <a:gd name="connsiteY7" fmla="*/ 1031116 h 6858000"/>
              <a:gd name="connsiteX8" fmla="*/ 11904029 w 12192000"/>
              <a:gd name="connsiteY8" fmla="*/ 258041 h 6858000"/>
              <a:gd name="connsiteX9" fmla="*/ 10142680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0775 w 12192000"/>
              <a:gd name="connsiteY5" fmla="*/ 259946 h 6858000"/>
              <a:gd name="connsiteX6" fmla="*/ 10143315 w 12192000"/>
              <a:gd name="connsiteY6" fmla="*/ 1031751 h 6858000"/>
              <a:gd name="connsiteX7" fmla="*/ 11902124 w 12192000"/>
              <a:gd name="connsiteY7" fmla="*/ 1031116 h 6858000"/>
              <a:gd name="connsiteX8" fmla="*/ 11904029 w 12192000"/>
              <a:gd name="connsiteY8" fmla="*/ 258041 h 6858000"/>
              <a:gd name="connsiteX9" fmla="*/ 10140775 w 12192000"/>
              <a:gd name="connsiteY9" fmla="*/ 25994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6490 w 12192000"/>
              <a:gd name="connsiteY5" fmla="*/ 259946 h 6858000"/>
              <a:gd name="connsiteX6" fmla="*/ 10143315 w 12192000"/>
              <a:gd name="connsiteY6" fmla="*/ 1031751 h 6858000"/>
              <a:gd name="connsiteX7" fmla="*/ 11902124 w 12192000"/>
              <a:gd name="connsiteY7" fmla="*/ 1031116 h 6858000"/>
              <a:gd name="connsiteX8" fmla="*/ 11904029 w 12192000"/>
              <a:gd name="connsiteY8" fmla="*/ 258041 h 6858000"/>
              <a:gd name="connsiteX9" fmla="*/ 10146490 w 12192000"/>
              <a:gd name="connsiteY9" fmla="*/ 25994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0775 w 12192000"/>
              <a:gd name="connsiteY5" fmla="*/ 263756 h 6858000"/>
              <a:gd name="connsiteX6" fmla="*/ 10143315 w 12192000"/>
              <a:gd name="connsiteY6" fmla="*/ 1031751 h 6858000"/>
              <a:gd name="connsiteX7" fmla="*/ 11902124 w 12192000"/>
              <a:gd name="connsiteY7" fmla="*/ 1031116 h 6858000"/>
              <a:gd name="connsiteX8" fmla="*/ 11904029 w 12192000"/>
              <a:gd name="connsiteY8" fmla="*/ 258041 h 6858000"/>
              <a:gd name="connsiteX9" fmla="*/ 10140775 w 12192000"/>
              <a:gd name="connsiteY9" fmla="*/ 26375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0775 w 12192000"/>
              <a:gd name="connsiteY5" fmla="*/ 263756 h 6858000"/>
              <a:gd name="connsiteX6" fmla="*/ 10143315 w 12192000"/>
              <a:gd name="connsiteY6" fmla="*/ 1031751 h 6858000"/>
              <a:gd name="connsiteX7" fmla="*/ 11902124 w 12192000"/>
              <a:gd name="connsiteY7" fmla="*/ 1031116 h 6858000"/>
              <a:gd name="connsiteX8" fmla="*/ 11904029 w 12192000"/>
              <a:gd name="connsiteY8" fmla="*/ 263756 h 6858000"/>
              <a:gd name="connsiteX9" fmla="*/ 10140775 w 12192000"/>
              <a:gd name="connsiteY9" fmla="*/ 26375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6490 w 12192000"/>
              <a:gd name="connsiteY5" fmla="*/ 263756 h 6858000"/>
              <a:gd name="connsiteX6" fmla="*/ 10143315 w 12192000"/>
              <a:gd name="connsiteY6" fmla="*/ 1031751 h 6858000"/>
              <a:gd name="connsiteX7" fmla="*/ 11902124 w 12192000"/>
              <a:gd name="connsiteY7" fmla="*/ 1031116 h 6858000"/>
              <a:gd name="connsiteX8" fmla="*/ 11904029 w 12192000"/>
              <a:gd name="connsiteY8" fmla="*/ 263756 h 6858000"/>
              <a:gd name="connsiteX9" fmla="*/ 10146490 w 12192000"/>
              <a:gd name="connsiteY9" fmla="*/ 26375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047430 w 12192000"/>
              <a:gd name="connsiteY5" fmla="*/ 197081 h 6858000"/>
              <a:gd name="connsiteX6" fmla="*/ 10143315 w 12192000"/>
              <a:gd name="connsiteY6" fmla="*/ 1031751 h 6858000"/>
              <a:gd name="connsiteX7" fmla="*/ 11902124 w 12192000"/>
              <a:gd name="connsiteY7" fmla="*/ 1031116 h 6858000"/>
              <a:gd name="connsiteX8" fmla="*/ 11904029 w 12192000"/>
              <a:gd name="connsiteY8" fmla="*/ 263756 h 6858000"/>
              <a:gd name="connsiteX9" fmla="*/ 10047430 w 12192000"/>
              <a:gd name="connsiteY9" fmla="*/ 19708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207450 w 12192000"/>
              <a:gd name="connsiteY5" fmla="*/ 338051 h 6858000"/>
              <a:gd name="connsiteX6" fmla="*/ 10143315 w 12192000"/>
              <a:gd name="connsiteY6" fmla="*/ 1031751 h 6858000"/>
              <a:gd name="connsiteX7" fmla="*/ 11902124 w 12192000"/>
              <a:gd name="connsiteY7" fmla="*/ 1031116 h 6858000"/>
              <a:gd name="connsiteX8" fmla="*/ 11904029 w 12192000"/>
              <a:gd name="connsiteY8" fmla="*/ 263756 h 6858000"/>
              <a:gd name="connsiteX9" fmla="*/ 10207450 w 12192000"/>
              <a:gd name="connsiteY9" fmla="*/ 33805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4585 w 12192000"/>
              <a:gd name="connsiteY5" fmla="*/ 263756 h 6858000"/>
              <a:gd name="connsiteX6" fmla="*/ 10143315 w 12192000"/>
              <a:gd name="connsiteY6" fmla="*/ 1031751 h 6858000"/>
              <a:gd name="connsiteX7" fmla="*/ 11902124 w 12192000"/>
              <a:gd name="connsiteY7" fmla="*/ 1031116 h 6858000"/>
              <a:gd name="connsiteX8" fmla="*/ 11904029 w 12192000"/>
              <a:gd name="connsiteY8" fmla="*/ 263756 h 6858000"/>
              <a:gd name="connsiteX9" fmla="*/ 10144585 w 12192000"/>
              <a:gd name="connsiteY9" fmla="*/ 26375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4585 w 12192000"/>
              <a:gd name="connsiteY5" fmla="*/ 263756 h 6858000"/>
              <a:gd name="connsiteX6" fmla="*/ 10143315 w 12192000"/>
              <a:gd name="connsiteY6" fmla="*/ 1031751 h 6858000"/>
              <a:gd name="connsiteX7" fmla="*/ 11902124 w 12192000"/>
              <a:gd name="connsiteY7" fmla="*/ 1031116 h 6858000"/>
              <a:gd name="connsiteX8" fmla="*/ 11900219 w 12192000"/>
              <a:gd name="connsiteY8" fmla="*/ 267566 h 6858000"/>
              <a:gd name="connsiteX9" fmla="*/ 10144585 w 12192000"/>
              <a:gd name="connsiteY9" fmla="*/ 26375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4585 w 12192000"/>
              <a:gd name="connsiteY5" fmla="*/ 263756 h 6858000"/>
              <a:gd name="connsiteX6" fmla="*/ 10143315 w 12192000"/>
              <a:gd name="connsiteY6" fmla="*/ 1031751 h 6858000"/>
              <a:gd name="connsiteX7" fmla="*/ 11858309 w 12192000"/>
              <a:gd name="connsiteY7" fmla="*/ 994921 h 6858000"/>
              <a:gd name="connsiteX8" fmla="*/ 11900219 w 12192000"/>
              <a:gd name="connsiteY8" fmla="*/ 267566 h 6858000"/>
              <a:gd name="connsiteX9" fmla="*/ 10144585 w 12192000"/>
              <a:gd name="connsiteY9" fmla="*/ 26375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6490 w 12192000"/>
              <a:gd name="connsiteY5" fmla="*/ 265661 h 6858000"/>
              <a:gd name="connsiteX6" fmla="*/ 10143315 w 12192000"/>
              <a:gd name="connsiteY6" fmla="*/ 1031751 h 6858000"/>
              <a:gd name="connsiteX7" fmla="*/ 11858309 w 12192000"/>
              <a:gd name="connsiteY7" fmla="*/ 994921 h 6858000"/>
              <a:gd name="connsiteX8" fmla="*/ 11900219 w 12192000"/>
              <a:gd name="connsiteY8" fmla="*/ 267566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6490 w 12192000"/>
              <a:gd name="connsiteY5" fmla="*/ 265661 h 6858000"/>
              <a:gd name="connsiteX6" fmla="*/ 10143315 w 12192000"/>
              <a:gd name="connsiteY6" fmla="*/ 1031751 h 6858000"/>
              <a:gd name="connsiteX7" fmla="*/ 11904029 w 12192000"/>
              <a:gd name="connsiteY7" fmla="*/ 1025401 h 6858000"/>
              <a:gd name="connsiteX8" fmla="*/ 11900219 w 12192000"/>
              <a:gd name="connsiteY8" fmla="*/ 267566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6490 w 12192000"/>
              <a:gd name="connsiteY5" fmla="*/ 265661 h 6858000"/>
              <a:gd name="connsiteX6" fmla="*/ 10145220 w 12192000"/>
              <a:gd name="connsiteY6" fmla="*/ 1026036 h 6858000"/>
              <a:gd name="connsiteX7" fmla="*/ 11904029 w 12192000"/>
              <a:gd name="connsiteY7" fmla="*/ 1025401 h 6858000"/>
              <a:gd name="connsiteX8" fmla="*/ 11900219 w 12192000"/>
              <a:gd name="connsiteY8" fmla="*/ 267566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6490 w 12192000"/>
              <a:gd name="connsiteY5" fmla="*/ 265661 h 6858000"/>
              <a:gd name="connsiteX6" fmla="*/ 10145220 w 12192000"/>
              <a:gd name="connsiteY6" fmla="*/ 1029846 h 6858000"/>
              <a:gd name="connsiteX7" fmla="*/ 11904029 w 12192000"/>
              <a:gd name="connsiteY7" fmla="*/ 1025401 h 6858000"/>
              <a:gd name="connsiteX8" fmla="*/ 11900219 w 12192000"/>
              <a:gd name="connsiteY8" fmla="*/ 267566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6490 w 12192000"/>
              <a:gd name="connsiteY5" fmla="*/ 265661 h 6858000"/>
              <a:gd name="connsiteX6" fmla="*/ 10149030 w 12192000"/>
              <a:gd name="connsiteY6" fmla="*/ 1029846 h 6858000"/>
              <a:gd name="connsiteX7" fmla="*/ 11904029 w 12192000"/>
              <a:gd name="connsiteY7" fmla="*/ 1025401 h 6858000"/>
              <a:gd name="connsiteX8" fmla="*/ 11900219 w 12192000"/>
              <a:gd name="connsiteY8" fmla="*/ 267566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6490 w 12192000"/>
              <a:gd name="connsiteY5" fmla="*/ 265661 h 6858000"/>
              <a:gd name="connsiteX6" fmla="*/ 10147125 w 12192000"/>
              <a:gd name="connsiteY6" fmla="*/ 1029846 h 6858000"/>
              <a:gd name="connsiteX7" fmla="*/ 11904029 w 12192000"/>
              <a:gd name="connsiteY7" fmla="*/ 1025401 h 6858000"/>
              <a:gd name="connsiteX8" fmla="*/ 11900219 w 12192000"/>
              <a:gd name="connsiteY8" fmla="*/ 267566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6490 w 12192000"/>
              <a:gd name="connsiteY5" fmla="*/ 265661 h 6858000"/>
              <a:gd name="connsiteX6" fmla="*/ 10147125 w 12192000"/>
              <a:gd name="connsiteY6" fmla="*/ 1029846 h 6858000"/>
              <a:gd name="connsiteX7" fmla="*/ 11904029 w 12192000"/>
              <a:gd name="connsiteY7" fmla="*/ 1025401 h 6858000"/>
              <a:gd name="connsiteX8" fmla="*/ 11905934 w 12192000"/>
              <a:gd name="connsiteY8" fmla="*/ 267566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6490 w 12192000"/>
              <a:gd name="connsiteY5" fmla="*/ 265661 h 6858000"/>
              <a:gd name="connsiteX6" fmla="*/ 10147125 w 12192000"/>
              <a:gd name="connsiteY6" fmla="*/ 1029846 h 6858000"/>
              <a:gd name="connsiteX7" fmla="*/ 11904029 w 12192000"/>
              <a:gd name="connsiteY7" fmla="*/ 1025401 h 6858000"/>
              <a:gd name="connsiteX8" fmla="*/ 11709719 w 12192000"/>
              <a:gd name="connsiteY8" fmla="*/ 452351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6490 w 12192000"/>
              <a:gd name="connsiteY5" fmla="*/ 265661 h 6858000"/>
              <a:gd name="connsiteX6" fmla="*/ 10147125 w 12192000"/>
              <a:gd name="connsiteY6" fmla="*/ 1029846 h 6858000"/>
              <a:gd name="connsiteX7" fmla="*/ 11904029 w 12192000"/>
              <a:gd name="connsiteY7" fmla="*/ 1025401 h 6858000"/>
              <a:gd name="connsiteX8" fmla="*/ 11902124 w 12192000"/>
              <a:gd name="connsiteY8" fmla="*/ 267566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6490 w 12192000"/>
              <a:gd name="connsiteY5" fmla="*/ 265661 h 6858000"/>
              <a:gd name="connsiteX6" fmla="*/ 10398585 w 12192000"/>
              <a:gd name="connsiteY6" fmla="*/ 778386 h 6858000"/>
              <a:gd name="connsiteX7" fmla="*/ 11904029 w 12192000"/>
              <a:gd name="connsiteY7" fmla="*/ 1025401 h 6858000"/>
              <a:gd name="connsiteX8" fmla="*/ 11902124 w 12192000"/>
              <a:gd name="connsiteY8" fmla="*/ 267566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6490 w 12192000"/>
              <a:gd name="connsiteY5" fmla="*/ 265661 h 6858000"/>
              <a:gd name="connsiteX6" fmla="*/ 10145220 w 12192000"/>
              <a:gd name="connsiteY6" fmla="*/ 1027941 h 6858000"/>
              <a:gd name="connsiteX7" fmla="*/ 11904029 w 12192000"/>
              <a:gd name="connsiteY7" fmla="*/ 1025401 h 6858000"/>
              <a:gd name="connsiteX8" fmla="*/ 11902124 w 12192000"/>
              <a:gd name="connsiteY8" fmla="*/ 267566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285750 w 12192000"/>
              <a:gd name="connsiteY1" fmla="*/ 659576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46490 w 12192000"/>
              <a:gd name="connsiteY5" fmla="*/ 265661 h 6858000"/>
              <a:gd name="connsiteX6" fmla="*/ 10145220 w 12192000"/>
              <a:gd name="connsiteY6" fmla="*/ 1027941 h 6858000"/>
              <a:gd name="connsiteX7" fmla="*/ 11904029 w 12192000"/>
              <a:gd name="connsiteY7" fmla="*/ 1025401 h 6858000"/>
              <a:gd name="connsiteX8" fmla="*/ 11902124 w 12192000"/>
              <a:gd name="connsiteY8" fmla="*/ 267566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85750 w 12192000"/>
              <a:gd name="connsiteY0" fmla="*/ 2822204 h 6858000"/>
              <a:gd name="connsiteX1" fmla="*/ 285750 w 12192000"/>
              <a:gd name="connsiteY1" fmla="*/ 6595767 h 6858000"/>
              <a:gd name="connsiteX2" fmla="*/ 5401950 w 12192000"/>
              <a:gd name="connsiteY2" fmla="*/ 6534807 h 6858000"/>
              <a:gd name="connsiteX3" fmla="*/ 5401950 w 12192000"/>
              <a:gd name="connsiteY3" fmla="*/ 2751084 h 6858000"/>
              <a:gd name="connsiteX4" fmla="*/ 285750 w 12192000"/>
              <a:gd name="connsiteY4" fmla="*/ 2822204 h 6858000"/>
              <a:gd name="connsiteX5" fmla="*/ 10146490 w 12192000"/>
              <a:gd name="connsiteY5" fmla="*/ 265661 h 6858000"/>
              <a:gd name="connsiteX6" fmla="*/ 10145220 w 12192000"/>
              <a:gd name="connsiteY6" fmla="*/ 1027941 h 6858000"/>
              <a:gd name="connsiteX7" fmla="*/ 11904029 w 12192000"/>
              <a:gd name="connsiteY7" fmla="*/ 1025401 h 6858000"/>
              <a:gd name="connsiteX8" fmla="*/ 11902124 w 12192000"/>
              <a:gd name="connsiteY8" fmla="*/ 267566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85750 w 12192000"/>
              <a:gd name="connsiteY0" fmla="*/ 2822204 h 6858000"/>
              <a:gd name="connsiteX1" fmla="*/ 285750 w 12192000"/>
              <a:gd name="connsiteY1" fmla="*/ 6595767 h 6858000"/>
              <a:gd name="connsiteX2" fmla="*/ 5401950 w 12192000"/>
              <a:gd name="connsiteY2" fmla="*/ 6534807 h 6858000"/>
              <a:gd name="connsiteX3" fmla="*/ 5330830 w 12192000"/>
              <a:gd name="connsiteY3" fmla="*/ 2822204 h 6858000"/>
              <a:gd name="connsiteX4" fmla="*/ 285750 w 12192000"/>
              <a:gd name="connsiteY4" fmla="*/ 2822204 h 6858000"/>
              <a:gd name="connsiteX5" fmla="*/ 10146490 w 12192000"/>
              <a:gd name="connsiteY5" fmla="*/ 265661 h 6858000"/>
              <a:gd name="connsiteX6" fmla="*/ 10145220 w 12192000"/>
              <a:gd name="connsiteY6" fmla="*/ 1027941 h 6858000"/>
              <a:gd name="connsiteX7" fmla="*/ 11904029 w 12192000"/>
              <a:gd name="connsiteY7" fmla="*/ 1025401 h 6858000"/>
              <a:gd name="connsiteX8" fmla="*/ 11902124 w 12192000"/>
              <a:gd name="connsiteY8" fmla="*/ 267566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85750 w 12192000"/>
              <a:gd name="connsiteY0" fmla="*/ 2822204 h 6858000"/>
              <a:gd name="connsiteX1" fmla="*/ 285750 w 12192000"/>
              <a:gd name="connsiteY1" fmla="*/ 6595767 h 6858000"/>
              <a:gd name="connsiteX2" fmla="*/ 5325750 w 12192000"/>
              <a:gd name="connsiteY2" fmla="*/ 6595767 h 6858000"/>
              <a:gd name="connsiteX3" fmla="*/ 5330830 w 12192000"/>
              <a:gd name="connsiteY3" fmla="*/ 2822204 h 6858000"/>
              <a:gd name="connsiteX4" fmla="*/ 285750 w 12192000"/>
              <a:gd name="connsiteY4" fmla="*/ 2822204 h 6858000"/>
              <a:gd name="connsiteX5" fmla="*/ 10146490 w 12192000"/>
              <a:gd name="connsiteY5" fmla="*/ 265661 h 6858000"/>
              <a:gd name="connsiteX6" fmla="*/ 10145220 w 12192000"/>
              <a:gd name="connsiteY6" fmla="*/ 1027941 h 6858000"/>
              <a:gd name="connsiteX7" fmla="*/ 11904029 w 12192000"/>
              <a:gd name="connsiteY7" fmla="*/ 1025401 h 6858000"/>
              <a:gd name="connsiteX8" fmla="*/ 11902124 w 12192000"/>
              <a:gd name="connsiteY8" fmla="*/ 267566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92000" h="6858000">
                <a:moveTo>
                  <a:pt x="285750" y="2822204"/>
                </a:moveTo>
                <a:lnTo>
                  <a:pt x="285750" y="6595767"/>
                </a:lnTo>
                <a:lnTo>
                  <a:pt x="5325750" y="6595767"/>
                </a:lnTo>
                <a:cubicBezTo>
                  <a:pt x="5327443" y="5337913"/>
                  <a:pt x="5329137" y="4080058"/>
                  <a:pt x="5330830" y="2822204"/>
                </a:cubicBezTo>
                <a:lnTo>
                  <a:pt x="285750" y="2822204"/>
                </a:lnTo>
                <a:close/>
                <a:moveTo>
                  <a:pt x="10146490" y="265661"/>
                </a:moveTo>
                <a:cubicBezTo>
                  <a:pt x="10144797" y="524199"/>
                  <a:pt x="10146913" y="769403"/>
                  <a:pt x="10145220" y="1027941"/>
                </a:cubicBezTo>
                <a:lnTo>
                  <a:pt x="11904029" y="1025401"/>
                </a:lnTo>
                <a:lnTo>
                  <a:pt x="11902124" y="267566"/>
                </a:lnTo>
                <a:lnTo>
                  <a:pt x="10146490" y="265661"/>
                </a:lnTo>
                <a:close/>
                <a:moveTo>
                  <a:pt x="0" y="0"/>
                </a:moveTo>
                <a:lnTo>
                  <a:pt x="12192000" y="0"/>
                </a:lnTo>
                <a:lnTo>
                  <a:pt x="12192000" y="6858000"/>
                </a:lnTo>
                <a:lnTo>
                  <a:pt x="0" y="6858000"/>
                </a:lnTo>
                <a:lnTo>
                  <a:pt x="0" y="0"/>
                </a:lnTo>
                <a:close/>
              </a:path>
            </a:pathLst>
          </a:custGeom>
        </p:spPr>
        <p:txBody>
          <a:bodyPr wrap="square">
            <a:noAutofit/>
          </a:bodyPr>
          <a:lstStyle>
            <a:lvl1pPr marL="0" indent="0">
              <a:buNone/>
              <a:defRPr/>
            </a:lvl1pPr>
          </a:lstStyle>
          <a:p>
            <a:r>
              <a:rPr lang="en-US"/>
              <a:t>Bild </a:t>
            </a:r>
            <a:r>
              <a:rPr lang="en-US" err="1"/>
              <a:t>durch</a:t>
            </a:r>
            <a:r>
              <a:rPr lang="en-US"/>
              <a:t> </a:t>
            </a:r>
            <a:r>
              <a:rPr lang="en-US" err="1"/>
              <a:t>Klicken</a:t>
            </a:r>
            <a:r>
              <a:rPr lang="en-US"/>
              <a:t> auf Symbol </a:t>
            </a:r>
            <a:r>
              <a:rPr lang="en-US" err="1"/>
              <a:t>hinzufügen</a:t>
            </a:r>
            <a:endParaRPr lang="en-US"/>
          </a:p>
        </p:txBody>
      </p:sp>
      <p:sp>
        <p:nvSpPr>
          <p:cNvPr id="8" name="Subline">
            <a:extLst>
              <a:ext uri="{FF2B5EF4-FFF2-40B4-BE49-F238E27FC236}">
                <a16:creationId xmlns:a16="http://schemas.microsoft.com/office/drawing/2014/main" id="{F64F20BE-9490-4534-8D22-D527DF582B17}"/>
              </a:ext>
            </a:extLst>
          </p:cNvPr>
          <p:cNvSpPr>
            <a:spLocks noGrp="1"/>
          </p:cNvSpPr>
          <p:nvPr>
            <p:ph type="body" sz="quarter" idx="13" hasCustomPrompt="1"/>
          </p:nvPr>
        </p:nvSpPr>
        <p:spPr>
          <a:xfrm>
            <a:off x="284904" y="5510860"/>
            <a:ext cx="5040313" cy="360000"/>
          </a:xfrm>
          <a:prstGeom prst="rect">
            <a:avLst/>
          </a:prstGeom>
        </p:spPr>
        <p:txBody>
          <a:bodyPr lIns="288000" rIns="288000" anchor="b" anchorCtr="0">
            <a:noAutofit/>
          </a:bodyPr>
          <a:lstStyle>
            <a:lvl1pPr marL="0" indent="0">
              <a:buNone/>
              <a:defRPr sz="1600" b="1" cap="none" baseline="0">
                <a:latin typeface="+mj-lt"/>
              </a:defRPr>
            </a:lvl1pPr>
          </a:lstStyle>
          <a:p>
            <a:pPr lvl="0"/>
            <a:r>
              <a:rPr lang="en-US"/>
              <a:t>Subline</a:t>
            </a:r>
          </a:p>
        </p:txBody>
      </p:sp>
      <p:sp>
        <p:nvSpPr>
          <p:cNvPr id="9" name="Textplatzhalter 4">
            <a:extLst>
              <a:ext uri="{FF2B5EF4-FFF2-40B4-BE49-F238E27FC236}">
                <a16:creationId xmlns:a16="http://schemas.microsoft.com/office/drawing/2014/main" id="{DCF84473-59A5-4A28-B312-2557D7CFAFBE}"/>
              </a:ext>
            </a:extLst>
          </p:cNvPr>
          <p:cNvSpPr>
            <a:spLocks noGrp="1"/>
          </p:cNvSpPr>
          <p:nvPr>
            <p:ph type="body" sz="quarter" idx="16" hasCustomPrompt="1"/>
          </p:nvPr>
        </p:nvSpPr>
        <p:spPr>
          <a:xfrm>
            <a:off x="284904" y="5886100"/>
            <a:ext cx="5040313" cy="189474"/>
          </a:xfrm>
          <a:prstGeom prst="rect">
            <a:avLst/>
          </a:prstGeom>
        </p:spPr>
        <p:txBody>
          <a:bodyPr lIns="288000" tIns="36000">
            <a:noAutofit/>
          </a:bodyPr>
          <a:lstStyle>
            <a:lvl1pPr marL="0" indent="0">
              <a:buNone/>
              <a:defRPr sz="1600" cap="none" baseline="0"/>
            </a:lvl1pPr>
          </a:lstStyle>
          <a:p>
            <a:pPr lvl="0"/>
            <a:r>
              <a:rPr lang="en-US" err="1"/>
              <a:t>Vorname</a:t>
            </a:r>
            <a:r>
              <a:rPr lang="en-US"/>
              <a:t> </a:t>
            </a:r>
            <a:r>
              <a:rPr lang="en-US" err="1"/>
              <a:t>Nachname</a:t>
            </a:r>
            <a:endParaRPr lang="en-US"/>
          </a:p>
        </p:txBody>
      </p:sp>
      <p:sp>
        <p:nvSpPr>
          <p:cNvPr id="10" name="Textplatzhalter 4">
            <a:extLst>
              <a:ext uri="{FF2B5EF4-FFF2-40B4-BE49-F238E27FC236}">
                <a16:creationId xmlns:a16="http://schemas.microsoft.com/office/drawing/2014/main" id="{57D522EB-93F7-49B3-9164-076263457E70}"/>
              </a:ext>
            </a:extLst>
          </p:cNvPr>
          <p:cNvSpPr>
            <a:spLocks noGrp="1"/>
          </p:cNvSpPr>
          <p:nvPr>
            <p:ph type="body" sz="quarter" idx="17" hasCustomPrompt="1"/>
          </p:nvPr>
        </p:nvSpPr>
        <p:spPr>
          <a:xfrm>
            <a:off x="284904" y="6091840"/>
            <a:ext cx="5040313" cy="189474"/>
          </a:xfrm>
          <a:prstGeom prst="rect">
            <a:avLst/>
          </a:prstGeom>
        </p:spPr>
        <p:txBody>
          <a:bodyPr lIns="288000" tIns="36000">
            <a:noAutofit/>
          </a:bodyPr>
          <a:lstStyle>
            <a:lvl1pPr marL="0" indent="0">
              <a:buNone/>
              <a:defRPr sz="1600" cap="none" baseline="0"/>
            </a:lvl1pPr>
          </a:lstStyle>
          <a:p>
            <a:pPr lvl="0"/>
            <a:r>
              <a:rPr lang="en-US"/>
              <a:t>Datum</a:t>
            </a:r>
          </a:p>
        </p:txBody>
      </p:sp>
      <p:sp>
        <p:nvSpPr>
          <p:cNvPr id="13" name="Rechteck 12">
            <a:extLst>
              <a:ext uri="{FF2B5EF4-FFF2-40B4-BE49-F238E27FC236}">
                <a16:creationId xmlns:a16="http://schemas.microsoft.com/office/drawing/2014/main" id="{5CF86407-DA27-4CA6-A346-F8477F884E96}"/>
              </a:ext>
            </a:extLst>
          </p:cNvPr>
          <p:cNvSpPr>
            <a:spLocks/>
          </p:cNvSpPr>
          <p:nvPr/>
        </p:nvSpPr>
        <p:spPr>
          <a:xfrm>
            <a:off x="-1943099" y="2913099"/>
            <a:ext cx="1772284" cy="1031803"/>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ctr">
            <a:sp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90000"/>
              </a:lnSpc>
            </a:pPr>
            <a:r>
              <a:rPr lang="en-US" sz="1600" b="0">
                <a:solidFill>
                  <a:schemeClr val="tx1"/>
                </a:solidFill>
              </a:rPr>
              <a:t>Bitte </a:t>
            </a:r>
            <a:r>
              <a:rPr lang="en-US" sz="1600" b="0" err="1">
                <a:solidFill>
                  <a:schemeClr val="tx1"/>
                </a:solidFill>
              </a:rPr>
              <a:t>keine</a:t>
            </a:r>
            <a:r>
              <a:rPr lang="en-US" sz="1600" b="0">
                <a:solidFill>
                  <a:schemeClr val="tx1"/>
                </a:solidFill>
              </a:rPr>
              <a:t> </a:t>
            </a:r>
            <a:r>
              <a:rPr lang="en-US" sz="1600" b="0" err="1">
                <a:solidFill>
                  <a:schemeClr val="tx1"/>
                </a:solidFill>
              </a:rPr>
              <a:t>Folien</a:t>
            </a:r>
            <a:r>
              <a:rPr lang="en-US" sz="1600" b="0">
                <a:solidFill>
                  <a:schemeClr val="tx1"/>
                </a:solidFill>
              </a:rPr>
              <a:t> </a:t>
            </a:r>
            <a:r>
              <a:rPr lang="en-US" sz="1600" b="0" err="1">
                <a:solidFill>
                  <a:schemeClr val="tx1"/>
                </a:solidFill>
              </a:rPr>
              <a:t>mit</a:t>
            </a:r>
            <a:r>
              <a:rPr lang="en-US" sz="1600" b="0">
                <a:solidFill>
                  <a:schemeClr val="tx1"/>
                </a:solidFill>
              </a:rPr>
              <a:t> </a:t>
            </a:r>
            <a:r>
              <a:rPr lang="en-US" sz="1600" b="0" err="1">
                <a:solidFill>
                  <a:schemeClr val="tx1"/>
                </a:solidFill>
              </a:rPr>
              <a:t>vollflächigen</a:t>
            </a:r>
            <a:r>
              <a:rPr lang="en-US" sz="1600" b="0">
                <a:solidFill>
                  <a:schemeClr val="tx1"/>
                </a:solidFill>
              </a:rPr>
              <a:t> </a:t>
            </a:r>
            <a:r>
              <a:rPr lang="en-US" sz="1600" b="0" err="1">
                <a:solidFill>
                  <a:schemeClr val="tx1"/>
                </a:solidFill>
              </a:rPr>
              <a:t>Farben</a:t>
            </a:r>
            <a:r>
              <a:rPr lang="en-US" sz="1600" b="0">
                <a:solidFill>
                  <a:schemeClr val="tx1"/>
                </a:solidFill>
              </a:rPr>
              <a:t> </a:t>
            </a:r>
            <a:r>
              <a:rPr lang="en-US" sz="1600" b="0" err="1">
                <a:solidFill>
                  <a:schemeClr val="tx1"/>
                </a:solidFill>
              </a:rPr>
              <a:t>oder</a:t>
            </a:r>
            <a:r>
              <a:rPr lang="en-US" sz="1600" b="0">
                <a:solidFill>
                  <a:schemeClr val="tx1"/>
                </a:solidFill>
              </a:rPr>
              <a:t> </a:t>
            </a:r>
            <a:r>
              <a:rPr lang="en-US" sz="1600" b="0" err="1">
                <a:solidFill>
                  <a:schemeClr val="tx1"/>
                </a:solidFill>
              </a:rPr>
              <a:t>Motiven</a:t>
            </a:r>
            <a:r>
              <a:rPr lang="en-US" sz="1600" b="0">
                <a:solidFill>
                  <a:schemeClr val="tx1"/>
                </a:solidFill>
              </a:rPr>
              <a:t> </a:t>
            </a:r>
            <a:r>
              <a:rPr lang="en-US" sz="1600" b="0" err="1">
                <a:solidFill>
                  <a:schemeClr val="tx1"/>
                </a:solidFill>
              </a:rPr>
              <a:t>drucken</a:t>
            </a:r>
            <a:r>
              <a:rPr lang="en-US" sz="1600" b="0">
                <a:solidFill>
                  <a:schemeClr val="tx1"/>
                </a:solidFill>
              </a:rPr>
              <a:t> </a:t>
            </a:r>
          </a:p>
        </p:txBody>
      </p:sp>
      <p:sp>
        <p:nvSpPr>
          <p:cNvPr id="17" name="Rechteck 16">
            <a:extLst>
              <a:ext uri="{FF2B5EF4-FFF2-40B4-BE49-F238E27FC236}">
                <a16:creationId xmlns:a16="http://schemas.microsoft.com/office/drawing/2014/main" id="{5CF86407-DA27-4CA6-A346-F8477F884E96}"/>
              </a:ext>
            </a:extLst>
          </p:cNvPr>
          <p:cNvSpPr>
            <a:spLocks/>
          </p:cNvSpPr>
          <p:nvPr/>
        </p:nvSpPr>
        <p:spPr>
          <a:xfrm>
            <a:off x="-1943099" y="4117246"/>
            <a:ext cx="1772284" cy="125340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72000" rIns="72000" bIns="72000" rtlCol="0" anchor="t">
            <a:sp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90000"/>
              </a:lnSpc>
            </a:pPr>
            <a:r>
              <a:rPr lang="en-US" sz="1600" b="0">
                <a:solidFill>
                  <a:schemeClr val="tx1"/>
                </a:solidFill>
              </a:rPr>
              <a:t>Die </a:t>
            </a:r>
            <a:r>
              <a:rPr lang="en-US" sz="1600" b="0" err="1">
                <a:solidFill>
                  <a:schemeClr val="tx1"/>
                </a:solidFill>
              </a:rPr>
              <a:t>Standlinie</a:t>
            </a:r>
            <a:r>
              <a:rPr lang="en-US" sz="1600" b="0">
                <a:solidFill>
                  <a:schemeClr val="tx1"/>
                </a:solidFill>
              </a:rPr>
              <a:t> </a:t>
            </a:r>
            <a:r>
              <a:rPr lang="en-US" sz="1600" b="0" err="1">
                <a:solidFill>
                  <a:schemeClr val="tx1"/>
                </a:solidFill>
              </a:rPr>
              <a:t>kann</a:t>
            </a:r>
            <a:r>
              <a:rPr lang="en-US" sz="1600" b="0">
                <a:solidFill>
                  <a:schemeClr val="tx1"/>
                </a:solidFill>
              </a:rPr>
              <a:t> </a:t>
            </a:r>
            <a:r>
              <a:rPr lang="en-US" sz="1600" b="0" err="1">
                <a:solidFill>
                  <a:schemeClr val="tx1"/>
                </a:solidFill>
              </a:rPr>
              <a:t>über</a:t>
            </a:r>
            <a:r>
              <a:rPr lang="en-US" sz="1600" b="0">
                <a:solidFill>
                  <a:schemeClr val="tx1"/>
                </a:solidFill>
              </a:rPr>
              <a:t> den Reiter "</a:t>
            </a:r>
            <a:r>
              <a:rPr lang="en-US" sz="1600" b="0" err="1">
                <a:solidFill>
                  <a:schemeClr val="tx1"/>
                </a:solidFill>
              </a:rPr>
              <a:t>Einfügen</a:t>
            </a:r>
            <a:r>
              <a:rPr lang="en-US" sz="1600" b="0">
                <a:solidFill>
                  <a:schemeClr val="tx1"/>
                </a:solidFill>
              </a:rPr>
              <a:t>" </a:t>
            </a:r>
            <a:r>
              <a:rPr lang="en-US" sz="1600" b="0" err="1">
                <a:solidFill>
                  <a:schemeClr val="tx1"/>
                </a:solidFill>
              </a:rPr>
              <a:t>durch</a:t>
            </a:r>
            <a:r>
              <a:rPr lang="en-US" sz="1600" b="0">
                <a:solidFill>
                  <a:schemeClr val="tx1"/>
                </a:solidFill>
              </a:rPr>
              <a:t> das Feld "Symbol" </a:t>
            </a:r>
            <a:r>
              <a:rPr lang="en-US" sz="1600" b="0" err="1">
                <a:solidFill>
                  <a:schemeClr val="tx1"/>
                </a:solidFill>
              </a:rPr>
              <a:t>eingefügt</a:t>
            </a:r>
            <a:r>
              <a:rPr lang="en-US" sz="1600" b="0">
                <a:solidFill>
                  <a:schemeClr val="tx1"/>
                </a:solidFill>
              </a:rPr>
              <a:t> </a:t>
            </a:r>
            <a:r>
              <a:rPr lang="en-US" sz="1600" b="0" err="1">
                <a:solidFill>
                  <a:schemeClr val="tx1"/>
                </a:solidFill>
              </a:rPr>
              <a:t>werden</a:t>
            </a:r>
            <a:endParaRPr lang="en-US" sz="1600" b="0">
              <a:solidFill>
                <a:schemeClr val="tx1"/>
              </a:solidFill>
            </a:endParaRPr>
          </a:p>
        </p:txBody>
      </p:sp>
      <p:sp>
        <p:nvSpPr>
          <p:cNvPr id="2" name="Titel 1"/>
          <p:cNvSpPr>
            <a:spLocks noGrp="1"/>
          </p:cNvSpPr>
          <p:nvPr>
            <p:ph type="title" hasCustomPrompt="1"/>
          </p:nvPr>
        </p:nvSpPr>
        <p:spPr>
          <a:xfrm>
            <a:off x="284400" y="2822400"/>
            <a:ext cx="5040000" cy="2664000"/>
          </a:xfrm>
        </p:spPr>
        <p:txBody>
          <a:bodyPr vert="horz" lIns="288000" tIns="288000" rIns="288000" bIns="288000" rtlCol="0">
            <a:noAutofit/>
          </a:bodyPr>
          <a:lstStyle>
            <a:lvl1pPr>
              <a:defRPr lang="de-DE" sz="3200" dirty="0">
                <a:latin typeface="STIHL Contraface Display Title" pitchFamily="50" charset="0"/>
                <a:ea typeface="+mn-ea"/>
                <a:cs typeface="+mn-cs"/>
              </a:defRPr>
            </a:lvl1pPr>
          </a:lstStyle>
          <a:p>
            <a:pPr lvl="0"/>
            <a:r>
              <a:rPr lang="en-US" err="1"/>
              <a:t>Mastertitel</a:t>
            </a:r>
            <a:r>
              <a:rPr lang="en-US"/>
              <a:t>-format </a:t>
            </a:r>
            <a:r>
              <a:rPr lang="en-US" err="1"/>
              <a:t>bearbeiten</a:t>
            </a:r>
            <a:br>
              <a:rPr lang="en-US"/>
            </a:br>
            <a:r>
              <a:rPr lang="en-US"/>
              <a:t>ƒ</a:t>
            </a:r>
          </a:p>
        </p:txBody>
      </p:sp>
    </p:spTree>
    <p:extLst>
      <p:ext uri="{BB962C8B-B14F-4D97-AF65-F5344CB8AC3E}">
        <p14:creationId xmlns:p14="http://schemas.microsoft.com/office/powerpoint/2010/main" val="3711465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Lange Titelfolie Hintergrundbild">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p:custDataLst>
              <p:tags r:id="rId1"/>
            </p:custDataLst>
            <p:extLst>
              <p:ext uri="{D42A27DB-BD31-4B8C-83A1-F6EECF244321}">
                <p14:modId xmlns:p14="http://schemas.microsoft.com/office/powerpoint/2010/main" val="7519672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70" imgH="371" progId="TCLayout.ActiveDocument.1">
                  <p:embed/>
                </p:oleObj>
              </mc:Choice>
              <mc:Fallback>
                <p:oleObj name="think-cell Folie" r:id="rId4" imgW="370" imgH="371" progId="TCLayout.ActiveDocument.1">
                  <p:embed/>
                  <p:pic>
                    <p:nvPicPr>
                      <p:cNvPr id="4" name="Objek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hteck 2" hidden="1"/>
          <p:cNvSpPr/>
          <p:nvPr>
            <p:custDataLst>
              <p:tags r:id="rId2"/>
            </p:custDataLst>
          </p:nvPr>
        </p:nvSpPr>
        <p:spPr>
          <a:xfrm>
            <a:off x="0" y="0"/>
            <a:ext cx="158750" cy="15875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US" sz="3200" b="1" i="0" baseline="0">
              <a:solidFill>
                <a:schemeClr val="tx1"/>
              </a:solidFill>
              <a:latin typeface="STIHL Contraface Display Title"/>
              <a:ea typeface="+mn-ea"/>
              <a:cs typeface="+mn-cs"/>
              <a:sym typeface="STIHL Contraface Display Title"/>
            </a:endParaRPr>
          </a:p>
        </p:txBody>
      </p:sp>
      <p:pic>
        <p:nvPicPr>
          <p:cNvPr id="12" name="Grafik 1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136061" y="258750"/>
            <a:ext cx="1774212" cy="775631"/>
          </a:xfrm>
          <a:prstGeom prst="rect">
            <a:avLst/>
          </a:prstGeom>
        </p:spPr>
      </p:pic>
      <p:sp>
        <p:nvSpPr>
          <p:cNvPr id="17" name="Hintergrundbild">
            <a:extLst>
              <a:ext uri="{FF2B5EF4-FFF2-40B4-BE49-F238E27FC236}">
                <a16:creationId xmlns:a16="http://schemas.microsoft.com/office/drawing/2014/main" id="{91303CF3-1A7E-4149-A9A1-BC9B75037D65}"/>
              </a:ext>
            </a:extLst>
          </p:cNvPr>
          <p:cNvSpPr>
            <a:spLocks noGrp="1"/>
          </p:cNvSpPr>
          <p:nvPr>
            <p:ph type="pic" sz="quarter" idx="15" hasCustomPrompt="1"/>
          </p:nvPr>
        </p:nvSpPr>
        <p:spPr>
          <a:xfrm>
            <a:off x="0" y="0"/>
            <a:ext cx="12192000" cy="6858000"/>
          </a:xfrm>
          <a:custGeom>
            <a:avLst/>
            <a:gdLst>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10129345 w 12192000"/>
              <a:gd name="connsiteY4" fmla="*/ 344401 h 6858000"/>
              <a:gd name="connsiteX5" fmla="*/ 10129345 w 12192000"/>
              <a:gd name="connsiteY5" fmla="*/ 1099696 h 6858000"/>
              <a:gd name="connsiteX6" fmla="*/ 11857039 w 12192000"/>
              <a:gd name="connsiteY6" fmla="*/ 1099696 h 6858000"/>
              <a:gd name="connsiteX7" fmla="*/ 11857039 w 12192000"/>
              <a:gd name="connsiteY7" fmla="*/ 344401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136965 w 12192000"/>
              <a:gd name="connsiteY5" fmla="*/ 258676 h 6858000"/>
              <a:gd name="connsiteX6" fmla="*/ 10129345 w 12192000"/>
              <a:gd name="connsiteY6" fmla="*/ 1099696 h 6858000"/>
              <a:gd name="connsiteX7" fmla="*/ 11857039 w 12192000"/>
              <a:gd name="connsiteY7" fmla="*/ 1099696 h 6858000"/>
              <a:gd name="connsiteX8" fmla="*/ 11857039 w 12192000"/>
              <a:gd name="connsiteY8" fmla="*/ 34440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136965 w 12192000"/>
              <a:gd name="connsiteY5" fmla="*/ 258676 h 6858000"/>
              <a:gd name="connsiteX6" fmla="*/ 10129345 w 12192000"/>
              <a:gd name="connsiteY6" fmla="*/ 1099696 h 6858000"/>
              <a:gd name="connsiteX7" fmla="*/ 11857039 w 12192000"/>
              <a:gd name="connsiteY7" fmla="*/ 1099696 h 6858000"/>
              <a:gd name="connsiteX8" fmla="*/ 11910379 w 12192000"/>
              <a:gd name="connsiteY8" fmla="*/ 26058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136965 w 12192000"/>
              <a:gd name="connsiteY5" fmla="*/ 258676 h 6858000"/>
              <a:gd name="connsiteX6" fmla="*/ 10129345 w 12192000"/>
              <a:gd name="connsiteY6" fmla="*/ 1099696 h 6858000"/>
              <a:gd name="connsiteX7" fmla="*/ 11910379 w 12192000"/>
              <a:gd name="connsiteY7" fmla="*/ 1029211 h 6858000"/>
              <a:gd name="connsiteX8" fmla="*/ 11910379 w 12192000"/>
              <a:gd name="connsiteY8" fmla="*/ 26058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136965 w 12192000"/>
              <a:gd name="connsiteY5" fmla="*/ 258676 h 6858000"/>
              <a:gd name="connsiteX6" fmla="*/ 10138870 w 12192000"/>
              <a:gd name="connsiteY6" fmla="*/ 1034926 h 6858000"/>
              <a:gd name="connsiteX7" fmla="*/ 11910379 w 12192000"/>
              <a:gd name="connsiteY7" fmla="*/ 1029211 h 6858000"/>
              <a:gd name="connsiteX8" fmla="*/ 11910379 w 12192000"/>
              <a:gd name="connsiteY8" fmla="*/ 26058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136965 w 12192000"/>
              <a:gd name="connsiteY5" fmla="*/ 258676 h 6858000"/>
              <a:gd name="connsiteX6" fmla="*/ 10138870 w 12192000"/>
              <a:gd name="connsiteY6" fmla="*/ 1034926 h 6858000"/>
              <a:gd name="connsiteX7" fmla="*/ 11910379 w 12192000"/>
              <a:gd name="connsiteY7" fmla="*/ 1029211 h 6858000"/>
              <a:gd name="connsiteX8" fmla="*/ 11902759 w 12192000"/>
              <a:gd name="connsiteY8" fmla="*/ 26820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136965 w 12192000"/>
              <a:gd name="connsiteY5" fmla="*/ 258676 h 6858000"/>
              <a:gd name="connsiteX6" fmla="*/ 10138870 w 12192000"/>
              <a:gd name="connsiteY6" fmla="*/ 1034926 h 6858000"/>
              <a:gd name="connsiteX7" fmla="*/ 11923714 w 12192000"/>
              <a:gd name="connsiteY7" fmla="*/ 1048261 h 6858000"/>
              <a:gd name="connsiteX8" fmla="*/ 11902759 w 12192000"/>
              <a:gd name="connsiteY8" fmla="*/ 26820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136965 w 12192000"/>
              <a:gd name="connsiteY5" fmla="*/ 258676 h 6858000"/>
              <a:gd name="connsiteX6" fmla="*/ 10138870 w 12192000"/>
              <a:gd name="connsiteY6" fmla="*/ 1034926 h 6858000"/>
              <a:gd name="connsiteX7" fmla="*/ 11904664 w 12192000"/>
              <a:gd name="connsiteY7" fmla="*/ 1029211 h 6858000"/>
              <a:gd name="connsiteX8" fmla="*/ 11902759 w 12192000"/>
              <a:gd name="connsiteY8" fmla="*/ 26820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136965 w 12192000"/>
              <a:gd name="connsiteY5" fmla="*/ 258676 h 6858000"/>
              <a:gd name="connsiteX6" fmla="*/ 10142680 w 12192000"/>
              <a:gd name="connsiteY6" fmla="*/ 1025401 h 6858000"/>
              <a:gd name="connsiteX7" fmla="*/ 11904664 w 12192000"/>
              <a:gd name="connsiteY7" fmla="*/ 1029211 h 6858000"/>
              <a:gd name="connsiteX8" fmla="*/ 11902759 w 12192000"/>
              <a:gd name="connsiteY8" fmla="*/ 26820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146490 w 12192000"/>
              <a:gd name="connsiteY5" fmla="*/ 268201 h 6858000"/>
              <a:gd name="connsiteX6" fmla="*/ 10142680 w 12192000"/>
              <a:gd name="connsiteY6" fmla="*/ 1025401 h 6858000"/>
              <a:gd name="connsiteX7" fmla="*/ 11904664 w 12192000"/>
              <a:gd name="connsiteY7" fmla="*/ 1029211 h 6858000"/>
              <a:gd name="connsiteX8" fmla="*/ 11902759 w 12192000"/>
              <a:gd name="connsiteY8" fmla="*/ 268201 h 6858000"/>
              <a:gd name="connsiteX9" fmla="*/ 10146490 w 12192000"/>
              <a:gd name="connsiteY9" fmla="*/ 26820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295080 w 12192000"/>
              <a:gd name="connsiteY5" fmla="*/ 361546 h 6858000"/>
              <a:gd name="connsiteX6" fmla="*/ 10142680 w 12192000"/>
              <a:gd name="connsiteY6" fmla="*/ 1025401 h 6858000"/>
              <a:gd name="connsiteX7" fmla="*/ 11904664 w 12192000"/>
              <a:gd name="connsiteY7" fmla="*/ 1029211 h 6858000"/>
              <a:gd name="connsiteX8" fmla="*/ 11902759 w 12192000"/>
              <a:gd name="connsiteY8" fmla="*/ 268201 h 6858000"/>
              <a:gd name="connsiteX9" fmla="*/ 10295080 w 12192000"/>
              <a:gd name="connsiteY9" fmla="*/ 36154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144585 w 12192000"/>
              <a:gd name="connsiteY5" fmla="*/ 266296 h 6858000"/>
              <a:gd name="connsiteX6" fmla="*/ 10142680 w 12192000"/>
              <a:gd name="connsiteY6" fmla="*/ 1025401 h 6858000"/>
              <a:gd name="connsiteX7" fmla="*/ 11904664 w 12192000"/>
              <a:gd name="connsiteY7" fmla="*/ 1029211 h 6858000"/>
              <a:gd name="connsiteX8" fmla="*/ 11902759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144585 w 12192000"/>
              <a:gd name="connsiteY5" fmla="*/ 266296 h 6858000"/>
              <a:gd name="connsiteX6" fmla="*/ 10142680 w 12192000"/>
              <a:gd name="connsiteY6" fmla="*/ 1025401 h 6858000"/>
              <a:gd name="connsiteX7" fmla="*/ 11830369 w 12192000"/>
              <a:gd name="connsiteY7" fmla="*/ 964441 h 6858000"/>
              <a:gd name="connsiteX8" fmla="*/ 11902759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144585 w 12192000"/>
              <a:gd name="connsiteY5" fmla="*/ 266296 h 6858000"/>
              <a:gd name="connsiteX6" fmla="*/ 10142680 w 12192000"/>
              <a:gd name="connsiteY6" fmla="*/ 1025401 h 6858000"/>
              <a:gd name="connsiteX7" fmla="*/ 11904664 w 12192000"/>
              <a:gd name="connsiteY7" fmla="*/ 1025401 h 6858000"/>
              <a:gd name="connsiteX8" fmla="*/ 11902759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144585 w 12192000"/>
              <a:gd name="connsiteY5" fmla="*/ 266296 h 6858000"/>
              <a:gd name="connsiteX6" fmla="*/ 10142680 w 12192000"/>
              <a:gd name="connsiteY6" fmla="*/ 1025401 h 6858000"/>
              <a:gd name="connsiteX7" fmla="*/ 11904664 w 12192000"/>
              <a:gd name="connsiteY7" fmla="*/ 1025401 h 6858000"/>
              <a:gd name="connsiteX8" fmla="*/ 11757979 w 12192000"/>
              <a:gd name="connsiteY8" fmla="*/ 39774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144585 w 12192000"/>
              <a:gd name="connsiteY5" fmla="*/ 266296 h 6858000"/>
              <a:gd name="connsiteX6" fmla="*/ 10142680 w 12192000"/>
              <a:gd name="connsiteY6" fmla="*/ 1025401 h 6858000"/>
              <a:gd name="connsiteX7" fmla="*/ 11904664 w 12192000"/>
              <a:gd name="connsiteY7" fmla="*/ 1025401 h 6858000"/>
              <a:gd name="connsiteX8" fmla="*/ 11904664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262695 w 12192000"/>
              <a:gd name="connsiteY5" fmla="*/ 352021 h 6858000"/>
              <a:gd name="connsiteX6" fmla="*/ 10142680 w 12192000"/>
              <a:gd name="connsiteY6" fmla="*/ 1025401 h 6858000"/>
              <a:gd name="connsiteX7" fmla="*/ 11904664 w 12192000"/>
              <a:gd name="connsiteY7" fmla="*/ 1025401 h 6858000"/>
              <a:gd name="connsiteX8" fmla="*/ 11904664 w 12192000"/>
              <a:gd name="connsiteY8" fmla="*/ 268201 h 6858000"/>
              <a:gd name="connsiteX9" fmla="*/ 10262695 w 12192000"/>
              <a:gd name="connsiteY9" fmla="*/ 35202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146490 w 12192000"/>
              <a:gd name="connsiteY5" fmla="*/ 268201 h 6858000"/>
              <a:gd name="connsiteX6" fmla="*/ 10142680 w 12192000"/>
              <a:gd name="connsiteY6" fmla="*/ 1025401 h 6858000"/>
              <a:gd name="connsiteX7" fmla="*/ 11904664 w 12192000"/>
              <a:gd name="connsiteY7" fmla="*/ 1025401 h 6858000"/>
              <a:gd name="connsiteX8" fmla="*/ 11904664 w 12192000"/>
              <a:gd name="connsiteY8" fmla="*/ 268201 h 6858000"/>
              <a:gd name="connsiteX9" fmla="*/ 10146490 w 12192000"/>
              <a:gd name="connsiteY9" fmla="*/ 26820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82702 w 12192000"/>
              <a:gd name="connsiteY0" fmla="*/ 25296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282702 w 12192000"/>
              <a:gd name="connsiteY4" fmla="*/ 252962 h 6858000"/>
              <a:gd name="connsiteX5" fmla="*/ 10146490 w 12192000"/>
              <a:gd name="connsiteY5" fmla="*/ 268201 h 6858000"/>
              <a:gd name="connsiteX6" fmla="*/ 10142680 w 12192000"/>
              <a:gd name="connsiteY6" fmla="*/ 1025401 h 6858000"/>
              <a:gd name="connsiteX7" fmla="*/ 11904664 w 12192000"/>
              <a:gd name="connsiteY7" fmla="*/ 1025401 h 6858000"/>
              <a:gd name="connsiteX8" fmla="*/ 11904664 w 12192000"/>
              <a:gd name="connsiteY8" fmla="*/ 268201 h 6858000"/>
              <a:gd name="connsiteX9" fmla="*/ 10146490 w 12192000"/>
              <a:gd name="connsiteY9" fmla="*/ 26820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82702 w 12192000"/>
              <a:gd name="connsiteY0" fmla="*/ 252962 h 6858000"/>
              <a:gd name="connsiteX1" fmla="*/ 361950 w 12192000"/>
              <a:gd name="connsiteY1" fmla="*/ 6536402 h 6858000"/>
              <a:gd name="connsiteX2" fmla="*/ 5401950 w 12192000"/>
              <a:gd name="connsiteY2" fmla="*/ 6536402 h 6858000"/>
              <a:gd name="connsiteX3" fmla="*/ 5334894 w 12192000"/>
              <a:gd name="connsiteY3" fmla="*/ 259058 h 6858000"/>
              <a:gd name="connsiteX4" fmla="*/ 282702 w 12192000"/>
              <a:gd name="connsiteY4" fmla="*/ 252962 h 6858000"/>
              <a:gd name="connsiteX5" fmla="*/ 10146490 w 12192000"/>
              <a:gd name="connsiteY5" fmla="*/ 268201 h 6858000"/>
              <a:gd name="connsiteX6" fmla="*/ 10142680 w 12192000"/>
              <a:gd name="connsiteY6" fmla="*/ 1025401 h 6858000"/>
              <a:gd name="connsiteX7" fmla="*/ 11904664 w 12192000"/>
              <a:gd name="connsiteY7" fmla="*/ 1025401 h 6858000"/>
              <a:gd name="connsiteX8" fmla="*/ 11904664 w 12192000"/>
              <a:gd name="connsiteY8" fmla="*/ 268201 h 6858000"/>
              <a:gd name="connsiteX9" fmla="*/ 10146490 w 12192000"/>
              <a:gd name="connsiteY9" fmla="*/ 26820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82702 w 12192000"/>
              <a:gd name="connsiteY0" fmla="*/ 252962 h 6858000"/>
              <a:gd name="connsiteX1" fmla="*/ 288798 w 12192000"/>
              <a:gd name="connsiteY1" fmla="*/ 6603458 h 6858000"/>
              <a:gd name="connsiteX2" fmla="*/ 5401950 w 12192000"/>
              <a:gd name="connsiteY2" fmla="*/ 6536402 h 6858000"/>
              <a:gd name="connsiteX3" fmla="*/ 5334894 w 12192000"/>
              <a:gd name="connsiteY3" fmla="*/ 259058 h 6858000"/>
              <a:gd name="connsiteX4" fmla="*/ 282702 w 12192000"/>
              <a:gd name="connsiteY4" fmla="*/ 252962 h 6858000"/>
              <a:gd name="connsiteX5" fmla="*/ 10146490 w 12192000"/>
              <a:gd name="connsiteY5" fmla="*/ 268201 h 6858000"/>
              <a:gd name="connsiteX6" fmla="*/ 10142680 w 12192000"/>
              <a:gd name="connsiteY6" fmla="*/ 1025401 h 6858000"/>
              <a:gd name="connsiteX7" fmla="*/ 11904664 w 12192000"/>
              <a:gd name="connsiteY7" fmla="*/ 1025401 h 6858000"/>
              <a:gd name="connsiteX8" fmla="*/ 11904664 w 12192000"/>
              <a:gd name="connsiteY8" fmla="*/ 268201 h 6858000"/>
              <a:gd name="connsiteX9" fmla="*/ 10146490 w 12192000"/>
              <a:gd name="connsiteY9" fmla="*/ 26820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82702 w 12192000"/>
              <a:gd name="connsiteY0" fmla="*/ 252962 h 6858000"/>
              <a:gd name="connsiteX1" fmla="*/ 288798 w 12192000"/>
              <a:gd name="connsiteY1" fmla="*/ 6603458 h 6858000"/>
              <a:gd name="connsiteX2" fmla="*/ 5328798 w 12192000"/>
              <a:gd name="connsiteY2" fmla="*/ 6597362 h 6858000"/>
              <a:gd name="connsiteX3" fmla="*/ 5334894 w 12192000"/>
              <a:gd name="connsiteY3" fmla="*/ 259058 h 6858000"/>
              <a:gd name="connsiteX4" fmla="*/ 282702 w 12192000"/>
              <a:gd name="connsiteY4" fmla="*/ 252962 h 6858000"/>
              <a:gd name="connsiteX5" fmla="*/ 10146490 w 12192000"/>
              <a:gd name="connsiteY5" fmla="*/ 268201 h 6858000"/>
              <a:gd name="connsiteX6" fmla="*/ 10142680 w 12192000"/>
              <a:gd name="connsiteY6" fmla="*/ 1025401 h 6858000"/>
              <a:gd name="connsiteX7" fmla="*/ 11904664 w 12192000"/>
              <a:gd name="connsiteY7" fmla="*/ 1025401 h 6858000"/>
              <a:gd name="connsiteX8" fmla="*/ 11904664 w 12192000"/>
              <a:gd name="connsiteY8" fmla="*/ 268201 h 6858000"/>
              <a:gd name="connsiteX9" fmla="*/ 10146490 w 12192000"/>
              <a:gd name="connsiteY9" fmla="*/ 26820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82702 w 12192000"/>
              <a:gd name="connsiteY0" fmla="*/ 252962 h 6858000"/>
              <a:gd name="connsiteX1" fmla="*/ 288798 w 12192000"/>
              <a:gd name="connsiteY1" fmla="*/ 6597362 h 6858000"/>
              <a:gd name="connsiteX2" fmla="*/ 5328798 w 12192000"/>
              <a:gd name="connsiteY2" fmla="*/ 6597362 h 6858000"/>
              <a:gd name="connsiteX3" fmla="*/ 5334894 w 12192000"/>
              <a:gd name="connsiteY3" fmla="*/ 259058 h 6858000"/>
              <a:gd name="connsiteX4" fmla="*/ 282702 w 12192000"/>
              <a:gd name="connsiteY4" fmla="*/ 252962 h 6858000"/>
              <a:gd name="connsiteX5" fmla="*/ 10146490 w 12192000"/>
              <a:gd name="connsiteY5" fmla="*/ 268201 h 6858000"/>
              <a:gd name="connsiteX6" fmla="*/ 10142680 w 12192000"/>
              <a:gd name="connsiteY6" fmla="*/ 1025401 h 6858000"/>
              <a:gd name="connsiteX7" fmla="*/ 11904664 w 12192000"/>
              <a:gd name="connsiteY7" fmla="*/ 1025401 h 6858000"/>
              <a:gd name="connsiteX8" fmla="*/ 11904664 w 12192000"/>
              <a:gd name="connsiteY8" fmla="*/ 268201 h 6858000"/>
              <a:gd name="connsiteX9" fmla="*/ 10146490 w 12192000"/>
              <a:gd name="connsiteY9" fmla="*/ 26820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92000" h="6858000">
                <a:moveTo>
                  <a:pt x="282702" y="252962"/>
                </a:moveTo>
                <a:lnTo>
                  <a:pt x="288798" y="6597362"/>
                </a:lnTo>
                <a:lnTo>
                  <a:pt x="5328798" y="6597362"/>
                </a:lnTo>
                <a:lnTo>
                  <a:pt x="5334894" y="259058"/>
                </a:lnTo>
                <a:lnTo>
                  <a:pt x="282702" y="252962"/>
                </a:lnTo>
                <a:close/>
                <a:moveTo>
                  <a:pt x="10146490" y="268201"/>
                </a:moveTo>
                <a:lnTo>
                  <a:pt x="10142680" y="1025401"/>
                </a:lnTo>
                <a:lnTo>
                  <a:pt x="11904664" y="1025401"/>
                </a:lnTo>
                <a:lnTo>
                  <a:pt x="11904664" y="268201"/>
                </a:lnTo>
                <a:lnTo>
                  <a:pt x="10146490" y="268201"/>
                </a:lnTo>
                <a:close/>
                <a:moveTo>
                  <a:pt x="0" y="0"/>
                </a:moveTo>
                <a:lnTo>
                  <a:pt x="12192000" y="0"/>
                </a:lnTo>
                <a:lnTo>
                  <a:pt x="12192000" y="6858000"/>
                </a:lnTo>
                <a:lnTo>
                  <a:pt x="0" y="6858000"/>
                </a:lnTo>
                <a:lnTo>
                  <a:pt x="0" y="0"/>
                </a:lnTo>
                <a:close/>
              </a:path>
            </a:pathLst>
          </a:custGeom>
        </p:spPr>
        <p:txBody>
          <a:bodyPr wrap="square">
            <a:noAutofit/>
          </a:bodyPr>
          <a:lstStyle>
            <a:lvl1pPr marL="0" indent="0">
              <a:buNone/>
              <a:defRPr/>
            </a:lvl1pPr>
          </a:lstStyle>
          <a:p>
            <a:r>
              <a:rPr lang="en-US"/>
              <a:t>Bild </a:t>
            </a:r>
            <a:r>
              <a:rPr lang="en-US" err="1"/>
              <a:t>durch</a:t>
            </a:r>
            <a:r>
              <a:rPr lang="en-US"/>
              <a:t> </a:t>
            </a:r>
            <a:r>
              <a:rPr lang="en-US" err="1"/>
              <a:t>Klicken</a:t>
            </a:r>
            <a:r>
              <a:rPr lang="en-US"/>
              <a:t> auf Symbol </a:t>
            </a:r>
            <a:r>
              <a:rPr lang="en-US" err="1"/>
              <a:t>hinzufügen</a:t>
            </a:r>
            <a:endParaRPr lang="en-US"/>
          </a:p>
        </p:txBody>
      </p:sp>
      <p:sp>
        <p:nvSpPr>
          <p:cNvPr id="23" name="Subline">
            <a:extLst>
              <a:ext uri="{FF2B5EF4-FFF2-40B4-BE49-F238E27FC236}">
                <a16:creationId xmlns:a16="http://schemas.microsoft.com/office/drawing/2014/main" id="{F64F20BE-9490-4534-8D22-D527DF582B17}"/>
              </a:ext>
            </a:extLst>
          </p:cNvPr>
          <p:cNvSpPr>
            <a:spLocks noGrp="1"/>
          </p:cNvSpPr>
          <p:nvPr>
            <p:ph type="body" sz="quarter" idx="13" hasCustomPrompt="1"/>
          </p:nvPr>
        </p:nvSpPr>
        <p:spPr>
          <a:xfrm>
            <a:off x="284904" y="5510860"/>
            <a:ext cx="5040313" cy="360000"/>
          </a:xfrm>
          <a:prstGeom prst="rect">
            <a:avLst/>
          </a:prstGeom>
        </p:spPr>
        <p:txBody>
          <a:bodyPr lIns="288000" rIns="288000" anchor="b" anchorCtr="0">
            <a:noAutofit/>
          </a:bodyPr>
          <a:lstStyle>
            <a:lvl1pPr marL="0" indent="0">
              <a:buNone/>
              <a:defRPr sz="1600" b="1" cap="none" baseline="0">
                <a:latin typeface="+mj-lt"/>
              </a:defRPr>
            </a:lvl1pPr>
          </a:lstStyle>
          <a:p>
            <a:pPr lvl="0"/>
            <a:r>
              <a:rPr lang="en-US"/>
              <a:t>Subline</a:t>
            </a:r>
          </a:p>
        </p:txBody>
      </p:sp>
      <p:sp>
        <p:nvSpPr>
          <p:cNvPr id="24" name="Textplatzhalter 4">
            <a:extLst>
              <a:ext uri="{FF2B5EF4-FFF2-40B4-BE49-F238E27FC236}">
                <a16:creationId xmlns:a16="http://schemas.microsoft.com/office/drawing/2014/main" id="{DCF84473-59A5-4A28-B312-2557D7CFAFBE}"/>
              </a:ext>
            </a:extLst>
          </p:cNvPr>
          <p:cNvSpPr>
            <a:spLocks noGrp="1"/>
          </p:cNvSpPr>
          <p:nvPr>
            <p:ph type="body" sz="quarter" idx="16" hasCustomPrompt="1"/>
          </p:nvPr>
        </p:nvSpPr>
        <p:spPr>
          <a:xfrm>
            <a:off x="284904" y="5886100"/>
            <a:ext cx="5040313" cy="189474"/>
          </a:xfrm>
          <a:prstGeom prst="rect">
            <a:avLst/>
          </a:prstGeom>
        </p:spPr>
        <p:txBody>
          <a:bodyPr lIns="288000" tIns="36000">
            <a:noAutofit/>
          </a:bodyPr>
          <a:lstStyle>
            <a:lvl1pPr marL="0" indent="0">
              <a:buNone/>
              <a:defRPr sz="1600" cap="none" baseline="0"/>
            </a:lvl1pPr>
          </a:lstStyle>
          <a:p>
            <a:pPr lvl="0"/>
            <a:r>
              <a:rPr lang="en-US" err="1"/>
              <a:t>Vorname</a:t>
            </a:r>
            <a:r>
              <a:rPr lang="en-US"/>
              <a:t> </a:t>
            </a:r>
            <a:r>
              <a:rPr lang="en-US" err="1"/>
              <a:t>Nachname</a:t>
            </a:r>
            <a:endParaRPr lang="en-US"/>
          </a:p>
        </p:txBody>
      </p:sp>
      <p:sp>
        <p:nvSpPr>
          <p:cNvPr id="25" name="Textplatzhalter 4">
            <a:extLst>
              <a:ext uri="{FF2B5EF4-FFF2-40B4-BE49-F238E27FC236}">
                <a16:creationId xmlns:a16="http://schemas.microsoft.com/office/drawing/2014/main" id="{57D522EB-93F7-49B3-9164-076263457E70}"/>
              </a:ext>
            </a:extLst>
          </p:cNvPr>
          <p:cNvSpPr>
            <a:spLocks noGrp="1"/>
          </p:cNvSpPr>
          <p:nvPr>
            <p:ph type="body" sz="quarter" idx="17" hasCustomPrompt="1"/>
          </p:nvPr>
        </p:nvSpPr>
        <p:spPr>
          <a:xfrm>
            <a:off x="284904" y="6091840"/>
            <a:ext cx="5040313" cy="189474"/>
          </a:xfrm>
          <a:prstGeom prst="rect">
            <a:avLst/>
          </a:prstGeom>
        </p:spPr>
        <p:txBody>
          <a:bodyPr lIns="288000" tIns="36000">
            <a:noAutofit/>
          </a:bodyPr>
          <a:lstStyle>
            <a:lvl1pPr marL="0" indent="0">
              <a:buNone/>
              <a:defRPr sz="1600" cap="none" baseline="0"/>
            </a:lvl1pPr>
          </a:lstStyle>
          <a:p>
            <a:pPr lvl="0"/>
            <a:r>
              <a:rPr lang="en-US"/>
              <a:t>Datum</a:t>
            </a:r>
          </a:p>
        </p:txBody>
      </p:sp>
      <p:sp>
        <p:nvSpPr>
          <p:cNvPr id="13" name="Rechteck 12">
            <a:extLst>
              <a:ext uri="{FF2B5EF4-FFF2-40B4-BE49-F238E27FC236}">
                <a16:creationId xmlns:a16="http://schemas.microsoft.com/office/drawing/2014/main" id="{5CF86407-DA27-4CA6-A346-F8477F884E96}"/>
              </a:ext>
            </a:extLst>
          </p:cNvPr>
          <p:cNvSpPr>
            <a:spLocks/>
          </p:cNvSpPr>
          <p:nvPr/>
        </p:nvSpPr>
        <p:spPr>
          <a:xfrm>
            <a:off x="-1943099" y="2913099"/>
            <a:ext cx="1772284" cy="1031803"/>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ctr">
            <a:sp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90000"/>
              </a:lnSpc>
            </a:pPr>
            <a:r>
              <a:rPr lang="en-US" sz="1600" b="0">
                <a:solidFill>
                  <a:schemeClr val="tx1"/>
                </a:solidFill>
              </a:rPr>
              <a:t>Bitte </a:t>
            </a:r>
            <a:r>
              <a:rPr lang="en-US" sz="1600" b="0" err="1">
                <a:solidFill>
                  <a:schemeClr val="tx1"/>
                </a:solidFill>
              </a:rPr>
              <a:t>keine</a:t>
            </a:r>
            <a:r>
              <a:rPr lang="en-US" sz="1600" b="0">
                <a:solidFill>
                  <a:schemeClr val="tx1"/>
                </a:solidFill>
              </a:rPr>
              <a:t> </a:t>
            </a:r>
            <a:r>
              <a:rPr lang="en-US" sz="1600" b="0" err="1">
                <a:solidFill>
                  <a:schemeClr val="tx1"/>
                </a:solidFill>
              </a:rPr>
              <a:t>Folien</a:t>
            </a:r>
            <a:r>
              <a:rPr lang="en-US" sz="1600" b="0">
                <a:solidFill>
                  <a:schemeClr val="tx1"/>
                </a:solidFill>
              </a:rPr>
              <a:t> </a:t>
            </a:r>
            <a:r>
              <a:rPr lang="en-US" sz="1600" b="0" err="1">
                <a:solidFill>
                  <a:schemeClr val="tx1"/>
                </a:solidFill>
              </a:rPr>
              <a:t>mit</a:t>
            </a:r>
            <a:r>
              <a:rPr lang="en-US" sz="1600" b="0">
                <a:solidFill>
                  <a:schemeClr val="tx1"/>
                </a:solidFill>
              </a:rPr>
              <a:t> </a:t>
            </a:r>
            <a:r>
              <a:rPr lang="en-US" sz="1600" b="0" err="1">
                <a:solidFill>
                  <a:schemeClr val="tx1"/>
                </a:solidFill>
              </a:rPr>
              <a:t>vollflächigen</a:t>
            </a:r>
            <a:r>
              <a:rPr lang="en-US" sz="1600" b="0">
                <a:solidFill>
                  <a:schemeClr val="tx1"/>
                </a:solidFill>
              </a:rPr>
              <a:t> </a:t>
            </a:r>
            <a:r>
              <a:rPr lang="en-US" sz="1600" b="0" err="1">
                <a:solidFill>
                  <a:schemeClr val="tx1"/>
                </a:solidFill>
              </a:rPr>
              <a:t>Farben</a:t>
            </a:r>
            <a:r>
              <a:rPr lang="en-US" sz="1600" b="0">
                <a:solidFill>
                  <a:schemeClr val="tx1"/>
                </a:solidFill>
              </a:rPr>
              <a:t> </a:t>
            </a:r>
            <a:r>
              <a:rPr lang="en-US" sz="1600" b="0" err="1">
                <a:solidFill>
                  <a:schemeClr val="tx1"/>
                </a:solidFill>
              </a:rPr>
              <a:t>oder</a:t>
            </a:r>
            <a:r>
              <a:rPr lang="en-US" sz="1600" b="0">
                <a:solidFill>
                  <a:schemeClr val="tx1"/>
                </a:solidFill>
              </a:rPr>
              <a:t> </a:t>
            </a:r>
            <a:r>
              <a:rPr lang="en-US" sz="1600" b="0" err="1">
                <a:solidFill>
                  <a:schemeClr val="tx1"/>
                </a:solidFill>
              </a:rPr>
              <a:t>Motiven</a:t>
            </a:r>
            <a:r>
              <a:rPr lang="en-US" sz="1600" b="0">
                <a:solidFill>
                  <a:schemeClr val="tx1"/>
                </a:solidFill>
              </a:rPr>
              <a:t> </a:t>
            </a:r>
            <a:r>
              <a:rPr lang="en-US" sz="1600" b="0" err="1">
                <a:solidFill>
                  <a:schemeClr val="tx1"/>
                </a:solidFill>
              </a:rPr>
              <a:t>drucken</a:t>
            </a:r>
            <a:r>
              <a:rPr lang="en-US" sz="1600" b="0">
                <a:solidFill>
                  <a:schemeClr val="tx1"/>
                </a:solidFill>
              </a:rPr>
              <a:t> </a:t>
            </a:r>
          </a:p>
        </p:txBody>
      </p:sp>
      <p:sp>
        <p:nvSpPr>
          <p:cNvPr id="14" name="Rechteck 13">
            <a:extLst>
              <a:ext uri="{FF2B5EF4-FFF2-40B4-BE49-F238E27FC236}">
                <a16:creationId xmlns:a16="http://schemas.microsoft.com/office/drawing/2014/main" id="{5CF86407-DA27-4CA6-A346-F8477F884E96}"/>
              </a:ext>
            </a:extLst>
          </p:cNvPr>
          <p:cNvSpPr>
            <a:spLocks/>
          </p:cNvSpPr>
          <p:nvPr/>
        </p:nvSpPr>
        <p:spPr>
          <a:xfrm>
            <a:off x="-1943099" y="4117246"/>
            <a:ext cx="1772284" cy="125340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72000" rIns="72000" bIns="72000" rtlCol="0" anchor="t">
            <a:sp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90000"/>
              </a:lnSpc>
            </a:pPr>
            <a:r>
              <a:rPr lang="en-US" sz="1600" b="0">
                <a:solidFill>
                  <a:schemeClr val="tx1"/>
                </a:solidFill>
              </a:rPr>
              <a:t>Die </a:t>
            </a:r>
            <a:r>
              <a:rPr lang="en-US" sz="1600" b="0" err="1">
                <a:solidFill>
                  <a:schemeClr val="tx1"/>
                </a:solidFill>
              </a:rPr>
              <a:t>Standlinie</a:t>
            </a:r>
            <a:r>
              <a:rPr lang="en-US" sz="1600" b="0">
                <a:solidFill>
                  <a:schemeClr val="tx1"/>
                </a:solidFill>
              </a:rPr>
              <a:t> </a:t>
            </a:r>
            <a:r>
              <a:rPr lang="en-US" sz="1600" b="0" err="1">
                <a:solidFill>
                  <a:schemeClr val="tx1"/>
                </a:solidFill>
              </a:rPr>
              <a:t>kann</a:t>
            </a:r>
            <a:r>
              <a:rPr lang="en-US" sz="1600" b="0">
                <a:solidFill>
                  <a:schemeClr val="tx1"/>
                </a:solidFill>
              </a:rPr>
              <a:t> </a:t>
            </a:r>
            <a:r>
              <a:rPr lang="en-US" sz="1600" b="0" err="1">
                <a:solidFill>
                  <a:schemeClr val="tx1"/>
                </a:solidFill>
              </a:rPr>
              <a:t>über</a:t>
            </a:r>
            <a:r>
              <a:rPr lang="en-US" sz="1600" b="0">
                <a:solidFill>
                  <a:schemeClr val="tx1"/>
                </a:solidFill>
              </a:rPr>
              <a:t> den Reiter "</a:t>
            </a:r>
            <a:r>
              <a:rPr lang="en-US" sz="1600" b="0" err="1">
                <a:solidFill>
                  <a:schemeClr val="tx1"/>
                </a:solidFill>
              </a:rPr>
              <a:t>Einfügen</a:t>
            </a:r>
            <a:r>
              <a:rPr lang="en-US" sz="1600" b="0">
                <a:solidFill>
                  <a:schemeClr val="tx1"/>
                </a:solidFill>
              </a:rPr>
              <a:t>" </a:t>
            </a:r>
            <a:r>
              <a:rPr lang="en-US" sz="1600" b="0" err="1">
                <a:solidFill>
                  <a:schemeClr val="tx1"/>
                </a:solidFill>
              </a:rPr>
              <a:t>durch</a:t>
            </a:r>
            <a:r>
              <a:rPr lang="en-US" sz="1600" b="0">
                <a:solidFill>
                  <a:schemeClr val="tx1"/>
                </a:solidFill>
              </a:rPr>
              <a:t> das Feld "Symbol" </a:t>
            </a:r>
            <a:r>
              <a:rPr lang="en-US" sz="1600" b="0" err="1">
                <a:solidFill>
                  <a:schemeClr val="tx1"/>
                </a:solidFill>
              </a:rPr>
              <a:t>eingefügt</a:t>
            </a:r>
            <a:r>
              <a:rPr lang="en-US" sz="1600" b="0">
                <a:solidFill>
                  <a:schemeClr val="tx1"/>
                </a:solidFill>
              </a:rPr>
              <a:t> </a:t>
            </a:r>
            <a:r>
              <a:rPr lang="en-US" sz="1600" b="0" err="1">
                <a:solidFill>
                  <a:schemeClr val="tx1"/>
                </a:solidFill>
              </a:rPr>
              <a:t>werden</a:t>
            </a:r>
            <a:endParaRPr lang="en-US" sz="1600" b="0">
              <a:solidFill>
                <a:schemeClr val="tx1"/>
              </a:solidFill>
            </a:endParaRPr>
          </a:p>
        </p:txBody>
      </p:sp>
      <p:sp>
        <p:nvSpPr>
          <p:cNvPr id="2" name="Titel 1"/>
          <p:cNvSpPr>
            <a:spLocks noGrp="1"/>
          </p:cNvSpPr>
          <p:nvPr>
            <p:ph type="title" hasCustomPrompt="1"/>
          </p:nvPr>
        </p:nvSpPr>
        <p:spPr>
          <a:xfrm>
            <a:off x="284400" y="259200"/>
            <a:ext cx="5040000" cy="5040000"/>
          </a:xfrm>
        </p:spPr>
        <p:txBody>
          <a:bodyPr vert="horz" lIns="288000" tIns="288000" rIns="288000" bIns="288000" rtlCol="0">
            <a:noAutofit/>
          </a:bodyPr>
          <a:lstStyle>
            <a:lvl1pPr marL="0" marR="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lang="de-DE" sz="3200" dirty="0">
                <a:latin typeface="STIHL Contraface Display Title" pitchFamily="50" charset="0"/>
                <a:ea typeface="+mn-ea"/>
                <a:cs typeface="+mn-cs"/>
              </a:defRPr>
            </a:lvl1pPr>
          </a:lstStyle>
          <a:p>
            <a:pPr lvl="0"/>
            <a:r>
              <a:rPr lang="en-US" err="1"/>
              <a:t>Mastertitel</a:t>
            </a:r>
            <a:r>
              <a:rPr lang="en-US"/>
              <a:t>-format </a:t>
            </a:r>
            <a:r>
              <a:rPr lang="en-US" err="1"/>
              <a:t>bearbeiten</a:t>
            </a:r>
            <a:br>
              <a:rPr lang="en-US"/>
            </a:br>
            <a:r>
              <a:rPr lang="en-US"/>
              <a:t>ƒ</a:t>
            </a:r>
          </a:p>
        </p:txBody>
      </p:sp>
    </p:spTree>
    <p:extLst>
      <p:ext uri="{BB962C8B-B14F-4D97-AF65-F5344CB8AC3E}">
        <p14:creationId xmlns:p14="http://schemas.microsoft.com/office/powerpoint/2010/main" val="109246287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itelfolie leer">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p:custDataLst>
              <p:tags r:id="rId1"/>
            </p:custDataLst>
            <p:extLst>
              <p:ext uri="{D42A27DB-BD31-4B8C-83A1-F6EECF244321}">
                <p14:modId xmlns:p14="http://schemas.microsoft.com/office/powerpoint/2010/main" val="10632919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70" imgH="371" progId="TCLayout.ActiveDocument.1">
                  <p:embed/>
                </p:oleObj>
              </mc:Choice>
              <mc:Fallback>
                <p:oleObj name="think-cell Folie" r:id="rId4" imgW="370" imgH="371" progId="TCLayout.ActiveDocument.1">
                  <p:embed/>
                  <p:pic>
                    <p:nvPicPr>
                      <p:cNvPr id="4" name="Objek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hteck 2" hidden="1"/>
          <p:cNvSpPr/>
          <p:nvPr>
            <p:custDataLst>
              <p:tags r:id="rId2"/>
            </p:custDataLst>
          </p:nvPr>
        </p:nvSpPr>
        <p:spPr>
          <a:xfrm>
            <a:off x="0" y="0"/>
            <a:ext cx="158750" cy="15875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US" sz="4800" b="1" i="0" baseline="0">
              <a:solidFill>
                <a:schemeClr val="tx1"/>
              </a:solidFill>
              <a:latin typeface="STIHL Contraface Display Title"/>
              <a:ea typeface="+mn-ea"/>
              <a:cs typeface="+mn-cs"/>
              <a:sym typeface="STIHL Contraface Display Title"/>
            </a:endParaRPr>
          </a:p>
        </p:txBody>
      </p:sp>
      <p:sp>
        <p:nvSpPr>
          <p:cNvPr id="11" name="Subline">
            <a:extLst>
              <a:ext uri="{FF2B5EF4-FFF2-40B4-BE49-F238E27FC236}">
                <a16:creationId xmlns:a16="http://schemas.microsoft.com/office/drawing/2014/main" id="{93378434-A597-4F7F-B029-ECD35EA41BCB}"/>
              </a:ext>
            </a:extLst>
          </p:cNvPr>
          <p:cNvSpPr>
            <a:spLocks noGrp="1"/>
          </p:cNvSpPr>
          <p:nvPr>
            <p:ph type="body" sz="quarter" idx="13" hasCustomPrompt="1"/>
          </p:nvPr>
        </p:nvSpPr>
        <p:spPr>
          <a:xfrm>
            <a:off x="571500" y="5706830"/>
            <a:ext cx="8640000" cy="216000"/>
          </a:xfrm>
          <a:prstGeom prst="rect">
            <a:avLst/>
          </a:prstGeom>
        </p:spPr>
        <p:txBody>
          <a:bodyPr lIns="0" rIns="0" anchor="b" anchorCtr="0">
            <a:noAutofit/>
          </a:bodyPr>
          <a:lstStyle>
            <a:lvl1pPr marL="0" indent="0">
              <a:buNone/>
              <a:defRPr sz="1800" b="1" cap="none" baseline="0">
                <a:latin typeface="+mj-lt"/>
              </a:defRPr>
            </a:lvl1pPr>
          </a:lstStyle>
          <a:p>
            <a:pPr lvl="0"/>
            <a:r>
              <a:rPr lang="en-US"/>
              <a:t>Subline</a:t>
            </a:r>
          </a:p>
        </p:txBody>
      </p:sp>
      <p:sp>
        <p:nvSpPr>
          <p:cNvPr id="12" name="Name">
            <a:extLst>
              <a:ext uri="{FF2B5EF4-FFF2-40B4-BE49-F238E27FC236}">
                <a16:creationId xmlns:a16="http://schemas.microsoft.com/office/drawing/2014/main" id="{78096696-CF0D-4E90-AD93-F265006F5553}"/>
              </a:ext>
            </a:extLst>
          </p:cNvPr>
          <p:cNvSpPr>
            <a:spLocks noGrp="1"/>
          </p:cNvSpPr>
          <p:nvPr>
            <p:ph type="body" sz="quarter" idx="14" hasCustomPrompt="1"/>
          </p:nvPr>
        </p:nvSpPr>
        <p:spPr>
          <a:xfrm>
            <a:off x="571500" y="6049289"/>
            <a:ext cx="8640000" cy="216000"/>
          </a:xfrm>
          <a:prstGeom prst="rect">
            <a:avLst/>
          </a:prstGeom>
        </p:spPr>
        <p:txBody>
          <a:bodyPr lIns="0" rIns="0" anchor="t" anchorCtr="0">
            <a:noAutofit/>
          </a:bodyPr>
          <a:lstStyle>
            <a:lvl1pPr marL="0" indent="0">
              <a:buNone/>
              <a:defRPr sz="1800" cap="none" baseline="0">
                <a:latin typeface="+mn-lt"/>
              </a:defRPr>
            </a:lvl1pPr>
          </a:lstStyle>
          <a:p>
            <a:pPr lvl="0"/>
            <a:r>
              <a:rPr lang="en-US" err="1"/>
              <a:t>Vorname</a:t>
            </a:r>
            <a:r>
              <a:rPr lang="en-US"/>
              <a:t> </a:t>
            </a:r>
            <a:r>
              <a:rPr lang="en-US" err="1"/>
              <a:t>Nachname</a:t>
            </a:r>
            <a:endParaRPr lang="en-US"/>
          </a:p>
        </p:txBody>
      </p:sp>
      <p:sp>
        <p:nvSpPr>
          <p:cNvPr id="9" name="Datum">
            <a:extLst>
              <a:ext uri="{FF2B5EF4-FFF2-40B4-BE49-F238E27FC236}">
                <a16:creationId xmlns:a16="http://schemas.microsoft.com/office/drawing/2014/main" id="{93CE0D43-2D94-4A12-94F6-C940A9EBB106}"/>
              </a:ext>
            </a:extLst>
          </p:cNvPr>
          <p:cNvSpPr>
            <a:spLocks noGrp="1"/>
          </p:cNvSpPr>
          <p:nvPr>
            <p:ph type="body" sz="quarter" idx="15" hasCustomPrompt="1"/>
          </p:nvPr>
        </p:nvSpPr>
        <p:spPr>
          <a:xfrm>
            <a:off x="571500" y="6283748"/>
            <a:ext cx="8640000" cy="216000"/>
          </a:xfrm>
          <a:prstGeom prst="rect">
            <a:avLst/>
          </a:prstGeom>
        </p:spPr>
        <p:txBody>
          <a:bodyPr lIns="0" rIns="0" anchor="t" anchorCtr="0">
            <a:noAutofit/>
          </a:bodyPr>
          <a:lstStyle>
            <a:lvl1pPr marL="0" indent="0">
              <a:buNone/>
              <a:defRPr sz="1800" cap="none" baseline="0">
                <a:latin typeface="+mn-lt"/>
              </a:defRPr>
            </a:lvl1pPr>
          </a:lstStyle>
          <a:p>
            <a:pPr lvl="0"/>
            <a:r>
              <a:rPr lang="en-US"/>
              <a:t>Datum</a:t>
            </a:r>
          </a:p>
        </p:txBody>
      </p:sp>
      <p:pic>
        <p:nvPicPr>
          <p:cNvPr id="10" name="Grafik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30262" y="502821"/>
            <a:ext cx="1385810" cy="287488"/>
          </a:xfrm>
          <a:prstGeom prst="rect">
            <a:avLst/>
          </a:prstGeom>
        </p:spPr>
      </p:pic>
      <p:sp>
        <p:nvSpPr>
          <p:cNvPr id="16" name="Rechteck 15">
            <a:extLst>
              <a:ext uri="{FF2B5EF4-FFF2-40B4-BE49-F238E27FC236}">
                <a16:creationId xmlns:a16="http://schemas.microsoft.com/office/drawing/2014/main" id="{5CF86407-DA27-4CA6-A346-F8477F884E96}"/>
              </a:ext>
            </a:extLst>
          </p:cNvPr>
          <p:cNvSpPr>
            <a:spLocks/>
          </p:cNvSpPr>
          <p:nvPr/>
        </p:nvSpPr>
        <p:spPr>
          <a:xfrm>
            <a:off x="-1943099" y="4117246"/>
            <a:ext cx="1772284" cy="125340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72000" rIns="72000" bIns="72000" rtlCol="0" anchor="t">
            <a:sp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90000"/>
              </a:lnSpc>
            </a:pPr>
            <a:r>
              <a:rPr lang="en-US" sz="1600" b="0">
                <a:solidFill>
                  <a:schemeClr val="tx1"/>
                </a:solidFill>
              </a:rPr>
              <a:t>Die </a:t>
            </a:r>
            <a:r>
              <a:rPr lang="en-US" sz="1600" b="0" err="1">
                <a:solidFill>
                  <a:schemeClr val="tx1"/>
                </a:solidFill>
              </a:rPr>
              <a:t>Standlinie</a:t>
            </a:r>
            <a:r>
              <a:rPr lang="en-US" sz="1600" b="0">
                <a:solidFill>
                  <a:schemeClr val="tx1"/>
                </a:solidFill>
              </a:rPr>
              <a:t> </a:t>
            </a:r>
            <a:r>
              <a:rPr lang="en-US" sz="1600" b="0" err="1">
                <a:solidFill>
                  <a:schemeClr val="tx1"/>
                </a:solidFill>
              </a:rPr>
              <a:t>kann</a:t>
            </a:r>
            <a:r>
              <a:rPr lang="en-US" sz="1600" b="0">
                <a:solidFill>
                  <a:schemeClr val="tx1"/>
                </a:solidFill>
              </a:rPr>
              <a:t> </a:t>
            </a:r>
            <a:r>
              <a:rPr lang="en-US" sz="1600" b="0" err="1">
                <a:solidFill>
                  <a:schemeClr val="tx1"/>
                </a:solidFill>
              </a:rPr>
              <a:t>über</a:t>
            </a:r>
            <a:r>
              <a:rPr lang="en-US" sz="1600" b="0">
                <a:solidFill>
                  <a:schemeClr val="tx1"/>
                </a:solidFill>
              </a:rPr>
              <a:t> den Reiter "</a:t>
            </a:r>
            <a:r>
              <a:rPr lang="en-US" sz="1600" b="0" err="1">
                <a:solidFill>
                  <a:schemeClr val="tx1"/>
                </a:solidFill>
              </a:rPr>
              <a:t>Einfügen</a:t>
            </a:r>
            <a:r>
              <a:rPr lang="en-US" sz="1600" b="0">
                <a:solidFill>
                  <a:schemeClr val="tx1"/>
                </a:solidFill>
              </a:rPr>
              <a:t>" </a:t>
            </a:r>
            <a:r>
              <a:rPr lang="en-US" sz="1600" b="0" err="1">
                <a:solidFill>
                  <a:schemeClr val="tx1"/>
                </a:solidFill>
              </a:rPr>
              <a:t>durch</a:t>
            </a:r>
            <a:r>
              <a:rPr lang="en-US" sz="1600" b="0">
                <a:solidFill>
                  <a:schemeClr val="tx1"/>
                </a:solidFill>
              </a:rPr>
              <a:t> das Feld "Symbol" </a:t>
            </a:r>
            <a:r>
              <a:rPr lang="en-US" sz="1600" b="0" err="1">
                <a:solidFill>
                  <a:schemeClr val="tx1"/>
                </a:solidFill>
              </a:rPr>
              <a:t>eingefügt</a:t>
            </a:r>
            <a:r>
              <a:rPr lang="en-US" sz="1600" b="0">
                <a:solidFill>
                  <a:schemeClr val="tx1"/>
                </a:solidFill>
              </a:rPr>
              <a:t> </a:t>
            </a:r>
            <a:r>
              <a:rPr lang="en-US" sz="1600" b="0" err="1">
                <a:solidFill>
                  <a:schemeClr val="tx1"/>
                </a:solidFill>
              </a:rPr>
              <a:t>werden</a:t>
            </a:r>
            <a:endParaRPr lang="en-US" sz="1600" b="0">
              <a:solidFill>
                <a:schemeClr val="tx1"/>
              </a:solidFill>
            </a:endParaRPr>
          </a:p>
        </p:txBody>
      </p:sp>
      <p:sp>
        <p:nvSpPr>
          <p:cNvPr id="2" name="Titel 1"/>
          <p:cNvSpPr>
            <a:spLocks noGrp="1"/>
          </p:cNvSpPr>
          <p:nvPr>
            <p:ph type="title" hasCustomPrompt="1"/>
          </p:nvPr>
        </p:nvSpPr>
        <p:spPr>
          <a:xfrm>
            <a:off x="572400" y="2113200"/>
            <a:ext cx="8640000" cy="3240000"/>
          </a:xfrm>
        </p:spPr>
        <p:txBody>
          <a:bodyPr vert="horz" lIns="288000" tIns="288000" rIns="288000" bIns="288000" rtlCol="0">
            <a:noAutofit/>
          </a:bodyPr>
          <a:lstStyle>
            <a:lvl1pPr>
              <a:defRPr lang="de-DE" sz="4800" dirty="0">
                <a:latin typeface="STIHL Contraface Display Title" pitchFamily="50" charset="0"/>
                <a:ea typeface="+mn-ea"/>
                <a:cs typeface="+mn-cs"/>
              </a:defRPr>
            </a:lvl1pPr>
          </a:lstStyle>
          <a:p>
            <a:pPr lvl="0"/>
            <a:r>
              <a:rPr lang="en-US" err="1"/>
              <a:t>Mastertitelformat</a:t>
            </a:r>
            <a:r>
              <a:rPr lang="en-US"/>
              <a:t> </a:t>
            </a:r>
            <a:r>
              <a:rPr lang="en-US" err="1"/>
              <a:t>bearbeiten</a:t>
            </a:r>
            <a:br>
              <a:rPr lang="en-US"/>
            </a:br>
            <a:r>
              <a:rPr lang="en-US"/>
              <a:t>ƒ</a:t>
            </a:r>
          </a:p>
        </p:txBody>
      </p:sp>
    </p:spTree>
    <p:extLst>
      <p:ext uri="{BB962C8B-B14F-4D97-AF65-F5344CB8AC3E}">
        <p14:creationId xmlns:p14="http://schemas.microsoft.com/office/powerpoint/2010/main" val="38888434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el und Inhalt">
    <p:spTree>
      <p:nvGrpSpPr>
        <p:cNvPr id="1" name=""/>
        <p:cNvGrpSpPr/>
        <p:nvPr/>
      </p:nvGrpSpPr>
      <p:grpSpPr>
        <a:xfrm>
          <a:off x="0" y="0"/>
          <a:ext cx="0" cy="0"/>
          <a:chOff x="0" y="0"/>
          <a:chExt cx="0" cy="0"/>
        </a:xfrm>
      </p:grpSpPr>
      <p:graphicFrame>
        <p:nvGraphicFramePr>
          <p:cNvPr id="10" name="Objekt 9" hidden="1">
            <a:extLst>
              <a:ext uri="{FF2B5EF4-FFF2-40B4-BE49-F238E27FC236}">
                <a16:creationId xmlns:a16="http://schemas.microsoft.com/office/drawing/2014/main" id="{25DBC705-8149-459E-9D73-71848E406B1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08" imgH="408" progId="TCLayout.ActiveDocument.1">
                  <p:embed/>
                </p:oleObj>
              </mc:Choice>
              <mc:Fallback>
                <p:oleObj name="think-cell Folie" r:id="rId4" imgW="408" imgH="408" progId="TCLayout.ActiveDocument.1">
                  <p:embed/>
                  <p:pic>
                    <p:nvPicPr>
                      <p:cNvPr id="10" name="Objekt 9" hidden="1">
                        <a:extLst>
                          <a:ext uri="{FF2B5EF4-FFF2-40B4-BE49-F238E27FC236}">
                            <a16:creationId xmlns:a16="http://schemas.microsoft.com/office/drawing/2014/main" id="{25DBC705-8149-459E-9D73-71848E406B1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Rechteck 7" hidden="1">
            <a:extLst>
              <a:ext uri="{FF2B5EF4-FFF2-40B4-BE49-F238E27FC236}">
                <a16:creationId xmlns:a16="http://schemas.microsoft.com/office/drawing/2014/main" id="{39010A7A-64D4-40B1-96E7-BCEEBB7E8A30}"/>
              </a:ext>
            </a:extLst>
          </p:cNvPr>
          <p:cNvSpPr/>
          <p:nvPr>
            <p:custDataLst>
              <p:tags r:id="rId2"/>
            </p:custDataLst>
          </p:nvPr>
        </p:nvSpPr>
        <p:spPr>
          <a:xfrm>
            <a:off x="0" y="0"/>
            <a:ext cx="158750" cy="15875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US" sz="2200" b="1" i="0" baseline="0">
              <a:solidFill>
                <a:schemeClr val="tx1"/>
              </a:solidFill>
              <a:latin typeface="STIHL Contraface Text"/>
              <a:ea typeface="+mj-ea"/>
              <a:cs typeface="+mj-cs"/>
              <a:sym typeface="STIHL Contraface Text"/>
            </a:endParaRPr>
          </a:p>
        </p:txBody>
      </p:sp>
      <p:sp>
        <p:nvSpPr>
          <p:cNvPr id="9" name="Textplatzhalter 8">
            <a:extLst>
              <a:ext uri="{FF2B5EF4-FFF2-40B4-BE49-F238E27FC236}">
                <a16:creationId xmlns:a16="http://schemas.microsoft.com/office/drawing/2014/main" id="{DE73F636-8F03-4538-831F-37B264F004CE}"/>
              </a:ext>
            </a:extLst>
          </p:cNvPr>
          <p:cNvSpPr>
            <a:spLocks noGrp="1"/>
          </p:cNvSpPr>
          <p:nvPr>
            <p:ph type="body" sz="quarter" idx="13" hasCustomPrompt="1"/>
          </p:nvPr>
        </p:nvSpPr>
        <p:spPr>
          <a:xfrm>
            <a:off x="479426" y="1130300"/>
            <a:ext cx="11233147" cy="249299"/>
          </a:xfrm>
          <a:prstGeom prst="rect">
            <a:avLst/>
          </a:prstGeom>
        </p:spPr>
        <p:txBody>
          <a:bodyPr vert="horz" lIns="0" tIns="0" rIns="0" bIns="0" rtlCol="0" anchor="t" anchorCtr="0">
            <a:noAutofit/>
          </a:bodyPr>
          <a:lstStyle>
            <a:lvl1pPr marL="0" indent="0">
              <a:lnSpc>
                <a:spcPct val="90000"/>
              </a:lnSpc>
              <a:buNone/>
              <a:defRPr lang="de-DE" sz="1800" cap="none" baseline="0" dirty="0" smtClean="0">
                <a:solidFill>
                  <a:schemeClr val="tx1"/>
                </a:solidFill>
                <a:latin typeface="+mn-lt"/>
                <a:ea typeface="+mj-ea"/>
                <a:cs typeface="+mj-cs"/>
              </a:defRPr>
            </a:lvl1pPr>
          </a:lstStyle>
          <a:p>
            <a:pPr marL="114300" lvl="0" indent="-342900">
              <a:spcBef>
                <a:spcPct val="0"/>
              </a:spcBef>
            </a:pPr>
            <a:r>
              <a:rPr lang="en-US" err="1"/>
              <a:t>Subheadline</a:t>
            </a:r>
            <a:endParaRPr lang="en-US"/>
          </a:p>
        </p:txBody>
      </p:sp>
      <p:sp>
        <p:nvSpPr>
          <p:cNvPr id="7" name="Titel 6">
            <a:extLst>
              <a:ext uri="{FF2B5EF4-FFF2-40B4-BE49-F238E27FC236}">
                <a16:creationId xmlns:a16="http://schemas.microsoft.com/office/drawing/2014/main" id="{753CF0BC-3DA6-4688-820F-374B0CB9CADB}"/>
              </a:ext>
            </a:extLst>
          </p:cNvPr>
          <p:cNvSpPr>
            <a:spLocks noGrp="1"/>
          </p:cNvSpPr>
          <p:nvPr>
            <p:ph type="title" hasCustomPrompt="1"/>
          </p:nvPr>
        </p:nvSpPr>
        <p:spPr>
          <a:xfrm>
            <a:off x="479426" y="503546"/>
            <a:ext cx="9579925" cy="304699"/>
          </a:xfrm>
        </p:spPr>
        <p:txBody>
          <a:bodyPr anchor="t" anchorCtr="0">
            <a:noAutofit/>
          </a:bodyPr>
          <a:lstStyle>
            <a:lvl1pPr>
              <a:lnSpc>
                <a:spcPct val="90000"/>
              </a:lnSpc>
              <a:defRPr sz="2200"/>
            </a:lvl1pPr>
          </a:lstStyle>
          <a:p>
            <a:r>
              <a:rPr lang="en-US" err="1"/>
              <a:t>Mastertitelformat</a:t>
            </a:r>
            <a:r>
              <a:rPr lang="en-US"/>
              <a:t> </a:t>
            </a:r>
            <a:r>
              <a:rPr lang="en-US" err="1"/>
              <a:t>bearbeiten</a:t>
            </a:r>
            <a:endParaRPr lang="en-US"/>
          </a:p>
        </p:txBody>
      </p:sp>
      <p:sp>
        <p:nvSpPr>
          <p:cNvPr id="5" name="Inhaltsplatzhalter 4"/>
          <p:cNvSpPr>
            <a:spLocks noGrp="1"/>
          </p:cNvSpPr>
          <p:nvPr>
            <p:ph sz="quarter" idx="14" hasCustomPrompt="1"/>
          </p:nvPr>
        </p:nvSpPr>
        <p:spPr>
          <a:xfrm>
            <a:off x="479426" y="1603375"/>
            <a:ext cx="11233147" cy="4851399"/>
          </a:xfrm>
        </p:spPr>
        <p:txBody>
          <a:bodyPr/>
          <a:lstStyle/>
          <a:p>
            <a:pPr lvl="0"/>
            <a:r>
              <a:rPr lang="en-US" err="1"/>
              <a:t>Textmasterformat</a:t>
            </a:r>
            <a:r>
              <a:rPr lang="en-US"/>
              <a:t> </a:t>
            </a:r>
            <a:r>
              <a:rPr lang="en-US" err="1"/>
              <a:t>bearbeiten</a:t>
            </a:r>
            <a:endParaRPr lang="en-US"/>
          </a:p>
          <a:p>
            <a:pPr lvl="1"/>
            <a:r>
              <a:rPr lang="en-US" err="1"/>
              <a:t>Zweite</a:t>
            </a:r>
            <a:r>
              <a:rPr lang="en-US"/>
              <a:t> Ebene</a:t>
            </a:r>
          </a:p>
          <a:p>
            <a:pPr lvl="2"/>
            <a:r>
              <a:rPr lang="en-US" err="1"/>
              <a:t>Dritte</a:t>
            </a:r>
            <a:r>
              <a:rPr lang="en-US"/>
              <a:t> Ebene</a:t>
            </a:r>
          </a:p>
          <a:p>
            <a:pPr lvl="3"/>
            <a:r>
              <a:rPr lang="en-US" err="1"/>
              <a:t>Vierte</a:t>
            </a:r>
            <a:r>
              <a:rPr lang="en-US"/>
              <a:t> Ebene</a:t>
            </a:r>
          </a:p>
          <a:p>
            <a:pPr lvl="4"/>
            <a:r>
              <a:rPr lang="en-US" err="1"/>
              <a:t>Fünfte</a:t>
            </a:r>
            <a:r>
              <a:rPr lang="en-US"/>
              <a:t> Ebene</a:t>
            </a:r>
          </a:p>
        </p:txBody>
      </p:sp>
    </p:spTree>
    <p:extLst>
      <p:ext uri="{BB962C8B-B14F-4D97-AF65-F5344CB8AC3E}">
        <p14:creationId xmlns:p14="http://schemas.microsoft.com/office/powerpoint/2010/main" val="101928739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Nur Titel">
    <p:spTree>
      <p:nvGrpSpPr>
        <p:cNvPr id="1" name=""/>
        <p:cNvGrpSpPr/>
        <p:nvPr/>
      </p:nvGrpSpPr>
      <p:grpSpPr>
        <a:xfrm>
          <a:off x="0" y="0"/>
          <a:ext cx="0" cy="0"/>
          <a:chOff x="0" y="0"/>
          <a:chExt cx="0" cy="0"/>
        </a:xfrm>
      </p:grpSpPr>
      <p:graphicFrame>
        <p:nvGraphicFramePr>
          <p:cNvPr id="3" name="Objekt 2" hidden="1">
            <a:extLst>
              <a:ext uri="{FF2B5EF4-FFF2-40B4-BE49-F238E27FC236}">
                <a16:creationId xmlns:a16="http://schemas.microsoft.com/office/drawing/2014/main" id="{F0605A64-2B63-413A-A26B-43B30D77127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08" imgH="408" progId="TCLayout.ActiveDocument.1">
                  <p:embed/>
                </p:oleObj>
              </mc:Choice>
              <mc:Fallback>
                <p:oleObj name="think-cell Folie" r:id="rId4" imgW="408" imgH="408" progId="TCLayout.ActiveDocument.1">
                  <p:embed/>
                  <p:pic>
                    <p:nvPicPr>
                      <p:cNvPr id="3" name="Objekt 2" hidden="1">
                        <a:extLst>
                          <a:ext uri="{FF2B5EF4-FFF2-40B4-BE49-F238E27FC236}">
                            <a16:creationId xmlns:a16="http://schemas.microsoft.com/office/drawing/2014/main" id="{F0605A64-2B63-413A-A26B-43B30D77127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00416A2A-8426-4273-BB96-478B63147052}"/>
              </a:ext>
            </a:extLst>
          </p:cNvPr>
          <p:cNvSpPr/>
          <p:nvPr>
            <p:custDataLst>
              <p:tags r:id="rId2"/>
            </p:custDataLst>
          </p:nvPr>
        </p:nvSpPr>
        <p:spPr>
          <a:xfrm>
            <a:off x="0" y="0"/>
            <a:ext cx="158750" cy="15875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US" sz="2200" b="1" i="0" baseline="0">
              <a:solidFill>
                <a:schemeClr val="tx1"/>
              </a:solidFill>
              <a:latin typeface="STIHL Contraface Text"/>
              <a:ea typeface="+mj-ea"/>
              <a:cs typeface="+mj-cs"/>
              <a:sym typeface="STIHL Contraface Text"/>
            </a:endParaRPr>
          </a:p>
        </p:txBody>
      </p:sp>
      <p:sp>
        <p:nvSpPr>
          <p:cNvPr id="7" name="Titel 6">
            <a:extLst>
              <a:ext uri="{FF2B5EF4-FFF2-40B4-BE49-F238E27FC236}">
                <a16:creationId xmlns:a16="http://schemas.microsoft.com/office/drawing/2014/main" id="{F490E706-F8A4-4052-9AE3-BC93A228C907}"/>
              </a:ext>
            </a:extLst>
          </p:cNvPr>
          <p:cNvSpPr>
            <a:spLocks noGrp="1"/>
          </p:cNvSpPr>
          <p:nvPr>
            <p:ph type="title" hasCustomPrompt="1"/>
          </p:nvPr>
        </p:nvSpPr>
        <p:spPr>
          <a:xfrm>
            <a:off x="479426" y="503546"/>
            <a:ext cx="9579925" cy="304699"/>
          </a:xfrm>
        </p:spPr>
        <p:txBody>
          <a:bodyPr vert="horz" lIns="0" tIns="0" rIns="0" bIns="0" rtlCol="0" anchor="t" anchorCtr="0">
            <a:noAutofit/>
          </a:bodyPr>
          <a:lstStyle>
            <a:lvl1pPr>
              <a:lnSpc>
                <a:spcPct val="90000"/>
              </a:lnSpc>
              <a:defRPr lang="de-DE" sz="2200" dirty="0"/>
            </a:lvl1pPr>
          </a:lstStyle>
          <a:p>
            <a:pPr lvl="0"/>
            <a:r>
              <a:rPr lang="en-US" err="1"/>
              <a:t>Mastertitelformat</a:t>
            </a:r>
            <a:r>
              <a:rPr lang="en-US"/>
              <a:t> </a:t>
            </a:r>
            <a:r>
              <a:rPr lang="en-US" err="1"/>
              <a:t>bearbeiten</a:t>
            </a:r>
            <a:endParaRPr lang="en-US"/>
          </a:p>
        </p:txBody>
      </p:sp>
      <p:sp>
        <p:nvSpPr>
          <p:cNvPr id="9" name="Textplatzhalter 8">
            <a:extLst>
              <a:ext uri="{FF2B5EF4-FFF2-40B4-BE49-F238E27FC236}">
                <a16:creationId xmlns:a16="http://schemas.microsoft.com/office/drawing/2014/main" id="{9C20E754-BBFE-4A95-AA44-67ACDA85C71B}"/>
              </a:ext>
            </a:extLst>
          </p:cNvPr>
          <p:cNvSpPr>
            <a:spLocks noGrp="1"/>
          </p:cNvSpPr>
          <p:nvPr>
            <p:ph type="body" sz="quarter" idx="13" hasCustomPrompt="1"/>
          </p:nvPr>
        </p:nvSpPr>
        <p:spPr>
          <a:xfrm>
            <a:off x="479426" y="1130300"/>
            <a:ext cx="11233147" cy="249299"/>
          </a:xfrm>
          <a:prstGeom prst="rect">
            <a:avLst/>
          </a:prstGeom>
        </p:spPr>
        <p:txBody>
          <a:bodyPr vert="horz" lIns="0" tIns="0" rIns="0" bIns="0" rtlCol="0" anchor="t" anchorCtr="0">
            <a:noAutofit/>
          </a:bodyPr>
          <a:lstStyle>
            <a:lvl1pPr marL="0" indent="0">
              <a:lnSpc>
                <a:spcPct val="90000"/>
              </a:lnSpc>
              <a:buNone/>
              <a:defRPr lang="de-DE" sz="1800" cap="none" baseline="0" dirty="0" smtClean="0">
                <a:solidFill>
                  <a:schemeClr val="tx1"/>
                </a:solidFill>
                <a:latin typeface="+mn-lt"/>
                <a:ea typeface="+mj-ea"/>
                <a:cs typeface="+mj-cs"/>
              </a:defRPr>
            </a:lvl1pPr>
          </a:lstStyle>
          <a:p>
            <a:pPr marL="114300" lvl="0" indent="-342900">
              <a:spcBef>
                <a:spcPct val="0"/>
              </a:spcBef>
            </a:pPr>
            <a:r>
              <a:rPr lang="en-US" err="1"/>
              <a:t>Subheadline</a:t>
            </a:r>
            <a:endParaRPr lang="en-US"/>
          </a:p>
        </p:txBody>
      </p:sp>
    </p:spTree>
    <p:extLst>
      <p:ext uri="{BB962C8B-B14F-4D97-AF65-F5344CB8AC3E}">
        <p14:creationId xmlns:p14="http://schemas.microsoft.com/office/powerpoint/2010/main" val="35587617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el und Text">
    <p:spTree>
      <p:nvGrpSpPr>
        <p:cNvPr id="1" name=""/>
        <p:cNvGrpSpPr/>
        <p:nvPr/>
      </p:nvGrpSpPr>
      <p:grpSpPr>
        <a:xfrm>
          <a:off x="0" y="0"/>
          <a:ext cx="0" cy="0"/>
          <a:chOff x="0" y="0"/>
          <a:chExt cx="0" cy="0"/>
        </a:xfrm>
      </p:grpSpPr>
      <p:graphicFrame>
        <p:nvGraphicFramePr>
          <p:cNvPr id="3" name="Objekt 2" hidden="1">
            <a:extLst>
              <a:ext uri="{FF2B5EF4-FFF2-40B4-BE49-F238E27FC236}">
                <a16:creationId xmlns:a16="http://schemas.microsoft.com/office/drawing/2014/main" id="{08ED5069-7E91-48C5-95E3-99F57E17659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08" imgH="408" progId="TCLayout.ActiveDocument.1">
                  <p:embed/>
                </p:oleObj>
              </mc:Choice>
              <mc:Fallback>
                <p:oleObj name="think-cell Folie" r:id="rId4" imgW="408" imgH="408" progId="TCLayout.ActiveDocument.1">
                  <p:embed/>
                  <p:pic>
                    <p:nvPicPr>
                      <p:cNvPr id="3" name="Objekt 2" hidden="1">
                        <a:extLst>
                          <a:ext uri="{FF2B5EF4-FFF2-40B4-BE49-F238E27FC236}">
                            <a16:creationId xmlns:a16="http://schemas.microsoft.com/office/drawing/2014/main" id="{08ED5069-7E91-48C5-95E3-99F57E17659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B2A3BD8A-6CFF-48E0-A155-11F4B2BBD557}"/>
              </a:ext>
            </a:extLst>
          </p:cNvPr>
          <p:cNvSpPr/>
          <p:nvPr>
            <p:custDataLst>
              <p:tags r:id="rId2"/>
            </p:custDataLst>
          </p:nvPr>
        </p:nvSpPr>
        <p:spPr>
          <a:xfrm>
            <a:off x="0" y="0"/>
            <a:ext cx="158750" cy="15875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US" sz="2200" b="1" i="0" baseline="0">
              <a:solidFill>
                <a:schemeClr val="tx1"/>
              </a:solidFill>
              <a:latin typeface="STIHL Contraface Text"/>
              <a:ea typeface="+mj-ea"/>
              <a:cs typeface="+mj-cs"/>
              <a:sym typeface="STIHL Contraface Text"/>
            </a:endParaRPr>
          </a:p>
        </p:txBody>
      </p:sp>
      <p:sp>
        <p:nvSpPr>
          <p:cNvPr id="12" name="Textplatzhalter 8">
            <a:extLst>
              <a:ext uri="{FF2B5EF4-FFF2-40B4-BE49-F238E27FC236}">
                <a16:creationId xmlns:a16="http://schemas.microsoft.com/office/drawing/2014/main" id="{2EA80287-A2C9-4521-95F7-BFAC821FCA08}"/>
              </a:ext>
            </a:extLst>
          </p:cNvPr>
          <p:cNvSpPr>
            <a:spLocks noGrp="1"/>
          </p:cNvSpPr>
          <p:nvPr>
            <p:ph type="body" sz="quarter" idx="14" hasCustomPrompt="1"/>
          </p:nvPr>
        </p:nvSpPr>
        <p:spPr>
          <a:xfrm>
            <a:off x="479427" y="1130300"/>
            <a:ext cx="11233147" cy="249299"/>
          </a:xfrm>
          <a:prstGeom prst="rect">
            <a:avLst/>
          </a:prstGeom>
        </p:spPr>
        <p:txBody>
          <a:bodyPr vert="horz" lIns="0" tIns="0" rIns="0" bIns="0" rtlCol="0" anchor="t" anchorCtr="0">
            <a:noAutofit/>
          </a:bodyPr>
          <a:lstStyle>
            <a:lvl1pPr marL="0" indent="0">
              <a:lnSpc>
                <a:spcPct val="90000"/>
              </a:lnSpc>
              <a:buNone/>
              <a:defRPr lang="de-DE" sz="1800" cap="none" baseline="0" dirty="0" smtClean="0">
                <a:solidFill>
                  <a:schemeClr val="tx1"/>
                </a:solidFill>
                <a:latin typeface="+mn-lt"/>
                <a:ea typeface="+mj-ea"/>
                <a:cs typeface="+mj-cs"/>
              </a:defRPr>
            </a:lvl1pPr>
          </a:lstStyle>
          <a:p>
            <a:pPr marL="114300" lvl="0" indent="-342900">
              <a:spcBef>
                <a:spcPct val="0"/>
              </a:spcBef>
            </a:pPr>
            <a:r>
              <a:rPr lang="en-US" err="1"/>
              <a:t>Subheadline</a:t>
            </a:r>
            <a:endParaRPr lang="en-US"/>
          </a:p>
        </p:txBody>
      </p:sp>
      <p:sp>
        <p:nvSpPr>
          <p:cNvPr id="5" name="Textplatzhalter 4"/>
          <p:cNvSpPr>
            <a:spLocks noGrp="1"/>
          </p:cNvSpPr>
          <p:nvPr>
            <p:ph type="body" sz="quarter" idx="15" hasCustomPrompt="1"/>
          </p:nvPr>
        </p:nvSpPr>
        <p:spPr>
          <a:xfrm>
            <a:off x="479427" y="1605307"/>
            <a:ext cx="11233147" cy="4849340"/>
          </a:xfrm>
        </p:spPr>
        <p:txBody>
          <a:bodyPr/>
          <a:lstStyle/>
          <a:p>
            <a:pPr lvl="0"/>
            <a:r>
              <a:rPr lang="en-US" err="1"/>
              <a:t>Textmasterformat</a:t>
            </a:r>
            <a:r>
              <a:rPr lang="en-US"/>
              <a:t> </a:t>
            </a:r>
            <a:r>
              <a:rPr lang="en-US" err="1"/>
              <a:t>bearbeiten</a:t>
            </a:r>
            <a:endParaRPr lang="en-US"/>
          </a:p>
          <a:p>
            <a:pPr lvl="1"/>
            <a:r>
              <a:rPr lang="en-US" err="1"/>
              <a:t>Zweite</a:t>
            </a:r>
            <a:r>
              <a:rPr lang="en-US"/>
              <a:t> Ebene</a:t>
            </a:r>
          </a:p>
          <a:p>
            <a:pPr lvl="2"/>
            <a:r>
              <a:rPr lang="en-US" err="1"/>
              <a:t>Dritte</a:t>
            </a:r>
            <a:r>
              <a:rPr lang="en-US"/>
              <a:t> Ebene</a:t>
            </a:r>
          </a:p>
          <a:p>
            <a:pPr lvl="3"/>
            <a:r>
              <a:rPr lang="en-US" err="1"/>
              <a:t>Vierte</a:t>
            </a:r>
            <a:r>
              <a:rPr lang="en-US"/>
              <a:t> Ebene</a:t>
            </a:r>
          </a:p>
          <a:p>
            <a:pPr lvl="4"/>
            <a:r>
              <a:rPr lang="en-US" err="1"/>
              <a:t>Fünfte</a:t>
            </a:r>
            <a:r>
              <a:rPr lang="en-US"/>
              <a:t> Ebene</a:t>
            </a:r>
          </a:p>
        </p:txBody>
      </p:sp>
      <p:sp>
        <p:nvSpPr>
          <p:cNvPr id="6" name="Titel 5">
            <a:extLst>
              <a:ext uri="{FF2B5EF4-FFF2-40B4-BE49-F238E27FC236}">
                <a16:creationId xmlns:a16="http://schemas.microsoft.com/office/drawing/2014/main" id="{9D7F71C8-860B-7C26-7BBD-1656E3A41DC2}"/>
              </a:ext>
            </a:extLst>
          </p:cNvPr>
          <p:cNvSpPr>
            <a:spLocks noGrp="1"/>
          </p:cNvSpPr>
          <p:nvPr>
            <p:ph type="title" hasCustomPrompt="1"/>
          </p:nvPr>
        </p:nvSpPr>
        <p:spPr/>
        <p:txBody>
          <a:bodyPr/>
          <a:lstStyle/>
          <a:p>
            <a:r>
              <a:rPr lang="en-US" err="1"/>
              <a:t>Mastertitelformat</a:t>
            </a:r>
            <a:r>
              <a:rPr lang="en-US"/>
              <a:t> </a:t>
            </a:r>
            <a:r>
              <a:rPr lang="en-US" err="1"/>
              <a:t>bearbeiten</a:t>
            </a:r>
            <a:endParaRPr lang="en-US"/>
          </a:p>
        </p:txBody>
      </p:sp>
    </p:spTree>
    <p:extLst>
      <p:ext uri="{BB962C8B-B14F-4D97-AF65-F5344CB8AC3E}">
        <p14:creationId xmlns:p14="http://schemas.microsoft.com/office/powerpoint/2010/main" val="286459915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enutzerdefiniertes Layou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3DFEF63-B1AE-7C03-1BC7-7225AD54AEA2}"/>
              </a:ext>
            </a:extLst>
          </p:cNvPr>
          <p:cNvSpPr>
            <a:spLocks noGrp="1"/>
          </p:cNvSpPr>
          <p:nvPr>
            <p:ph type="title" hasCustomPrompt="1"/>
          </p:nvPr>
        </p:nvSpPr>
        <p:spPr/>
        <p:txBody>
          <a:bodyPr/>
          <a:lstStyle/>
          <a:p>
            <a:r>
              <a:rPr lang="en-US" err="1"/>
              <a:t>Mastertitelformat</a:t>
            </a:r>
            <a:r>
              <a:rPr lang="en-US"/>
              <a:t> </a:t>
            </a:r>
            <a:r>
              <a:rPr lang="en-US" err="1"/>
              <a:t>bearbeiten</a:t>
            </a:r>
            <a:endParaRPr lang="en-US"/>
          </a:p>
        </p:txBody>
      </p:sp>
    </p:spTree>
    <p:extLst>
      <p:ext uri="{BB962C8B-B14F-4D97-AF65-F5344CB8AC3E}">
        <p14:creationId xmlns:p14="http://schemas.microsoft.com/office/powerpoint/2010/main" val="1089264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el zwei Inhalte">
    <p:spTree>
      <p:nvGrpSpPr>
        <p:cNvPr id="1" name=""/>
        <p:cNvGrpSpPr/>
        <p:nvPr/>
      </p:nvGrpSpPr>
      <p:grpSpPr>
        <a:xfrm>
          <a:off x="0" y="0"/>
          <a:ext cx="0" cy="0"/>
          <a:chOff x="0" y="0"/>
          <a:chExt cx="0" cy="0"/>
        </a:xfrm>
      </p:grpSpPr>
      <p:graphicFrame>
        <p:nvGraphicFramePr>
          <p:cNvPr id="3" name="Objekt 2" hidden="1">
            <a:extLst>
              <a:ext uri="{FF2B5EF4-FFF2-40B4-BE49-F238E27FC236}">
                <a16:creationId xmlns:a16="http://schemas.microsoft.com/office/drawing/2014/main" id="{D653AC16-B8BF-4F06-9847-410FBD66114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08" imgH="408" progId="TCLayout.ActiveDocument.1">
                  <p:embed/>
                </p:oleObj>
              </mc:Choice>
              <mc:Fallback>
                <p:oleObj name="think-cell Folie" r:id="rId4" imgW="408" imgH="408" progId="TCLayout.ActiveDocument.1">
                  <p:embed/>
                  <p:pic>
                    <p:nvPicPr>
                      <p:cNvPr id="3" name="Objekt 2" hidden="1">
                        <a:extLst>
                          <a:ext uri="{FF2B5EF4-FFF2-40B4-BE49-F238E27FC236}">
                            <a16:creationId xmlns:a16="http://schemas.microsoft.com/office/drawing/2014/main" id="{D653AC16-B8BF-4F06-9847-410FBD66114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D21E1F63-0E73-4BE0-AB62-ECF4E2E15BF1}"/>
              </a:ext>
            </a:extLst>
          </p:cNvPr>
          <p:cNvSpPr/>
          <p:nvPr>
            <p:custDataLst>
              <p:tags r:id="rId2"/>
            </p:custDataLst>
          </p:nvPr>
        </p:nvSpPr>
        <p:spPr>
          <a:xfrm>
            <a:off x="0" y="0"/>
            <a:ext cx="158750" cy="15875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US" sz="2200" b="1" i="0" baseline="0">
              <a:solidFill>
                <a:schemeClr val="tx1"/>
              </a:solidFill>
              <a:latin typeface="STIHL Contraface Text"/>
              <a:ea typeface="+mj-ea"/>
              <a:cs typeface="+mj-cs"/>
              <a:sym typeface="STIHL Contraface Text"/>
            </a:endParaRPr>
          </a:p>
        </p:txBody>
      </p:sp>
      <p:sp>
        <p:nvSpPr>
          <p:cNvPr id="11" name="Titel 10">
            <a:extLst>
              <a:ext uri="{FF2B5EF4-FFF2-40B4-BE49-F238E27FC236}">
                <a16:creationId xmlns:a16="http://schemas.microsoft.com/office/drawing/2014/main" id="{A26E03A4-095B-410D-BCF8-3F189668F86A}"/>
              </a:ext>
            </a:extLst>
          </p:cNvPr>
          <p:cNvSpPr>
            <a:spLocks noGrp="1"/>
          </p:cNvSpPr>
          <p:nvPr>
            <p:ph type="title" hasCustomPrompt="1"/>
          </p:nvPr>
        </p:nvSpPr>
        <p:spPr>
          <a:xfrm>
            <a:off x="479426" y="503546"/>
            <a:ext cx="9579925" cy="304699"/>
          </a:xfrm>
        </p:spPr>
        <p:txBody>
          <a:bodyPr vert="horz" lIns="0" tIns="0" rIns="0" bIns="0" rtlCol="0" anchor="t" anchorCtr="0">
            <a:noAutofit/>
          </a:bodyPr>
          <a:lstStyle>
            <a:lvl1pPr>
              <a:lnSpc>
                <a:spcPct val="90000"/>
              </a:lnSpc>
              <a:defRPr lang="de-DE" sz="2200" dirty="0"/>
            </a:lvl1pPr>
          </a:lstStyle>
          <a:p>
            <a:pPr lvl="0"/>
            <a:r>
              <a:rPr lang="en-US" err="1"/>
              <a:t>Mastertitelformat</a:t>
            </a:r>
            <a:r>
              <a:rPr lang="en-US"/>
              <a:t> </a:t>
            </a:r>
            <a:r>
              <a:rPr lang="en-US" err="1"/>
              <a:t>bearbeiten</a:t>
            </a:r>
            <a:endParaRPr lang="en-US"/>
          </a:p>
        </p:txBody>
      </p:sp>
      <p:sp>
        <p:nvSpPr>
          <p:cNvPr id="13" name="Textplatzhalter 8">
            <a:extLst>
              <a:ext uri="{FF2B5EF4-FFF2-40B4-BE49-F238E27FC236}">
                <a16:creationId xmlns:a16="http://schemas.microsoft.com/office/drawing/2014/main" id="{6DBC4AB2-2C37-4DD5-89D1-6E82832F27B2}"/>
              </a:ext>
            </a:extLst>
          </p:cNvPr>
          <p:cNvSpPr>
            <a:spLocks noGrp="1"/>
          </p:cNvSpPr>
          <p:nvPr>
            <p:ph type="body" sz="quarter" idx="13" hasCustomPrompt="1"/>
          </p:nvPr>
        </p:nvSpPr>
        <p:spPr>
          <a:xfrm>
            <a:off x="479427" y="1130300"/>
            <a:ext cx="11233147" cy="249299"/>
          </a:xfrm>
          <a:prstGeom prst="rect">
            <a:avLst/>
          </a:prstGeom>
        </p:spPr>
        <p:txBody>
          <a:bodyPr vert="horz" lIns="0" tIns="0" rIns="0" bIns="0" rtlCol="0" anchor="t" anchorCtr="0">
            <a:noAutofit/>
          </a:bodyPr>
          <a:lstStyle>
            <a:lvl1pPr marL="0" indent="0">
              <a:lnSpc>
                <a:spcPct val="90000"/>
              </a:lnSpc>
              <a:buNone/>
              <a:defRPr lang="de-DE" sz="1800" cap="none" baseline="0" dirty="0" smtClean="0">
                <a:solidFill>
                  <a:schemeClr val="tx1"/>
                </a:solidFill>
                <a:latin typeface="+mn-lt"/>
                <a:ea typeface="+mj-ea"/>
                <a:cs typeface="+mj-cs"/>
              </a:defRPr>
            </a:lvl1pPr>
          </a:lstStyle>
          <a:p>
            <a:pPr marL="114300" lvl="0" indent="-342900">
              <a:spcBef>
                <a:spcPct val="0"/>
              </a:spcBef>
            </a:pPr>
            <a:r>
              <a:rPr lang="en-US" err="1"/>
              <a:t>Subheadline</a:t>
            </a:r>
            <a:endParaRPr lang="en-US"/>
          </a:p>
        </p:txBody>
      </p:sp>
      <p:sp>
        <p:nvSpPr>
          <p:cNvPr id="5" name="Inhaltsplatzhalter 4"/>
          <p:cNvSpPr>
            <a:spLocks noGrp="1"/>
          </p:cNvSpPr>
          <p:nvPr>
            <p:ph sz="quarter" idx="21" hasCustomPrompt="1"/>
          </p:nvPr>
        </p:nvSpPr>
        <p:spPr>
          <a:xfrm>
            <a:off x="479426" y="1605307"/>
            <a:ext cx="5384330" cy="4849340"/>
          </a:xfrm>
        </p:spPr>
        <p:txBody>
          <a:bodyPr/>
          <a:lstStyle/>
          <a:p>
            <a:pPr lvl="0"/>
            <a:r>
              <a:rPr lang="en-US" err="1"/>
              <a:t>Textmasterformat</a:t>
            </a:r>
            <a:r>
              <a:rPr lang="en-US"/>
              <a:t> </a:t>
            </a:r>
            <a:r>
              <a:rPr lang="en-US" err="1"/>
              <a:t>bearbeiten</a:t>
            </a:r>
            <a:endParaRPr lang="en-US"/>
          </a:p>
          <a:p>
            <a:pPr lvl="1"/>
            <a:r>
              <a:rPr lang="en-US" err="1"/>
              <a:t>Zweite</a:t>
            </a:r>
            <a:r>
              <a:rPr lang="en-US"/>
              <a:t> Ebene</a:t>
            </a:r>
          </a:p>
          <a:p>
            <a:pPr lvl="2"/>
            <a:r>
              <a:rPr lang="en-US" err="1"/>
              <a:t>Dritte</a:t>
            </a:r>
            <a:r>
              <a:rPr lang="en-US"/>
              <a:t> Ebene</a:t>
            </a:r>
          </a:p>
          <a:p>
            <a:pPr lvl="3"/>
            <a:r>
              <a:rPr lang="en-US" err="1"/>
              <a:t>Vierte</a:t>
            </a:r>
            <a:r>
              <a:rPr lang="en-US"/>
              <a:t> Ebene</a:t>
            </a:r>
          </a:p>
          <a:p>
            <a:pPr lvl="4"/>
            <a:r>
              <a:rPr lang="en-US" err="1"/>
              <a:t>Fünfte</a:t>
            </a:r>
            <a:r>
              <a:rPr lang="en-US"/>
              <a:t> Ebene</a:t>
            </a:r>
          </a:p>
        </p:txBody>
      </p:sp>
      <p:sp>
        <p:nvSpPr>
          <p:cNvPr id="12" name="Inhaltsplatzhalter 4"/>
          <p:cNvSpPr>
            <a:spLocks noGrp="1"/>
          </p:cNvSpPr>
          <p:nvPr>
            <p:ph sz="quarter" idx="22" hasCustomPrompt="1"/>
          </p:nvPr>
        </p:nvSpPr>
        <p:spPr>
          <a:xfrm>
            <a:off x="6328244" y="1605307"/>
            <a:ext cx="5384330" cy="4849340"/>
          </a:xfrm>
        </p:spPr>
        <p:txBody>
          <a:bodyPr/>
          <a:lstStyle/>
          <a:p>
            <a:pPr lvl="0"/>
            <a:r>
              <a:rPr lang="en-US" err="1"/>
              <a:t>Textmasterformat</a:t>
            </a:r>
            <a:r>
              <a:rPr lang="en-US"/>
              <a:t> </a:t>
            </a:r>
            <a:r>
              <a:rPr lang="en-US" err="1"/>
              <a:t>bearbeiten</a:t>
            </a:r>
            <a:endParaRPr lang="en-US"/>
          </a:p>
          <a:p>
            <a:pPr lvl="1"/>
            <a:r>
              <a:rPr lang="en-US" err="1"/>
              <a:t>Zweite</a:t>
            </a:r>
            <a:r>
              <a:rPr lang="en-US"/>
              <a:t> Ebene</a:t>
            </a:r>
          </a:p>
          <a:p>
            <a:pPr lvl="2"/>
            <a:r>
              <a:rPr lang="en-US" err="1"/>
              <a:t>Dritte</a:t>
            </a:r>
            <a:r>
              <a:rPr lang="en-US"/>
              <a:t> Ebene</a:t>
            </a:r>
          </a:p>
          <a:p>
            <a:pPr lvl="3"/>
            <a:r>
              <a:rPr lang="en-US" err="1"/>
              <a:t>Vierte</a:t>
            </a:r>
            <a:r>
              <a:rPr lang="en-US"/>
              <a:t> Ebene</a:t>
            </a:r>
          </a:p>
          <a:p>
            <a:pPr lvl="4"/>
            <a:r>
              <a:rPr lang="en-US" err="1"/>
              <a:t>Fünfte</a:t>
            </a:r>
            <a:r>
              <a:rPr lang="en-US"/>
              <a:t> Ebene</a:t>
            </a:r>
          </a:p>
        </p:txBody>
      </p:sp>
    </p:spTree>
    <p:extLst>
      <p:ext uri="{BB962C8B-B14F-4D97-AF65-F5344CB8AC3E}">
        <p14:creationId xmlns:p14="http://schemas.microsoft.com/office/powerpoint/2010/main" val="311601529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Hintergrundbild mit Inhalt">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70" imgH="371" progId="TCLayout.ActiveDocument.1">
                  <p:embed/>
                </p:oleObj>
              </mc:Choice>
              <mc:Fallback>
                <p:oleObj name="think-cell Folie" r:id="rId4" imgW="370" imgH="371" progId="TCLayout.ActiveDocument.1">
                  <p:embed/>
                  <p:pic>
                    <p:nvPicPr>
                      <p:cNvPr id="4" name="Objek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hteck 2" hidden="1"/>
          <p:cNvSpPr/>
          <p:nvPr>
            <p:custDataLst>
              <p:tags r:id="rId2"/>
            </p:custDataLst>
          </p:nvPr>
        </p:nvSpPr>
        <p:spPr>
          <a:xfrm>
            <a:off x="0" y="0"/>
            <a:ext cx="158750" cy="15875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US" sz="2200" b="1" i="0" baseline="0">
              <a:solidFill>
                <a:schemeClr val="tx1"/>
              </a:solidFill>
              <a:latin typeface="STIHL Contraface Text"/>
              <a:ea typeface="+mn-ea"/>
              <a:cs typeface="+mn-cs"/>
              <a:sym typeface="STIHL Contraface Text"/>
            </a:endParaRPr>
          </a:p>
        </p:txBody>
      </p:sp>
      <p:sp>
        <p:nvSpPr>
          <p:cNvPr id="17" name="Hintergrundbild">
            <a:extLst>
              <a:ext uri="{FF2B5EF4-FFF2-40B4-BE49-F238E27FC236}">
                <a16:creationId xmlns:a16="http://schemas.microsoft.com/office/drawing/2014/main" id="{91303CF3-1A7E-4149-A9A1-BC9B75037D65}"/>
              </a:ext>
            </a:extLst>
          </p:cNvPr>
          <p:cNvSpPr>
            <a:spLocks noGrp="1"/>
          </p:cNvSpPr>
          <p:nvPr>
            <p:ph type="pic" sz="quarter" idx="15" hasCustomPrompt="1"/>
          </p:nvPr>
        </p:nvSpPr>
        <p:spPr>
          <a:xfrm>
            <a:off x="0" y="0"/>
            <a:ext cx="12192000" cy="6858000"/>
          </a:xfrm>
          <a:custGeom>
            <a:avLst/>
            <a:gdLst>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10129345 w 12192000"/>
              <a:gd name="connsiteY4" fmla="*/ 344401 h 6858000"/>
              <a:gd name="connsiteX5" fmla="*/ 10129345 w 12192000"/>
              <a:gd name="connsiteY5" fmla="*/ 1099696 h 6858000"/>
              <a:gd name="connsiteX6" fmla="*/ 11857039 w 12192000"/>
              <a:gd name="connsiteY6" fmla="*/ 1099696 h 6858000"/>
              <a:gd name="connsiteX7" fmla="*/ 11857039 w 12192000"/>
              <a:gd name="connsiteY7" fmla="*/ 344401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136965 w 12192000"/>
              <a:gd name="connsiteY5" fmla="*/ 258676 h 6858000"/>
              <a:gd name="connsiteX6" fmla="*/ 10129345 w 12192000"/>
              <a:gd name="connsiteY6" fmla="*/ 1099696 h 6858000"/>
              <a:gd name="connsiteX7" fmla="*/ 11857039 w 12192000"/>
              <a:gd name="connsiteY7" fmla="*/ 1099696 h 6858000"/>
              <a:gd name="connsiteX8" fmla="*/ 11857039 w 12192000"/>
              <a:gd name="connsiteY8" fmla="*/ 34440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136965 w 12192000"/>
              <a:gd name="connsiteY5" fmla="*/ 258676 h 6858000"/>
              <a:gd name="connsiteX6" fmla="*/ 10129345 w 12192000"/>
              <a:gd name="connsiteY6" fmla="*/ 1099696 h 6858000"/>
              <a:gd name="connsiteX7" fmla="*/ 11857039 w 12192000"/>
              <a:gd name="connsiteY7" fmla="*/ 1099696 h 6858000"/>
              <a:gd name="connsiteX8" fmla="*/ 11910379 w 12192000"/>
              <a:gd name="connsiteY8" fmla="*/ 26058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136965 w 12192000"/>
              <a:gd name="connsiteY5" fmla="*/ 258676 h 6858000"/>
              <a:gd name="connsiteX6" fmla="*/ 10129345 w 12192000"/>
              <a:gd name="connsiteY6" fmla="*/ 1099696 h 6858000"/>
              <a:gd name="connsiteX7" fmla="*/ 11910379 w 12192000"/>
              <a:gd name="connsiteY7" fmla="*/ 1029211 h 6858000"/>
              <a:gd name="connsiteX8" fmla="*/ 11910379 w 12192000"/>
              <a:gd name="connsiteY8" fmla="*/ 26058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5401950 w 12192000"/>
              <a:gd name="connsiteY3" fmla="*/ 344402 h 6858000"/>
              <a:gd name="connsiteX4" fmla="*/ 361950 w 12192000"/>
              <a:gd name="connsiteY4" fmla="*/ 344402 h 6858000"/>
              <a:gd name="connsiteX5" fmla="*/ 10136965 w 12192000"/>
              <a:gd name="connsiteY5" fmla="*/ 258676 h 6858000"/>
              <a:gd name="connsiteX6" fmla="*/ 10138870 w 12192000"/>
              <a:gd name="connsiteY6" fmla="*/ 1034926 h 6858000"/>
              <a:gd name="connsiteX7" fmla="*/ 11910379 w 12192000"/>
              <a:gd name="connsiteY7" fmla="*/ 1029211 h 6858000"/>
              <a:gd name="connsiteX8" fmla="*/ 11910379 w 12192000"/>
              <a:gd name="connsiteY8" fmla="*/ 26058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5401950 w 12192000"/>
              <a:gd name="connsiteY2" fmla="*/ 6536402 h 6858000"/>
              <a:gd name="connsiteX3" fmla="*/ 4587758 w 12192000"/>
              <a:gd name="connsiteY3" fmla="*/ 344402 h 6858000"/>
              <a:gd name="connsiteX4" fmla="*/ 361950 w 12192000"/>
              <a:gd name="connsiteY4" fmla="*/ 344402 h 6858000"/>
              <a:gd name="connsiteX5" fmla="*/ 10136965 w 12192000"/>
              <a:gd name="connsiteY5" fmla="*/ 258676 h 6858000"/>
              <a:gd name="connsiteX6" fmla="*/ 10138870 w 12192000"/>
              <a:gd name="connsiteY6" fmla="*/ 1034926 h 6858000"/>
              <a:gd name="connsiteX7" fmla="*/ 11910379 w 12192000"/>
              <a:gd name="connsiteY7" fmla="*/ 1029211 h 6858000"/>
              <a:gd name="connsiteX8" fmla="*/ 11910379 w 12192000"/>
              <a:gd name="connsiteY8" fmla="*/ 26058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68969 w 12192000"/>
              <a:gd name="connsiteY2" fmla="*/ 6536402 h 6858000"/>
              <a:gd name="connsiteX3" fmla="*/ 4587758 w 12192000"/>
              <a:gd name="connsiteY3" fmla="*/ 344402 h 6858000"/>
              <a:gd name="connsiteX4" fmla="*/ 361950 w 12192000"/>
              <a:gd name="connsiteY4" fmla="*/ 344402 h 6858000"/>
              <a:gd name="connsiteX5" fmla="*/ 10136965 w 12192000"/>
              <a:gd name="connsiteY5" fmla="*/ 258676 h 6858000"/>
              <a:gd name="connsiteX6" fmla="*/ 10138870 w 12192000"/>
              <a:gd name="connsiteY6" fmla="*/ 1034926 h 6858000"/>
              <a:gd name="connsiteX7" fmla="*/ 11910379 w 12192000"/>
              <a:gd name="connsiteY7" fmla="*/ 1029211 h 6858000"/>
              <a:gd name="connsiteX8" fmla="*/ 11910379 w 12192000"/>
              <a:gd name="connsiteY8" fmla="*/ 26058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68969 w 12192000"/>
              <a:gd name="connsiteY2" fmla="*/ 6536402 h 6858000"/>
              <a:gd name="connsiteX3" fmla="*/ 4575232 w 12192000"/>
              <a:gd name="connsiteY3" fmla="*/ 344402 h 6858000"/>
              <a:gd name="connsiteX4" fmla="*/ 361950 w 12192000"/>
              <a:gd name="connsiteY4" fmla="*/ 344402 h 6858000"/>
              <a:gd name="connsiteX5" fmla="*/ 10136965 w 12192000"/>
              <a:gd name="connsiteY5" fmla="*/ 258676 h 6858000"/>
              <a:gd name="connsiteX6" fmla="*/ 10138870 w 12192000"/>
              <a:gd name="connsiteY6" fmla="*/ 1034926 h 6858000"/>
              <a:gd name="connsiteX7" fmla="*/ 11910379 w 12192000"/>
              <a:gd name="connsiteY7" fmla="*/ 1029211 h 6858000"/>
              <a:gd name="connsiteX8" fmla="*/ 11910379 w 12192000"/>
              <a:gd name="connsiteY8" fmla="*/ 26058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68969 w 12192000"/>
              <a:gd name="connsiteY2" fmla="*/ 6536402 h 6858000"/>
              <a:gd name="connsiteX3" fmla="*/ 4581495 w 12192000"/>
              <a:gd name="connsiteY3" fmla="*/ 338139 h 6858000"/>
              <a:gd name="connsiteX4" fmla="*/ 361950 w 12192000"/>
              <a:gd name="connsiteY4" fmla="*/ 344402 h 6858000"/>
              <a:gd name="connsiteX5" fmla="*/ 10136965 w 12192000"/>
              <a:gd name="connsiteY5" fmla="*/ 258676 h 6858000"/>
              <a:gd name="connsiteX6" fmla="*/ 10138870 w 12192000"/>
              <a:gd name="connsiteY6" fmla="*/ 1034926 h 6858000"/>
              <a:gd name="connsiteX7" fmla="*/ 11910379 w 12192000"/>
              <a:gd name="connsiteY7" fmla="*/ 1029211 h 6858000"/>
              <a:gd name="connsiteX8" fmla="*/ 11910379 w 12192000"/>
              <a:gd name="connsiteY8" fmla="*/ 26058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87758 w 12192000"/>
              <a:gd name="connsiteY2" fmla="*/ 6536402 h 6858000"/>
              <a:gd name="connsiteX3" fmla="*/ 4581495 w 12192000"/>
              <a:gd name="connsiteY3" fmla="*/ 338139 h 6858000"/>
              <a:gd name="connsiteX4" fmla="*/ 361950 w 12192000"/>
              <a:gd name="connsiteY4" fmla="*/ 344402 h 6858000"/>
              <a:gd name="connsiteX5" fmla="*/ 10136965 w 12192000"/>
              <a:gd name="connsiteY5" fmla="*/ 258676 h 6858000"/>
              <a:gd name="connsiteX6" fmla="*/ 10138870 w 12192000"/>
              <a:gd name="connsiteY6" fmla="*/ 1034926 h 6858000"/>
              <a:gd name="connsiteX7" fmla="*/ 11910379 w 12192000"/>
              <a:gd name="connsiteY7" fmla="*/ 1029211 h 6858000"/>
              <a:gd name="connsiteX8" fmla="*/ 11910379 w 12192000"/>
              <a:gd name="connsiteY8" fmla="*/ 26058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87758 w 12192000"/>
              <a:gd name="connsiteY2" fmla="*/ 6536402 h 6858000"/>
              <a:gd name="connsiteX3" fmla="*/ 4600284 w 12192000"/>
              <a:gd name="connsiteY3" fmla="*/ 338139 h 6858000"/>
              <a:gd name="connsiteX4" fmla="*/ 361950 w 12192000"/>
              <a:gd name="connsiteY4" fmla="*/ 344402 h 6858000"/>
              <a:gd name="connsiteX5" fmla="*/ 10136965 w 12192000"/>
              <a:gd name="connsiteY5" fmla="*/ 258676 h 6858000"/>
              <a:gd name="connsiteX6" fmla="*/ 10138870 w 12192000"/>
              <a:gd name="connsiteY6" fmla="*/ 1034926 h 6858000"/>
              <a:gd name="connsiteX7" fmla="*/ 11910379 w 12192000"/>
              <a:gd name="connsiteY7" fmla="*/ 1029211 h 6858000"/>
              <a:gd name="connsiteX8" fmla="*/ 11910379 w 12192000"/>
              <a:gd name="connsiteY8" fmla="*/ 26058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87758 w 12192000"/>
              <a:gd name="connsiteY2" fmla="*/ 6536402 h 6858000"/>
              <a:gd name="connsiteX3" fmla="*/ 4594021 w 12192000"/>
              <a:gd name="connsiteY3" fmla="*/ 344402 h 6858000"/>
              <a:gd name="connsiteX4" fmla="*/ 361950 w 12192000"/>
              <a:gd name="connsiteY4" fmla="*/ 344402 h 6858000"/>
              <a:gd name="connsiteX5" fmla="*/ 10136965 w 12192000"/>
              <a:gd name="connsiteY5" fmla="*/ 258676 h 6858000"/>
              <a:gd name="connsiteX6" fmla="*/ 10138870 w 12192000"/>
              <a:gd name="connsiteY6" fmla="*/ 1034926 h 6858000"/>
              <a:gd name="connsiteX7" fmla="*/ 11910379 w 12192000"/>
              <a:gd name="connsiteY7" fmla="*/ 1029211 h 6858000"/>
              <a:gd name="connsiteX8" fmla="*/ 11910379 w 12192000"/>
              <a:gd name="connsiteY8" fmla="*/ 26058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87758 w 12192000"/>
              <a:gd name="connsiteY2" fmla="*/ 6536402 h 6858000"/>
              <a:gd name="connsiteX3" fmla="*/ 4594021 w 12192000"/>
              <a:gd name="connsiteY3" fmla="*/ 344402 h 6858000"/>
              <a:gd name="connsiteX4" fmla="*/ 361950 w 12192000"/>
              <a:gd name="connsiteY4" fmla="*/ 344402 h 6858000"/>
              <a:gd name="connsiteX5" fmla="*/ 10136965 w 12192000"/>
              <a:gd name="connsiteY5" fmla="*/ 258676 h 6858000"/>
              <a:gd name="connsiteX6" fmla="*/ 10138870 w 12192000"/>
              <a:gd name="connsiteY6" fmla="*/ 1034926 h 6858000"/>
              <a:gd name="connsiteX7" fmla="*/ 11910379 w 12192000"/>
              <a:gd name="connsiteY7" fmla="*/ 1029211 h 6858000"/>
              <a:gd name="connsiteX8" fmla="*/ 11904664 w 12192000"/>
              <a:gd name="connsiteY8" fmla="*/ 26820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87758 w 12192000"/>
              <a:gd name="connsiteY2" fmla="*/ 6536402 h 6858000"/>
              <a:gd name="connsiteX3" fmla="*/ 4594021 w 12192000"/>
              <a:gd name="connsiteY3" fmla="*/ 344402 h 6858000"/>
              <a:gd name="connsiteX4" fmla="*/ 361950 w 12192000"/>
              <a:gd name="connsiteY4" fmla="*/ 344402 h 6858000"/>
              <a:gd name="connsiteX5" fmla="*/ 10136965 w 12192000"/>
              <a:gd name="connsiteY5" fmla="*/ 258676 h 6858000"/>
              <a:gd name="connsiteX6" fmla="*/ 10138870 w 12192000"/>
              <a:gd name="connsiteY6" fmla="*/ 1034926 h 6858000"/>
              <a:gd name="connsiteX7" fmla="*/ 11904664 w 12192000"/>
              <a:gd name="connsiteY7" fmla="*/ 1027306 h 6858000"/>
              <a:gd name="connsiteX8" fmla="*/ 11904664 w 12192000"/>
              <a:gd name="connsiteY8" fmla="*/ 268201 h 6858000"/>
              <a:gd name="connsiteX9" fmla="*/ 10136965 w 12192000"/>
              <a:gd name="connsiteY9" fmla="*/ 258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87758 w 12192000"/>
              <a:gd name="connsiteY2" fmla="*/ 6536402 h 6858000"/>
              <a:gd name="connsiteX3" fmla="*/ 4594021 w 12192000"/>
              <a:gd name="connsiteY3" fmla="*/ 344402 h 6858000"/>
              <a:gd name="connsiteX4" fmla="*/ 361950 w 12192000"/>
              <a:gd name="connsiteY4" fmla="*/ 344402 h 6858000"/>
              <a:gd name="connsiteX5" fmla="*/ 10144585 w 12192000"/>
              <a:gd name="connsiteY5" fmla="*/ 266296 h 6858000"/>
              <a:gd name="connsiteX6" fmla="*/ 10138870 w 12192000"/>
              <a:gd name="connsiteY6" fmla="*/ 1034926 h 6858000"/>
              <a:gd name="connsiteX7" fmla="*/ 11904664 w 12192000"/>
              <a:gd name="connsiteY7" fmla="*/ 1027306 h 6858000"/>
              <a:gd name="connsiteX8" fmla="*/ 11904664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87758 w 12192000"/>
              <a:gd name="connsiteY2" fmla="*/ 6536402 h 6858000"/>
              <a:gd name="connsiteX3" fmla="*/ 4594021 w 12192000"/>
              <a:gd name="connsiteY3" fmla="*/ 344402 h 6858000"/>
              <a:gd name="connsiteX4" fmla="*/ 361950 w 12192000"/>
              <a:gd name="connsiteY4" fmla="*/ 344402 h 6858000"/>
              <a:gd name="connsiteX5" fmla="*/ 10144585 w 12192000"/>
              <a:gd name="connsiteY5" fmla="*/ 266296 h 6858000"/>
              <a:gd name="connsiteX6" fmla="*/ 10144585 w 12192000"/>
              <a:gd name="connsiteY6" fmla="*/ 1025401 h 6858000"/>
              <a:gd name="connsiteX7" fmla="*/ 11904664 w 12192000"/>
              <a:gd name="connsiteY7" fmla="*/ 1027306 h 6858000"/>
              <a:gd name="connsiteX8" fmla="*/ 11904664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87758 w 12192000"/>
              <a:gd name="connsiteY2" fmla="*/ 6536402 h 6858000"/>
              <a:gd name="connsiteX3" fmla="*/ 4594021 w 12192000"/>
              <a:gd name="connsiteY3" fmla="*/ 344402 h 6858000"/>
              <a:gd name="connsiteX4" fmla="*/ 361950 w 12192000"/>
              <a:gd name="connsiteY4" fmla="*/ 344402 h 6858000"/>
              <a:gd name="connsiteX5" fmla="*/ 10144585 w 12192000"/>
              <a:gd name="connsiteY5" fmla="*/ 266296 h 6858000"/>
              <a:gd name="connsiteX6" fmla="*/ 10144585 w 12192000"/>
              <a:gd name="connsiteY6" fmla="*/ 1025401 h 6858000"/>
              <a:gd name="connsiteX7" fmla="*/ 11904664 w 12192000"/>
              <a:gd name="connsiteY7" fmla="*/ 1027306 h 6858000"/>
              <a:gd name="connsiteX8" fmla="*/ 11721784 w 12192000"/>
              <a:gd name="connsiteY8" fmla="*/ 39012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87758 w 12192000"/>
              <a:gd name="connsiteY2" fmla="*/ 6536402 h 6858000"/>
              <a:gd name="connsiteX3" fmla="*/ 4594021 w 12192000"/>
              <a:gd name="connsiteY3" fmla="*/ 344402 h 6858000"/>
              <a:gd name="connsiteX4" fmla="*/ 361950 w 12192000"/>
              <a:gd name="connsiteY4" fmla="*/ 344402 h 6858000"/>
              <a:gd name="connsiteX5" fmla="*/ 10144585 w 12192000"/>
              <a:gd name="connsiteY5" fmla="*/ 266296 h 6858000"/>
              <a:gd name="connsiteX6" fmla="*/ 10144585 w 12192000"/>
              <a:gd name="connsiteY6" fmla="*/ 1025401 h 6858000"/>
              <a:gd name="connsiteX7" fmla="*/ 11904664 w 12192000"/>
              <a:gd name="connsiteY7" fmla="*/ 1027306 h 6858000"/>
              <a:gd name="connsiteX8" fmla="*/ 11902759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87758 w 12192000"/>
              <a:gd name="connsiteY2" fmla="*/ 6536402 h 6858000"/>
              <a:gd name="connsiteX3" fmla="*/ 4594021 w 12192000"/>
              <a:gd name="connsiteY3" fmla="*/ 344402 h 6858000"/>
              <a:gd name="connsiteX4" fmla="*/ 361950 w 12192000"/>
              <a:gd name="connsiteY4" fmla="*/ 344402 h 6858000"/>
              <a:gd name="connsiteX5" fmla="*/ 10144585 w 12192000"/>
              <a:gd name="connsiteY5" fmla="*/ 266296 h 6858000"/>
              <a:gd name="connsiteX6" fmla="*/ 10144585 w 12192000"/>
              <a:gd name="connsiteY6" fmla="*/ 1025401 h 6858000"/>
              <a:gd name="connsiteX7" fmla="*/ 11649394 w 12192000"/>
              <a:gd name="connsiteY7" fmla="*/ 871096 h 6858000"/>
              <a:gd name="connsiteX8" fmla="*/ 11902759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87758 w 12192000"/>
              <a:gd name="connsiteY2" fmla="*/ 6536402 h 6858000"/>
              <a:gd name="connsiteX3" fmla="*/ 4594021 w 12192000"/>
              <a:gd name="connsiteY3" fmla="*/ 344402 h 6858000"/>
              <a:gd name="connsiteX4" fmla="*/ 361950 w 12192000"/>
              <a:gd name="connsiteY4" fmla="*/ 344402 h 6858000"/>
              <a:gd name="connsiteX5" fmla="*/ 10144585 w 12192000"/>
              <a:gd name="connsiteY5" fmla="*/ 266296 h 6858000"/>
              <a:gd name="connsiteX6" fmla="*/ 10144585 w 12192000"/>
              <a:gd name="connsiteY6" fmla="*/ 1025401 h 6858000"/>
              <a:gd name="connsiteX7" fmla="*/ 11904664 w 12192000"/>
              <a:gd name="connsiteY7" fmla="*/ 1027306 h 6858000"/>
              <a:gd name="connsiteX8" fmla="*/ 11902759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87758 w 12192000"/>
              <a:gd name="connsiteY2" fmla="*/ 6536402 h 6858000"/>
              <a:gd name="connsiteX3" fmla="*/ 4594021 w 12192000"/>
              <a:gd name="connsiteY3" fmla="*/ 344402 h 6858000"/>
              <a:gd name="connsiteX4" fmla="*/ 361950 w 12192000"/>
              <a:gd name="connsiteY4" fmla="*/ 344402 h 6858000"/>
              <a:gd name="connsiteX5" fmla="*/ 10144585 w 12192000"/>
              <a:gd name="connsiteY5" fmla="*/ 266296 h 6858000"/>
              <a:gd name="connsiteX6" fmla="*/ 10144585 w 12192000"/>
              <a:gd name="connsiteY6" fmla="*/ 1025401 h 6858000"/>
              <a:gd name="connsiteX7" fmla="*/ 11756074 w 12192000"/>
              <a:gd name="connsiteY7" fmla="*/ 953011 h 6858000"/>
              <a:gd name="connsiteX8" fmla="*/ 11902759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87758 w 12192000"/>
              <a:gd name="connsiteY2" fmla="*/ 6536402 h 6858000"/>
              <a:gd name="connsiteX3" fmla="*/ 4594021 w 12192000"/>
              <a:gd name="connsiteY3" fmla="*/ 344402 h 6858000"/>
              <a:gd name="connsiteX4" fmla="*/ 361950 w 12192000"/>
              <a:gd name="connsiteY4" fmla="*/ 344402 h 6858000"/>
              <a:gd name="connsiteX5" fmla="*/ 10144585 w 12192000"/>
              <a:gd name="connsiteY5" fmla="*/ 266296 h 6858000"/>
              <a:gd name="connsiteX6" fmla="*/ 10144585 w 12192000"/>
              <a:gd name="connsiteY6" fmla="*/ 1025401 h 6858000"/>
              <a:gd name="connsiteX7" fmla="*/ 11902759 w 12192000"/>
              <a:gd name="connsiteY7" fmla="*/ 1029211 h 6858000"/>
              <a:gd name="connsiteX8" fmla="*/ 11902759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87758 w 12192000"/>
              <a:gd name="connsiteY2" fmla="*/ 6536402 h 6858000"/>
              <a:gd name="connsiteX3" fmla="*/ 4594021 w 12192000"/>
              <a:gd name="connsiteY3" fmla="*/ 344402 h 6858000"/>
              <a:gd name="connsiteX4" fmla="*/ 361950 w 12192000"/>
              <a:gd name="connsiteY4" fmla="*/ 344402 h 6858000"/>
              <a:gd name="connsiteX5" fmla="*/ 10144585 w 12192000"/>
              <a:gd name="connsiteY5" fmla="*/ 266296 h 6858000"/>
              <a:gd name="connsiteX6" fmla="*/ 10144585 w 12192000"/>
              <a:gd name="connsiteY6" fmla="*/ 1025401 h 6858000"/>
              <a:gd name="connsiteX7" fmla="*/ 11735119 w 12192000"/>
              <a:gd name="connsiteY7" fmla="*/ 899671 h 6858000"/>
              <a:gd name="connsiteX8" fmla="*/ 11902759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87758 w 12192000"/>
              <a:gd name="connsiteY2" fmla="*/ 6536402 h 6858000"/>
              <a:gd name="connsiteX3" fmla="*/ 4594021 w 12192000"/>
              <a:gd name="connsiteY3" fmla="*/ 344402 h 6858000"/>
              <a:gd name="connsiteX4" fmla="*/ 361950 w 12192000"/>
              <a:gd name="connsiteY4" fmla="*/ 344402 h 6858000"/>
              <a:gd name="connsiteX5" fmla="*/ 10144585 w 12192000"/>
              <a:gd name="connsiteY5" fmla="*/ 266296 h 6858000"/>
              <a:gd name="connsiteX6" fmla="*/ 10144585 w 12192000"/>
              <a:gd name="connsiteY6" fmla="*/ 1025401 h 6858000"/>
              <a:gd name="connsiteX7" fmla="*/ 11900854 w 12192000"/>
              <a:gd name="connsiteY7" fmla="*/ 1029211 h 6858000"/>
              <a:gd name="connsiteX8" fmla="*/ 11902759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87758 w 12192000"/>
              <a:gd name="connsiteY2" fmla="*/ 6536402 h 6858000"/>
              <a:gd name="connsiteX3" fmla="*/ 4594021 w 12192000"/>
              <a:gd name="connsiteY3" fmla="*/ 344402 h 6858000"/>
              <a:gd name="connsiteX4" fmla="*/ 361950 w 12192000"/>
              <a:gd name="connsiteY4" fmla="*/ 344402 h 6858000"/>
              <a:gd name="connsiteX5" fmla="*/ 10144585 w 12192000"/>
              <a:gd name="connsiteY5" fmla="*/ 266296 h 6858000"/>
              <a:gd name="connsiteX6" fmla="*/ 10144585 w 12192000"/>
              <a:gd name="connsiteY6" fmla="*/ 1025401 h 6858000"/>
              <a:gd name="connsiteX7" fmla="*/ 11900854 w 12192000"/>
              <a:gd name="connsiteY7" fmla="*/ 1031116 h 6858000"/>
              <a:gd name="connsiteX8" fmla="*/ 11902759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87758 w 12192000"/>
              <a:gd name="connsiteY2" fmla="*/ 6536402 h 6858000"/>
              <a:gd name="connsiteX3" fmla="*/ 4594021 w 12192000"/>
              <a:gd name="connsiteY3" fmla="*/ 344402 h 6858000"/>
              <a:gd name="connsiteX4" fmla="*/ 361950 w 12192000"/>
              <a:gd name="connsiteY4" fmla="*/ 344402 h 6858000"/>
              <a:gd name="connsiteX5" fmla="*/ 10144585 w 12192000"/>
              <a:gd name="connsiteY5" fmla="*/ 266296 h 6858000"/>
              <a:gd name="connsiteX6" fmla="*/ 10144585 w 12192000"/>
              <a:gd name="connsiteY6" fmla="*/ 1025401 h 6858000"/>
              <a:gd name="connsiteX7" fmla="*/ 11900854 w 12192000"/>
              <a:gd name="connsiteY7" fmla="*/ 1027306 h 6858000"/>
              <a:gd name="connsiteX8" fmla="*/ 11902759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344402 h 6858000"/>
              <a:gd name="connsiteX1" fmla="*/ 361950 w 12192000"/>
              <a:gd name="connsiteY1" fmla="*/ 6536402 h 6858000"/>
              <a:gd name="connsiteX2" fmla="*/ 4587758 w 12192000"/>
              <a:gd name="connsiteY2" fmla="*/ 6536402 h 6858000"/>
              <a:gd name="connsiteX3" fmla="*/ 4505121 w 12192000"/>
              <a:gd name="connsiteY3" fmla="*/ 261852 h 6858000"/>
              <a:gd name="connsiteX4" fmla="*/ 361950 w 12192000"/>
              <a:gd name="connsiteY4" fmla="*/ 344402 h 6858000"/>
              <a:gd name="connsiteX5" fmla="*/ 10144585 w 12192000"/>
              <a:gd name="connsiteY5" fmla="*/ 266296 h 6858000"/>
              <a:gd name="connsiteX6" fmla="*/ 10144585 w 12192000"/>
              <a:gd name="connsiteY6" fmla="*/ 1025401 h 6858000"/>
              <a:gd name="connsiteX7" fmla="*/ 11900854 w 12192000"/>
              <a:gd name="connsiteY7" fmla="*/ 1027306 h 6858000"/>
              <a:gd name="connsiteX8" fmla="*/ 11902759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92100 w 12192000"/>
              <a:gd name="connsiteY0" fmla="*/ 261852 h 6858000"/>
              <a:gd name="connsiteX1" fmla="*/ 361950 w 12192000"/>
              <a:gd name="connsiteY1" fmla="*/ 6536402 h 6858000"/>
              <a:gd name="connsiteX2" fmla="*/ 4587758 w 12192000"/>
              <a:gd name="connsiteY2" fmla="*/ 6536402 h 6858000"/>
              <a:gd name="connsiteX3" fmla="*/ 4505121 w 12192000"/>
              <a:gd name="connsiteY3" fmla="*/ 261852 h 6858000"/>
              <a:gd name="connsiteX4" fmla="*/ 292100 w 12192000"/>
              <a:gd name="connsiteY4" fmla="*/ 261852 h 6858000"/>
              <a:gd name="connsiteX5" fmla="*/ 10144585 w 12192000"/>
              <a:gd name="connsiteY5" fmla="*/ 266296 h 6858000"/>
              <a:gd name="connsiteX6" fmla="*/ 10144585 w 12192000"/>
              <a:gd name="connsiteY6" fmla="*/ 1025401 h 6858000"/>
              <a:gd name="connsiteX7" fmla="*/ 11900854 w 12192000"/>
              <a:gd name="connsiteY7" fmla="*/ 1027306 h 6858000"/>
              <a:gd name="connsiteX8" fmla="*/ 11902759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92100 w 12192000"/>
              <a:gd name="connsiteY0" fmla="*/ 261852 h 6858000"/>
              <a:gd name="connsiteX1" fmla="*/ 285750 w 12192000"/>
              <a:gd name="connsiteY1" fmla="*/ 6593552 h 6858000"/>
              <a:gd name="connsiteX2" fmla="*/ 4587758 w 12192000"/>
              <a:gd name="connsiteY2" fmla="*/ 6536402 h 6858000"/>
              <a:gd name="connsiteX3" fmla="*/ 4505121 w 12192000"/>
              <a:gd name="connsiteY3" fmla="*/ 261852 h 6858000"/>
              <a:gd name="connsiteX4" fmla="*/ 292100 w 12192000"/>
              <a:gd name="connsiteY4" fmla="*/ 261852 h 6858000"/>
              <a:gd name="connsiteX5" fmla="*/ 10144585 w 12192000"/>
              <a:gd name="connsiteY5" fmla="*/ 266296 h 6858000"/>
              <a:gd name="connsiteX6" fmla="*/ 10144585 w 12192000"/>
              <a:gd name="connsiteY6" fmla="*/ 1025401 h 6858000"/>
              <a:gd name="connsiteX7" fmla="*/ 11900854 w 12192000"/>
              <a:gd name="connsiteY7" fmla="*/ 1027306 h 6858000"/>
              <a:gd name="connsiteX8" fmla="*/ 11902759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92100 w 12192000"/>
              <a:gd name="connsiteY0" fmla="*/ 261852 h 6858000"/>
              <a:gd name="connsiteX1" fmla="*/ 285750 w 12192000"/>
              <a:gd name="connsiteY1" fmla="*/ 6593552 h 6858000"/>
              <a:gd name="connsiteX2" fmla="*/ 4498858 w 12192000"/>
              <a:gd name="connsiteY2" fmla="*/ 6593552 h 6858000"/>
              <a:gd name="connsiteX3" fmla="*/ 4505121 w 12192000"/>
              <a:gd name="connsiteY3" fmla="*/ 261852 h 6858000"/>
              <a:gd name="connsiteX4" fmla="*/ 292100 w 12192000"/>
              <a:gd name="connsiteY4" fmla="*/ 261852 h 6858000"/>
              <a:gd name="connsiteX5" fmla="*/ 10144585 w 12192000"/>
              <a:gd name="connsiteY5" fmla="*/ 266296 h 6858000"/>
              <a:gd name="connsiteX6" fmla="*/ 10144585 w 12192000"/>
              <a:gd name="connsiteY6" fmla="*/ 1025401 h 6858000"/>
              <a:gd name="connsiteX7" fmla="*/ 11900854 w 12192000"/>
              <a:gd name="connsiteY7" fmla="*/ 1027306 h 6858000"/>
              <a:gd name="connsiteX8" fmla="*/ 11902759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292100 w 12192000"/>
              <a:gd name="connsiteY0" fmla="*/ 261852 h 6858000"/>
              <a:gd name="connsiteX1" fmla="*/ 285750 w 12192000"/>
              <a:gd name="connsiteY1" fmla="*/ 6593552 h 6858000"/>
              <a:gd name="connsiteX2" fmla="*/ 4511558 w 12192000"/>
              <a:gd name="connsiteY2" fmla="*/ 6599902 h 6858000"/>
              <a:gd name="connsiteX3" fmla="*/ 4505121 w 12192000"/>
              <a:gd name="connsiteY3" fmla="*/ 261852 h 6858000"/>
              <a:gd name="connsiteX4" fmla="*/ 292100 w 12192000"/>
              <a:gd name="connsiteY4" fmla="*/ 261852 h 6858000"/>
              <a:gd name="connsiteX5" fmla="*/ 10144585 w 12192000"/>
              <a:gd name="connsiteY5" fmla="*/ 266296 h 6858000"/>
              <a:gd name="connsiteX6" fmla="*/ 10144585 w 12192000"/>
              <a:gd name="connsiteY6" fmla="*/ 1025401 h 6858000"/>
              <a:gd name="connsiteX7" fmla="*/ 11900854 w 12192000"/>
              <a:gd name="connsiteY7" fmla="*/ 1027306 h 6858000"/>
              <a:gd name="connsiteX8" fmla="*/ 11902759 w 12192000"/>
              <a:gd name="connsiteY8" fmla="*/ 268201 h 6858000"/>
              <a:gd name="connsiteX9" fmla="*/ 10144585 w 12192000"/>
              <a:gd name="connsiteY9" fmla="*/ 26629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92000" h="6858000">
                <a:moveTo>
                  <a:pt x="292100" y="261852"/>
                </a:moveTo>
                <a:cubicBezTo>
                  <a:pt x="289983" y="2372419"/>
                  <a:pt x="287867" y="4482985"/>
                  <a:pt x="285750" y="6593552"/>
                </a:cubicBezTo>
                <a:lnTo>
                  <a:pt x="4511558" y="6599902"/>
                </a:lnTo>
                <a:cubicBezTo>
                  <a:pt x="4513646" y="4535902"/>
                  <a:pt x="4503033" y="2325852"/>
                  <a:pt x="4505121" y="261852"/>
                </a:cubicBezTo>
                <a:lnTo>
                  <a:pt x="292100" y="261852"/>
                </a:lnTo>
                <a:close/>
                <a:moveTo>
                  <a:pt x="10144585" y="266296"/>
                </a:moveTo>
                <a:lnTo>
                  <a:pt x="10144585" y="1025401"/>
                </a:lnTo>
                <a:lnTo>
                  <a:pt x="11900854" y="1027306"/>
                </a:lnTo>
                <a:lnTo>
                  <a:pt x="11902759" y="268201"/>
                </a:lnTo>
                <a:lnTo>
                  <a:pt x="10144585" y="266296"/>
                </a:lnTo>
                <a:close/>
                <a:moveTo>
                  <a:pt x="0" y="0"/>
                </a:moveTo>
                <a:lnTo>
                  <a:pt x="12192000" y="0"/>
                </a:lnTo>
                <a:lnTo>
                  <a:pt x="12192000" y="6858000"/>
                </a:lnTo>
                <a:lnTo>
                  <a:pt x="0" y="6858000"/>
                </a:lnTo>
                <a:lnTo>
                  <a:pt x="0" y="0"/>
                </a:lnTo>
                <a:close/>
              </a:path>
            </a:pathLst>
          </a:custGeom>
        </p:spPr>
        <p:txBody>
          <a:bodyPr wrap="square">
            <a:noAutofit/>
          </a:bodyPr>
          <a:lstStyle>
            <a:lvl1pPr marL="0" indent="0">
              <a:buNone/>
              <a:defRPr/>
            </a:lvl1pPr>
          </a:lstStyle>
          <a:p>
            <a:r>
              <a:rPr lang="en-US"/>
              <a:t>Bild </a:t>
            </a:r>
            <a:r>
              <a:rPr lang="en-US" err="1"/>
              <a:t>durch</a:t>
            </a:r>
            <a:r>
              <a:rPr lang="en-US"/>
              <a:t> </a:t>
            </a:r>
            <a:r>
              <a:rPr lang="en-US" err="1"/>
              <a:t>Klicken</a:t>
            </a:r>
            <a:r>
              <a:rPr lang="en-US"/>
              <a:t> auf Symbol </a:t>
            </a:r>
            <a:r>
              <a:rPr lang="en-US" err="1"/>
              <a:t>hinzufügen</a:t>
            </a:r>
            <a:endParaRPr lang="en-US"/>
          </a:p>
        </p:txBody>
      </p:sp>
      <p:sp>
        <p:nvSpPr>
          <p:cNvPr id="8" name="Subline">
            <a:extLst>
              <a:ext uri="{FF2B5EF4-FFF2-40B4-BE49-F238E27FC236}">
                <a16:creationId xmlns:a16="http://schemas.microsoft.com/office/drawing/2014/main" id="{27895B51-0BE5-4A27-BF19-DDD42ED32697}"/>
              </a:ext>
            </a:extLst>
          </p:cNvPr>
          <p:cNvSpPr>
            <a:spLocks noGrp="1"/>
          </p:cNvSpPr>
          <p:nvPr>
            <p:ph type="body" sz="quarter" idx="13" hasCustomPrompt="1"/>
          </p:nvPr>
        </p:nvSpPr>
        <p:spPr>
          <a:xfrm>
            <a:off x="284904" y="5443855"/>
            <a:ext cx="4219882" cy="166199"/>
          </a:xfrm>
          <a:prstGeom prst="rect">
            <a:avLst/>
          </a:prstGeom>
        </p:spPr>
        <p:txBody>
          <a:bodyPr lIns="288000" rIns="288000" anchor="t" anchorCtr="0">
            <a:spAutoFit/>
          </a:bodyPr>
          <a:lstStyle>
            <a:lvl1pPr marL="0" indent="0">
              <a:spcBef>
                <a:spcPts val="0"/>
              </a:spcBef>
              <a:buNone/>
              <a:defRPr sz="1200" b="1" cap="none" baseline="0">
                <a:latin typeface="+mj-lt"/>
              </a:defRPr>
            </a:lvl1pPr>
          </a:lstStyle>
          <a:p>
            <a:pPr lvl="0"/>
            <a:r>
              <a:rPr lang="en-US"/>
              <a:t>Subline</a:t>
            </a:r>
          </a:p>
        </p:txBody>
      </p:sp>
      <p:sp>
        <p:nvSpPr>
          <p:cNvPr id="2" name="Titel 1">
            <a:extLst>
              <a:ext uri="{FF2B5EF4-FFF2-40B4-BE49-F238E27FC236}">
                <a16:creationId xmlns:a16="http://schemas.microsoft.com/office/drawing/2014/main" id="{26D20123-1501-4CA7-AA2F-3112A0331967}"/>
              </a:ext>
            </a:extLst>
          </p:cNvPr>
          <p:cNvSpPr>
            <a:spLocks noGrp="1"/>
          </p:cNvSpPr>
          <p:nvPr>
            <p:ph type="title" hasCustomPrompt="1"/>
          </p:nvPr>
        </p:nvSpPr>
        <p:spPr>
          <a:xfrm>
            <a:off x="284904" y="258750"/>
            <a:ext cx="4219882" cy="1191023"/>
          </a:xfrm>
        </p:spPr>
        <p:txBody>
          <a:bodyPr vert="horz" lIns="288000" tIns="288000" rIns="288000" bIns="288000" rtlCol="0">
            <a:noAutofit/>
          </a:bodyPr>
          <a:lstStyle>
            <a:lvl1pPr>
              <a:spcBef>
                <a:spcPts val="0"/>
              </a:spcBef>
              <a:defRPr lang="de-DE" sz="2200" cap="none" baseline="0" dirty="0">
                <a:latin typeface="+mj-lt"/>
                <a:ea typeface="+mn-ea"/>
                <a:cs typeface="+mn-cs"/>
              </a:defRPr>
            </a:lvl1pPr>
          </a:lstStyle>
          <a:p>
            <a:pPr marL="0" lvl="0" indent="0">
              <a:spcBef>
                <a:spcPts val="1000"/>
              </a:spcBef>
              <a:buFont typeface="Arial" panose="020B0604020202020204" pitchFamily="34" charset="0"/>
            </a:pPr>
            <a:r>
              <a:rPr lang="en-US" err="1"/>
              <a:t>Mastertitelformat</a:t>
            </a:r>
            <a:r>
              <a:rPr lang="en-US"/>
              <a:t> </a:t>
            </a:r>
            <a:r>
              <a:rPr lang="en-US" err="1"/>
              <a:t>bearbeiten</a:t>
            </a:r>
            <a:endParaRPr lang="en-US"/>
          </a:p>
        </p:txBody>
      </p:sp>
      <p:sp>
        <p:nvSpPr>
          <p:cNvPr id="9" name="Rechteck 8">
            <a:extLst>
              <a:ext uri="{FF2B5EF4-FFF2-40B4-BE49-F238E27FC236}">
                <a16:creationId xmlns:a16="http://schemas.microsoft.com/office/drawing/2014/main" id="{5CF86407-DA27-4CA6-A346-F8477F884E96}"/>
              </a:ext>
            </a:extLst>
          </p:cNvPr>
          <p:cNvSpPr>
            <a:spLocks/>
          </p:cNvSpPr>
          <p:nvPr/>
        </p:nvSpPr>
        <p:spPr>
          <a:xfrm>
            <a:off x="-1939923" y="2913099"/>
            <a:ext cx="1772284" cy="1031803"/>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ctr">
            <a:spAutoFit/>
          </a:bodyPr>
          <a:lstStyle/>
          <a:p>
            <a:pPr algn="ctr">
              <a:lnSpc>
                <a:spcPct val="90000"/>
              </a:lnSpc>
            </a:pPr>
            <a:r>
              <a:rPr lang="en-US" sz="1600" b="0">
                <a:solidFill>
                  <a:schemeClr val="tx1"/>
                </a:solidFill>
              </a:rPr>
              <a:t>Bitte </a:t>
            </a:r>
            <a:r>
              <a:rPr lang="en-US" sz="1600" b="0" err="1">
                <a:solidFill>
                  <a:schemeClr val="tx1"/>
                </a:solidFill>
              </a:rPr>
              <a:t>keine</a:t>
            </a:r>
            <a:r>
              <a:rPr lang="en-US" sz="1600" b="0">
                <a:solidFill>
                  <a:schemeClr val="tx1"/>
                </a:solidFill>
              </a:rPr>
              <a:t> </a:t>
            </a:r>
            <a:r>
              <a:rPr lang="en-US" sz="1600" b="0" err="1">
                <a:solidFill>
                  <a:schemeClr val="tx1"/>
                </a:solidFill>
              </a:rPr>
              <a:t>Folien</a:t>
            </a:r>
            <a:r>
              <a:rPr lang="en-US" sz="1600" b="0">
                <a:solidFill>
                  <a:schemeClr val="tx1"/>
                </a:solidFill>
              </a:rPr>
              <a:t> </a:t>
            </a:r>
            <a:r>
              <a:rPr lang="en-US" sz="1600" b="0" err="1">
                <a:solidFill>
                  <a:schemeClr val="tx1"/>
                </a:solidFill>
              </a:rPr>
              <a:t>mit</a:t>
            </a:r>
            <a:r>
              <a:rPr lang="en-US" sz="1600" b="0">
                <a:solidFill>
                  <a:schemeClr val="tx1"/>
                </a:solidFill>
              </a:rPr>
              <a:t> </a:t>
            </a:r>
            <a:r>
              <a:rPr lang="en-US" sz="1600" b="0" err="1">
                <a:solidFill>
                  <a:schemeClr val="tx1"/>
                </a:solidFill>
              </a:rPr>
              <a:t>vollflächigen</a:t>
            </a:r>
            <a:r>
              <a:rPr lang="en-US" sz="1600" b="0">
                <a:solidFill>
                  <a:schemeClr val="tx1"/>
                </a:solidFill>
              </a:rPr>
              <a:t> </a:t>
            </a:r>
            <a:r>
              <a:rPr lang="en-US" sz="1600" b="0" err="1">
                <a:solidFill>
                  <a:schemeClr val="tx1"/>
                </a:solidFill>
              </a:rPr>
              <a:t>Farben</a:t>
            </a:r>
            <a:r>
              <a:rPr lang="en-US" sz="1600" b="0">
                <a:solidFill>
                  <a:schemeClr val="tx1"/>
                </a:solidFill>
              </a:rPr>
              <a:t> </a:t>
            </a:r>
            <a:r>
              <a:rPr lang="en-US" sz="1600" b="0" err="1">
                <a:solidFill>
                  <a:schemeClr val="tx1"/>
                </a:solidFill>
              </a:rPr>
              <a:t>oder</a:t>
            </a:r>
            <a:r>
              <a:rPr lang="en-US" sz="1600" b="0">
                <a:solidFill>
                  <a:schemeClr val="tx1"/>
                </a:solidFill>
              </a:rPr>
              <a:t> </a:t>
            </a:r>
            <a:r>
              <a:rPr lang="en-US" sz="1600" b="0" err="1">
                <a:solidFill>
                  <a:schemeClr val="tx1"/>
                </a:solidFill>
              </a:rPr>
              <a:t>Motiven</a:t>
            </a:r>
            <a:r>
              <a:rPr lang="en-US" sz="1600" b="0">
                <a:solidFill>
                  <a:schemeClr val="tx1"/>
                </a:solidFill>
              </a:rPr>
              <a:t> </a:t>
            </a:r>
            <a:r>
              <a:rPr lang="en-US" sz="1600" b="0" err="1">
                <a:solidFill>
                  <a:schemeClr val="tx1"/>
                </a:solidFill>
              </a:rPr>
              <a:t>drucken</a:t>
            </a:r>
            <a:r>
              <a:rPr lang="en-US" sz="1600" b="0">
                <a:solidFill>
                  <a:schemeClr val="tx1"/>
                </a:solidFill>
              </a:rPr>
              <a:t> </a:t>
            </a:r>
          </a:p>
        </p:txBody>
      </p:sp>
      <p:pic>
        <p:nvPicPr>
          <p:cNvPr id="10" name="Grafik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136061" y="258750"/>
            <a:ext cx="1774212" cy="775631"/>
          </a:xfrm>
          <a:prstGeom prst="rect">
            <a:avLst/>
          </a:prstGeom>
        </p:spPr>
      </p:pic>
      <p:sp>
        <p:nvSpPr>
          <p:cNvPr id="6" name="Inhaltsplatzhalter 5"/>
          <p:cNvSpPr>
            <a:spLocks noGrp="1"/>
          </p:cNvSpPr>
          <p:nvPr>
            <p:ph sz="quarter" idx="16" hasCustomPrompt="1"/>
          </p:nvPr>
        </p:nvSpPr>
        <p:spPr>
          <a:xfrm>
            <a:off x="284904" y="1533024"/>
            <a:ext cx="4219882" cy="3910831"/>
          </a:xfrm>
        </p:spPr>
        <p:txBody>
          <a:bodyPr lIns="288000" rIns="288000"/>
          <a:lstStyle/>
          <a:p>
            <a:pPr lvl="0"/>
            <a:r>
              <a:rPr lang="en-US" err="1"/>
              <a:t>Textmasterformat</a:t>
            </a:r>
            <a:r>
              <a:rPr lang="en-US"/>
              <a:t> </a:t>
            </a:r>
            <a:r>
              <a:rPr lang="en-US" err="1"/>
              <a:t>bearbeiten</a:t>
            </a:r>
            <a:endParaRPr lang="en-US"/>
          </a:p>
          <a:p>
            <a:pPr lvl="1"/>
            <a:r>
              <a:rPr lang="en-US" err="1"/>
              <a:t>Zweite</a:t>
            </a:r>
            <a:r>
              <a:rPr lang="en-US"/>
              <a:t> Ebene</a:t>
            </a:r>
          </a:p>
          <a:p>
            <a:pPr lvl="2"/>
            <a:r>
              <a:rPr lang="en-US" err="1"/>
              <a:t>Dritte</a:t>
            </a:r>
            <a:r>
              <a:rPr lang="en-US"/>
              <a:t> Ebene</a:t>
            </a:r>
          </a:p>
          <a:p>
            <a:pPr lvl="3"/>
            <a:r>
              <a:rPr lang="en-US" err="1"/>
              <a:t>Vierte</a:t>
            </a:r>
            <a:r>
              <a:rPr lang="en-US"/>
              <a:t> Ebene</a:t>
            </a:r>
          </a:p>
          <a:p>
            <a:pPr lvl="4"/>
            <a:r>
              <a:rPr lang="en-US" err="1"/>
              <a:t>Fünfte</a:t>
            </a:r>
            <a:r>
              <a:rPr lang="en-US"/>
              <a:t> Ebene</a:t>
            </a:r>
          </a:p>
        </p:txBody>
      </p:sp>
      <p:sp>
        <p:nvSpPr>
          <p:cNvPr id="5" name="txtIntern">
            <a:extLst>
              <a:ext uri="{FF2B5EF4-FFF2-40B4-BE49-F238E27FC236}">
                <a16:creationId xmlns:a16="http://schemas.microsoft.com/office/drawing/2014/main" id="{8EF6AB80-B4EA-6017-F631-015FE17668D6}"/>
              </a:ext>
            </a:extLst>
          </p:cNvPr>
          <p:cNvSpPr txBox="1"/>
          <p:nvPr userDrawn="1"/>
        </p:nvSpPr>
        <p:spPr>
          <a:xfrm>
            <a:off x="5302250" y="0"/>
            <a:ext cx="258084" cy="162096"/>
          </a:xfrm>
          <a:prstGeom prst="rect">
            <a:avLst/>
          </a:prstGeom>
          <a:pattFill>
            <a:fgClr>
              <a:srgbClr val="878787"/>
            </a:fgClr>
            <a:bgClr>
              <a:srgbClr val="878787"/>
            </a:bgClr>
          </a:pattFill>
        </p:spPr>
        <p:txBody>
          <a:bodyPr vert="horz" wrap="none" lIns="0" tIns="25400" rIns="0" bIns="25400" rtlCol="0" anchorCtr="1">
            <a:spAutoFit/>
          </a:bodyPr>
          <a:lstStyle/>
          <a:p>
            <a:pPr algn="l">
              <a:lnSpc>
                <a:spcPct val="90000"/>
              </a:lnSpc>
              <a:spcBef>
                <a:spcPts val="400"/>
              </a:spcBef>
            </a:pPr>
            <a:r>
              <a:rPr lang="en-US" sz="800" b="1">
                <a:solidFill>
                  <a:srgbClr val="FFFFFF"/>
                </a:solidFill>
              </a:rPr>
              <a:t>intern</a:t>
            </a:r>
          </a:p>
        </p:txBody>
      </p:sp>
    </p:spTree>
    <p:extLst>
      <p:ext uri="{BB962C8B-B14F-4D97-AF65-F5344CB8AC3E}">
        <p14:creationId xmlns:p14="http://schemas.microsoft.com/office/powerpoint/2010/main" val="13449700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ext Inhalt links /  Bild rechts">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7533893B-821E-4ADE-9220-F4BFD56A94D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08" imgH="408" progId="TCLayout.ActiveDocument.1">
                  <p:embed/>
                </p:oleObj>
              </mc:Choice>
              <mc:Fallback>
                <p:oleObj name="think-cell Folie" r:id="rId4" imgW="408" imgH="408" progId="TCLayout.ActiveDocument.1">
                  <p:embed/>
                  <p:pic>
                    <p:nvPicPr>
                      <p:cNvPr id="4" name="Objekt 3" hidden="1">
                        <a:extLst>
                          <a:ext uri="{FF2B5EF4-FFF2-40B4-BE49-F238E27FC236}">
                            <a16:creationId xmlns:a16="http://schemas.microsoft.com/office/drawing/2014/main" id="{7533893B-821E-4ADE-9220-F4BFD56A94D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459E3539-5FD6-406C-97C0-23B63907A3AF}"/>
              </a:ext>
            </a:extLst>
          </p:cNvPr>
          <p:cNvSpPr/>
          <p:nvPr>
            <p:custDataLst>
              <p:tags r:id="rId2"/>
            </p:custDataLst>
          </p:nvPr>
        </p:nvSpPr>
        <p:spPr>
          <a:xfrm>
            <a:off x="0" y="0"/>
            <a:ext cx="158750" cy="15875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US" sz="2200" b="1" i="0" baseline="0">
              <a:solidFill>
                <a:schemeClr val="tx1"/>
              </a:solidFill>
              <a:latin typeface="STIHL Contraface Text"/>
              <a:ea typeface="+mj-ea"/>
              <a:cs typeface="+mj-cs"/>
              <a:sym typeface="STIHL Contraface Text"/>
            </a:endParaRPr>
          </a:p>
        </p:txBody>
      </p:sp>
      <p:sp>
        <p:nvSpPr>
          <p:cNvPr id="8" name="Titel 7">
            <a:extLst>
              <a:ext uri="{FF2B5EF4-FFF2-40B4-BE49-F238E27FC236}">
                <a16:creationId xmlns:a16="http://schemas.microsoft.com/office/drawing/2014/main" id="{3645C76C-2B5D-4ED3-8A37-4C9BFA9F1DA8}"/>
              </a:ext>
            </a:extLst>
          </p:cNvPr>
          <p:cNvSpPr>
            <a:spLocks noGrp="1"/>
          </p:cNvSpPr>
          <p:nvPr>
            <p:ph type="title" hasCustomPrompt="1"/>
          </p:nvPr>
        </p:nvSpPr>
        <p:spPr>
          <a:xfrm>
            <a:off x="479425" y="503546"/>
            <a:ext cx="9579925" cy="304699"/>
          </a:xfrm>
        </p:spPr>
        <p:txBody>
          <a:bodyPr vert="horz" lIns="0" tIns="0" rIns="0" bIns="0" rtlCol="0" anchor="t" anchorCtr="0">
            <a:noAutofit/>
          </a:bodyPr>
          <a:lstStyle>
            <a:lvl1pPr>
              <a:lnSpc>
                <a:spcPct val="90000"/>
              </a:lnSpc>
              <a:defRPr lang="de-DE" sz="2200" dirty="0"/>
            </a:lvl1pPr>
          </a:lstStyle>
          <a:p>
            <a:pPr lvl="0"/>
            <a:r>
              <a:rPr lang="en-US" err="1"/>
              <a:t>Mastertitelformat</a:t>
            </a:r>
            <a:r>
              <a:rPr lang="en-US"/>
              <a:t> </a:t>
            </a:r>
            <a:r>
              <a:rPr lang="en-US" err="1"/>
              <a:t>bearbeiten</a:t>
            </a:r>
            <a:endParaRPr lang="en-US"/>
          </a:p>
        </p:txBody>
      </p:sp>
      <p:sp>
        <p:nvSpPr>
          <p:cNvPr id="11" name="Bildplatzhalter 10">
            <a:extLst>
              <a:ext uri="{FF2B5EF4-FFF2-40B4-BE49-F238E27FC236}">
                <a16:creationId xmlns:a16="http://schemas.microsoft.com/office/drawing/2014/main" id="{96910D21-640F-4D2A-A173-3AEDAE01B910}"/>
              </a:ext>
            </a:extLst>
          </p:cNvPr>
          <p:cNvSpPr>
            <a:spLocks noGrp="1"/>
          </p:cNvSpPr>
          <p:nvPr>
            <p:ph type="pic" sz="quarter" idx="13" hasCustomPrompt="1"/>
          </p:nvPr>
        </p:nvSpPr>
        <p:spPr>
          <a:xfrm>
            <a:off x="6340007" y="1605435"/>
            <a:ext cx="5372567" cy="4849340"/>
          </a:xfrm>
          <a:prstGeom prst="rect">
            <a:avLst/>
          </a:prstGeom>
        </p:spPr>
        <p:txBody>
          <a:bodyPr vert="horz" lIns="0" tIns="0" rIns="0" bIns="0" rtlCol="0">
            <a:normAutofit/>
          </a:bodyPr>
          <a:lstStyle>
            <a:lvl1pPr>
              <a:lnSpc>
                <a:spcPct val="90000"/>
              </a:lnSpc>
              <a:defRPr lang="de-DE" dirty="0"/>
            </a:lvl1pPr>
          </a:lstStyle>
          <a:p>
            <a:pPr lvl="0"/>
            <a:r>
              <a:rPr lang="en-US"/>
              <a:t>Bild </a:t>
            </a:r>
            <a:r>
              <a:rPr lang="en-US" err="1"/>
              <a:t>durch</a:t>
            </a:r>
            <a:r>
              <a:rPr lang="en-US"/>
              <a:t> </a:t>
            </a:r>
            <a:r>
              <a:rPr lang="en-US" err="1"/>
              <a:t>Klicken</a:t>
            </a:r>
            <a:r>
              <a:rPr lang="en-US"/>
              <a:t> auf Symbol </a:t>
            </a:r>
            <a:r>
              <a:rPr lang="en-US" err="1"/>
              <a:t>hinzufügen</a:t>
            </a:r>
            <a:endParaRPr lang="en-US"/>
          </a:p>
        </p:txBody>
      </p:sp>
      <p:sp>
        <p:nvSpPr>
          <p:cNvPr id="13" name="Textplatzhalter 8">
            <a:extLst>
              <a:ext uri="{FF2B5EF4-FFF2-40B4-BE49-F238E27FC236}">
                <a16:creationId xmlns:a16="http://schemas.microsoft.com/office/drawing/2014/main" id="{3F74B75A-3F3E-4E2B-84F3-277B54EBC3AE}"/>
              </a:ext>
            </a:extLst>
          </p:cNvPr>
          <p:cNvSpPr>
            <a:spLocks noGrp="1"/>
          </p:cNvSpPr>
          <p:nvPr>
            <p:ph type="body" sz="quarter" idx="14" hasCustomPrompt="1"/>
          </p:nvPr>
        </p:nvSpPr>
        <p:spPr>
          <a:xfrm>
            <a:off x="479427" y="1130300"/>
            <a:ext cx="11233147" cy="249299"/>
          </a:xfrm>
          <a:prstGeom prst="rect">
            <a:avLst/>
          </a:prstGeom>
        </p:spPr>
        <p:txBody>
          <a:bodyPr vert="horz" lIns="0" tIns="0" rIns="0" bIns="0" rtlCol="0" anchor="t" anchorCtr="0">
            <a:noAutofit/>
          </a:bodyPr>
          <a:lstStyle>
            <a:lvl1pPr marL="0" indent="0">
              <a:lnSpc>
                <a:spcPct val="90000"/>
              </a:lnSpc>
              <a:buNone/>
              <a:defRPr lang="de-DE" sz="1800" cap="none" baseline="0" dirty="0" smtClean="0">
                <a:solidFill>
                  <a:schemeClr val="tx1"/>
                </a:solidFill>
                <a:latin typeface="+mn-lt"/>
                <a:ea typeface="+mj-ea"/>
                <a:cs typeface="+mj-cs"/>
              </a:defRPr>
            </a:lvl1pPr>
          </a:lstStyle>
          <a:p>
            <a:pPr marL="114300" lvl="0" indent="-342900">
              <a:spcBef>
                <a:spcPct val="0"/>
              </a:spcBef>
            </a:pPr>
            <a:r>
              <a:rPr lang="en-US" err="1"/>
              <a:t>Subheadline</a:t>
            </a:r>
            <a:endParaRPr lang="en-US"/>
          </a:p>
        </p:txBody>
      </p:sp>
      <p:sp>
        <p:nvSpPr>
          <p:cNvPr id="6" name="Inhaltsplatzhalter 5"/>
          <p:cNvSpPr>
            <a:spLocks noGrp="1"/>
          </p:cNvSpPr>
          <p:nvPr>
            <p:ph sz="quarter" idx="15" hasCustomPrompt="1"/>
          </p:nvPr>
        </p:nvSpPr>
        <p:spPr>
          <a:xfrm>
            <a:off x="479426" y="1605435"/>
            <a:ext cx="5384332" cy="4849340"/>
          </a:xfrm>
        </p:spPr>
        <p:txBody>
          <a:bodyPr/>
          <a:lstStyle/>
          <a:p>
            <a:pPr lvl="0"/>
            <a:r>
              <a:rPr lang="en-US" err="1"/>
              <a:t>Textmasterformat</a:t>
            </a:r>
            <a:r>
              <a:rPr lang="en-US"/>
              <a:t> </a:t>
            </a:r>
            <a:r>
              <a:rPr lang="en-US" err="1"/>
              <a:t>bearbeiten</a:t>
            </a:r>
            <a:endParaRPr lang="en-US"/>
          </a:p>
          <a:p>
            <a:pPr lvl="1"/>
            <a:r>
              <a:rPr lang="en-US" err="1"/>
              <a:t>Zweite</a:t>
            </a:r>
            <a:r>
              <a:rPr lang="en-US"/>
              <a:t> Ebene</a:t>
            </a:r>
          </a:p>
          <a:p>
            <a:pPr lvl="2"/>
            <a:r>
              <a:rPr lang="en-US" err="1"/>
              <a:t>Dritte</a:t>
            </a:r>
            <a:r>
              <a:rPr lang="en-US"/>
              <a:t> Ebene</a:t>
            </a:r>
          </a:p>
          <a:p>
            <a:pPr lvl="3"/>
            <a:r>
              <a:rPr lang="en-US" err="1"/>
              <a:t>Vierte</a:t>
            </a:r>
            <a:r>
              <a:rPr lang="en-US"/>
              <a:t> Ebene</a:t>
            </a:r>
          </a:p>
          <a:p>
            <a:pPr lvl="4"/>
            <a:r>
              <a:rPr lang="en-US" err="1"/>
              <a:t>Fünfte</a:t>
            </a:r>
            <a:r>
              <a:rPr lang="en-US"/>
              <a:t> Ebene</a:t>
            </a:r>
          </a:p>
        </p:txBody>
      </p:sp>
    </p:spTree>
    <p:extLst>
      <p:ext uri="{BB962C8B-B14F-4D97-AF65-F5344CB8AC3E}">
        <p14:creationId xmlns:p14="http://schemas.microsoft.com/office/powerpoint/2010/main" val="186397229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Bild links / Text Inhalt rechts">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6C37FF3E-A92A-4E10-BE06-1BAF6DBEE3A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08" imgH="408" progId="TCLayout.ActiveDocument.1">
                  <p:embed/>
                </p:oleObj>
              </mc:Choice>
              <mc:Fallback>
                <p:oleObj name="think-cell Folie" r:id="rId4" imgW="408" imgH="408" progId="TCLayout.ActiveDocument.1">
                  <p:embed/>
                  <p:pic>
                    <p:nvPicPr>
                      <p:cNvPr id="4" name="Objekt 3" hidden="1">
                        <a:extLst>
                          <a:ext uri="{FF2B5EF4-FFF2-40B4-BE49-F238E27FC236}">
                            <a16:creationId xmlns:a16="http://schemas.microsoft.com/office/drawing/2014/main" id="{6C37FF3E-A92A-4E10-BE06-1BAF6DBEE3A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D59466C3-9696-446B-A506-2764C30C5245}"/>
              </a:ext>
            </a:extLst>
          </p:cNvPr>
          <p:cNvSpPr/>
          <p:nvPr>
            <p:custDataLst>
              <p:tags r:id="rId2"/>
            </p:custDataLst>
          </p:nvPr>
        </p:nvSpPr>
        <p:spPr>
          <a:xfrm>
            <a:off x="0" y="0"/>
            <a:ext cx="158750" cy="15875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US" sz="2200" b="1" i="0" baseline="0">
              <a:solidFill>
                <a:schemeClr val="tx1"/>
              </a:solidFill>
              <a:latin typeface="STIHL Contraface Text"/>
              <a:ea typeface="+mj-ea"/>
              <a:cs typeface="+mj-cs"/>
              <a:sym typeface="STIHL Contraface Text"/>
            </a:endParaRPr>
          </a:p>
        </p:txBody>
      </p:sp>
      <p:sp>
        <p:nvSpPr>
          <p:cNvPr id="8" name="Titel 7">
            <a:extLst>
              <a:ext uri="{FF2B5EF4-FFF2-40B4-BE49-F238E27FC236}">
                <a16:creationId xmlns:a16="http://schemas.microsoft.com/office/drawing/2014/main" id="{3645C76C-2B5D-4ED3-8A37-4C9BFA9F1DA8}"/>
              </a:ext>
            </a:extLst>
          </p:cNvPr>
          <p:cNvSpPr>
            <a:spLocks noGrp="1"/>
          </p:cNvSpPr>
          <p:nvPr>
            <p:ph type="title" hasCustomPrompt="1"/>
          </p:nvPr>
        </p:nvSpPr>
        <p:spPr>
          <a:xfrm>
            <a:off x="479426" y="503546"/>
            <a:ext cx="9579925" cy="304699"/>
          </a:xfrm>
        </p:spPr>
        <p:txBody>
          <a:bodyPr vert="horz" lIns="0" tIns="0" rIns="0" bIns="0" rtlCol="0" anchor="t" anchorCtr="0">
            <a:noAutofit/>
          </a:bodyPr>
          <a:lstStyle>
            <a:lvl1pPr>
              <a:lnSpc>
                <a:spcPct val="90000"/>
              </a:lnSpc>
              <a:defRPr lang="de-DE" sz="2200" dirty="0"/>
            </a:lvl1pPr>
          </a:lstStyle>
          <a:p>
            <a:pPr lvl="0"/>
            <a:r>
              <a:rPr lang="en-US" err="1"/>
              <a:t>Mastertitelformat</a:t>
            </a:r>
            <a:r>
              <a:rPr lang="en-US"/>
              <a:t> </a:t>
            </a:r>
            <a:r>
              <a:rPr lang="en-US" err="1"/>
              <a:t>bearbeiten</a:t>
            </a:r>
            <a:endParaRPr lang="en-US"/>
          </a:p>
        </p:txBody>
      </p:sp>
      <p:sp>
        <p:nvSpPr>
          <p:cNvPr id="11" name="Bildplatzhalter 10">
            <a:extLst>
              <a:ext uri="{FF2B5EF4-FFF2-40B4-BE49-F238E27FC236}">
                <a16:creationId xmlns:a16="http://schemas.microsoft.com/office/drawing/2014/main" id="{96910D21-640F-4D2A-A173-3AEDAE01B910}"/>
              </a:ext>
            </a:extLst>
          </p:cNvPr>
          <p:cNvSpPr>
            <a:spLocks noGrp="1"/>
          </p:cNvSpPr>
          <p:nvPr>
            <p:ph type="pic" sz="quarter" idx="13" hasCustomPrompt="1"/>
          </p:nvPr>
        </p:nvSpPr>
        <p:spPr>
          <a:xfrm>
            <a:off x="479426" y="1605307"/>
            <a:ext cx="5384332" cy="4849340"/>
          </a:xfrm>
          <a:prstGeom prst="rect">
            <a:avLst/>
          </a:prstGeom>
        </p:spPr>
        <p:txBody>
          <a:bodyPr/>
          <a:lstStyle>
            <a:lvl1pPr marL="0" indent="0">
              <a:lnSpc>
                <a:spcPct val="90000"/>
              </a:lnSpc>
              <a:buNone/>
              <a:defRPr/>
            </a:lvl1pPr>
          </a:lstStyle>
          <a:p>
            <a:r>
              <a:rPr lang="en-US"/>
              <a:t>Bild </a:t>
            </a:r>
            <a:r>
              <a:rPr lang="en-US" err="1"/>
              <a:t>durch</a:t>
            </a:r>
            <a:r>
              <a:rPr lang="en-US"/>
              <a:t> </a:t>
            </a:r>
            <a:r>
              <a:rPr lang="en-US" err="1"/>
              <a:t>Klicken</a:t>
            </a:r>
            <a:r>
              <a:rPr lang="en-US"/>
              <a:t> auf Symbol </a:t>
            </a:r>
            <a:r>
              <a:rPr lang="en-US" err="1"/>
              <a:t>hinzufügen</a:t>
            </a:r>
            <a:endParaRPr lang="en-US"/>
          </a:p>
        </p:txBody>
      </p:sp>
      <p:sp>
        <p:nvSpPr>
          <p:cNvPr id="12" name="Textplatzhalter 8">
            <a:extLst>
              <a:ext uri="{FF2B5EF4-FFF2-40B4-BE49-F238E27FC236}">
                <a16:creationId xmlns:a16="http://schemas.microsoft.com/office/drawing/2014/main" id="{5E1810CB-B3A3-4F48-882E-1806957C5A9D}"/>
              </a:ext>
            </a:extLst>
          </p:cNvPr>
          <p:cNvSpPr>
            <a:spLocks noGrp="1"/>
          </p:cNvSpPr>
          <p:nvPr>
            <p:ph type="body" sz="quarter" idx="15" hasCustomPrompt="1"/>
          </p:nvPr>
        </p:nvSpPr>
        <p:spPr>
          <a:xfrm>
            <a:off x="479427" y="1130300"/>
            <a:ext cx="11233147" cy="249299"/>
          </a:xfrm>
          <a:prstGeom prst="rect">
            <a:avLst/>
          </a:prstGeom>
        </p:spPr>
        <p:txBody>
          <a:bodyPr vert="horz" lIns="0" tIns="0" rIns="0" bIns="0" rtlCol="0" anchor="t" anchorCtr="0">
            <a:noAutofit/>
          </a:bodyPr>
          <a:lstStyle>
            <a:lvl1pPr marL="0" indent="0">
              <a:lnSpc>
                <a:spcPct val="90000"/>
              </a:lnSpc>
              <a:buNone/>
              <a:defRPr lang="de-DE" sz="1800" cap="none" baseline="0" dirty="0" smtClean="0">
                <a:solidFill>
                  <a:schemeClr val="tx1"/>
                </a:solidFill>
                <a:latin typeface="+mn-lt"/>
                <a:ea typeface="+mj-ea"/>
                <a:cs typeface="+mj-cs"/>
              </a:defRPr>
            </a:lvl1pPr>
          </a:lstStyle>
          <a:p>
            <a:pPr marL="114300" lvl="0" indent="-342900">
              <a:spcBef>
                <a:spcPct val="0"/>
              </a:spcBef>
            </a:pPr>
            <a:r>
              <a:rPr lang="en-US" err="1"/>
              <a:t>Subheadline</a:t>
            </a:r>
            <a:endParaRPr lang="en-US"/>
          </a:p>
        </p:txBody>
      </p:sp>
      <p:sp>
        <p:nvSpPr>
          <p:cNvPr id="6" name="Inhaltsplatzhalter 5"/>
          <p:cNvSpPr>
            <a:spLocks noGrp="1"/>
          </p:cNvSpPr>
          <p:nvPr>
            <p:ph sz="quarter" idx="16" hasCustomPrompt="1"/>
          </p:nvPr>
        </p:nvSpPr>
        <p:spPr>
          <a:xfrm>
            <a:off x="6328242" y="1605307"/>
            <a:ext cx="5384332" cy="4849340"/>
          </a:xfrm>
        </p:spPr>
        <p:txBody>
          <a:bodyPr/>
          <a:lstStyle/>
          <a:p>
            <a:pPr lvl="0"/>
            <a:r>
              <a:rPr lang="en-US" err="1"/>
              <a:t>Textmasterformat</a:t>
            </a:r>
            <a:r>
              <a:rPr lang="en-US"/>
              <a:t> </a:t>
            </a:r>
            <a:r>
              <a:rPr lang="en-US" err="1"/>
              <a:t>bearbeiten</a:t>
            </a:r>
            <a:endParaRPr lang="en-US"/>
          </a:p>
          <a:p>
            <a:pPr lvl="1"/>
            <a:r>
              <a:rPr lang="en-US" err="1"/>
              <a:t>Zweite</a:t>
            </a:r>
            <a:r>
              <a:rPr lang="en-US"/>
              <a:t> Ebene</a:t>
            </a:r>
          </a:p>
          <a:p>
            <a:pPr lvl="2"/>
            <a:r>
              <a:rPr lang="en-US" err="1"/>
              <a:t>Dritte</a:t>
            </a:r>
            <a:r>
              <a:rPr lang="en-US"/>
              <a:t> Ebene</a:t>
            </a:r>
          </a:p>
          <a:p>
            <a:pPr lvl="3"/>
            <a:r>
              <a:rPr lang="en-US" err="1"/>
              <a:t>Vierte</a:t>
            </a:r>
            <a:r>
              <a:rPr lang="en-US"/>
              <a:t> Ebene</a:t>
            </a:r>
          </a:p>
          <a:p>
            <a:pPr lvl="4"/>
            <a:r>
              <a:rPr lang="en-US" err="1"/>
              <a:t>Fünfte</a:t>
            </a:r>
            <a:r>
              <a:rPr lang="en-US"/>
              <a:t> Ebene</a:t>
            </a:r>
          </a:p>
        </p:txBody>
      </p:sp>
    </p:spTree>
    <p:extLst>
      <p:ext uri="{BB962C8B-B14F-4D97-AF65-F5344CB8AC3E}">
        <p14:creationId xmlns:p14="http://schemas.microsoft.com/office/powerpoint/2010/main" val="7555126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langes Bild links / Text Inhalt rechts">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70" imgH="371" progId="TCLayout.ActiveDocument.1">
                  <p:embed/>
                </p:oleObj>
              </mc:Choice>
              <mc:Fallback>
                <p:oleObj name="think-cell Folie" r:id="rId3" imgW="370" imgH="371" progId="TCLayout.ActiveDocument.1">
                  <p:embed/>
                  <p:pic>
                    <p:nvPicPr>
                      <p:cNvPr id="2" name="Objek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Bildplatzhalter 10">
            <a:extLst>
              <a:ext uri="{FF2B5EF4-FFF2-40B4-BE49-F238E27FC236}">
                <a16:creationId xmlns:a16="http://schemas.microsoft.com/office/drawing/2014/main" id="{96910D21-640F-4D2A-A173-3AEDAE01B910}"/>
              </a:ext>
            </a:extLst>
          </p:cNvPr>
          <p:cNvSpPr>
            <a:spLocks noGrp="1"/>
          </p:cNvSpPr>
          <p:nvPr>
            <p:ph type="pic" sz="quarter" idx="13" hasCustomPrompt="1"/>
          </p:nvPr>
        </p:nvSpPr>
        <p:spPr>
          <a:xfrm>
            <a:off x="0" y="0"/>
            <a:ext cx="4068000" cy="6858000"/>
          </a:xfrm>
          <a:prstGeom prst="rect">
            <a:avLst/>
          </a:prstGeom>
        </p:spPr>
        <p:txBody>
          <a:bodyPr/>
          <a:lstStyle>
            <a:lvl1pPr marL="0" indent="0">
              <a:buNone/>
              <a:defRPr/>
            </a:lvl1pPr>
          </a:lstStyle>
          <a:p>
            <a:r>
              <a:rPr lang="en-US"/>
              <a:t>Bild </a:t>
            </a:r>
            <a:r>
              <a:rPr lang="en-US" err="1"/>
              <a:t>durch</a:t>
            </a:r>
            <a:r>
              <a:rPr lang="en-US"/>
              <a:t> </a:t>
            </a:r>
            <a:r>
              <a:rPr lang="en-US" err="1"/>
              <a:t>Klicken</a:t>
            </a:r>
            <a:r>
              <a:rPr lang="en-US"/>
              <a:t> auf Symbol </a:t>
            </a:r>
            <a:r>
              <a:rPr lang="en-US" err="1"/>
              <a:t>hinzufügen</a:t>
            </a:r>
            <a:endParaRPr lang="en-US"/>
          </a:p>
        </p:txBody>
      </p:sp>
      <p:sp>
        <p:nvSpPr>
          <p:cNvPr id="6" name="Inhaltsplatzhalter 5"/>
          <p:cNvSpPr>
            <a:spLocks noGrp="1"/>
          </p:cNvSpPr>
          <p:nvPr>
            <p:ph sz="quarter" idx="14" hasCustomPrompt="1"/>
          </p:nvPr>
        </p:nvSpPr>
        <p:spPr>
          <a:xfrm>
            <a:off x="4547426" y="1605307"/>
            <a:ext cx="5488114" cy="4849468"/>
          </a:xfrm>
        </p:spPr>
        <p:txBody>
          <a:bodyPr/>
          <a:lstStyle/>
          <a:p>
            <a:pPr lvl="0"/>
            <a:r>
              <a:rPr lang="en-US" err="1"/>
              <a:t>Textmasterformat</a:t>
            </a:r>
            <a:r>
              <a:rPr lang="en-US"/>
              <a:t> </a:t>
            </a:r>
            <a:r>
              <a:rPr lang="en-US" err="1"/>
              <a:t>bearbeiten</a:t>
            </a:r>
            <a:endParaRPr lang="en-US"/>
          </a:p>
          <a:p>
            <a:pPr lvl="1"/>
            <a:r>
              <a:rPr lang="en-US" err="1"/>
              <a:t>Zweite</a:t>
            </a:r>
            <a:r>
              <a:rPr lang="en-US"/>
              <a:t> Ebene</a:t>
            </a:r>
          </a:p>
          <a:p>
            <a:pPr lvl="2"/>
            <a:r>
              <a:rPr lang="en-US" err="1"/>
              <a:t>Dritte</a:t>
            </a:r>
            <a:r>
              <a:rPr lang="en-US"/>
              <a:t> Ebene</a:t>
            </a:r>
          </a:p>
          <a:p>
            <a:pPr lvl="3"/>
            <a:r>
              <a:rPr lang="en-US" err="1"/>
              <a:t>Vierte</a:t>
            </a:r>
            <a:r>
              <a:rPr lang="en-US"/>
              <a:t> Ebene</a:t>
            </a:r>
          </a:p>
          <a:p>
            <a:pPr lvl="4"/>
            <a:r>
              <a:rPr lang="en-US" err="1"/>
              <a:t>Fünfte</a:t>
            </a:r>
            <a:r>
              <a:rPr lang="en-US"/>
              <a:t> Ebene</a:t>
            </a:r>
          </a:p>
        </p:txBody>
      </p:sp>
    </p:spTree>
    <p:extLst>
      <p:ext uri="{BB962C8B-B14F-4D97-AF65-F5344CB8AC3E}">
        <p14:creationId xmlns:p14="http://schemas.microsoft.com/office/powerpoint/2010/main" val="58067106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Bild groß links / Text Inhalt rechts">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70" imgH="371" progId="TCLayout.ActiveDocument.1">
                  <p:embed/>
                </p:oleObj>
              </mc:Choice>
              <mc:Fallback>
                <p:oleObj name="think-cell Folie" r:id="rId3" imgW="370" imgH="371" progId="TCLayout.ActiveDocument.1">
                  <p:embed/>
                  <p:pic>
                    <p:nvPicPr>
                      <p:cNvPr id="2" name="Objek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Bildplatzhalter 10">
            <a:extLst>
              <a:ext uri="{FF2B5EF4-FFF2-40B4-BE49-F238E27FC236}">
                <a16:creationId xmlns:a16="http://schemas.microsoft.com/office/drawing/2014/main" id="{96910D21-640F-4D2A-A173-3AEDAE01B910}"/>
              </a:ext>
            </a:extLst>
          </p:cNvPr>
          <p:cNvSpPr>
            <a:spLocks noGrp="1"/>
          </p:cNvSpPr>
          <p:nvPr>
            <p:ph type="pic" sz="quarter" idx="13" hasCustomPrompt="1"/>
          </p:nvPr>
        </p:nvSpPr>
        <p:spPr>
          <a:xfrm>
            <a:off x="0" y="0"/>
            <a:ext cx="6731876" cy="6858000"/>
          </a:xfrm>
          <a:prstGeom prst="rect">
            <a:avLst/>
          </a:prstGeom>
        </p:spPr>
        <p:txBody>
          <a:bodyPr/>
          <a:lstStyle>
            <a:lvl1pPr marL="0" indent="0">
              <a:buNone/>
              <a:defRPr/>
            </a:lvl1pPr>
          </a:lstStyle>
          <a:p>
            <a:r>
              <a:rPr lang="en-US"/>
              <a:t>Bild </a:t>
            </a:r>
            <a:r>
              <a:rPr lang="en-US" err="1"/>
              <a:t>durch</a:t>
            </a:r>
            <a:r>
              <a:rPr lang="en-US"/>
              <a:t> </a:t>
            </a:r>
            <a:r>
              <a:rPr lang="en-US" err="1"/>
              <a:t>Klicken</a:t>
            </a:r>
            <a:r>
              <a:rPr lang="en-US"/>
              <a:t> auf Symbol </a:t>
            </a:r>
            <a:r>
              <a:rPr lang="en-US" err="1"/>
              <a:t>hinzufügen</a:t>
            </a:r>
            <a:endParaRPr lang="en-US"/>
          </a:p>
        </p:txBody>
      </p:sp>
      <p:sp>
        <p:nvSpPr>
          <p:cNvPr id="6" name="Inhaltsplatzhalter 5"/>
          <p:cNvSpPr>
            <a:spLocks noGrp="1"/>
          </p:cNvSpPr>
          <p:nvPr>
            <p:ph sz="quarter" idx="14" hasCustomPrompt="1"/>
          </p:nvPr>
        </p:nvSpPr>
        <p:spPr>
          <a:xfrm>
            <a:off x="7209713" y="1605307"/>
            <a:ext cx="4502861" cy="4849340"/>
          </a:xfrm>
        </p:spPr>
        <p:txBody>
          <a:bodyPr/>
          <a:lstStyle/>
          <a:p>
            <a:pPr lvl="0"/>
            <a:r>
              <a:rPr lang="en-US" err="1"/>
              <a:t>Textmasterformat</a:t>
            </a:r>
            <a:r>
              <a:rPr lang="en-US"/>
              <a:t> </a:t>
            </a:r>
            <a:r>
              <a:rPr lang="en-US" err="1"/>
              <a:t>bearbeiten</a:t>
            </a:r>
            <a:endParaRPr lang="en-US"/>
          </a:p>
          <a:p>
            <a:pPr lvl="1"/>
            <a:r>
              <a:rPr lang="en-US" err="1"/>
              <a:t>Zweite</a:t>
            </a:r>
            <a:r>
              <a:rPr lang="en-US"/>
              <a:t> Ebene</a:t>
            </a:r>
          </a:p>
          <a:p>
            <a:pPr lvl="2"/>
            <a:r>
              <a:rPr lang="en-US" err="1"/>
              <a:t>Dritte</a:t>
            </a:r>
            <a:r>
              <a:rPr lang="en-US"/>
              <a:t> Ebene</a:t>
            </a:r>
          </a:p>
          <a:p>
            <a:pPr lvl="3"/>
            <a:r>
              <a:rPr lang="en-US" err="1"/>
              <a:t>Vierte</a:t>
            </a:r>
            <a:r>
              <a:rPr lang="en-US"/>
              <a:t> Ebene</a:t>
            </a:r>
          </a:p>
          <a:p>
            <a:pPr lvl="4"/>
            <a:r>
              <a:rPr lang="en-US" err="1"/>
              <a:t>Fünfte</a:t>
            </a:r>
            <a:r>
              <a:rPr lang="en-US"/>
              <a:t> Ebene</a:t>
            </a:r>
          </a:p>
        </p:txBody>
      </p:sp>
    </p:spTree>
    <p:extLst>
      <p:ext uri="{BB962C8B-B14F-4D97-AF65-F5344CB8AC3E}">
        <p14:creationId xmlns:p14="http://schemas.microsoft.com/office/powerpoint/2010/main" val="417570445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Vergleich">
    <p:spTree>
      <p:nvGrpSpPr>
        <p:cNvPr id="1" name=""/>
        <p:cNvGrpSpPr/>
        <p:nvPr/>
      </p:nvGrpSpPr>
      <p:grpSpPr>
        <a:xfrm>
          <a:off x="0" y="0"/>
          <a:ext cx="0" cy="0"/>
          <a:chOff x="0" y="0"/>
          <a:chExt cx="0" cy="0"/>
        </a:xfrm>
      </p:grpSpPr>
      <p:graphicFrame>
        <p:nvGraphicFramePr>
          <p:cNvPr id="10" name="Objekt 9" hidden="1">
            <a:extLst>
              <a:ext uri="{FF2B5EF4-FFF2-40B4-BE49-F238E27FC236}">
                <a16:creationId xmlns:a16="http://schemas.microsoft.com/office/drawing/2014/main" id="{435B4EBB-2F7A-4AE4-BD00-67C8C0B62C2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08" imgH="408" progId="TCLayout.ActiveDocument.1">
                  <p:embed/>
                </p:oleObj>
              </mc:Choice>
              <mc:Fallback>
                <p:oleObj name="think-cell Folie" r:id="rId4" imgW="408" imgH="408" progId="TCLayout.ActiveDocument.1">
                  <p:embed/>
                  <p:pic>
                    <p:nvPicPr>
                      <p:cNvPr id="10" name="Objekt 9" hidden="1">
                        <a:extLst>
                          <a:ext uri="{FF2B5EF4-FFF2-40B4-BE49-F238E27FC236}">
                            <a16:creationId xmlns:a16="http://schemas.microsoft.com/office/drawing/2014/main" id="{435B4EBB-2F7A-4AE4-BD00-67C8C0B62C2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A7CB53B2-ECA4-444A-AB4E-723BCED04A18}"/>
              </a:ext>
            </a:extLst>
          </p:cNvPr>
          <p:cNvSpPr/>
          <p:nvPr>
            <p:custDataLst>
              <p:tags r:id="rId2"/>
            </p:custDataLst>
          </p:nvPr>
        </p:nvSpPr>
        <p:spPr>
          <a:xfrm>
            <a:off x="0" y="0"/>
            <a:ext cx="158750" cy="15875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US" sz="2200" b="1" i="0" baseline="0">
              <a:solidFill>
                <a:schemeClr val="tx1"/>
              </a:solidFill>
              <a:latin typeface="STIHL Contraface Text"/>
              <a:ea typeface="+mj-ea"/>
              <a:cs typeface="+mj-cs"/>
              <a:sym typeface="STIHL Contraface Text"/>
            </a:endParaRPr>
          </a:p>
        </p:txBody>
      </p:sp>
      <p:sp>
        <p:nvSpPr>
          <p:cNvPr id="3" name="Textplatzhalter 2">
            <a:extLst>
              <a:ext uri="{FF2B5EF4-FFF2-40B4-BE49-F238E27FC236}">
                <a16:creationId xmlns:a16="http://schemas.microsoft.com/office/drawing/2014/main" id="{74A3FDA9-3CE6-48AD-AE14-9F756B6E73F7}"/>
              </a:ext>
            </a:extLst>
          </p:cNvPr>
          <p:cNvSpPr>
            <a:spLocks noGrp="1"/>
          </p:cNvSpPr>
          <p:nvPr>
            <p:ph type="body" idx="1" hasCustomPrompt="1"/>
          </p:nvPr>
        </p:nvSpPr>
        <p:spPr>
          <a:xfrm>
            <a:off x="479427" y="4810091"/>
            <a:ext cx="5384333" cy="1644556"/>
          </a:xfrm>
          <a:prstGeom prst="rect">
            <a:avLst/>
          </a:prstGeom>
        </p:spPr>
        <p:txBody>
          <a:bodyPr anchor="t" anchorCtr="0">
            <a:normAutofit/>
          </a:bodyPr>
          <a:lstStyle>
            <a:lvl1pPr marL="0" indent="0">
              <a:lnSpc>
                <a:spcPct val="90000"/>
              </a:lnSpc>
              <a:buFont typeface="Arial" panose="020B0604020202020204" pitchFamily="34" charse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err="1"/>
              <a:t>Mastertextformat</a:t>
            </a:r>
            <a:r>
              <a:rPr lang="en-US"/>
              <a:t> </a:t>
            </a:r>
            <a:r>
              <a:rPr lang="en-US" err="1"/>
              <a:t>bearbeiten</a:t>
            </a:r>
            <a:endParaRPr lang="en-US"/>
          </a:p>
        </p:txBody>
      </p:sp>
      <p:sp>
        <p:nvSpPr>
          <p:cNvPr id="5" name="Textplatzhalter 4">
            <a:extLst>
              <a:ext uri="{FF2B5EF4-FFF2-40B4-BE49-F238E27FC236}">
                <a16:creationId xmlns:a16="http://schemas.microsoft.com/office/drawing/2014/main" id="{AD7E1FB2-B072-4C41-88FD-F720EB877288}"/>
              </a:ext>
            </a:extLst>
          </p:cNvPr>
          <p:cNvSpPr>
            <a:spLocks noGrp="1"/>
          </p:cNvSpPr>
          <p:nvPr>
            <p:ph type="body" sz="quarter" idx="3" hasCustomPrompt="1"/>
          </p:nvPr>
        </p:nvSpPr>
        <p:spPr>
          <a:xfrm>
            <a:off x="6328241" y="4810091"/>
            <a:ext cx="5384333" cy="1644556"/>
          </a:xfrm>
          <a:prstGeom prst="rect">
            <a:avLst/>
          </a:prstGeom>
        </p:spPr>
        <p:txBody>
          <a:bodyPr anchor="t" anchorCtr="0">
            <a:normAutofit/>
          </a:bodyPr>
          <a:lstStyle>
            <a:lvl1pPr marL="0" indent="0">
              <a:lnSpc>
                <a:spcPct val="90000"/>
              </a:lnSpc>
              <a:buFont typeface="Arial" panose="020B0604020202020204" pitchFamily="34" charse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err="1"/>
              <a:t>Mastertextformat</a:t>
            </a:r>
            <a:r>
              <a:rPr lang="en-US"/>
              <a:t> </a:t>
            </a:r>
            <a:r>
              <a:rPr lang="en-US" err="1"/>
              <a:t>bearbeiten</a:t>
            </a:r>
            <a:endParaRPr lang="en-US"/>
          </a:p>
        </p:txBody>
      </p:sp>
      <p:sp>
        <p:nvSpPr>
          <p:cNvPr id="11" name="Titel 10">
            <a:extLst>
              <a:ext uri="{FF2B5EF4-FFF2-40B4-BE49-F238E27FC236}">
                <a16:creationId xmlns:a16="http://schemas.microsoft.com/office/drawing/2014/main" id="{1D6E84FA-FD4E-4697-91A3-11CC718B6B1E}"/>
              </a:ext>
            </a:extLst>
          </p:cNvPr>
          <p:cNvSpPr>
            <a:spLocks noGrp="1"/>
          </p:cNvSpPr>
          <p:nvPr>
            <p:ph type="title" hasCustomPrompt="1"/>
          </p:nvPr>
        </p:nvSpPr>
        <p:spPr>
          <a:xfrm>
            <a:off x="479426" y="503546"/>
            <a:ext cx="9579925" cy="304699"/>
          </a:xfrm>
        </p:spPr>
        <p:txBody>
          <a:bodyPr vert="horz" lIns="0" tIns="0" rIns="0" bIns="0" rtlCol="0" anchor="t" anchorCtr="0">
            <a:noAutofit/>
          </a:bodyPr>
          <a:lstStyle>
            <a:lvl1pPr>
              <a:lnSpc>
                <a:spcPct val="90000"/>
              </a:lnSpc>
              <a:defRPr lang="de-DE" sz="2200" dirty="0"/>
            </a:lvl1pPr>
          </a:lstStyle>
          <a:p>
            <a:pPr lvl="0"/>
            <a:r>
              <a:rPr lang="en-US" err="1"/>
              <a:t>Mastertitelformat</a:t>
            </a:r>
            <a:r>
              <a:rPr lang="en-US"/>
              <a:t> </a:t>
            </a:r>
            <a:r>
              <a:rPr lang="en-US" err="1"/>
              <a:t>bearbeiten</a:t>
            </a:r>
            <a:endParaRPr lang="en-US"/>
          </a:p>
        </p:txBody>
      </p:sp>
      <p:sp>
        <p:nvSpPr>
          <p:cNvPr id="14" name="Textplatzhalter 8">
            <a:extLst>
              <a:ext uri="{FF2B5EF4-FFF2-40B4-BE49-F238E27FC236}">
                <a16:creationId xmlns:a16="http://schemas.microsoft.com/office/drawing/2014/main" id="{6584C2F4-58E3-486D-88D2-9F6D570B6CAC}"/>
              </a:ext>
            </a:extLst>
          </p:cNvPr>
          <p:cNvSpPr>
            <a:spLocks noGrp="1"/>
          </p:cNvSpPr>
          <p:nvPr>
            <p:ph type="body" sz="quarter" idx="13" hasCustomPrompt="1"/>
          </p:nvPr>
        </p:nvSpPr>
        <p:spPr>
          <a:xfrm>
            <a:off x="479427" y="1130300"/>
            <a:ext cx="11233147" cy="249299"/>
          </a:xfrm>
          <a:prstGeom prst="rect">
            <a:avLst/>
          </a:prstGeom>
        </p:spPr>
        <p:txBody>
          <a:bodyPr vert="horz" lIns="0" tIns="0" rIns="0" bIns="0" rtlCol="0" anchor="t" anchorCtr="0">
            <a:noAutofit/>
          </a:bodyPr>
          <a:lstStyle>
            <a:lvl1pPr marL="0" indent="0">
              <a:lnSpc>
                <a:spcPct val="90000"/>
              </a:lnSpc>
              <a:buNone/>
              <a:defRPr lang="de-DE" sz="1800" cap="none" baseline="0" dirty="0" smtClean="0">
                <a:solidFill>
                  <a:schemeClr val="tx1"/>
                </a:solidFill>
                <a:latin typeface="+mn-lt"/>
                <a:ea typeface="+mj-ea"/>
                <a:cs typeface="+mj-cs"/>
              </a:defRPr>
            </a:lvl1pPr>
          </a:lstStyle>
          <a:p>
            <a:pPr marL="114300" lvl="0" indent="-342900">
              <a:spcBef>
                <a:spcPct val="0"/>
              </a:spcBef>
            </a:pPr>
            <a:r>
              <a:rPr lang="en-US" err="1"/>
              <a:t>Subheadline</a:t>
            </a:r>
            <a:endParaRPr lang="en-US"/>
          </a:p>
        </p:txBody>
      </p:sp>
      <p:sp>
        <p:nvSpPr>
          <p:cNvPr id="8" name="Inhaltsplatzhalter 7"/>
          <p:cNvSpPr>
            <a:spLocks noGrp="1"/>
          </p:cNvSpPr>
          <p:nvPr>
            <p:ph sz="quarter" idx="14" hasCustomPrompt="1"/>
          </p:nvPr>
        </p:nvSpPr>
        <p:spPr>
          <a:xfrm>
            <a:off x="479427" y="1605307"/>
            <a:ext cx="5384333" cy="3075921"/>
          </a:xfrm>
        </p:spPr>
        <p:txBody>
          <a:bodyPr/>
          <a:lstStyle/>
          <a:p>
            <a:pPr lvl="0"/>
            <a:r>
              <a:rPr lang="en-US" err="1"/>
              <a:t>Textmasterformat</a:t>
            </a:r>
            <a:r>
              <a:rPr lang="en-US"/>
              <a:t> </a:t>
            </a:r>
            <a:r>
              <a:rPr lang="en-US" err="1"/>
              <a:t>bearbeiten</a:t>
            </a:r>
            <a:endParaRPr lang="en-US"/>
          </a:p>
          <a:p>
            <a:pPr lvl="1"/>
            <a:r>
              <a:rPr lang="en-US" err="1"/>
              <a:t>Zweite</a:t>
            </a:r>
            <a:r>
              <a:rPr lang="en-US"/>
              <a:t> Ebene</a:t>
            </a:r>
          </a:p>
          <a:p>
            <a:pPr lvl="2"/>
            <a:r>
              <a:rPr lang="en-US" err="1"/>
              <a:t>Dritte</a:t>
            </a:r>
            <a:r>
              <a:rPr lang="en-US"/>
              <a:t> Ebene</a:t>
            </a:r>
          </a:p>
          <a:p>
            <a:pPr lvl="3"/>
            <a:r>
              <a:rPr lang="en-US" err="1"/>
              <a:t>Vierte</a:t>
            </a:r>
            <a:r>
              <a:rPr lang="en-US"/>
              <a:t> Ebene</a:t>
            </a:r>
          </a:p>
          <a:p>
            <a:pPr lvl="4"/>
            <a:r>
              <a:rPr lang="en-US" err="1"/>
              <a:t>Fünfte</a:t>
            </a:r>
            <a:r>
              <a:rPr lang="en-US"/>
              <a:t> Ebene</a:t>
            </a:r>
          </a:p>
        </p:txBody>
      </p:sp>
      <p:sp>
        <p:nvSpPr>
          <p:cNvPr id="13" name="Inhaltsplatzhalter 7"/>
          <p:cNvSpPr>
            <a:spLocks noGrp="1"/>
          </p:cNvSpPr>
          <p:nvPr>
            <p:ph sz="quarter" idx="15" hasCustomPrompt="1"/>
          </p:nvPr>
        </p:nvSpPr>
        <p:spPr>
          <a:xfrm>
            <a:off x="6328241" y="1605307"/>
            <a:ext cx="5384333" cy="3075921"/>
          </a:xfrm>
        </p:spPr>
        <p:txBody>
          <a:bodyPr/>
          <a:lstStyle/>
          <a:p>
            <a:pPr lvl="0"/>
            <a:r>
              <a:rPr lang="en-US" err="1"/>
              <a:t>Textmasterformat</a:t>
            </a:r>
            <a:r>
              <a:rPr lang="en-US"/>
              <a:t> </a:t>
            </a:r>
            <a:r>
              <a:rPr lang="en-US" err="1"/>
              <a:t>bearbeiten</a:t>
            </a:r>
            <a:endParaRPr lang="en-US"/>
          </a:p>
          <a:p>
            <a:pPr lvl="1"/>
            <a:r>
              <a:rPr lang="en-US" err="1"/>
              <a:t>Zweite</a:t>
            </a:r>
            <a:r>
              <a:rPr lang="en-US"/>
              <a:t> Ebene</a:t>
            </a:r>
          </a:p>
          <a:p>
            <a:pPr lvl="2"/>
            <a:r>
              <a:rPr lang="en-US" err="1"/>
              <a:t>Dritte</a:t>
            </a:r>
            <a:r>
              <a:rPr lang="en-US"/>
              <a:t> Ebene</a:t>
            </a:r>
          </a:p>
          <a:p>
            <a:pPr lvl="3"/>
            <a:r>
              <a:rPr lang="en-US" err="1"/>
              <a:t>Vierte</a:t>
            </a:r>
            <a:r>
              <a:rPr lang="en-US"/>
              <a:t> Ebene</a:t>
            </a:r>
          </a:p>
          <a:p>
            <a:pPr lvl="4"/>
            <a:r>
              <a:rPr lang="en-US" err="1"/>
              <a:t>Fünfte</a:t>
            </a:r>
            <a:r>
              <a:rPr lang="en-US"/>
              <a:t> Ebene</a:t>
            </a:r>
          </a:p>
        </p:txBody>
      </p:sp>
    </p:spTree>
    <p:extLst>
      <p:ext uri="{BB962C8B-B14F-4D97-AF65-F5344CB8AC3E}">
        <p14:creationId xmlns:p14="http://schemas.microsoft.com/office/powerpoint/2010/main" val="357768560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Nur Bild">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70" imgH="371" progId="TCLayout.ActiveDocument.1">
                  <p:embed/>
                </p:oleObj>
              </mc:Choice>
              <mc:Fallback>
                <p:oleObj name="think-cell Folie" r:id="rId3" imgW="370" imgH="371" progId="TCLayout.ActiveDocument.1">
                  <p:embed/>
                  <p:pic>
                    <p:nvPicPr>
                      <p:cNvPr id="2" name="Objek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Bildplatzhalter 7">
            <a:extLst>
              <a:ext uri="{FF2B5EF4-FFF2-40B4-BE49-F238E27FC236}">
                <a16:creationId xmlns:a16="http://schemas.microsoft.com/office/drawing/2014/main" id="{ED7967F9-E942-4760-BBB0-7377F0898413}"/>
              </a:ext>
            </a:extLst>
          </p:cNvPr>
          <p:cNvSpPr>
            <a:spLocks noGrp="1"/>
          </p:cNvSpPr>
          <p:nvPr>
            <p:ph type="pic" sz="quarter" idx="13" hasCustomPrompt="1"/>
          </p:nvPr>
        </p:nvSpPr>
        <p:spPr>
          <a:xfrm>
            <a:off x="0" y="0"/>
            <a:ext cx="12192000" cy="6858000"/>
          </a:xfrm>
          <a:prstGeom prst="rect">
            <a:avLst/>
          </a:prstGeom>
        </p:spPr>
        <p:txBody>
          <a:bodyPr/>
          <a:lstStyle>
            <a:lvl1pPr marL="0" indent="0">
              <a:buNone/>
              <a:defRPr/>
            </a:lvl1pPr>
          </a:lstStyle>
          <a:p>
            <a:r>
              <a:rPr lang="en-US"/>
              <a:t>Bild </a:t>
            </a:r>
            <a:r>
              <a:rPr lang="en-US" err="1"/>
              <a:t>durch</a:t>
            </a:r>
            <a:r>
              <a:rPr lang="en-US"/>
              <a:t> </a:t>
            </a:r>
            <a:r>
              <a:rPr lang="en-US" err="1"/>
              <a:t>Klicken</a:t>
            </a:r>
            <a:r>
              <a:rPr lang="en-US"/>
              <a:t> auf Symbol </a:t>
            </a:r>
            <a:r>
              <a:rPr lang="en-US" err="1"/>
              <a:t>hinzufügen</a:t>
            </a:r>
            <a:endParaRPr lang="en-US"/>
          </a:p>
        </p:txBody>
      </p:sp>
      <p:sp>
        <p:nvSpPr>
          <p:cNvPr id="3" name="Rechteck 2">
            <a:extLst>
              <a:ext uri="{FF2B5EF4-FFF2-40B4-BE49-F238E27FC236}">
                <a16:creationId xmlns:a16="http://schemas.microsoft.com/office/drawing/2014/main" id="{5CF86407-DA27-4CA6-A346-F8477F884E96}"/>
              </a:ext>
            </a:extLst>
          </p:cNvPr>
          <p:cNvSpPr>
            <a:spLocks/>
          </p:cNvSpPr>
          <p:nvPr/>
        </p:nvSpPr>
        <p:spPr>
          <a:xfrm>
            <a:off x="-1939923" y="2913099"/>
            <a:ext cx="1772284" cy="1031803"/>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ctr">
            <a:spAutoFit/>
          </a:bodyPr>
          <a:lstStyle/>
          <a:p>
            <a:pPr algn="ctr">
              <a:lnSpc>
                <a:spcPct val="90000"/>
              </a:lnSpc>
            </a:pPr>
            <a:r>
              <a:rPr lang="en-US" sz="1600" b="0">
                <a:solidFill>
                  <a:schemeClr val="tx1"/>
                </a:solidFill>
              </a:rPr>
              <a:t>Bitte </a:t>
            </a:r>
            <a:r>
              <a:rPr lang="en-US" sz="1600" b="0" err="1">
                <a:solidFill>
                  <a:schemeClr val="tx1"/>
                </a:solidFill>
              </a:rPr>
              <a:t>keine</a:t>
            </a:r>
            <a:r>
              <a:rPr lang="en-US" sz="1600" b="0">
                <a:solidFill>
                  <a:schemeClr val="tx1"/>
                </a:solidFill>
              </a:rPr>
              <a:t> </a:t>
            </a:r>
            <a:r>
              <a:rPr lang="en-US" sz="1600" b="0" err="1">
                <a:solidFill>
                  <a:schemeClr val="tx1"/>
                </a:solidFill>
              </a:rPr>
              <a:t>Folien</a:t>
            </a:r>
            <a:r>
              <a:rPr lang="en-US" sz="1600" b="0">
                <a:solidFill>
                  <a:schemeClr val="tx1"/>
                </a:solidFill>
              </a:rPr>
              <a:t> </a:t>
            </a:r>
            <a:r>
              <a:rPr lang="en-US" sz="1600" b="0" err="1">
                <a:solidFill>
                  <a:schemeClr val="tx1"/>
                </a:solidFill>
              </a:rPr>
              <a:t>mit</a:t>
            </a:r>
            <a:r>
              <a:rPr lang="en-US" sz="1600" b="0">
                <a:solidFill>
                  <a:schemeClr val="tx1"/>
                </a:solidFill>
              </a:rPr>
              <a:t> </a:t>
            </a:r>
            <a:r>
              <a:rPr lang="en-US" sz="1600" b="0" err="1">
                <a:solidFill>
                  <a:schemeClr val="tx1"/>
                </a:solidFill>
              </a:rPr>
              <a:t>vollflächigen</a:t>
            </a:r>
            <a:r>
              <a:rPr lang="en-US" sz="1600" b="0">
                <a:solidFill>
                  <a:schemeClr val="tx1"/>
                </a:solidFill>
              </a:rPr>
              <a:t> </a:t>
            </a:r>
            <a:r>
              <a:rPr lang="en-US" sz="1600" b="0" err="1">
                <a:solidFill>
                  <a:schemeClr val="tx1"/>
                </a:solidFill>
              </a:rPr>
              <a:t>Farben</a:t>
            </a:r>
            <a:r>
              <a:rPr lang="en-US" sz="1600" b="0">
                <a:solidFill>
                  <a:schemeClr val="tx1"/>
                </a:solidFill>
              </a:rPr>
              <a:t> </a:t>
            </a:r>
            <a:r>
              <a:rPr lang="en-US" sz="1600" b="0" err="1">
                <a:solidFill>
                  <a:schemeClr val="tx1"/>
                </a:solidFill>
              </a:rPr>
              <a:t>oder</a:t>
            </a:r>
            <a:r>
              <a:rPr lang="en-US" sz="1600" b="0">
                <a:solidFill>
                  <a:schemeClr val="tx1"/>
                </a:solidFill>
              </a:rPr>
              <a:t> </a:t>
            </a:r>
            <a:r>
              <a:rPr lang="en-US" sz="1600" b="0" err="1">
                <a:solidFill>
                  <a:schemeClr val="tx1"/>
                </a:solidFill>
              </a:rPr>
              <a:t>Motiven</a:t>
            </a:r>
            <a:r>
              <a:rPr lang="en-US" sz="1600" b="0">
                <a:solidFill>
                  <a:schemeClr val="tx1"/>
                </a:solidFill>
              </a:rPr>
              <a:t> </a:t>
            </a:r>
            <a:r>
              <a:rPr lang="en-US" sz="1600" b="0" err="1">
                <a:solidFill>
                  <a:schemeClr val="tx1"/>
                </a:solidFill>
              </a:rPr>
              <a:t>drucken</a:t>
            </a:r>
            <a:r>
              <a:rPr lang="en-US" sz="1600" b="0">
                <a:solidFill>
                  <a:schemeClr val="tx1"/>
                </a:solidFill>
              </a:rPr>
              <a:t> </a:t>
            </a:r>
          </a:p>
        </p:txBody>
      </p:sp>
      <p:sp>
        <p:nvSpPr>
          <p:cNvPr id="4" name="txtIntern">
            <a:extLst>
              <a:ext uri="{FF2B5EF4-FFF2-40B4-BE49-F238E27FC236}">
                <a16:creationId xmlns:a16="http://schemas.microsoft.com/office/drawing/2014/main" id="{9925B003-9D49-DC0D-0304-DAA21AA44D95}"/>
              </a:ext>
            </a:extLst>
          </p:cNvPr>
          <p:cNvSpPr txBox="1"/>
          <p:nvPr userDrawn="1"/>
        </p:nvSpPr>
        <p:spPr>
          <a:xfrm>
            <a:off x="5302250" y="0"/>
            <a:ext cx="258084" cy="162096"/>
          </a:xfrm>
          <a:prstGeom prst="rect">
            <a:avLst/>
          </a:prstGeom>
          <a:pattFill>
            <a:fgClr>
              <a:srgbClr val="878787"/>
            </a:fgClr>
            <a:bgClr>
              <a:srgbClr val="878787"/>
            </a:bgClr>
          </a:pattFill>
        </p:spPr>
        <p:txBody>
          <a:bodyPr vert="horz" wrap="none" lIns="0" tIns="25400" rIns="0" bIns="25400" rtlCol="0" anchorCtr="1">
            <a:spAutoFit/>
          </a:bodyPr>
          <a:lstStyle/>
          <a:p>
            <a:pPr algn="l">
              <a:lnSpc>
                <a:spcPct val="90000"/>
              </a:lnSpc>
              <a:spcBef>
                <a:spcPts val="400"/>
              </a:spcBef>
            </a:pPr>
            <a:r>
              <a:rPr lang="en-US" sz="800" b="1">
                <a:solidFill>
                  <a:srgbClr val="FFFFFF"/>
                </a:solidFill>
              </a:rPr>
              <a:t>intern</a:t>
            </a:r>
          </a:p>
        </p:txBody>
      </p:sp>
    </p:spTree>
    <p:extLst>
      <p:ext uri="{BB962C8B-B14F-4D97-AF65-F5344CB8AC3E}">
        <p14:creationId xmlns:p14="http://schemas.microsoft.com/office/powerpoint/2010/main" val="368646624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Fünf Bilder">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70" imgH="371" progId="TCLayout.ActiveDocument.1">
                  <p:embed/>
                </p:oleObj>
              </mc:Choice>
              <mc:Fallback>
                <p:oleObj name="think-cell Folie" r:id="rId3" imgW="370" imgH="371" progId="TCLayout.ActiveDocument.1">
                  <p:embed/>
                  <p:pic>
                    <p:nvPicPr>
                      <p:cNvPr id="2" name="Objek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Bildplatzhalter 7">
            <a:extLst>
              <a:ext uri="{FF2B5EF4-FFF2-40B4-BE49-F238E27FC236}">
                <a16:creationId xmlns:a16="http://schemas.microsoft.com/office/drawing/2014/main" id="{ED7967F9-E942-4760-BBB0-7377F0898413}"/>
              </a:ext>
            </a:extLst>
          </p:cNvPr>
          <p:cNvSpPr>
            <a:spLocks noGrp="1"/>
          </p:cNvSpPr>
          <p:nvPr>
            <p:ph type="pic" sz="quarter" idx="13" hasCustomPrompt="1"/>
          </p:nvPr>
        </p:nvSpPr>
        <p:spPr>
          <a:xfrm>
            <a:off x="479427" y="503236"/>
            <a:ext cx="7434865" cy="2876627"/>
          </a:xfrm>
          <a:prstGeom prst="rect">
            <a:avLst/>
          </a:prstGeom>
        </p:spPr>
        <p:txBody>
          <a:bodyPr/>
          <a:lstStyle>
            <a:lvl1pPr marL="0" indent="0">
              <a:buNone/>
              <a:defRPr/>
            </a:lvl1pPr>
          </a:lstStyle>
          <a:p>
            <a:r>
              <a:rPr lang="en-US"/>
              <a:t>Bild </a:t>
            </a:r>
            <a:r>
              <a:rPr lang="en-US" err="1"/>
              <a:t>durch</a:t>
            </a:r>
            <a:r>
              <a:rPr lang="en-US"/>
              <a:t> </a:t>
            </a:r>
            <a:r>
              <a:rPr lang="en-US" err="1"/>
              <a:t>Klicken</a:t>
            </a:r>
            <a:r>
              <a:rPr lang="en-US"/>
              <a:t> auf Symbol </a:t>
            </a:r>
            <a:r>
              <a:rPr lang="en-US" err="1"/>
              <a:t>hinzufügen</a:t>
            </a:r>
            <a:endParaRPr lang="en-US"/>
          </a:p>
        </p:txBody>
      </p:sp>
      <p:sp>
        <p:nvSpPr>
          <p:cNvPr id="4" name="Bildplatzhalter 7">
            <a:extLst>
              <a:ext uri="{FF2B5EF4-FFF2-40B4-BE49-F238E27FC236}">
                <a16:creationId xmlns:a16="http://schemas.microsoft.com/office/drawing/2014/main" id="{3874E60C-732A-46D4-A0D2-7308833B35F3}"/>
              </a:ext>
            </a:extLst>
          </p:cNvPr>
          <p:cNvSpPr>
            <a:spLocks noGrp="1"/>
          </p:cNvSpPr>
          <p:nvPr>
            <p:ph type="pic" sz="quarter" idx="14" hasCustomPrompt="1"/>
          </p:nvPr>
        </p:nvSpPr>
        <p:spPr>
          <a:xfrm>
            <a:off x="8112574" y="503236"/>
            <a:ext cx="3600000" cy="2876627"/>
          </a:xfrm>
          <a:prstGeom prst="rect">
            <a:avLst/>
          </a:prstGeom>
        </p:spPr>
        <p:txBody>
          <a:bodyPr/>
          <a:lstStyle>
            <a:lvl1pPr marL="0" indent="0">
              <a:buNone/>
              <a:defRPr/>
            </a:lvl1pPr>
          </a:lstStyle>
          <a:p>
            <a:r>
              <a:rPr lang="en-US"/>
              <a:t>Bild </a:t>
            </a:r>
            <a:r>
              <a:rPr lang="en-US" err="1"/>
              <a:t>durch</a:t>
            </a:r>
            <a:r>
              <a:rPr lang="en-US"/>
              <a:t> </a:t>
            </a:r>
            <a:r>
              <a:rPr lang="en-US" err="1"/>
              <a:t>Klicken</a:t>
            </a:r>
            <a:r>
              <a:rPr lang="en-US"/>
              <a:t> auf Symbol </a:t>
            </a:r>
            <a:r>
              <a:rPr lang="en-US" err="1"/>
              <a:t>hinzufügen</a:t>
            </a:r>
            <a:endParaRPr lang="en-US"/>
          </a:p>
        </p:txBody>
      </p:sp>
      <p:sp>
        <p:nvSpPr>
          <p:cNvPr id="5" name="Bildplatzhalter 7">
            <a:extLst>
              <a:ext uri="{FF2B5EF4-FFF2-40B4-BE49-F238E27FC236}">
                <a16:creationId xmlns:a16="http://schemas.microsoft.com/office/drawing/2014/main" id="{39157FFC-465D-4202-AA4E-49F8E951F1B8}"/>
              </a:ext>
            </a:extLst>
          </p:cNvPr>
          <p:cNvSpPr>
            <a:spLocks noGrp="1"/>
          </p:cNvSpPr>
          <p:nvPr>
            <p:ph type="pic" sz="quarter" idx="15" hasCustomPrompt="1"/>
          </p:nvPr>
        </p:nvSpPr>
        <p:spPr>
          <a:xfrm>
            <a:off x="8112574" y="3578021"/>
            <a:ext cx="3600000" cy="2876626"/>
          </a:xfrm>
          <a:prstGeom prst="rect">
            <a:avLst/>
          </a:prstGeom>
        </p:spPr>
        <p:txBody>
          <a:bodyPr/>
          <a:lstStyle>
            <a:lvl1pPr marL="0" indent="0">
              <a:buNone/>
              <a:defRPr/>
            </a:lvl1pPr>
          </a:lstStyle>
          <a:p>
            <a:r>
              <a:rPr lang="en-US"/>
              <a:t>Bild </a:t>
            </a:r>
            <a:r>
              <a:rPr lang="en-US" err="1"/>
              <a:t>durch</a:t>
            </a:r>
            <a:r>
              <a:rPr lang="en-US"/>
              <a:t> </a:t>
            </a:r>
            <a:r>
              <a:rPr lang="en-US" err="1"/>
              <a:t>Klicken</a:t>
            </a:r>
            <a:r>
              <a:rPr lang="en-US"/>
              <a:t> auf Symbol </a:t>
            </a:r>
            <a:r>
              <a:rPr lang="en-US" err="1"/>
              <a:t>hinzufügen</a:t>
            </a:r>
            <a:endParaRPr lang="en-US"/>
          </a:p>
        </p:txBody>
      </p:sp>
      <p:sp>
        <p:nvSpPr>
          <p:cNvPr id="6" name="Bildplatzhalter 7">
            <a:extLst>
              <a:ext uri="{FF2B5EF4-FFF2-40B4-BE49-F238E27FC236}">
                <a16:creationId xmlns:a16="http://schemas.microsoft.com/office/drawing/2014/main" id="{398ADFCC-9F73-4FCE-B41A-76494D790BAA}"/>
              </a:ext>
            </a:extLst>
          </p:cNvPr>
          <p:cNvSpPr>
            <a:spLocks noGrp="1"/>
          </p:cNvSpPr>
          <p:nvPr>
            <p:ph type="pic" sz="quarter" idx="16" hasCustomPrompt="1"/>
          </p:nvPr>
        </p:nvSpPr>
        <p:spPr>
          <a:xfrm>
            <a:off x="3326524" y="3578021"/>
            <a:ext cx="4587765" cy="2876626"/>
          </a:xfrm>
          <a:prstGeom prst="rect">
            <a:avLst/>
          </a:prstGeom>
        </p:spPr>
        <p:txBody>
          <a:bodyPr/>
          <a:lstStyle>
            <a:lvl1pPr marL="0" indent="0">
              <a:buNone/>
              <a:defRPr/>
            </a:lvl1pPr>
          </a:lstStyle>
          <a:p>
            <a:r>
              <a:rPr lang="en-US"/>
              <a:t>Bild </a:t>
            </a:r>
            <a:r>
              <a:rPr lang="en-US" err="1"/>
              <a:t>durch</a:t>
            </a:r>
            <a:r>
              <a:rPr lang="en-US"/>
              <a:t> </a:t>
            </a:r>
            <a:r>
              <a:rPr lang="en-US" err="1"/>
              <a:t>Klicken</a:t>
            </a:r>
            <a:r>
              <a:rPr lang="en-US"/>
              <a:t> auf Symbol </a:t>
            </a:r>
            <a:r>
              <a:rPr lang="en-US" err="1"/>
              <a:t>hinzufügen</a:t>
            </a:r>
            <a:endParaRPr lang="en-US"/>
          </a:p>
        </p:txBody>
      </p:sp>
      <p:sp>
        <p:nvSpPr>
          <p:cNvPr id="7" name="Bildplatzhalter 7">
            <a:extLst>
              <a:ext uri="{FF2B5EF4-FFF2-40B4-BE49-F238E27FC236}">
                <a16:creationId xmlns:a16="http://schemas.microsoft.com/office/drawing/2014/main" id="{9C2AE974-6668-41BF-9CA5-FBFDB292E2F0}"/>
              </a:ext>
            </a:extLst>
          </p:cNvPr>
          <p:cNvSpPr>
            <a:spLocks noGrp="1"/>
          </p:cNvSpPr>
          <p:nvPr>
            <p:ph type="pic" sz="quarter" idx="17" hasCustomPrompt="1"/>
          </p:nvPr>
        </p:nvSpPr>
        <p:spPr>
          <a:xfrm>
            <a:off x="479427" y="3578021"/>
            <a:ext cx="2648814" cy="2876626"/>
          </a:xfrm>
          <a:prstGeom prst="rect">
            <a:avLst/>
          </a:prstGeom>
        </p:spPr>
        <p:txBody>
          <a:bodyPr/>
          <a:lstStyle>
            <a:lvl1pPr marL="0" indent="0">
              <a:buNone/>
              <a:defRPr/>
            </a:lvl1pPr>
          </a:lstStyle>
          <a:p>
            <a:r>
              <a:rPr lang="en-US"/>
              <a:t>Bild </a:t>
            </a:r>
            <a:r>
              <a:rPr lang="en-US" err="1"/>
              <a:t>durch</a:t>
            </a:r>
            <a:r>
              <a:rPr lang="en-US"/>
              <a:t> </a:t>
            </a:r>
            <a:r>
              <a:rPr lang="en-US" err="1"/>
              <a:t>Klicken</a:t>
            </a:r>
            <a:r>
              <a:rPr lang="en-US"/>
              <a:t> auf Symbol </a:t>
            </a:r>
            <a:r>
              <a:rPr lang="en-US" err="1"/>
              <a:t>hinzufügen</a:t>
            </a:r>
            <a:endParaRPr lang="en-US"/>
          </a:p>
        </p:txBody>
      </p:sp>
      <p:sp>
        <p:nvSpPr>
          <p:cNvPr id="9" name="Rechteck 8">
            <a:extLst>
              <a:ext uri="{FF2B5EF4-FFF2-40B4-BE49-F238E27FC236}">
                <a16:creationId xmlns:a16="http://schemas.microsoft.com/office/drawing/2014/main" id="{5CF86407-DA27-4CA6-A346-F8477F884E96}"/>
              </a:ext>
            </a:extLst>
          </p:cNvPr>
          <p:cNvSpPr>
            <a:spLocks/>
          </p:cNvSpPr>
          <p:nvPr/>
        </p:nvSpPr>
        <p:spPr>
          <a:xfrm>
            <a:off x="-1939923" y="2913099"/>
            <a:ext cx="1772284" cy="1031803"/>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ctr">
            <a:spAutoFit/>
          </a:bodyPr>
          <a:lstStyle/>
          <a:p>
            <a:pPr algn="ctr">
              <a:lnSpc>
                <a:spcPct val="90000"/>
              </a:lnSpc>
            </a:pPr>
            <a:r>
              <a:rPr lang="en-US" sz="1600" b="0">
                <a:solidFill>
                  <a:schemeClr val="tx1"/>
                </a:solidFill>
              </a:rPr>
              <a:t>Bitte </a:t>
            </a:r>
            <a:r>
              <a:rPr lang="en-US" sz="1600" b="0" err="1">
                <a:solidFill>
                  <a:schemeClr val="tx1"/>
                </a:solidFill>
              </a:rPr>
              <a:t>keine</a:t>
            </a:r>
            <a:r>
              <a:rPr lang="en-US" sz="1600" b="0">
                <a:solidFill>
                  <a:schemeClr val="tx1"/>
                </a:solidFill>
              </a:rPr>
              <a:t> </a:t>
            </a:r>
            <a:r>
              <a:rPr lang="en-US" sz="1600" b="0" err="1">
                <a:solidFill>
                  <a:schemeClr val="tx1"/>
                </a:solidFill>
              </a:rPr>
              <a:t>Folien</a:t>
            </a:r>
            <a:r>
              <a:rPr lang="en-US" sz="1600" b="0">
                <a:solidFill>
                  <a:schemeClr val="tx1"/>
                </a:solidFill>
              </a:rPr>
              <a:t> </a:t>
            </a:r>
            <a:r>
              <a:rPr lang="en-US" sz="1600" b="0" err="1">
                <a:solidFill>
                  <a:schemeClr val="tx1"/>
                </a:solidFill>
              </a:rPr>
              <a:t>mit</a:t>
            </a:r>
            <a:r>
              <a:rPr lang="en-US" sz="1600" b="0">
                <a:solidFill>
                  <a:schemeClr val="tx1"/>
                </a:solidFill>
              </a:rPr>
              <a:t> </a:t>
            </a:r>
            <a:r>
              <a:rPr lang="en-US" sz="1600" b="0" err="1">
                <a:solidFill>
                  <a:schemeClr val="tx1"/>
                </a:solidFill>
              </a:rPr>
              <a:t>vollflächigen</a:t>
            </a:r>
            <a:r>
              <a:rPr lang="en-US" sz="1600" b="0">
                <a:solidFill>
                  <a:schemeClr val="tx1"/>
                </a:solidFill>
              </a:rPr>
              <a:t> </a:t>
            </a:r>
            <a:r>
              <a:rPr lang="en-US" sz="1600" b="0" err="1">
                <a:solidFill>
                  <a:schemeClr val="tx1"/>
                </a:solidFill>
              </a:rPr>
              <a:t>Farben</a:t>
            </a:r>
            <a:r>
              <a:rPr lang="en-US" sz="1600" b="0">
                <a:solidFill>
                  <a:schemeClr val="tx1"/>
                </a:solidFill>
              </a:rPr>
              <a:t> </a:t>
            </a:r>
            <a:r>
              <a:rPr lang="en-US" sz="1600" b="0" err="1">
                <a:solidFill>
                  <a:schemeClr val="tx1"/>
                </a:solidFill>
              </a:rPr>
              <a:t>oder</a:t>
            </a:r>
            <a:r>
              <a:rPr lang="en-US" sz="1600" b="0">
                <a:solidFill>
                  <a:schemeClr val="tx1"/>
                </a:solidFill>
              </a:rPr>
              <a:t> </a:t>
            </a:r>
            <a:r>
              <a:rPr lang="en-US" sz="1600" b="0" err="1">
                <a:solidFill>
                  <a:schemeClr val="tx1"/>
                </a:solidFill>
              </a:rPr>
              <a:t>Motiven</a:t>
            </a:r>
            <a:r>
              <a:rPr lang="en-US" sz="1600" b="0">
                <a:solidFill>
                  <a:schemeClr val="tx1"/>
                </a:solidFill>
              </a:rPr>
              <a:t> </a:t>
            </a:r>
            <a:r>
              <a:rPr lang="en-US" sz="1600" b="0" err="1">
                <a:solidFill>
                  <a:schemeClr val="tx1"/>
                </a:solidFill>
              </a:rPr>
              <a:t>drucken</a:t>
            </a:r>
            <a:r>
              <a:rPr lang="en-US" sz="1600" b="0">
                <a:solidFill>
                  <a:schemeClr val="tx1"/>
                </a:solidFill>
              </a:rPr>
              <a:t> </a:t>
            </a:r>
          </a:p>
        </p:txBody>
      </p:sp>
      <p:sp>
        <p:nvSpPr>
          <p:cNvPr id="3" name="txtIntern">
            <a:extLst>
              <a:ext uri="{FF2B5EF4-FFF2-40B4-BE49-F238E27FC236}">
                <a16:creationId xmlns:a16="http://schemas.microsoft.com/office/drawing/2014/main" id="{5EA216B3-DFA0-7D69-F790-9E8E1BFCACAF}"/>
              </a:ext>
            </a:extLst>
          </p:cNvPr>
          <p:cNvSpPr txBox="1"/>
          <p:nvPr userDrawn="1"/>
        </p:nvSpPr>
        <p:spPr>
          <a:xfrm>
            <a:off x="5302250" y="0"/>
            <a:ext cx="258084" cy="162096"/>
          </a:xfrm>
          <a:prstGeom prst="rect">
            <a:avLst/>
          </a:prstGeom>
          <a:pattFill>
            <a:fgClr>
              <a:srgbClr val="878787"/>
            </a:fgClr>
            <a:bgClr>
              <a:srgbClr val="878787"/>
            </a:bgClr>
          </a:pattFill>
        </p:spPr>
        <p:txBody>
          <a:bodyPr vert="horz" wrap="none" lIns="0" tIns="25400" rIns="0" bIns="25400" rtlCol="0" anchorCtr="1">
            <a:spAutoFit/>
          </a:bodyPr>
          <a:lstStyle/>
          <a:p>
            <a:pPr algn="l">
              <a:lnSpc>
                <a:spcPct val="90000"/>
              </a:lnSpc>
              <a:spcBef>
                <a:spcPts val="400"/>
              </a:spcBef>
            </a:pPr>
            <a:r>
              <a:rPr lang="en-US" sz="800" b="1">
                <a:solidFill>
                  <a:srgbClr val="FFFFFF"/>
                </a:solidFill>
              </a:rPr>
              <a:t>intern</a:t>
            </a:r>
          </a:p>
        </p:txBody>
      </p:sp>
    </p:spTree>
    <p:extLst>
      <p:ext uri="{BB962C8B-B14F-4D97-AF65-F5344CB8AC3E}">
        <p14:creationId xmlns:p14="http://schemas.microsoft.com/office/powerpoint/2010/main" val="421818188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Drei Bilder">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70" imgH="371" progId="TCLayout.ActiveDocument.1">
                  <p:embed/>
                </p:oleObj>
              </mc:Choice>
              <mc:Fallback>
                <p:oleObj name="think-cell Folie" r:id="rId3" imgW="370" imgH="371" progId="TCLayout.ActiveDocument.1">
                  <p:embed/>
                  <p:pic>
                    <p:nvPicPr>
                      <p:cNvPr id="2" name="Objek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Bildplatzhalter 7">
            <a:extLst>
              <a:ext uri="{FF2B5EF4-FFF2-40B4-BE49-F238E27FC236}">
                <a16:creationId xmlns:a16="http://schemas.microsoft.com/office/drawing/2014/main" id="{ED7967F9-E942-4760-BBB0-7377F0898413}"/>
              </a:ext>
            </a:extLst>
          </p:cNvPr>
          <p:cNvSpPr>
            <a:spLocks noGrp="1"/>
          </p:cNvSpPr>
          <p:nvPr>
            <p:ph type="pic" sz="quarter" idx="13" hasCustomPrompt="1"/>
          </p:nvPr>
        </p:nvSpPr>
        <p:spPr>
          <a:xfrm>
            <a:off x="479427" y="503236"/>
            <a:ext cx="6912000" cy="5951537"/>
          </a:xfrm>
          <a:prstGeom prst="rect">
            <a:avLst/>
          </a:prstGeom>
        </p:spPr>
        <p:txBody>
          <a:bodyPr/>
          <a:lstStyle>
            <a:lvl1pPr marL="0" indent="0">
              <a:buNone/>
              <a:defRPr/>
            </a:lvl1pPr>
          </a:lstStyle>
          <a:p>
            <a:r>
              <a:rPr lang="en-US"/>
              <a:t>Bild </a:t>
            </a:r>
            <a:r>
              <a:rPr lang="en-US" err="1"/>
              <a:t>durch</a:t>
            </a:r>
            <a:r>
              <a:rPr lang="en-US"/>
              <a:t> </a:t>
            </a:r>
            <a:r>
              <a:rPr lang="en-US" err="1"/>
              <a:t>Klicken</a:t>
            </a:r>
            <a:r>
              <a:rPr lang="en-US"/>
              <a:t> auf Symbol </a:t>
            </a:r>
            <a:r>
              <a:rPr lang="en-US" err="1"/>
              <a:t>hinzufügen</a:t>
            </a:r>
            <a:endParaRPr lang="en-US"/>
          </a:p>
        </p:txBody>
      </p:sp>
      <p:sp>
        <p:nvSpPr>
          <p:cNvPr id="4" name="Bildplatzhalter 7">
            <a:extLst>
              <a:ext uri="{FF2B5EF4-FFF2-40B4-BE49-F238E27FC236}">
                <a16:creationId xmlns:a16="http://schemas.microsoft.com/office/drawing/2014/main" id="{3874E60C-732A-46D4-A0D2-7308833B35F3}"/>
              </a:ext>
            </a:extLst>
          </p:cNvPr>
          <p:cNvSpPr>
            <a:spLocks noGrp="1"/>
          </p:cNvSpPr>
          <p:nvPr>
            <p:ph type="pic" sz="quarter" idx="14" hasCustomPrompt="1"/>
          </p:nvPr>
        </p:nvSpPr>
        <p:spPr>
          <a:xfrm>
            <a:off x="7587672" y="503236"/>
            <a:ext cx="4124902" cy="2876622"/>
          </a:xfrm>
          <a:prstGeom prst="rect">
            <a:avLst/>
          </a:prstGeom>
        </p:spPr>
        <p:txBody>
          <a:bodyPr/>
          <a:lstStyle>
            <a:lvl1pPr marL="0" indent="0">
              <a:buNone/>
              <a:defRPr/>
            </a:lvl1pPr>
          </a:lstStyle>
          <a:p>
            <a:r>
              <a:rPr lang="en-US"/>
              <a:t>Bild </a:t>
            </a:r>
            <a:r>
              <a:rPr lang="en-US" err="1"/>
              <a:t>durch</a:t>
            </a:r>
            <a:r>
              <a:rPr lang="en-US"/>
              <a:t> </a:t>
            </a:r>
            <a:r>
              <a:rPr lang="en-US" err="1"/>
              <a:t>Klicken</a:t>
            </a:r>
            <a:r>
              <a:rPr lang="en-US"/>
              <a:t> auf Symbol </a:t>
            </a:r>
            <a:r>
              <a:rPr lang="en-US" err="1"/>
              <a:t>hinzufügen</a:t>
            </a:r>
            <a:endParaRPr lang="en-US"/>
          </a:p>
        </p:txBody>
      </p:sp>
      <p:sp>
        <p:nvSpPr>
          <p:cNvPr id="9" name="Bildplatzhalter 7">
            <a:extLst>
              <a:ext uri="{FF2B5EF4-FFF2-40B4-BE49-F238E27FC236}">
                <a16:creationId xmlns:a16="http://schemas.microsoft.com/office/drawing/2014/main" id="{77162A5A-203D-4041-B750-630136532946}"/>
              </a:ext>
            </a:extLst>
          </p:cNvPr>
          <p:cNvSpPr>
            <a:spLocks noGrp="1"/>
          </p:cNvSpPr>
          <p:nvPr>
            <p:ph type="pic" sz="quarter" idx="15" hasCustomPrompt="1"/>
          </p:nvPr>
        </p:nvSpPr>
        <p:spPr>
          <a:xfrm>
            <a:off x="7587672" y="3578025"/>
            <a:ext cx="4124902" cy="2876622"/>
          </a:xfrm>
          <a:prstGeom prst="rect">
            <a:avLst/>
          </a:prstGeom>
        </p:spPr>
        <p:txBody>
          <a:bodyPr/>
          <a:lstStyle>
            <a:lvl1pPr marL="0" indent="0">
              <a:buNone/>
              <a:defRPr/>
            </a:lvl1pPr>
          </a:lstStyle>
          <a:p>
            <a:r>
              <a:rPr lang="en-US"/>
              <a:t>Bild </a:t>
            </a:r>
            <a:r>
              <a:rPr lang="en-US" err="1"/>
              <a:t>durch</a:t>
            </a:r>
            <a:r>
              <a:rPr lang="en-US"/>
              <a:t> </a:t>
            </a:r>
            <a:r>
              <a:rPr lang="en-US" err="1"/>
              <a:t>Klicken</a:t>
            </a:r>
            <a:r>
              <a:rPr lang="en-US"/>
              <a:t> auf Symbol </a:t>
            </a:r>
            <a:r>
              <a:rPr lang="en-US" err="1"/>
              <a:t>hinzufügen</a:t>
            </a:r>
            <a:endParaRPr lang="en-US"/>
          </a:p>
        </p:txBody>
      </p:sp>
      <p:sp>
        <p:nvSpPr>
          <p:cNvPr id="5" name="Rechteck 4">
            <a:extLst>
              <a:ext uri="{FF2B5EF4-FFF2-40B4-BE49-F238E27FC236}">
                <a16:creationId xmlns:a16="http://schemas.microsoft.com/office/drawing/2014/main" id="{5CF86407-DA27-4CA6-A346-F8477F884E96}"/>
              </a:ext>
            </a:extLst>
          </p:cNvPr>
          <p:cNvSpPr>
            <a:spLocks/>
          </p:cNvSpPr>
          <p:nvPr/>
        </p:nvSpPr>
        <p:spPr>
          <a:xfrm>
            <a:off x="-1939923" y="2913099"/>
            <a:ext cx="1772284" cy="1031803"/>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ctr">
            <a:spAutoFit/>
          </a:bodyPr>
          <a:lstStyle/>
          <a:p>
            <a:pPr algn="ctr">
              <a:lnSpc>
                <a:spcPct val="90000"/>
              </a:lnSpc>
            </a:pPr>
            <a:r>
              <a:rPr lang="en-US" sz="1600" b="0">
                <a:solidFill>
                  <a:schemeClr val="tx1"/>
                </a:solidFill>
              </a:rPr>
              <a:t>Bitte </a:t>
            </a:r>
            <a:r>
              <a:rPr lang="en-US" sz="1600" b="0" err="1">
                <a:solidFill>
                  <a:schemeClr val="tx1"/>
                </a:solidFill>
              </a:rPr>
              <a:t>keine</a:t>
            </a:r>
            <a:r>
              <a:rPr lang="en-US" sz="1600" b="0">
                <a:solidFill>
                  <a:schemeClr val="tx1"/>
                </a:solidFill>
              </a:rPr>
              <a:t> </a:t>
            </a:r>
            <a:r>
              <a:rPr lang="en-US" sz="1600" b="0" err="1">
                <a:solidFill>
                  <a:schemeClr val="tx1"/>
                </a:solidFill>
              </a:rPr>
              <a:t>Folien</a:t>
            </a:r>
            <a:r>
              <a:rPr lang="en-US" sz="1600" b="0">
                <a:solidFill>
                  <a:schemeClr val="tx1"/>
                </a:solidFill>
              </a:rPr>
              <a:t> </a:t>
            </a:r>
            <a:r>
              <a:rPr lang="en-US" sz="1600" b="0" err="1">
                <a:solidFill>
                  <a:schemeClr val="tx1"/>
                </a:solidFill>
              </a:rPr>
              <a:t>mit</a:t>
            </a:r>
            <a:r>
              <a:rPr lang="en-US" sz="1600" b="0">
                <a:solidFill>
                  <a:schemeClr val="tx1"/>
                </a:solidFill>
              </a:rPr>
              <a:t> </a:t>
            </a:r>
            <a:r>
              <a:rPr lang="en-US" sz="1600" b="0" err="1">
                <a:solidFill>
                  <a:schemeClr val="tx1"/>
                </a:solidFill>
              </a:rPr>
              <a:t>vollflächigen</a:t>
            </a:r>
            <a:r>
              <a:rPr lang="en-US" sz="1600" b="0">
                <a:solidFill>
                  <a:schemeClr val="tx1"/>
                </a:solidFill>
              </a:rPr>
              <a:t> </a:t>
            </a:r>
            <a:r>
              <a:rPr lang="en-US" sz="1600" b="0" err="1">
                <a:solidFill>
                  <a:schemeClr val="tx1"/>
                </a:solidFill>
              </a:rPr>
              <a:t>Farben</a:t>
            </a:r>
            <a:r>
              <a:rPr lang="en-US" sz="1600" b="0">
                <a:solidFill>
                  <a:schemeClr val="tx1"/>
                </a:solidFill>
              </a:rPr>
              <a:t> </a:t>
            </a:r>
            <a:r>
              <a:rPr lang="en-US" sz="1600" b="0" err="1">
                <a:solidFill>
                  <a:schemeClr val="tx1"/>
                </a:solidFill>
              </a:rPr>
              <a:t>oder</a:t>
            </a:r>
            <a:r>
              <a:rPr lang="en-US" sz="1600" b="0">
                <a:solidFill>
                  <a:schemeClr val="tx1"/>
                </a:solidFill>
              </a:rPr>
              <a:t> </a:t>
            </a:r>
            <a:r>
              <a:rPr lang="en-US" sz="1600" b="0" err="1">
                <a:solidFill>
                  <a:schemeClr val="tx1"/>
                </a:solidFill>
              </a:rPr>
              <a:t>Motiven</a:t>
            </a:r>
            <a:r>
              <a:rPr lang="en-US" sz="1600" b="0">
                <a:solidFill>
                  <a:schemeClr val="tx1"/>
                </a:solidFill>
              </a:rPr>
              <a:t> </a:t>
            </a:r>
            <a:r>
              <a:rPr lang="en-US" sz="1600" b="0" err="1">
                <a:solidFill>
                  <a:schemeClr val="tx1"/>
                </a:solidFill>
              </a:rPr>
              <a:t>drucken</a:t>
            </a:r>
            <a:r>
              <a:rPr lang="en-US" sz="1600" b="0">
                <a:solidFill>
                  <a:schemeClr val="tx1"/>
                </a:solidFill>
              </a:rPr>
              <a:t> </a:t>
            </a:r>
          </a:p>
        </p:txBody>
      </p:sp>
      <p:sp>
        <p:nvSpPr>
          <p:cNvPr id="3" name="txtIntern">
            <a:extLst>
              <a:ext uri="{FF2B5EF4-FFF2-40B4-BE49-F238E27FC236}">
                <a16:creationId xmlns:a16="http://schemas.microsoft.com/office/drawing/2014/main" id="{2CCCEF40-AD85-EA62-EA6B-968F9F8EA7CE}"/>
              </a:ext>
            </a:extLst>
          </p:cNvPr>
          <p:cNvSpPr txBox="1"/>
          <p:nvPr userDrawn="1"/>
        </p:nvSpPr>
        <p:spPr>
          <a:xfrm>
            <a:off x="5302250" y="0"/>
            <a:ext cx="258084" cy="162096"/>
          </a:xfrm>
          <a:prstGeom prst="rect">
            <a:avLst/>
          </a:prstGeom>
          <a:pattFill>
            <a:fgClr>
              <a:srgbClr val="878787"/>
            </a:fgClr>
            <a:bgClr>
              <a:srgbClr val="878787"/>
            </a:bgClr>
          </a:pattFill>
        </p:spPr>
        <p:txBody>
          <a:bodyPr vert="horz" wrap="none" lIns="0" tIns="25400" rIns="0" bIns="25400" rtlCol="0" anchorCtr="1">
            <a:spAutoFit/>
          </a:bodyPr>
          <a:lstStyle/>
          <a:p>
            <a:pPr algn="l">
              <a:lnSpc>
                <a:spcPct val="90000"/>
              </a:lnSpc>
              <a:spcBef>
                <a:spcPts val="400"/>
              </a:spcBef>
            </a:pPr>
            <a:r>
              <a:rPr lang="en-US" sz="800" b="1">
                <a:solidFill>
                  <a:srgbClr val="FFFFFF"/>
                </a:solidFill>
              </a:rPr>
              <a:t>intern</a:t>
            </a:r>
          </a:p>
        </p:txBody>
      </p:sp>
    </p:spTree>
    <p:extLst>
      <p:ext uri="{BB962C8B-B14F-4D97-AF65-F5344CB8AC3E}">
        <p14:creationId xmlns:p14="http://schemas.microsoft.com/office/powerpoint/2010/main" val="116236128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eam">
    <p:spTree>
      <p:nvGrpSpPr>
        <p:cNvPr id="1" name=""/>
        <p:cNvGrpSpPr/>
        <p:nvPr/>
      </p:nvGrpSpPr>
      <p:grpSpPr>
        <a:xfrm>
          <a:off x="0" y="0"/>
          <a:ext cx="0" cy="0"/>
          <a:chOff x="0" y="0"/>
          <a:chExt cx="0" cy="0"/>
        </a:xfrm>
      </p:grpSpPr>
      <p:graphicFrame>
        <p:nvGraphicFramePr>
          <p:cNvPr id="10" name="Objekt 9" hidden="1">
            <a:extLst>
              <a:ext uri="{FF2B5EF4-FFF2-40B4-BE49-F238E27FC236}">
                <a16:creationId xmlns:a16="http://schemas.microsoft.com/office/drawing/2014/main" id="{435B4EBB-2F7A-4AE4-BD00-67C8C0B62C2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08" imgH="408" progId="TCLayout.ActiveDocument.1">
                  <p:embed/>
                </p:oleObj>
              </mc:Choice>
              <mc:Fallback>
                <p:oleObj name="think-cell Folie" r:id="rId4" imgW="408" imgH="408" progId="TCLayout.ActiveDocument.1">
                  <p:embed/>
                  <p:pic>
                    <p:nvPicPr>
                      <p:cNvPr id="10" name="Objekt 9" hidden="1">
                        <a:extLst>
                          <a:ext uri="{FF2B5EF4-FFF2-40B4-BE49-F238E27FC236}">
                            <a16:creationId xmlns:a16="http://schemas.microsoft.com/office/drawing/2014/main" id="{435B4EBB-2F7A-4AE4-BD00-67C8C0B62C2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A7CB53B2-ECA4-444A-AB4E-723BCED04A18}"/>
              </a:ext>
            </a:extLst>
          </p:cNvPr>
          <p:cNvSpPr/>
          <p:nvPr>
            <p:custDataLst>
              <p:tags r:id="rId2"/>
            </p:custDataLst>
          </p:nvPr>
        </p:nvSpPr>
        <p:spPr>
          <a:xfrm>
            <a:off x="0" y="0"/>
            <a:ext cx="158750" cy="15875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US" sz="2200" b="1" i="0" baseline="0">
              <a:solidFill>
                <a:schemeClr val="tx1"/>
              </a:solidFill>
              <a:latin typeface="STIHL Contraface Text" panose="020B0503020202020102" pitchFamily="34" charset="0"/>
              <a:ea typeface="+mj-ea"/>
              <a:cs typeface="+mj-cs"/>
              <a:sym typeface="STIHL Contraface Text" panose="020B0503020202020102" pitchFamily="34" charset="0"/>
            </a:endParaRPr>
          </a:p>
        </p:txBody>
      </p:sp>
      <p:sp>
        <p:nvSpPr>
          <p:cNvPr id="11" name="Titel 10">
            <a:extLst>
              <a:ext uri="{FF2B5EF4-FFF2-40B4-BE49-F238E27FC236}">
                <a16:creationId xmlns:a16="http://schemas.microsoft.com/office/drawing/2014/main" id="{1D6E84FA-FD4E-4697-91A3-11CC718B6B1E}"/>
              </a:ext>
            </a:extLst>
          </p:cNvPr>
          <p:cNvSpPr>
            <a:spLocks noGrp="1"/>
          </p:cNvSpPr>
          <p:nvPr>
            <p:ph type="title" hasCustomPrompt="1"/>
          </p:nvPr>
        </p:nvSpPr>
        <p:spPr>
          <a:xfrm>
            <a:off x="479426" y="503546"/>
            <a:ext cx="9579925" cy="304699"/>
          </a:xfrm>
        </p:spPr>
        <p:txBody>
          <a:bodyPr vert="horz" lIns="0" tIns="0" rIns="0" bIns="0" rtlCol="0" anchor="t" anchorCtr="0">
            <a:noAutofit/>
          </a:bodyPr>
          <a:lstStyle>
            <a:lvl1pPr>
              <a:lnSpc>
                <a:spcPct val="90000"/>
              </a:lnSpc>
              <a:defRPr lang="de-DE" sz="2200" dirty="0"/>
            </a:lvl1pPr>
          </a:lstStyle>
          <a:p>
            <a:pPr lvl="0"/>
            <a:r>
              <a:rPr lang="en-US" err="1"/>
              <a:t>Mastertitelformat</a:t>
            </a:r>
            <a:r>
              <a:rPr lang="en-US"/>
              <a:t> </a:t>
            </a:r>
            <a:r>
              <a:rPr lang="en-US" err="1"/>
              <a:t>bearbeiten</a:t>
            </a:r>
            <a:endParaRPr lang="en-US"/>
          </a:p>
        </p:txBody>
      </p:sp>
      <p:sp>
        <p:nvSpPr>
          <p:cNvPr id="14" name="Textplatzhalter 8">
            <a:extLst>
              <a:ext uri="{FF2B5EF4-FFF2-40B4-BE49-F238E27FC236}">
                <a16:creationId xmlns:a16="http://schemas.microsoft.com/office/drawing/2014/main" id="{6584C2F4-58E3-486D-88D2-9F6D570B6CAC}"/>
              </a:ext>
            </a:extLst>
          </p:cNvPr>
          <p:cNvSpPr>
            <a:spLocks noGrp="1"/>
          </p:cNvSpPr>
          <p:nvPr>
            <p:ph type="body" sz="quarter" idx="13" hasCustomPrompt="1"/>
          </p:nvPr>
        </p:nvSpPr>
        <p:spPr>
          <a:xfrm>
            <a:off x="479427" y="1130300"/>
            <a:ext cx="11233147" cy="249299"/>
          </a:xfrm>
          <a:prstGeom prst="rect">
            <a:avLst/>
          </a:prstGeom>
        </p:spPr>
        <p:txBody>
          <a:bodyPr vert="horz" lIns="0" tIns="0" rIns="0" bIns="0" rtlCol="0" anchor="t" anchorCtr="0">
            <a:noAutofit/>
          </a:bodyPr>
          <a:lstStyle>
            <a:lvl1pPr marL="0" indent="0">
              <a:lnSpc>
                <a:spcPct val="90000"/>
              </a:lnSpc>
              <a:buNone/>
              <a:defRPr lang="de-DE" sz="1800" cap="none" baseline="0" dirty="0" smtClean="0">
                <a:solidFill>
                  <a:schemeClr val="tx1"/>
                </a:solidFill>
                <a:latin typeface="+mn-lt"/>
                <a:ea typeface="+mj-ea"/>
                <a:cs typeface="+mj-cs"/>
              </a:defRPr>
            </a:lvl1pPr>
          </a:lstStyle>
          <a:p>
            <a:pPr marL="114300" lvl="0" indent="-342900">
              <a:spcBef>
                <a:spcPct val="0"/>
              </a:spcBef>
            </a:pPr>
            <a:r>
              <a:rPr lang="en-US" err="1"/>
              <a:t>Subheadline</a:t>
            </a:r>
            <a:endParaRPr lang="en-US"/>
          </a:p>
        </p:txBody>
      </p:sp>
      <p:sp>
        <p:nvSpPr>
          <p:cNvPr id="9" name="Bildplatzhalter 8"/>
          <p:cNvSpPr>
            <a:spLocks noGrp="1"/>
          </p:cNvSpPr>
          <p:nvPr>
            <p:ph type="pic" sz="quarter" idx="18" hasCustomPrompt="1"/>
          </p:nvPr>
        </p:nvSpPr>
        <p:spPr>
          <a:xfrm>
            <a:off x="479427" y="1605435"/>
            <a:ext cx="1836000" cy="2448000"/>
          </a:xfrm>
        </p:spPr>
        <p:txBody>
          <a:bodyPr/>
          <a:lstStyle>
            <a:lvl1pPr>
              <a:defRPr b="0"/>
            </a:lvl1pPr>
          </a:lstStyle>
          <a:p>
            <a:r>
              <a:rPr lang="en-US"/>
              <a:t>Bild </a:t>
            </a:r>
            <a:r>
              <a:rPr lang="en-US" err="1"/>
              <a:t>durch</a:t>
            </a:r>
            <a:r>
              <a:rPr lang="en-US"/>
              <a:t> </a:t>
            </a:r>
            <a:r>
              <a:rPr lang="en-US" err="1"/>
              <a:t>Klicken</a:t>
            </a:r>
            <a:r>
              <a:rPr lang="en-US"/>
              <a:t> auf Symbol </a:t>
            </a:r>
            <a:r>
              <a:rPr lang="en-US" err="1"/>
              <a:t>hinzufügen</a:t>
            </a:r>
            <a:endParaRPr lang="en-US"/>
          </a:p>
        </p:txBody>
      </p:sp>
      <p:sp>
        <p:nvSpPr>
          <p:cNvPr id="19" name="Bildplatzhalter 8"/>
          <p:cNvSpPr>
            <a:spLocks noGrp="1"/>
          </p:cNvSpPr>
          <p:nvPr>
            <p:ph type="pic" sz="quarter" idx="19" hasCustomPrompt="1"/>
          </p:nvPr>
        </p:nvSpPr>
        <p:spPr>
          <a:xfrm>
            <a:off x="3323809" y="1605435"/>
            <a:ext cx="1836000" cy="2448000"/>
          </a:xfrm>
        </p:spPr>
        <p:txBody>
          <a:bodyPr/>
          <a:lstStyle>
            <a:lvl1pPr>
              <a:defRPr b="0"/>
            </a:lvl1pPr>
          </a:lstStyle>
          <a:p>
            <a:r>
              <a:rPr lang="en-US"/>
              <a:t>Bild </a:t>
            </a:r>
            <a:r>
              <a:rPr lang="en-US" err="1"/>
              <a:t>durch</a:t>
            </a:r>
            <a:r>
              <a:rPr lang="en-US"/>
              <a:t> </a:t>
            </a:r>
            <a:r>
              <a:rPr lang="en-US" err="1"/>
              <a:t>Klicken</a:t>
            </a:r>
            <a:r>
              <a:rPr lang="en-US"/>
              <a:t> auf Symbol </a:t>
            </a:r>
            <a:r>
              <a:rPr lang="en-US" err="1"/>
              <a:t>hinzufügen</a:t>
            </a:r>
            <a:endParaRPr lang="en-US"/>
          </a:p>
        </p:txBody>
      </p:sp>
      <p:sp>
        <p:nvSpPr>
          <p:cNvPr id="20" name="Bildplatzhalter 8"/>
          <p:cNvSpPr>
            <a:spLocks noGrp="1"/>
          </p:cNvSpPr>
          <p:nvPr>
            <p:ph type="pic" sz="quarter" idx="20" hasCustomPrompt="1"/>
          </p:nvPr>
        </p:nvSpPr>
        <p:spPr>
          <a:xfrm>
            <a:off x="6168191" y="1605435"/>
            <a:ext cx="1836000" cy="2448000"/>
          </a:xfrm>
        </p:spPr>
        <p:txBody>
          <a:bodyPr/>
          <a:lstStyle>
            <a:lvl1pPr>
              <a:defRPr b="0"/>
            </a:lvl1pPr>
          </a:lstStyle>
          <a:p>
            <a:r>
              <a:rPr lang="en-US"/>
              <a:t>Bild </a:t>
            </a:r>
            <a:r>
              <a:rPr lang="en-US" err="1"/>
              <a:t>durch</a:t>
            </a:r>
            <a:r>
              <a:rPr lang="en-US"/>
              <a:t> </a:t>
            </a:r>
            <a:r>
              <a:rPr lang="en-US" err="1"/>
              <a:t>Klicken</a:t>
            </a:r>
            <a:r>
              <a:rPr lang="en-US"/>
              <a:t> auf Symbol </a:t>
            </a:r>
            <a:r>
              <a:rPr lang="en-US" err="1"/>
              <a:t>hinzufügen</a:t>
            </a:r>
            <a:endParaRPr lang="en-US"/>
          </a:p>
        </p:txBody>
      </p:sp>
      <p:sp>
        <p:nvSpPr>
          <p:cNvPr id="21" name="Bildplatzhalter 8"/>
          <p:cNvSpPr>
            <a:spLocks noGrp="1"/>
          </p:cNvSpPr>
          <p:nvPr>
            <p:ph type="pic" sz="quarter" idx="21" hasCustomPrompt="1"/>
          </p:nvPr>
        </p:nvSpPr>
        <p:spPr>
          <a:xfrm>
            <a:off x="9012574" y="1605435"/>
            <a:ext cx="1836000" cy="2448000"/>
          </a:xfrm>
        </p:spPr>
        <p:txBody>
          <a:bodyPr/>
          <a:lstStyle>
            <a:lvl1pPr>
              <a:defRPr b="0"/>
            </a:lvl1pPr>
          </a:lstStyle>
          <a:p>
            <a:r>
              <a:rPr lang="en-US"/>
              <a:t>Bild </a:t>
            </a:r>
            <a:r>
              <a:rPr lang="en-US" err="1"/>
              <a:t>durch</a:t>
            </a:r>
            <a:r>
              <a:rPr lang="en-US"/>
              <a:t> </a:t>
            </a:r>
            <a:r>
              <a:rPr lang="en-US" err="1"/>
              <a:t>Klicken</a:t>
            </a:r>
            <a:r>
              <a:rPr lang="en-US"/>
              <a:t> auf Symbol </a:t>
            </a:r>
            <a:r>
              <a:rPr lang="en-US" err="1"/>
              <a:t>hinzufügen</a:t>
            </a:r>
            <a:endParaRPr lang="en-US"/>
          </a:p>
        </p:txBody>
      </p:sp>
      <p:sp>
        <p:nvSpPr>
          <p:cNvPr id="5" name="Textplatzhalter 4"/>
          <p:cNvSpPr>
            <a:spLocks noGrp="1"/>
          </p:cNvSpPr>
          <p:nvPr>
            <p:ph type="body" sz="quarter" idx="22" hasCustomPrompt="1"/>
          </p:nvPr>
        </p:nvSpPr>
        <p:spPr>
          <a:xfrm>
            <a:off x="479427" y="4253457"/>
            <a:ext cx="2700000" cy="2201318"/>
          </a:xfrm>
        </p:spPr>
        <p:txBody>
          <a:bodyPr/>
          <a:lstStyle/>
          <a:p>
            <a:pPr lvl="0"/>
            <a:r>
              <a:rPr lang="en-US" err="1"/>
              <a:t>Textmasterformat</a:t>
            </a:r>
            <a:r>
              <a:rPr lang="en-US"/>
              <a:t> </a:t>
            </a:r>
            <a:r>
              <a:rPr lang="en-US" err="1"/>
              <a:t>bearbeiten</a:t>
            </a:r>
            <a:endParaRPr lang="en-US"/>
          </a:p>
          <a:p>
            <a:pPr lvl="1"/>
            <a:r>
              <a:rPr lang="en-US" err="1"/>
              <a:t>Zweite</a:t>
            </a:r>
            <a:r>
              <a:rPr lang="en-US"/>
              <a:t> Ebene</a:t>
            </a:r>
          </a:p>
          <a:p>
            <a:pPr lvl="2"/>
            <a:r>
              <a:rPr lang="en-US" err="1"/>
              <a:t>Dritte</a:t>
            </a:r>
            <a:r>
              <a:rPr lang="en-US"/>
              <a:t> Ebene</a:t>
            </a:r>
          </a:p>
          <a:p>
            <a:pPr lvl="3"/>
            <a:r>
              <a:rPr lang="en-US" err="1"/>
              <a:t>Vierte</a:t>
            </a:r>
            <a:r>
              <a:rPr lang="en-US"/>
              <a:t> Ebene</a:t>
            </a:r>
          </a:p>
          <a:p>
            <a:pPr lvl="4"/>
            <a:r>
              <a:rPr lang="en-US" err="1"/>
              <a:t>Fünfte</a:t>
            </a:r>
            <a:r>
              <a:rPr lang="en-US"/>
              <a:t> Ebene</a:t>
            </a:r>
          </a:p>
        </p:txBody>
      </p:sp>
      <p:sp>
        <p:nvSpPr>
          <p:cNvPr id="22" name="Textplatzhalter 4"/>
          <p:cNvSpPr>
            <a:spLocks noGrp="1"/>
          </p:cNvSpPr>
          <p:nvPr>
            <p:ph type="body" sz="quarter" idx="23" hasCustomPrompt="1"/>
          </p:nvPr>
        </p:nvSpPr>
        <p:spPr>
          <a:xfrm>
            <a:off x="3323809" y="4253457"/>
            <a:ext cx="2700000" cy="2201318"/>
          </a:xfrm>
        </p:spPr>
        <p:txBody>
          <a:bodyPr/>
          <a:lstStyle/>
          <a:p>
            <a:pPr lvl="0"/>
            <a:r>
              <a:rPr lang="en-US" err="1"/>
              <a:t>Textmasterformat</a:t>
            </a:r>
            <a:r>
              <a:rPr lang="en-US"/>
              <a:t> </a:t>
            </a:r>
            <a:r>
              <a:rPr lang="en-US" err="1"/>
              <a:t>bearbeiten</a:t>
            </a:r>
            <a:endParaRPr lang="en-US"/>
          </a:p>
          <a:p>
            <a:pPr lvl="1"/>
            <a:r>
              <a:rPr lang="en-US" err="1"/>
              <a:t>Zweite</a:t>
            </a:r>
            <a:r>
              <a:rPr lang="en-US"/>
              <a:t> Ebene</a:t>
            </a:r>
          </a:p>
          <a:p>
            <a:pPr lvl="2"/>
            <a:r>
              <a:rPr lang="en-US" err="1"/>
              <a:t>Dritte</a:t>
            </a:r>
            <a:r>
              <a:rPr lang="en-US"/>
              <a:t> Ebene</a:t>
            </a:r>
          </a:p>
          <a:p>
            <a:pPr lvl="3"/>
            <a:r>
              <a:rPr lang="en-US" err="1"/>
              <a:t>Vierte</a:t>
            </a:r>
            <a:r>
              <a:rPr lang="en-US"/>
              <a:t> Ebene</a:t>
            </a:r>
          </a:p>
          <a:p>
            <a:pPr lvl="4"/>
            <a:r>
              <a:rPr lang="en-US" err="1"/>
              <a:t>Fünfte</a:t>
            </a:r>
            <a:r>
              <a:rPr lang="en-US"/>
              <a:t> Ebene</a:t>
            </a:r>
          </a:p>
        </p:txBody>
      </p:sp>
      <p:sp>
        <p:nvSpPr>
          <p:cNvPr id="23" name="Textplatzhalter 4"/>
          <p:cNvSpPr>
            <a:spLocks noGrp="1"/>
          </p:cNvSpPr>
          <p:nvPr>
            <p:ph type="body" sz="quarter" idx="24" hasCustomPrompt="1"/>
          </p:nvPr>
        </p:nvSpPr>
        <p:spPr>
          <a:xfrm>
            <a:off x="6168191" y="4253457"/>
            <a:ext cx="2700000" cy="2201318"/>
          </a:xfrm>
        </p:spPr>
        <p:txBody>
          <a:bodyPr/>
          <a:lstStyle/>
          <a:p>
            <a:pPr lvl="0"/>
            <a:r>
              <a:rPr lang="en-US" err="1"/>
              <a:t>Textmasterformat</a:t>
            </a:r>
            <a:r>
              <a:rPr lang="en-US"/>
              <a:t> </a:t>
            </a:r>
            <a:r>
              <a:rPr lang="en-US" err="1"/>
              <a:t>bearbeiten</a:t>
            </a:r>
            <a:endParaRPr lang="en-US"/>
          </a:p>
          <a:p>
            <a:pPr lvl="1"/>
            <a:r>
              <a:rPr lang="en-US" err="1"/>
              <a:t>Zweite</a:t>
            </a:r>
            <a:r>
              <a:rPr lang="en-US"/>
              <a:t> Ebene</a:t>
            </a:r>
          </a:p>
          <a:p>
            <a:pPr lvl="2"/>
            <a:r>
              <a:rPr lang="en-US" err="1"/>
              <a:t>Dritte</a:t>
            </a:r>
            <a:r>
              <a:rPr lang="en-US"/>
              <a:t> Ebene</a:t>
            </a:r>
          </a:p>
          <a:p>
            <a:pPr lvl="3"/>
            <a:r>
              <a:rPr lang="en-US" err="1"/>
              <a:t>Vierte</a:t>
            </a:r>
            <a:r>
              <a:rPr lang="en-US"/>
              <a:t> Ebene</a:t>
            </a:r>
          </a:p>
          <a:p>
            <a:pPr lvl="4"/>
            <a:r>
              <a:rPr lang="en-US" err="1"/>
              <a:t>Fünfte</a:t>
            </a:r>
            <a:r>
              <a:rPr lang="en-US"/>
              <a:t> Ebene</a:t>
            </a:r>
          </a:p>
        </p:txBody>
      </p:sp>
      <p:sp>
        <p:nvSpPr>
          <p:cNvPr id="24" name="Textplatzhalter 4"/>
          <p:cNvSpPr>
            <a:spLocks noGrp="1"/>
          </p:cNvSpPr>
          <p:nvPr>
            <p:ph type="body" sz="quarter" idx="25" hasCustomPrompt="1"/>
          </p:nvPr>
        </p:nvSpPr>
        <p:spPr>
          <a:xfrm>
            <a:off x="9012574" y="4253457"/>
            <a:ext cx="2700000" cy="2201318"/>
          </a:xfrm>
        </p:spPr>
        <p:txBody>
          <a:bodyPr/>
          <a:lstStyle/>
          <a:p>
            <a:pPr lvl="0"/>
            <a:r>
              <a:rPr lang="en-US" err="1"/>
              <a:t>Textmasterformat</a:t>
            </a:r>
            <a:r>
              <a:rPr lang="en-US"/>
              <a:t> </a:t>
            </a:r>
            <a:r>
              <a:rPr lang="en-US" err="1"/>
              <a:t>bearbeiten</a:t>
            </a:r>
            <a:endParaRPr lang="en-US"/>
          </a:p>
          <a:p>
            <a:pPr lvl="1"/>
            <a:r>
              <a:rPr lang="en-US" err="1"/>
              <a:t>Zweite</a:t>
            </a:r>
            <a:r>
              <a:rPr lang="en-US"/>
              <a:t> Ebene</a:t>
            </a:r>
          </a:p>
          <a:p>
            <a:pPr lvl="2"/>
            <a:r>
              <a:rPr lang="en-US" err="1"/>
              <a:t>Dritte</a:t>
            </a:r>
            <a:r>
              <a:rPr lang="en-US"/>
              <a:t> Ebene</a:t>
            </a:r>
          </a:p>
          <a:p>
            <a:pPr lvl="3"/>
            <a:r>
              <a:rPr lang="en-US" err="1"/>
              <a:t>Vierte</a:t>
            </a:r>
            <a:r>
              <a:rPr lang="en-US"/>
              <a:t> Ebene</a:t>
            </a:r>
          </a:p>
          <a:p>
            <a:pPr lvl="4"/>
            <a:r>
              <a:rPr lang="en-US" err="1"/>
              <a:t>Fünfte</a:t>
            </a:r>
            <a:r>
              <a:rPr lang="en-US"/>
              <a:t> Ebene</a:t>
            </a:r>
          </a:p>
        </p:txBody>
      </p:sp>
    </p:spTree>
    <p:extLst>
      <p:ext uri="{BB962C8B-B14F-4D97-AF65-F5344CB8AC3E}">
        <p14:creationId xmlns:p14="http://schemas.microsoft.com/office/powerpoint/2010/main" val="311801623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Zitat Botschaft">
    <p:bg>
      <p:bgPr>
        <a:solidFill>
          <a:srgbClr val="F37A1F"/>
        </a:solidFill>
        <a:effectLst/>
      </p:bgPr>
    </p:bg>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70" imgH="371" progId="TCLayout.ActiveDocument.1">
                  <p:embed/>
                </p:oleObj>
              </mc:Choice>
              <mc:Fallback>
                <p:oleObj name="think-cell Folie" r:id="rId4" imgW="370" imgH="371" progId="TCLayout.ActiveDocument.1">
                  <p:embed/>
                  <p:pic>
                    <p:nvPicPr>
                      <p:cNvPr id="4" name="Objek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hteck 2" hidden="1"/>
          <p:cNvSpPr/>
          <p:nvPr>
            <p:custDataLst>
              <p:tags r:id="rId2"/>
            </p:custDataLst>
          </p:nvPr>
        </p:nvSpPr>
        <p:spPr>
          <a:xfrm>
            <a:off x="0" y="0"/>
            <a:ext cx="158750" cy="15875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US" sz="4400" b="1" i="0" baseline="0">
              <a:solidFill>
                <a:schemeClr val="tx1"/>
              </a:solidFill>
              <a:latin typeface="STIHL Contraface Display Title" panose="02000600040000020004" pitchFamily="50" charset="0"/>
              <a:ea typeface="+mj-ea"/>
              <a:cs typeface="+mj-cs"/>
              <a:sym typeface="STIHL Contraface Display Title" panose="02000600040000020004" pitchFamily="50" charset="0"/>
            </a:endParaRPr>
          </a:p>
        </p:txBody>
      </p:sp>
      <p:sp>
        <p:nvSpPr>
          <p:cNvPr id="10" name="Textplatzhalter 9"/>
          <p:cNvSpPr>
            <a:spLocks noGrp="1"/>
          </p:cNvSpPr>
          <p:nvPr>
            <p:ph type="body" sz="quarter" idx="10" hasCustomPrompt="1"/>
          </p:nvPr>
        </p:nvSpPr>
        <p:spPr>
          <a:xfrm>
            <a:off x="568237" y="1186684"/>
            <a:ext cx="450670" cy="609398"/>
          </a:xfrm>
        </p:spPr>
        <p:txBody>
          <a:bodyPr wrap="square">
            <a:noAutofit/>
          </a:bodyPr>
          <a:lstStyle>
            <a:lvl1pPr>
              <a:tabLst>
                <a:tab pos="449263" algn="l"/>
              </a:tabLst>
              <a:defRPr sz="4400">
                <a:solidFill>
                  <a:schemeClr val="bg1"/>
                </a:solidFill>
                <a:latin typeface="STIHL Contraface Display Title" pitchFamily="50" charset="0"/>
              </a:defRPr>
            </a:lvl1pPr>
          </a:lstStyle>
          <a:p>
            <a:pPr lvl="0"/>
            <a:r>
              <a:rPr lang="en-US"/>
              <a:t>»	</a:t>
            </a:r>
          </a:p>
        </p:txBody>
      </p:sp>
      <p:sp>
        <p:nvSpPr>
          <p:cNvPr id="12" name="Textplatzhalter 11"/>
          <p:cNvSpPr>
            <a:spLocks noGrp="1"/>
          </p:cNvSpPr>
          <p:nvPr>
            <p:ph type="body" sz="quarter" idx="11" hasCustomPrompt="1"/>
          </p:nvPr>
        </p:nvSpPr>
        <p:spPr>
          <a:xfrm>
            <a:off x="1018907" y="3806696"/>
            <a:ext cx="10695255" cy="249299"/>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err="1"/>
              <a:t>Textmasterformat</a:t>
            </a:r>
            <a:r>
              <a:rPr lang="en-US"/>
              <a:t> </a:t>
            </a:r>
            <a:r>
              <a:rPr lang="en-US" err="1"/>
              <a:t>bearbeiten</a:t>
            </a:r>
            <a:endParaRPr lang="en-US"/>
          </a:p>
        </p:txBody>
      </p:sp>
      <p:sp>
        <p:nvSpPr>
          <p:cNvPr id="11" name="Textplatzhalter 9">
            <a:extLst>
              <a:ext uri="{FF2B5EF4-FFF2-40B4-BE49-F238E27FC236}">
                <a16:creationId xmlns:a16="http://schemas.microsoft.com/office/drawing/2014/main" id="{282F2CC6-4FF4-4A58-802A-E33AC37E42FB}"/>
              </a:ext>
            </a:extLst>
          </p:cNvPr>
          <p:cNvSpPr>
            <a:spLocks noGrp="1"/>
          </p:cNvSpPr>
          <p:nvPr>
            <p:ph type="body" sz="quarter" idx="12" hasCustomPrompt="1"/>
          </p:nvPr>
        </p:nvSpPr>
        <p:spPr>
          <a:xfrm>
            <a:off x="1018907" y="1186684"/>
            <a:ext cx="10695256" cy="609398"/>
          </a:xfrm>
        </p:spPr>
        <p:txBody>
          <a:bodyPr wrap="square">
            <a:spAutoFit/>
          </a:bodyPr>
          <a:lstStyle>
            <a:lvl1pPr>
              <a:tabLst>
                <a:tab pos="449263" algn="l"/>
              </a:tabLst>
              <a:defRPr sz="4400">
                <a:solidFill>
                  <a:schemeClr val="bg1"/>
                </a:solidFill>
                <a:latin typeface="STIHL Contraface Display Title" pitchFamily="50" charset="0"/>
              </a:defRPr>
            </a:lvl1pPr>
          </a:lstStyle>
          <a:p>
            <a:pPr lvl="0"/>
            <a:r>
              <a:rPr lang="en-US" err="1"/>
              <a:t>Zitat</a:t>
            </a:r>
            <a:r>
              <a:rPr lang="en-US"/>
              <a:t> «</a:t>
            </a:r>
          </a:p>
        </p:txBody>
      </p:sp>
      <p:sp>
        <p:nvSpPr>
          <p:cNvPr id="13" name="Rechteck 12">
            <a:extLst>
              <a:ext uri="{FF2B5EF4-FFF2-40B4-BE49-F238E27FC236}">
                <a16:creationId xmlns:a16="http://schemas.microsoft.com/office/drawing/2014/main" id="{5CF86407-DA27-4CA6-A346-F8477F884E96}"/>
              </a:ext>
            </a:extLst>
          </p:cNvPr>
          <p:cNvSpPr>
            <a:spLocks/>
          </p:cNvSpPr>
          <p:nvPr/>
        </p:nvSpPr>
        <p:spPr>
          <a:xfrm>
            <a:off x="-1943099" y="2913099"/>
            <a:ext cx="1772284" cy="1031803"/>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ctr">
            <a:sp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90000"/>
              </a:lnSpc>
            </a:pPr>
            <a:r>
              <a:rPr lang="en-US" sz="1600" b="0">
                <a:solidFill>
                  <a:schemeClr val="tx1"/>
                </a:solidFill>
              </a:rPr>
              <a:t>Bitte </a:t>
            </a:r>
            <a:r>
              <a:rPr lang="en-US" sz="1600" b="0" err="1">
                <a:solidFill>
                  <a:schemeClr val="tx1"/>
                </a:solidFill>
              </a:rPr>
              <a:t>keine</a:t>
            </a:r>
            <a:r>
              <a:rPr lang="en-US" sz="1600" b="0">
                <a:solidFill>
                  <a:schemeClr val="tx1"/>
                </a:solidFill>
              </a:rPr>
              <a:t> </a:t>
            </a:r>
            <a:r>
              <a:rPr lang="en-US" sz="1600" b="0" err="1">
                <a:solidFill>
                  <a:schemeClr val="tx1"/>
                </a:solidFill>
              </a:rPr>
              <a:t>Folien</a:t>
            </a:r>
            <a:r>
              <a:rPr lang="en-US" sz="1600" b="0">
                <a:solidFill>
                  <a:schemeClr val="tx1"/>
                </a:solidFill>
              </a:rPr>
              <a:t> </a:t>
            </a:r>
            <a:r>
              <a:rPr lang="en-US" sz="1600" b="0" err="1">
                <a:solidFill>
                  <a:schemeClr val="tx1"/>
                </a:solidFill>
              </a:rPr>
              <a:t>mit</a:t>
            </a:r>
            <a:r>
              <a:rPr lang="en-US" sz="1600" b="0">
                <a:solidFill>
                  <a:schemeClr val="tx1"/>
                </a:solidFill>
              </a:rPr>
              <a:t> </a:t>
            </a:r>
            <a:r>
              <a:rPr lang="en-US" sz="1600" b="0" err="1">
                <a:solidFill>
                  <a:schemeClr val="tx1"/>
                </a:solidFill>
              </a:rPr>
              <a:t>vollflächigen</a:t>
            </a:r>
            <a:r>
              <a:rPr lang="en-US" sz="1600" b="0">
                <a:solidFill>
                  <a:schemeClr val="tx1"/>
                </a:solidFill>
              </a:rPr>
              <a:t> </a:t>
            </a:r>
            <a:r>
              <a:rPr lang="en-US" sz="1600" b="0" err="1">
                <a:solidFill>
                  <a:schemeClr val="tx1"/>
                </a:solidFill>
              </a:rPr>
              <a:t>Farben</a:t>
            </a:r>
            <a:r>
              <a:rPr lang="en-US" sz="1600" b="0">
                <a:solidFill>
                  <a:schemeClr val="tx1"/>
                </a:solidFill>
              </a:rPr>
              <a:t> </a:t>
            </a:r>
            <a:r>
              <a:rPr lang="en-US" sz="1600" b="0" err="1">
                <a:solidFill>
                  <a:schemeClr val="tx1"/>
                </a:solidFill>
              </a:rPr>
              <a:t>oder</a:t>
            </a:r>
            <a:r>
              <a:rPr lang="en-US" sz="1600" b="0">
                <a:solidFill>
                  <a:schemeClr val="tx1"/>
                </a:solidFill>
              </a:rPr>
              <a:t> </a:t>
            </a:r>
            <a:r>
              <a:rPr lang="en-US" sz="1600" b="0" err="1">
                <a:solidFill>
                  <a:schemeClr val="tx1"/>
                </a:solidFill>
              </a:rPr>
              <a:t>Motiven</a:t>
            </a:r>
            <a:r>
              <a:rPr lang="en-US" sz="1600" b="0">
                <a:solidFill>
                  <a:schemeClr val="tx1"/>
                </a:solidFill>
              </a:rPr>
              <a:t> </a:t>
            </a:r>
            <a:r>
              <a:rPr lang="en-US" sz="1600" b="0" err="1">
                <a:solidFill>
                  <a:schemeClr val="tx1"/>
                </a:solidFill>
              </a:rPr>
              <a:t>drucken</a:t>
            </a:r>
            <a:r>
              <a:rPr lang="en-US" sz="1600" b="0">
                <a:solidFill>
                  <a:schemeClr val="tx1"/>
                </a:solidFill>
              </a:rPr>
              <a:t> </a:t>
            </a:r>
          </a:p>
        </p:txBody>
      </p:sp>
      <p:sp>
        <p:nvSpPr>
          <p:cNvPr id="14" name="Rechteck 13">
            <a:extLst>
              <a:ext uri="{FF2B5EF4-FFF2-40B4-BE49-F238E27FC236}">
                <a16:creationId xmlns:a16="http://schemas.microsoft.com/office/drawing/2014/main" id="{5CF86407-DA27-4CA6-A346-F8477F884E96}"/>
              </a:ext>
            </a:extLst>
          </p:cNvPr>
          <p:cNvSpPr>
            <a:spLocks/>
          </p:cNvSpPr>
          <p:nvPr/>
        </p:nvSpPr>
        <p:spPr>
          <a:xfrm>
            <a:off x="-1943099" y="4117246"/>
            <a:ext cx="1772284" cy="1475001"/>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72000" rIns="72000" bIns="72000" rtlCol="0" anchor="t">
            <a:sp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90000"/>
              </a:lnSpc>
            </a:pPr>
            <a:r>
              <a:rPr lang="en-US" sz="1600" b="0">
                <a:solidFill>
                  <a:schemeClr val="tx1"/>
                </a:solidFill>
              </a:rPr>
              <a:t>Die Guillemets </a:t>
            </a:r>
            <a:r>
              <a:rPr lang="en-US" sz="1600" b="0" err="1">
                <a:solidFill>
                  <a:schemeClr val="tx1"/>
                </a:solidFill>
              </a:rPr>
              <a:t>können</a:t>
            </a:r>
            <a:r>
              <a:rPr lang="en-US" sz="1600" b="0">
                <a:solidFill>
                  <a:schemeClr val="tx1"/>
                </a:solidFill>
              </a:rPr>
              <a:t> </a:t>
            </a:r>
            <a:r>
              <a:rPr lang="en-US" sz="1600" b="0" err="1">
                <a:solidFill>
                  <a:schemeClr val="tx1"/>
                </a:solidFill>
              </a:rPr>
              <a:t>über</a:t>
            </a:r>
            <a:r>
              <a:rPr lang="en-US" sz="1600" b="0">
                <a:solidFill>
                  <a:schemeClr val="tx1"/>
                </a:solidFill>
              </a:rPr>
              <a:t> den Reiter "</a:t>
            </a:r>
            <a:r>
              <a:rPr lang="en-US" sz="1600" b="0" err="1">
                <a:solidFill>
                  <a:schemeClr val="tx1"/>
                </a:solidFill>
              </a:rPr>
              <a:t>Einfügen</a:t>
            </a:r>
            <a:r>
              <a:rPr lang="en-US" sz="1600" b="0">
                <a:solidFill>
                  <a:schemeClr val="tx1"/>
                </a:solidFill>
              </a:rPr>
              <a:t>" </a:t>
            </a:r>
            <a:r>
              <a:rPr lang="en-US" sz="1600" b="0" err="1">
                <a:solidFill>
                  <a:schemeClr val="tx1"/>
                </a:solidFill>
              </a:rPr>
              <a:t>durch</a:t>
            </a:r>
            <a:r>
              <a:rPr lang="en-US" sz="1600" b="0">
                <a:solidFill>
                  <a:schemeClr val="tx1"/>
                </a:solidFill>
              </a:rPr>
              <a:t> das Feld "Symbol" </a:t>
            </a:r>
            <a:r>
              <a:rPr lang="en-US" sz="1600" b="0" err="1">
                <a:solidFill>
                  <a:schemeClr val="tx1"/>
                </a:solidFill>
              </a:rPr>
              <a:t>eingefügt</a:t>
            </a:r>
            <a:r>
              <a:rPr lang="en-US" sz="1600" b="0">
                <a:solidFill>
                  <a:schemeClr val="tx1"/>
                </a:solidFill>
              </a:rPr>
              <a:t> </a:t>
            </a:r>
            <a:r>
              <a:rPr lang="en-US" sz="1600" b="0" err="1">
                <a:solidFill>
                  <a:schemeClr val="tx1"/>
                </a:solidFill>
              </a:rPr>
              <a:t>werden</a:t>
            </a:r>
            <a:endParaRPr lang="en-US" sz="1600" b="0">
              <a:solidFill>
                <a:schemeClr val="tx1"/>
              </a:solidFill>
            </a:endParaRPr>
          </a:p>
        </p:txBody>
      </p:sp>
    </p:spTree>
    <p:extLst>
      <p:ext uri="{BB962C8B-B14F-4D97-AF65-F5344CB8AC3E}">
        <p14:creationId xmlns:p14="http://schemas.microsoft.com/office/powerpoint/2010/main" val="256085932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Schlussfolie">
    <p:bg>
      <p:bgPr>
        <a:solidFill>
          <a:schemeClr val="bg1"/>
        </a:solidFill>
        <a:effectLst/>
      </p:bgPr>
    </p:bg>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70" imgH="371" progId="TCLayout.ActiveDocument.1">
                  <p:embed/>
                </p:oleObj>
              </mc:Choice>
              <mc:Fallback>
                <p:oleObj name="think-cell Folie" r:id="rId3" imgW="370" imgH="371" progId="TCLayout.ActiveDocument.1">
                  <p:embed/>
                  <p:pic>
                    <p:nvPicPr>
                      <p:cNvPr id="2" name="Objek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Rechteck 6">
            <a:extLst>
              <a:ext uri="{FF2B5EF4-FFF2-40B4-BE49-F238E27FC236}">
                <a16:creationId xmlns:a16="http://schemas.microsoft.com/office/drawing/2014/main" id="{16762DA5-7BF5-44ED-A0E7-1C1B1049A63C}"/>
              </a:ext>
            </a:extLst>
          </p:cNvPr>
          <p:cNvSpPr/>
          <p:nvPr/>
        </p:nvSpPr>
        <p:spPr>
          <a:xfrm>
            <a:off x="495191" y="6283982"/>
            <a:ext cx="450741" cy="94593"/>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a:endParaRPr lang="en-US"/>
          </a:p>
        </p:txBody>
      </p:sp>
      <p:sp>
        <p:nvSpPr>
          <p:cNvPr id="3" name="Textplatzhalter 2">
            <a:extLst>
              <a:ext uri="{FF2B5EF4-FFF2-40B4-BE49-F238E27FC236}">
                <a16:creationId xmlns:a16="http://schemas.microsoft.com/office/drawing/2014/main" id="{2684D222-F168-4BDD-AE60-92B32E636597}"/>
              </a:ext>
            </a:extLst>
          </p:cNvPr>
          <p:cNvSpPr>
            <a:spLocks noGrp="1"/>
          </p:cNvSpPr>
          <p:nvPr>
            <p:ph type="body" sz="quarter" idx="10" hasCustomPrompt="1"/>
          </p:nvPr>
        </p:nvSpPr>
        <p:spPr>
          <a:xfrm>
            <a:off x="479425" y="5506133"/>
            <a:ext cx="7812088" cy="664797"/>
          </a:xfrm>
          <a:prstGeom prst="rect">
            <a:avLst/>
          </a:prstGeom>
          <a:noFill/>
        </p:spPr>
        <p:txBody>
          <a:bodyPr wrap="square" rtlCol="0" anchor="b">
            <a:spAutoFit/>
          </a:bodyPr>
          <a:lstStyle>
            <a:lvl1pPr marL="0" indent="0">
              <a:lnSpc>
                <a:spcPct val="90000"/>
              </a:lnSpc>
              <a:buNone/>
              <a:defRPr lang="de-DE" sz="4800" b="1" cap="all" baseline="0" smtClean="0">
                <a:latin typeface="STIHL Contraface Display Title" panose="02000600040000020004" pitchFamily="50" charset="0"/>
              </a:defRPr>
            </a:lvl1pPr>
            <a:lvl2pPr marL="277812" indent="0">
              <a:buNone/>
              <a:defRPr lang="de-DE" smtClean="0"/>
            </a:lvl2pPr>
            <a:lvl3pPr marL="739775" indent="0">
              <a:buNone/>
              <a:defRPr lang="de-DE" sz="1800" smtClean="0"/>
            </a:lvl3pPr>
            <a:lvl4pPr marL="1190625" indent="0">
              <a:buNone/>
              <a:defRPr lang="de-DE" sz="1800" smtClean="0"/>
            </a:lvl4pPr>
            <a:lvl5pPr marL="1647825" indent="0">
              <a:buNone/>
              <a:defRPr lang="de-DE" sz="1800"/>
            </a:lvl5pPr>
          </a:lstStyle>
          <a:p>
            <a:pPr marL="0" lvl="0"/>
            <a:r>
              <a:rPr lang="en-US" err="1"/>
              <a:t>Schlussfolie</a:t>
            </a:r>
            <a:r>
              <a:rPr lang="en-US"/>
              <a:t> </a:t>
            </a:r>
            <a:r>
              <a:rPr lang="en-US" err="1"/>
              <a:t>bearbeiten</a:t>
            </a:r>
            <a:endParaRPr lang="en-US"/>
          </a:p>
        </p:txBody>
      </p:sp>
      <p:pic>
        <p:nvPicPr>
          <p:cNvPr id="6" name="Grafik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30262" y="502821"/>
            <a:ext cx="1385810" cy="287488"/>
          </a:xfrm>
          <a:prstGeom prst="rect">
            <a:avLst/>
          </a:prstGeom>
        </p:spPr>
      </p:pic>
    </p:spTree>
    <p:extLst>
      <p:ext uri="{BB962C8B-B14F-4D97-AF65-F5344CB8AC3E}">
        <p14:creationId xmlns:p14="http://schemas.microsoft.com/office/powerpoint/2010/main" val="219006880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Kapiteltrenner ohne Hintergrundbild">
    <p:bg>
      <p:bgPr>
        <a:solidFill>
          <a:schemeClr val="bg1"/>
        </a:solidFill>
        <a:effectLst/>
      </p:bgPr>
    </p:bg>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70" imgH="371" progId="TCLayout.ActiveDocument.1">
                  <p:embed/>
                </p:oleObj>
              </mc:Choice>
              <mc:Fallback>
                <p:oleObj name="think-cell Folie" r:id="rId3" imgW="370" imgH="371" progId="TCLayout.ActiveDocument.1">
                  <p:embed/>
                  <p:pic>
                    <p:nvPicPr>
                      <p:cNvPr id="2" name="Objek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extplatzhalter 2">
            <a:extLst>
              <a:ext uri="{FF2B5EF4-FFF2-40B4-BE49-F238E27FC236}">
                <a16:creationId xmlns:a16="http://schemas.microsoft.com/office/drawing/2014/main" id="{2684D222-F168-4BDD-AE60-92B32E636597}"/>
              </a:ext>
            </a:extLst>
          </p:cNvPr>
          <p:cNvSpPr>
            <a:spLocks noGrp="1"/>
          </p:cNvSpPr>
          <p:nvPr>
            <p:ph type="body" sz="quarter" idx="10" hasCustomPrompt="1"/>
          </p:nvPr>
        </p:nvSpPr>
        <p:spPr>
          <a:xfrm>
            <a:off x="479425" y="5506133"/>
            <a:ext cx="7812088" cy="664797"/>
          </a:xfrm>
          <a:prstGeom prst="rect">
            <a:avLst/>
          </a:prstGeom>
          <a:noFill/>
        </p:spPr>
        <p:txBody>
          <a:bodyPr wrap="square" rtlCol="0" anchor="b">
            <a:spAutoFit/>
          </a:bodyPr>
          <a:lstStyle>
            <a:lvl1pPr marL="0" indent="0">
              <a:buNone/>
              <a:tabLst>
                <a:tab pos="1074738" algn="l"/>
              </a:tabLst>
              <a:defRPr lang="de-DE" sz="4800" b="1" cap="all" baseline="0" smtClean="0">
                <a:latin typeface="STIHL Contraface Display Title" panose="02000600040000020004" pitchFamily="50" charset="0"/>
              </a:defRPr>
            </a:lvl1pPr>
            <a:lvl2pPr marL="277812" indent="0">
              <a:buNone/>
              <a:defRPr lang="de-DE" smtClean="0"/>
            </a:lvl2pPr>
            <a:lvl3pPr marL="739775" indent="0">
              <a:buNone/>
              <a:defRPr lang="de-DE" sz="1800" smtClean="0"/>
            </a:lvl3pPr>
            <a:lvl4pPr marL="1190625" indent="0">
              <a:buNone/>
              <a:defRPr lang="de-DE" sz="1800" smtClean="0"/>
            </a:lvl4pPr>
            <a:lvl5pPr marL="1647825" indent="0">
              <a:buNone/>
              <a:defRPr lang="de-DE" sz="1800"/>
            </a:lvl5pPr>
          </a:lstStyle>
          <a:p>
            <a:pPr marL="0" lvl="0"/>
            <a:r>
              <a:rPr lang="en-US" err="1"/>
              <a:t>Kapiteltrenner</a:t>
            </a:r>
            <a:r>
              <a:rPr lang="en-US"/>
              <a:t> </a:t>
            </a:r>
            <a:r>
              <a:rPr lang="en-US" err="1"/>
              <a:t>bearbeiten</a:t>
            </a:r>
            <a:endParaRPr lang="en-US"/>
          </a:p>
        </p:txBody>
      </p:sp>
      <p:sp>
        <p:nvSpPr>
          <p:cNvPr id="15" name="Rechteck 14">
            <a:extLst>
              <a:ext uri="{FF2B5EF4-FFF2-40B4-BE49-F238E27FC236}">
                <a16:creationId xmlns:a16="http://schemas.microsoft.com/office/drawing/2014/main" id="{5228CAB1-2EA1-4F8A-B1D7-C5BA22E44783}"/>
              </a:ext>
            </a:extLst>
          </p:cNvPr>
          <p:cNvSpPr/>
          <p:nvPr/>
        </p:nvSpPr>
        <p:spPr>
          <a:xfrm>
            <a:off x="495191" y="6283982"/>
            <a:ext cx="450741" cy="94593"/>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a:endParaRPr lang="en-US"/>
          </a:p>
        </p:txBody>
      </p:sp>
      <p:pic>
        <p:nvPicPr>
          <p:cNvPr id="6" name="Grafik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30262" y="502821"/>
            <a:ext cx="1385810" cy="287488"/>
          </a:xfrm>
          <a:prstGeom prst="rect">
            <a:avLst/>
          </a:prstGeom>
        </p:spPr>
      </p:pic>
    </p:spTree>
    <p:extLst>
      <p:ext uri="{BB962C8B-B14F-4D97-AF65-F5344CB8AC3E}">
        <p14:creationId xmlns:p14="http://schemas.microsoft.com/office/powerpoint/2010/main" val="203359842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Kapiteltrenner mit Hintergrundbild">
    <p:bg>
      <p:bgPr>
        <a:solidFill>
          <a:schemeClr val="bg1"/>
        </a:solidFill>
        <a:effectLst/>
      </p:bgPr>
    </p:bg>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70" imgH="371" progId="TCLayout.ActiveDocument.1">
                  <p:embed/>
                </p:oleObj>
              </mc:Choice>
              <mc:Fallback>
                <p:oleObj name="think-cell Folie" r:id="rId3" imgW="370" imgH="371" progId="TCLayout.ActiveDocument.1">
                  <p:embed/>
                  <p:pic>
                    <p:nvPicPr>
                      <p:cNvPr id="2" name="Objek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Bildplatzhalter 14">
            <a:extLst>
              <a:ext uri="{FF2B5EF4-FFF2-40B4-BE49-F238E27FC236}">
                <a16:creationId xmlns:a16="http://schemas.microsoft.com/office/drawing/2014/main" id="{12A2E7EC-D35A-4A4A-BBD2-6097A2AF7814}"/>
              </a:ext>
            </a:extLst>
          </p:cNvPr>
          <p:cNvSpPr>
            <a:spLocks noGrp="1"/>
          </p:cNvSpPr>
          <p:nvPr>
            <p:ph type="pic" sz="quarter" idx="15" hasCustomPrompt="1"/>
          </p:nvPr>
        </p:nvSpPr>
        <p:spPr>
          <a:xfrm>
            <a:off x="0" y="0"/>
            <a:ext cx="12192000" cy="6858000"/>
          </a:xfrm>
          <a:custGeom>
            <a:avLst/>
            <a:gdLst>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10129345 w 12192000"/>
              <a:gd name="connsiteY4" fmla="*/ 344401 h 6858000"/>
              <a:gd name="connsiteX5" fmla="*/ 10129345 w 12192000"/>
              <a:gd name="connsiteY5" fmla="*/ 1099696 h 6858000"/>
              <a:gd name="connsiteX6" fmla="*/ 11857039 w 12192000"/>
              <a:gd name="connsiteY6" fmla="*/ 1099696 h 6858000"/>
              <a:gd name="connsiteX7" fmla="*/ 11857039 w 12192000"/>
              <a:gd name="connsiteY7" fmla="*/ 344401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29345 w 12192000"/>
              <a:gd name="connsiteY6" fmla="*/ 1099696 h 6858000"/>
              <a:gd name="connsiteX7" fmla="*/ 11857039 w 12192000"/>
              <a:gd name="connsiteY7" fmla="*/ 1099696 h 6858000"/>
              <a:gd name="connsiteX8" fmla="*/ 11857039 w 12192000"/>
              <a:gd name="connsiteY8" fmla="*/ 34440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29345 w 12192000"/>
              <a:gd name="connsiteY6" fmla="*/ 1099696 h 6858000"/>
              <a:gd name="connsiteX7" fmla="*/ 11857039 w 12192000"/>
              <a:gd name="connsiteY7" fmla="*/ 109969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29345 w 12192000"/>
              <a:gd name="connsiteY6" fmla="*/ 1099696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31885 w 12192000"/>
              <a:gd name="connsiteY6" fmla="*/ 1033656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642366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2366 w 12192000"/>
              <a:gd name="connsiteY0" fmla="*/ 6426972 h 6858000"/>
              <a:gd name="connsiteX1" fmla="*/ 642366 w 12192000"/>
              <a:gd name="connsiteY1" fmla="*/ 6534807 h 6858000"/>
              <a:gd name="connsiteX2" fmla="*/ 5401950 w 12192000"/>
              <a:gd name="connsiteY2" fmla="*/ 6534807 h 6858000"/>
              <a:gd name="connsiteX3" fmla="*/ 5401950 w 12192000"/>
              <a:gd name="connsiteY3" fmla="*/ 2751084 h 6858000"/>
              <a:gd name="connsiteX4" fmla="*/ 642366 w 12192000"/>
              <a:gd name="connsiteY4" fmla="*/ 642697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2366 w 12192000"/>
              <a:gd name="connsiteY0" fmla="*/ 6426972 h 6858000"/>
              <a:gd name="connsiteX1" fmla="*/ 642366 w 12192000"/>
              <a:gd name="connsiteY1" fmla="*/ 6534807 h 6858000"/>
              <a:gd name="connsiteX2" fmla="*/ 5401950 w 12192000"/>
              <a:gd name="connsiteY2" fmla="*/ 6534807 h 6858000"/>
              <a:gd name="connsiteX3" fmla="*/ 1378590 w 12192000"/>
              <a:gd name="connsiteY3" fmla="*/ 6122172 h 6858000"/>
              <a:gd name="connsiteX4" fmla="*/ 642366 w 12192000"/>
              <a:gd name="connsiteY4" fmla="*/ 642697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2366 w 12192000"/>
              <a:gd name="connsiteY0" fmla="*/ 6426972 h 6858000"/>
              <a:gd name="connsiteX1" fmla="*/ 642366 w 12192000"/>
              <a:gd name="connsiteY1" fmla="*/ 6534807 h 6858000"/>
              <a:gd name="connsiteX2" fmla="*/ 1195710 w 12192000"/>
              <a:gd name="connsiteY2" fmla="*/ 6565287 h 6858000"/>
              <a:gd name="connsiteX3" fmla="*/ 1378590 w 12192000"/>
              <a:gd name="connsiteY3" fmla="*/ 6122172 h 6858000"/>
              <a:gd name="connsiteX4" fmla="*/ 642366 w 12192000"/>
              <a:gd name="connsiteY4" fmla="*/ 642697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2366 w 12192000"/>
              <a:gd name="connsiteY0" fmla="*/ 6426972 h 6858000"/>
              <a:gd name="connsiteX1" fmla="*/ 642366 w 12192000"/>
              <a:gd name="connsiteY1" fmla="*/ 6534807 h 6858000"/>
              <a:gd name="connsiteX2" fmla="*/ 1195710 w 12192000"/>
              <a:gd name="connsiteY2" fmla="*/ 6565287 h 6858000"/>
              <a:gd name="connsiteX3" fmla="*/ 1378590 w 12192000"/>
              <a:gd name="connsiteY3" fmla="*/ 6122172 h 6858000"/>
              <a:gd name="connsiteX4" fmla="*/ 642366 w 12192000"/>
              <a:gd name="connsiteY4" fmla="*/ 642697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2366 w 12192000"/>
              <a:gd name="connsiteY0" fmla="*/ 6426972 h 6858000"/>
              <a:gd name="connsiteX1" fmla="*/ 642366 w 12192000"/>
              <a:gd name="connsiteY1" fmla="*/ 6534807 h 6858000"/>
              <a:gd name="connsiteX2" fmla="*/ 1102365 w 12192000"/>
              <a:gd name="connsiteY2" fmla="*/ 6536712 h 6858000"/>
              <a:gd name="connsiteX3" fmla="*/ 1378590 w 12192000"/>
              <a:gd name="connsiteY3" fmla="*/ 6122172 h 6858000"/>
              <a:gd name="connsiteX4" fmla="*/ 642366 w 12192000"/>
              <a:gd name="connsiteY4" fmla="*/ 642697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2366 w 12192000"/>
              <a:gd name="connsiteY0" fmla="*/ 6426972 h 6858000"/>
              <a:gd name="connsiteX1" fmla="*/ 642366 w 12192000"/>
              <a:gd name="connsiteY1" fmla="*/ 6534807 h 6858000"/>
              <a:gd name="connsiteX2" fmla="*/ 1102365 w 12192000"/>
              <a:gd name="connsiteY2" fmla="*/ 6536712 h 6858000"/>
              <a:gd name="connsiteX3" fmla="*/ 1106175 w 12192000"/>
              <a:gd name="connsiteY3" fmla="*/ 6434592 h 6858000"/>
              <a:gd name="connsiteX4" fmla="*/ 642366 w 12192000"/>
              <a:gd name="connsiteY4" fmla="*/ 642697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2366 w 12192000"/>
              <a:gd name="connsiteY0" fmla="*/ 6426972 h 6858000"/>
              <a:gd name="connsiteX1" fmla="*/ 642366 w 12192000"/>
              <a:gd name="connsiteY1" fmla="*/ 6534807 h 6858000"/>
              <a:gd name="connsiteX2" fmla="*/ 1106175 w 12192000"/>
              <a:gd name="connsiteY2" fmla="*/ 6538617 h 6858000"/>
              <a:gd name="connsiteX3" fmla="*/ 1106175 w 12192000"/>
              <a:gd name="connsiteY3" fmla="*/ 6434592 h 6858000"/>
              <a:gd name="connsiteX4" fmla="*/ 642366 w 12192000"/>
              <a:gd name="connsiteY4" fmla="*/ 642697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6176 w 12192000"/>
              <a:gd name="connsiteY0" fmla="*/ 6430782 h 6858000"/>
              <a:gd name="connsiteX1" fmla="*/ 642366 w 12192000"/>
              <a:gd name="connsiteY1" fmla="*/ 6534807 h 6858000"/>
              <a:gd name="connsiteX2" fmla="*/ 1106175 w 12192000"/>
              <a:gd name="connsiteY2" fmla="*/ 6538617 h 6858000"/>
              <a:gd name="connsiteX3" fmla="*/ 1106175 w 12192000"/>
              <a:gd name="connsiteY3" fmla="*/ 6434592 h 6858000"/>
              <a:gd name="connsiteX4" fmla="*/ 646176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6176 w 12192000"/>
              <a:gd name="connsiteY0" fmla="*/ 6430782 h 6858000"/>
              <a:gd name="connsiteX1" fmla="*/ 642366 w 12192000"/>
              <a:gd name="connsiteY1" fmla="*/ 6534807 h 6858000"/>
              <a:gd name="connsiteX2" fmla="*/ 1106175 w 12192000"/>
              <a:gd name="connsiteY2" fmla="*/ 6538617 h 6858000"/>
              <a:gd name="connsiteX3" fmla="*/ 1106175 w 12192000"/>
              <a:gd name="connsiteY3" fmla="*/ 6432687 h 6858000"/>
              <a:gd name="connsiteX4" fmla="*/ 646176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6176 w 12192000"/>
              <a:gd name="connsiteY0" fmla="*/ 6430782 h 6858000"/>
              <a:gd name="connsiteX1" fmla="*/ 642366 w 12192000"/>
              <a:gd name="connsiteY1" fmla="*/ 6534807 h 6858000"/>
              <a:gd name="connsiteX2" fmla="*/ 1106175 w 12192000"/>
              <a:gd name="connsiteY2" fmla="*/ 6538617 h 6858000"/>
              <a:gd name="connsiteX3" fmla="*/ 1106175 w 12192000"/>
              <a:gd name="connsiteY3" fmla="*/ 6428877 h 6858000"/>
              <a:gd name="connsiteX4" fmla="*/ 646176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6176 w 12192000"/>
              <a:gd name="connsiteY0" fmla="*/ 6430782 h 6858000"/>
              <a:gd name="connsiteX1" fmla="*/ 642366 w 12192000"/>
              <a:gd name="connsiteY1" fmla="*/ 6534807 h 6858000"/>
              <a:gd name="connsiteX2" fmla="*/ 1106175 w 12192000"/>
              <a:gd name="connsiteY2" fmla="*/ 6538617 h 6858000"/>
              <a:gd name="connsiteX3" fmla="*/ 1106175 w 12192000"/>
              <a:gd name="connsiteY3" fmla="*/ 6430782 h 6858000"/>
              <a:gd name="connsiteX4" fmla="*/ 646176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6176 w 12192000"/>
              <a:gd name="connsiteY0" fmla="*/ 6430782 h 6858000"/>
              <a:gd name="connsiteX1" fmla="*/ 642366 w 12192000"/>
              <a:gd name="connsiteY1" fmla="*/ 6534807 h 6858000"/>
              <a:gd name="connsiteX2" fmla="*/ 1106175 w 12192000"/>
              <a:gd name="connsiteY2" fmla="*/ 6536712 h 6858000"/>
              <a:gd name="connsiteX3" fmla="*/ 1106175 w 12192000"/>
              <a:gd name="connsiteY3" fmla="*/ 6430782 h 6858000"/>
              <a:gd name="connsiteX4" fmla="*/ 646176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6176 w 12192000"/>
              <a:gd name="connsiteY0" fmla="*/ 6430782 h 6858000"/>
              <a:gd name="connsiteX1" fmla="*/ 644271 w 12192000"/>
              <a:gd name="connsiteY1" fmla="*/ 6534807 h 6858000"/>
              <a:gd name="connsiteX2" fmla="*/ 1106175 w 12192000"/>
              <a:gd name="connsiteY2" fmla="*/ 6536712 h 6858000"/>
              <a:gd name="connsiteX3" fmla="*/ 1106175 w 12192000"/>
              <a:gd name="connsiteY3" fmla="*/ 6430782 h 6858000"/>
              <a:gd name="connsiteX4" fmla="*/ 646176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4271 w 12192000"/>
              <a:gd name="connsiteY0" fmla="*/ 6430782 h 6858000"/>
              <a:gd name="connsiteX1" fmla="*/ 644271 w 12192000"/>
              <a:gd name="connsiteY1" fmla="*/ 6534807 h 6858000"/>
              <a:gd name="connsiteX2" fmla="*/ 1106175 w 12192000"/>
              <a:gd name="connsiteY2" fmla="*/ 6536712 h 6858000"/>
              <a:gd name="connsiteX3" fmla="*/ 1106175 w 12192000"/>
              <a:gd name="connsiteY3" fmla="*/ 6430782 h 6858000"/>
              <a:gd name="connsiteX4" fmla="*/ 644271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4271 w 12192000"/>
              <a:gd name="connsiteY0" fmla="*/ 6430782 h 6858000"/>
              <a:gd name="connsiteX1" fmla="*/ 644271 w 12192000"/>
              <a:gd name="connsiteY1" fmla="*/ 6534807 h 6858000"/>
              <a:gd name="connsiteX2" fmla="*/ 1106175 w 12192000"/>
              <a:gd name="connsiteY2" fmla="*/ 6536712 h 6858000"/>
              <a:gd name="connsiteX3" fmla="*/ 1106175 w 12192000"/>
              <a:gd name="connsiteY3" fmla="*/ 6430782 h 6858000"/>
              <a:gd name="connsiteX4" fmla="*/ 644271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644271 w 12192000"/>
              <a:gd name="connsiteY1" fmla="*/ 6534807 h 6858000"/>
              <a:gd name="connsiteX2" fmla="*/ 1106175 w 12192000"/>
              <a:gd name="connsiteY2" fmla="*/ 6536712 h 6858000"/>
              <a:gd name="connsiteX3" fmla="*/ 1106175 w 12192000"/>
              <a:gd name="connsiteY3" fmla="*/ 6430782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644271 w 12192000"/>
              <a:gd name="connsiteY1" fmla="*/ 6534807 h 6858000"/>
              <a:gd name="connsiteX2" fmla="*/ 1106175 w 12192000"/>
              <a:gd name="connsiteY2" fmla="*/ 6536712 h 6858000"/>
              <a:gd name="connsiteX3" fmla="*/ 951870 w 12192000"/>
              <a:gd name="connsiteY3" fmla="*/ 6278382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644271 w 12192000"/>
              <a:gd name="connsiteY1" fmla="*/ 6534807 h 6858000"/>
              <a:gd name="connsiteX2" fmla="*/ 1106175 w 12192000"/>
              <a:gd name="connsiteY2" fmla="*/ 6536712 h 6858000"/>
              <a:gd name="connsiteX3" fmla="*/ 951870 w 12192000"/>
              <a:gd name="connsiteY3" fmla="*/ 6278382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644271 w 12192000"/>
              <a:gd name="connsiteY1" fmla="*/ 6534807 h 6858000"/>
              <a:gd name="connsiteX2" fmla="*/ 1106175 w 12192000"/>
              <a:gd name="connsiteY2" fmla="*/ 6536712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644271 w 12192000"/>
              <a:gd name="connsiteY1" fmla="*/ 6534807 h 6858000"/>
              <a:gd name="connsiteX2" fmla="*/ 953775 w 12192000"/>
              <a:gd name="connsiteY2" fmla="*/ 6384312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3775 w 12192000"/>
              <a:gd name="connsiteY2" fmla="*/ 6384312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3775 w 12192000"/>
              <a:gd name="connsiteY2" fmla="*/ 6386217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4029 w 12192000"/>
              <a:gd name="connsiteY8" fmla="*/ 271376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751629 w 12192000"/>
              <a:gd name="connsiteY8" fmla="*/ 419966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2124 w 12192000"/>
              <a:gd name="connsiteY8" fmla="*/ 267566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209355 w 12192000"/>
              <a:gd name="connsiteY5" fmla="*/ 319001 h 6858000"/>
              <a:gd name="connsiteX6" fmla="*/ 10135695 w 12192000"/>
              <a:gd name="connsiteY6" fmla="*/ 1031751 h 6858000"/>
              <a:gd name="connsiteX7" fmla="*/ 11907839 w 12192000"/>
              <a:gd name="connsiteY7" fmla="*/ 1031116 h 6858000"/>
              <a:gd name="connsiteX8" fmla="*/ 11902124 w 12192000"/>
              <a:gd name="connsiteY8" fmla="*/ 267566 h 6858000"/>
              <a:gd name="connsiteX9" fmla="*/ 10209355 w 12192000"/>
              <a:gd name="connsiteY9" fmla="*/ 31900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35695 w 12192000"/>
              <a:gd name="connsiteY6" fmla="*/ 1031751 h 6858000"/>
              <a:gd name="connsiteX7" fmla="*/ 11907839 w 12192000"/>
              <a:gd name="connsiteY7" fmla="*/ 1031116 h 6858000"/>
              <a:gd name="connsiteX8" fmla="*/ 11902124 w 12192000"/>
              <a:gd name="connsiteY8" fmla="*/ 26756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215705 w 12192000"/>
              <a:gd name="connsiteY6" fmla="*/ 982221 h 6858000"/>
              <a:gd name="connsiteX7" fmla="*/ 11907839 w 12192000"/>
              <a:gd name="connsiteY7" fmla="*/ 1031116 h 6858000"/>
              <a:gd name="connsiteX8" fmla="*/ 11902124 w 12192000"/>
              <a:gd name="connsiteY8" fmla="*/ 26756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5220 w 12192000"/>
              <a:gd name="connsiteY6" fmla="*/ 1027941 h 6858000"/>
              <a:gd name="connsiteX7" fmla="*/ 11907839 w 12192000"/>
              <a:gd name="connsiteY7" fmla="*/ 1031116 h 6858000"/>
              <a:gd name="connsiteX8" fmla="*/ 11902124 w 12192000"/>
              <a:gd name="connsiteY8" fmla="*/ 26756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5220 w 12192000"/>
              <a:gd name="connsiteY6" fmla="*/ 1027941 h 6858000"/>
              <a:gd name="connsiteX7" fmla="*/ 11803064 w 12192000"/>
              <a:gd name="connsiteY7" fmla="*/ 954916 h 6858000"/>
              <a:gd name="connsiteX8" fmla="*/ 11902124 w 12192000"/>
              <a:gd name="connsiteY8" fmla="*/ 26756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5220 w 12192000"/>
              <a:gd name="connsiteY6" fmla="*/ 1027941 h 6858000"/>
              <a:gd name="connsiteX7" fmla="*/ 11904029 w 12192000"/>
              <a:gd name="connsiteY7" fmla="*/ 1027306 h 6858000"/>
              <a:gd name="connsiteX8" fmla="*/ 11902124 w 12192000"/>
              <a:gd name="connsiteY8" fmla="*/ 26756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5220 w 12192000"/>
              <a:gd name="connsiteY6" fmla="*/ 1027941 h 6858000"/>
              <a:gd name="connsiteX7" fmla="*/ 11673524 w 12192000"/>
              <a:gd name="connsiteY7" fmla="*/ 907291 h 6858000"/>
              <a:gd name="connsiteX8" fmla="*/ 11902124 w 12192000"/>
              <a:gd name="connsiteY8" fmla="*/ 26756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5220 w 12192000"/>
              <a:gd name="connsiteY6" fmla="*/ 1027941 h 6858000"/>
              <a:gd name="connsiteX7" fmla="*/ 11902124 w 12192000"/>
              <a:gd name="connsiteY7" fmla="*/ 1027306 h 6858000"/>
              <a:gd name="connsiteX8" fmla="*/ 11902124 w 12192000"/>
              <a:gd name="connsiteY8" fmla="*/ 26756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474785 w 12192000"/>
              <a:gd name="connsiteY6" fmla="*/ 904116 h 6858000"/>
              <a:gd name="connsiteX7" fmla="*/ 11902124 w 12192000"/>
              <a:gd name="connsiteY7" fmla="*/ 1027306 h 6858000"/>
              <a:gd name="connsiteX8" fmla="*/ 11902124 w 12192000"/>
              <a:gd name="connsiteY8" fmla="*/ 26756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5220 w 12192000"/>
              <a:gd name="connsiteY6" fmla="*/ 1026036 h 6858000"/>
              <a:gd name="connsiteX7" fmla="*/ 11902124 w 12192000"/>
              <a:gd name="connsiteY7" fmla="*/ 1027306 h 6858000"/>
              <a:gd name="connsiteX8" fmla="*/ 11902124 w 12192000"/>
              <a:gd name="connsiteY8" fmla="*/ 26756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5220 w 12192000"/>
              <a:gd name="connsiteY6" fmla="*/ 1026036 h 6858000"/>
              <a:gd name="connsiteX7" fmla="*/ 11902124 w 12192000"/>
              <a:gd name="connsiteY7" fmla="*/ 1027306 h 6858000"/>
              <a:gd name="connsiteX8" fmla="*/ 11902124 w 12192000"/>
              <a:gd name="connsiteY8" fmla="*/ 26756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510345 w 12192000"/>
              <a:gd name="connsiteY5" fmla="*/ 581891 h 6858000"/>
              <a:gd name="connsiteX6" fmla="*/ 10145220 w 12192000"/>
              <a:gd name="connsiteY6" fmla="*/ 1026036 h 6858000"/>
              <a:gd name="connsiteX7" fmla="*/ 11902124 w 12192000"/>
              <a:gd name="connsiteY7" fmla="*/ 1027306 h 6858000"/>
              <a:gd name="connsiteX8" fmla="*/ 11902124 w 12192000"/>
              <a:gd name="connsiteY8" fmla="*/ 267566 h 6858000"/>
              <a:gd name="connsiteX9" fmla="*/ 10510345 w 12192000"/>
              <a:gd name="connsiteY9" fmla="*/ 58189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5661 h 6858000"/>
              <a:gd name="connsiteX6" fmla="*/ 10145220 w 12192000"/>
              <a:gd name="connsiteY6" fmla="*/ 1026036 h 6858000"/>
              <a:gd name="connsiteX7" fmla="*/ 11902124 w 12192000"/>
              <a:gd name="connsiteY7" fmla="*/ 1027306 h 6858000"/>
              <a:gd name="connsiteX8" fmla="*/ 11902124 w 12192000"/>
              <a:gd name="connsiteY8" fmla="*/ 267566 h 6858000"/>
              <a:gd name="connsiteX9" fmla="*/ 10144585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226500 w 12192000"/>
              <a:gd name="connsiteY5" fmla="*/ 339956 h 6858000"/>
              <a:gd name="connsiteX6" fmla="*/ 10145220 w 12192000"/>
              <a:gd name="connsiteY6" fmla="*/ 1026036 h 6858000"/>
              <a:gd name="connsiteX7" fmla="*/ 11902124 w 12192000"/>
              <a:gd name="connsiteY7" fmla="*/ 1027306 h 6858000"/>
              <a:gd name="connsiteX8" fmla="*/ 11902124 w 12192000"/>
              <a:gd name="connsiteY8" fmla="*/ 267566 h 6858000"/>
              <a:gd name="connsiteX9" fmla="*/ 10226500 w 12192000"/>
              <a:gd name="connsiteY9" fmla="*/ 33995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7566 h 6858000"/>
              <a:gd name="connsiteX6" fmla="*/ 10145220 w 12192000"/>
              <a:gd name="connsiteY6" fmla="*/ 1026036 h 6858000"/>
              <a:gd name="connsiteX7" fmla="*/ 11902124 w 12192000"/>
              <a:gd name="connsiteY7" fmla="*/ 1027306 h 6858000"/>
              <a:gd name="connsiteX8" fmla="*/ 11902124 w 12192000"/>
              <a:gd name="connsiteY8" fmla="*/ 267566 h 6858000"/>
              <a:gd name="connsiteX9" fmla="*/ 10146490 w 12192000"/>
              <a:gd name="connsiteY9" fmla="*/ 26756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92000" h="6858000">
                <a:moveTo>
                  <a:pt x="489966" y="6280287"/>
                </a:moveTo>
                <a:lnTo>
                  <a:pt x="488061" y="6386217"/>
                </a:lnTo>
                <a:lnTo>
                  <a:pt x="951870" y="6386217"/>
                </a:lnTo>
                <a:lnTo>
                  <a:pt x="951870" y="6280287"/>
                </a:lnTo>
                <a:lnTo>
                  <a:pt x="489966" y="6280287"/>
                </a:lnTo>
                <a:close/>
                <a:moveTo>
                  <a:pt x="10146490" y="267566"/>
                </a:moveTo>
                <a:cubicBezTo>
                  <a:pt x="10144797" y="526104"/>
                  <a:pt x="10146913" y="767498"/>
                  <a:pt x="10145220" y="1026036"/>
                </a:cubicBezTo>
                <a:lnTo>
                  <a:pt x="11902124" y="1027306"/>
                </a:lnTo>
                <a:lnTo>
                  <a:pt x="11902124" y="267566"/>
                </a:lnTo>
                <a:lnTo>
                  <a:pt x="10146490" y="267566"/>
                </a:lnTo>
                <a:close/>
                <a:moveTo>
                  <a:pt x="0" y="0"/>
                </a:moveTo>
                <a:lnTo>
                  <a:pt x="12192000" y="0"/>
                </a:lnTo>
                <a:lnTo>
                  <a:pt x="12192000" y="6858000"/>
                </a:lnTo>
                <a:lnTo>
                  <a:pt x="0" y="6858000"/>
                </a:lnTo>
                <a:lnTo>
                  <a:pt x="0" y="0"/>
                </a:lnTo>
                <a:close/>
              </a:path>
            </a:pathLst>
          </a:custGeom>
        </p:spPr>
        <p:txBody>
          <a:bodyPr wrap="square">
            <a:noAutofit/>
          </a:bodyPr>
          <a:lstStyle>
            <a:lvl1pPr marL="0" indent="0">
              <a:buNone/>
              <a:defRPr/>
            </a:lvl1pPr>
          </a:lstStyle>
          <a:p>
            <a:r>
              <a:rPr lang="en-US"/>
              <a:t>Bild </a:t>
            </a:r>
            <a:r>
              <a:rPr lang="en-US" err="1"/>
              <a:t>durch</a:t>
            </a:r>
            <a:r>
              <a:rPr lang="en-US"/>
              <a:t> </a:t>
            </a:r>
            <a:r>
              <a:rPr lang="en-US" err="1"/>
              <a:t>Klicken</a:t>
            </a:r>
            <a:r>
              <a:rPr lang="en-US"/>
              <a:t> auf Symbol </a:t>
            </a:r>
            <a:r>
              <a:rPr lang="en-US" err="1"/>
              <a:t>hinzufügen</a:t>
            </a:r>
            <a:endParaRPr lang="en-US"/>
          </a:p>
        </p:txBody>
      </p:sp>
      <p:sp>
        <p:nvSpPr>
          <p:cNvPr id="8" name="Textplatzhalter 2">
            <a:extLst>
              <a:ext uri="{FF2B5EF4-FFF2-40B4-BE49-F238E27FC236}">
                <a16:creationId xmlns:a16="http://schemas.microsoft.com/office/drawing/2014/main" id="{B2BCC63D-764D-453B-B95D-B53E771DF123}"/>
              </a:ext>
            </a:extLst>
          </p:cNvPr>
          <p:cNvSpPr>
            <a:spLocks noGrp="1"/>
          </p:cNvSpPr>
          <p:nvPr>
            <p:ph type="body" sz="quarter" idx="10" hasCustomPrompt="1"/>
          </p:nvPr>
        </p:nvSpPr>
        <p:spPr>
          <a:xfrm>
            <a:off x="479425" y="5506133"/>
            <a:ext cx="7812088" cy="664797"/>
          </a:xfrm>
          <a:prstGeom prst="rect">
            <a:avLst/>
          </a:prstGeom>
          <a:noFill/>
        </p:spPr>
        <p:txBody>
          <a:bodyPr wrap="square" rtlCol="0" anchor="b">
            <a:spAutoFit/>
          </a:bodyPr>
          <a:lstStyle>
            <a:lvl1pPr marL="0" indent="0">
              <a:buNone/>
              <a:tabLst>
                <a:tab pos="1074738" algn="l"/>
              </a:tabLst>
              <a:defRPr lang="de-DE" sz="4800" b="1" cap="all" baseline="0" smtClean="0">
                <a:solidFill>
                  <a:schemeClr val="bg1"/>
                </a:solidFill>
                <a:latin typeface="STIHL Contraface Display Title" panose="02000600040000020004" pitchFamily="50" charset="0"/>
              </a:defRPr>
            </a:lvl1pPr>
            <a:lvl2pPr marL="277812" indent="0">
              <a:buNone/>
              <a:defRPr lang="de-DE" smtClean="0"/>
            </a:lvl2pPr>
            <a:lvl3pPr marL="739775" indent="0">
              <a:buNone/>
              <a:defRPr lang="de-DE" sz="1800" smtClean="0"/>
            </a:lvl3pPr>
            <a:lvl4pPr marL="1190625" indent="0">
              <a:buNone/>
              <a:defRPr lang="de-DE" sz="1800" smtClean="0"/>
            </a:lvl4pPr>
            <a:lvl5pPr marL="1647825" indent="0">
              <a:buNone/>
              <a:defRPr lang="de-DE" sz="1800"/>
            </a:lvl5pPr>
          </a:lstStyle>
          <a:p>
            <a:pPr marL="0" lvl="0"/>
            <a:r>
              <a:rPr lang="en-US" err="1"/>
              <a:t>Kapiteltrenner</a:t>
            </a:r>
            <a:r>
              <a:rPr lang="en-US"/>
              <a:t> </a:t>
            </a:r>
            <a:r>
              <a:rPr lang="en-US" err="1"/>
              <a:t>bearbeiten</a:t>
            </a:r>
            <a:endParaRPr lang="en-US"/>
          </a:p>
        </p:txBody>
      </p:sp>
      <p:sp>
        <p:nvSpPr>
          <p:cNvPr id="9" name="Rechteck 8">
            <a:extLst>
              <a:ext uri="{FF2B5EF4-FFF2-40B4-BE49-F238E27FC236}">
                <a16:creationId xmlns:a16="http://schemas.microsoft.com/office/drawing/2014/main" id="{2C6085ED-8EF3-4C74-9B9D-7804FC5FAEA1}"/>
              </a:ext>
            </a:extLst>
          </p:cNvPr>
          <p:cNvSpPr/>
          <p:nvPr/>
        </p:nvSpPr>
        <p:spPr>
          <a:xfrm>
            <a:off x="495191" y="6283982"/>
            <a:ext cx="450741" cy="9459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a:endParaRPr lang="en-US"/>
          </a:p>
        </p:txBody>
      </p:sp>
      <p:sp>
        <p:nvSpPr>
          <p:cNvPr id="10" name="Rechteck 9">
            <a:extLst>
              <a:ext uri="{FF2B5EF4-FFF2-40B4-BE49-F238E27FC236}">
                <a16:creationId xmlns:a16="http://schemas.microsoft.com/office/drawing/2014/main" id="{5CF86407-DA27-4CA6-A346-F8477F884E96}"/>
              </a:ext>
            </a:extLst>
          </p:cNvPr>
          <p:cNvSpPr>
            <a:spLocks/>
          </p:cNvSpPr>
          <p:nvPr/>
        </p:nvSpPr>
        <p:spPr>
          <a:xfrm>
            <a:off x="-1939923" y="2913099"/>
            <a:ext cx="1772284" cy="1031803"/>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ctr">
            <a:spAutoFit/>
          </a:bodyPr>
          <a:lstStyle/>
          <a:p>
            <a:pPr algn="ctr">
              <a:lnSpc>
                <a:spcPct val="90000"/>
              </a:lnSpc>
            </a:pPr>
            <a:r>
              <a:rPr lang="en-US" sz="1600" b="0">
                <a:solidFill>
                  <a:schemeClr val="tx1"/>
                </a:solidFill>
              </a:rPr>
              <a:t>Bitte </a:t>
            </a:r>
            <a:r>
              <a:rPr lang="en-US" sz="1600" b="0" err="1">
                <a:solidFill>
                  <a:schemeClr val="tx1"/>
                </a:solidFill>
              </a:rPr>
              <a:t>keine</a:t>
            </a:r>
            <a:r>
              <a:rPr lang="en-US" sz="1600" b="0">
                <a:solidFill>
                  <a:schemeClr val="tx1"/>
                </a:solidFill>
              </a:rPr>
              <a:t> </a:t>
            </a:r>
            <a:r>
              <a:rPr lang="en-US" sz="1600" b="0" err="1">
                <a:solidFill>
                  <a:schemeClr val="tx1"/>
                </a:solidFill>
              </a:rPr>
              <a:t>Folien</a:t>
            </a:r>
            <a:r>
              <a:rPr lang="en-US" sz="1600" b="0">
                <a:solidFill>
                  <a:schemeClr val="tx1"/>
                </a:solidFill>
              </a:rPr>
              <a:t> </a:t>
            </a:r>
            <a:r>
              <a:rPr lang="en-US" sz="1600" b="0" err="1">
                <a:solidFill>
                  <a:schemeClr val="tx1"/>
                </a:solidFill>
              </a:rPr>
              <a:t>mit</a:t>
            </a:r>
            <a:r>
              <a:rPr lang="en-US" sz="1600" b="0">
                <a:solidFill>
                  <a:schemeClr val="tx1"/>
                </a:solidFill>
              </a:rPr>
              <a:t> </a:t>
            </a:r>
            <a:r>
              <a:rPr lang="en-US" sz="1600" b="0" err="1">
                <a:solidFill>
                  <a:schemeClr val="tx1"/>
                </a:solidFill>
              </a:rPr>
              <a:t>vollflächigen</a:t>
            </a:r>
            <a:r>
              <a:rPr lang="en-US" sz="1600" b="0">
                <a:solidFill>
                  <a:schemeClr val="tx1"/>
                </a:solidFill>
              </a:rPr>
              <a:t> </a:t>
            </a:r>
            <a:r>
              <a:rPr lang="en-US" sz="1600" b="0" err="1">
                <a:solidFill>
                  <a:schemeClr val="tx1"/>
                </a:solidFill>
              </a:rPr>
              <a:t>Farben</a:t>
            </a:r>
            <a:r>
              <a:rPr lang="en-US" sz="1600" b="0">
                <a:solidFill>
                  <a:schemeClr val="tx1"/>
                </a:solidFill>
              </a:rPr>
              <a:t> </a:t>
            </a:r>
            <a:r>
              <a:rPr lang="en-US" sz="1600" b="0" err="1">
                <a:solidFill>
                  <a:schemeClr val="tx1"/>
                </a:solidFill>
              </a:rPr>
              <a:t>oder</a:t>
            </a:r>
            <a:r>
              <a:rPr lang="en-US" sz="1600" b="0">
                <a:solidFill>
                  <a:schemeClr val="tx1"/>
                </a:solidFill>
              </a:rPr>
              <a:t> </a:t>
            </a:r>
            <a:r>
              <a:rPr lang="en-US" sz="1600" b="0" err="1">
                <a:solidFill>
                  <a:schemeClr val="tx1"/>
                </a:solidFill>
              </a:rPr>
              <a:t>Motiven</a:t>
            </a:r>
            <a:r>
              <a:rPr lang="en-US" sz="1600" b="0">
                <a:solidFill>
                  <a:schemeClr val="tx1"/>
                </a:solidFill>
              </a:rPr>
              <a:t> </a:t>
            </a:r>
            <a:r>
              <a:rPr lang="en-US" sz="1600" b="0" err="1">
                <a:solidFill>
                  <a:schemeClr val="tx1"/>
                </a:solidFill>
              </a:rPr>
              <a:t>drucken</a:t>
            </a:r>
            <a:r>
              <a:rPr lang="en-US" sz="1600" b="0">
                <a:solidFill>
                  <a:schemeClr val="tx1"/>
                </a:solidFill>
              </a:rPr>
              <a:t> </a:t>
            </a:r>
          </a:p>
        </p:txBody>
      </p:sp>
      <p:pic>
        <p:nvPicPr>
          <p:cNvPr id="12" name="Grafik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136061" y="258750"/>
            <a:ext cx="1774212" cy="775631"/>
          </a:xfrm>
          <a:prstGeom prst="rect">
            <a:avLst/>
          </a:prstGeom>
        </p:spPr>
      </p:pic>
    </p:spTree>
    <p:extLst>
      <p:ext uri="{BB962C8B-B14F-4D97-AF65-F5344CB8AC3E}">
        <p14:creationId xmlns:p14="http://schemas.microsoft.com/office/powerpoint/2010/main" val="22164311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Schlussfolie Hintergrundbild">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70" imgH="371" progId="TCLayout.ActiveDocument.1">
                  <p:embed/>
                </p:oleObj>
              </mc:Choice>
              <mc:Fallback>
                <p:oleObj name="think-cell Folie" r:id="rId3" imgW="370" imgH="371" progId="TCLayout.ActiveDocument.1">
                  <p:embed/>
                  <p:pic>
                    <p:nvPicPr>
                      <p:cNvPr id="2" name="Objek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7" name="Bildplatzhalter 14">
            <a:extLst>
              <a:ext uri="{FF2B5EF4-FFF2-40B4-BE49-F238E27FC236}">
                <a16:creationId xmlns:a16="http://schemas.microsoft.com/office/drawing/2014/main" id="{12A2E7EC-D35A-4A4A-BBD2-6097A2AF7814}"/>
              </a:ext>
            </a:extLst>
          </p:cNvPr>
          <p:cNvSpPr>
            <a:spLocks noGrp="1"/>
          </p:cNvSpPr>
          <p:nvPr>
            <p:ph type="pic" sz="quarter" idx="15" hasCustomPrompt="1"/>
          </p:nvPr>
        </p:nvSpPr>
        <p:spPr>
          <a:xfrm>
            <a:off x="0" y="0"/>
            <a:ext cx="12192000" cy="6858000"/>
          </a:xfrm>
          <a:custGeom>
            <a:avLst/>
            <a:gdLst>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10129345 w 12192000"/>
              <a:gd name="connsiteY4" fmla="*/ 344401 h 6858000"/>
              <a:gd name="connsiteX5" fmla="*/ 10129345 w 12192000"/>
              <a:gd name="connsiteY5" fmla="*/ 1099696 h 6858000"/>
              <a:gd name="connsiteX6" fmla="*/ 11857039 w 12192000"/>
              <a:gd name="connsiteY6" fmla="*/ 1099696 h 6858000"/>
              <a:gd name="connsiteX7" fmla="*/ 11857039 w 12192000"/>
              <a:gd name="connsiteY7" fmla="*/ 344401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29345 w 12192000"/>
              <a:gd name="connsiteY6" fmla="*/ 1099696 h 6858000"/>
              <a:gd name="connsiteX7" fmla="*/ 11857039 w 12192000"/>
              <a:gd name="connsiteY7" fmla="*/ 1099696 h 6858000"/>
              <a:gd name="connsiteX8" fmla="*/ 11857039 w 12192000"/>
              <a:gd name="connsiteY8" fmla="*/ 34440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29345 w 12192000"/>
              <a:gd name="connsiteY6" fmla="*/ 1099696 h 6858000"/>
              <a:gd name="connsiteX7" fmla="*/ 11857039 w 12192000"/>
              <a:gd name="connsiteY7" fmla="*/ 109969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29345 w 12192000"/>
              <a:gd name="connsiteY6" fmla="*/ 1099696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31885 w 12192000"/>
              <a:gd name="connsiteY6" fmla="*/ 1033656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361950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361950 w 12192000"/>
              <a:gd name="connsiteY0" fmla="*/ 2751084 h 6858000"/>
              <a:gd name="connsiteX1" fmla="*/ 642366 w 12192000"/>
              <a:gd name="connsiteY1" fmla="*/ 6534807 h 6858000"/>
              <a:gd name="connsiteX2" fmla="*/ 5401950 w 12192000"/>
              <a:gd name="connsiteY2" fmla="*/ 6534807 h 6858000"/>
              <a:gd name="connsiteX3" fmla="*/ 5401950 w 12192000"/>
              <a:gd name="connsiteY3" fmla="*/ 2751084 h 6858000"/>
              <a:gd name="connsiteX4" fmla="*/ 361950 w 12192000"/>
              <a:gd name="connsiteY4" fmla="*/ 2751084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2366 w 12192000"/>
              <a:gd name="connsiteY0" fmla="*/ 6426972 h 6858000"/>
              <a:gd name="connsiteX1" fmla="*/ 642366 w 12192000"/>
              <a:gd name="connsiteY1" fmla="*/ 6534807 h 6858000"/>
              <a:gd name="connsiteX2" fmla="*/ 5401950 w 12192000"/>
              <a:gd name="connsiteY2" fmla="*/ 6534807 h 6858000"/>
              <a:gd name="connsiteX3" fmla="*/ 5401950 w 12192000"/>
              <a:gd name="connsiteY3" fmla="*/ 2751084 h 6858000"/>
              <a:gd name="connsiteX4" fmla="*/ 642366 w 12192000"/>
              <a:gd name="connsiteY4" fmla="*/ 642697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2366 w 12192000"/>
              <a:gd name="connsiteY0" fmla="*/ 6426972 h 6858000"/>
              <a:gd name="connsiteX1" fmla="*/ 642366 w 12192000"/>
              <a:gd name="connsiteY1" fmla="*/ 6534807 h 6858000"/>
              <a:gd name="connsiteX2" fmla="*/ 5401950 w 12192000"/>
              <a:gd name="connsiteY2" fmla="*/ 6534807 h 6858000"/>
              <a:gd name="connsiteX3" fmla="*/ 1378590 w 12192000"/>
              <a:gd name="connsiteY3" fmla="*/ 6122172 h 6858000"/>
              <a:gd name="connsiteX4" fmla="*/ 642366 w 12192000"/>
              <a:gd name="connsiteY4" fmla="*/ 642697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2366 w 12192000"/>
              <a:gd name="connsiteY0" fmla="*/ 6426972 h 6858000"/>
              <a:gd name="connsiteX1" fmla="*/ 642366 w 12192000"/>
              <a:gd name="connsiteY1" fmla="*/ 6534807 h 6858000"/>
              <a:gd name="connsiteX2" fmla="*/ 1195710 w 12192000"/>
              <a:gd name="connsiteY2" fmla="*/ 6565287 h 6858000"/>
              <a:gd name="connsiteX3" fmla="*/ 1378590 w 12192000"/>
              <a:gd name="connsiteY3" fmla="*/ 6122172 h 6858000"/>
              <a:gd name="connsiteX4" fmla="*/ 642366 w 12192000"/>
              <a:gd name="connsiteY4" fmla="*/ 642697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2366 w 12192000"/>
              <a:gd name="connsiteY0" fmla="*/ 6426972 h 6858000"/>
              <a:gd name="connsiteX1" fmla="*/ 642366 w 12192000"/>
              <a:gd name="connsiteY1" fmla="*/ 6534807 h 6858000"/>
              <a:gd name="connsiteX2" fmla="*/ 1195710 w 12192000"/>
              <a:gd name="connsiteY2" fmla="*/ 6565287 h 6858000"/>
              <a:gd name="connsiteX3" fmla="*/ 1378590 w 12192000"/>
              <a:gd name="connsiteY3" fmla="*/ 6122172 h 6858000"/>
              <a:gd name="connsiteX4" fmla="*/ 642366 w 12192000"/>
              <a:gd name="connsiteY4" fmla="*/ 642697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2366 w 12192000"/>
              <a:gd name="connsiteY0" fmla="*/ 6426972 h 6858000"/>
              <a:gd name="connsiteX1" fmla="*/ 642366 w 12192000"/>
              <a:gd name="connsiteY1" fmla="*/ 6534807 h 6858000"/>
              <a:gd name="connsiteX2" fmla="*/ 1102365 w 12192000"/>
              <a:gd name="connsiteY2" fmla="*/ 6536712 h 6858000"/>
              <a:gd name="connsiteX3" fmla="*/ 1378590 w 12192000"/>
              <a:gd name="connsiteY3" fmla="*/ 6122172 h 6858000"/>
              <a:gd name="connsiteX4" fmla="*/ 642366 w 12192000"/>
              <a:gd name="connsiteY4" fmla="*/ 642697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2366 w 12192000"/>
              <a:gd name="connsiteY0" fmla="*/ 6426972 h 6858000"/>
              <a:gd name="connsiteX1" fmla="*/ 642366 w 12192000"/>
              <a:gd name="connsiteY1" fmla="*/ 6534807 h 6858000"/>
              <a:gd name="connsiteX2" fmla="*/ 1102365 w 12192000"/>
              <a:gd name="connsiteY2" fmla="*/ 6536712 h 6858000"/>
              <a:gd name="connsiteX3" fmla="*/ 1106175 w 12192000"/>
              <a:gd name="connsiteY3" fmla="*/ 6434592 h 6858000"/>
              <a:gd name="connsiteX4" fmla="*/ 642366 w 12192000"/>
              <a:gd name="connsiteY4" fmla="*/ 642697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2366 w 12192000"/>
              <a:gd name="connsiteY0" fmla="*/ 6426972 h 6858000"/>
              <a:gd name="connsiteX1" fmla="*/ 642366 w 12192000"/>
              <a:gd name="connsiteY1" fmla="*/ 6534807 h 6858000"/>
              <a:gd name="connsiteX2" fmla="*/ 1106175 w 12192000"/>
              <a:gd name="connsiteY2" fmla="*/ 6538617 h 6858000"/>
              <a:gd name="connsiteX3" fmla="*/ 1106175 w 12192000"/>
              <a:gd name="connsiteY3" fmla="*/ 6434592 h 6858000"/>
              <a:gd name="connsiteX4" fmla="*/ 642366 w 12192000"/>
              <a:gd name="connsiteY4" fmla="*/ 642697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6176 w 12192000"/>
              <a:gd name="connsiteY0" fmla="*/ 6430782 h 6858000"/>
              <a:gd name="connsiteX1" fmla="*/ 642366 w 12192000"/>
              <a:gd name="connsiteY1" fmla="*/ 6534807 h 6858000"/>
              <a:gd name="connsiteX2" fmla="*/ 1106175 w 12192000"/>
              <a:gd name="connsiteY2" fmla="*/ 6538617 h 6858000"/>
              <a:gd name="connsiteX3" fmla="*/ 1106175 w 12192000"/>
              <a:gd name="connsiteY3" fmla="*/ 6434592 h 6858000"/>
              <a:gd name="connsiteX4" fmla="*/ 646176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6176 w 12192000"/>
              <a:gd name="connsiteY0" fmla="*/ 6430782 h 6858000"/>
              <a:gd name="connsiteX1" fmla="*/ 642366 w 12192000"/>
              <a:gd name="connsiteY1" fmla="*/ 6534807 h 6858000"/>
              <a:gd name="connsiteX2" fmla="*/ 1106175 w 12192000"/>
              <a:gd name="connsiteY2" fmla="*/ 6538617 h 6858000"/>
              <a:gd name="connsiteX3" fmla="*/ 1106175 w 12192000"/>
              <a:gd name="connsiteY3" fmla="*/ 6432687 h 6858000"/>
              <a:gd name="connsiteX4" fmla="*/ 646176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6176 w 12192000"/>
              <a:gd name="connsiteY0" fmla="*/ 6430782 h 6858000"/>
              <a:gd name="connsiteX1" fmla="*/ 642366 w 12192000"/>
              <a:gd name="connsiteY1" fmla="*/ 6534807 h 6858000"/>
              <a:gd name="connsiteX2" fmla="*/ 1106175 w 12192000"/>
              <a:gd name="connsiteY2" fmla="*/ 6538617 h 6858000"/>
              <a:gd name="connsiteX3" fmla="*/ 1106175 w 12192000"/>
              <a:gd name="connsiteY3" fmla="*/ 6428877 h 6858000"/>
              <a:gd name="connsiteX4" fmla="*/ 646176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6176 w 12192000"/>
              <a:gd name="connsiteY0" fmla="*/ 6430782 h 6858000"/>
              <a:gd name="connsiteX1" fmla="*/ 642366 w 12192000"/>
              <a:gd name="connsiteY1" fmla="*/ 6534807 h 6858000"/>
              <a:gd name="connsiteX2" fmla="*/ 1106175 w 12192000"/>
              <a:gd name="connsiteY2" fmla="*/ 6538617 h 6858000"/>
              <a:gd name="connsiteX3" fmla="*/ 1106175 w 12192000"/>
              <a:gd name="connsiteY3" fmla="*/ 6430782 h 6858000"/>
              <a:gd name="connsiteX4" fmla="*/ 646176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6176 w 12192000"/>
              <a:gd name="connsiteY0" fmla="*/ 6430782 h 6858000"/>
              <a:gd name="connsiteX1" fmla="*/ 642366 w 12192000"/>
              <a:gd name="connsiteY1" fmla="*/ 6534807 h 6858000"/>
              <a:gd name="connsiteX2" fmla="*/ 1106175 w 12192000"/>
              <a:gd name="connsiteY2" fmla="*/ 6536712 h 6858000"/>
              <a:gd name="connsiteX3" fmla="*/ 1106175 w 12192000"/>
              <a:gd name="connsiteY3" fmla="*/ 6430782 h 6858000"/>
              <a:gd name="connsiteX4" fmla="*/ 646176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6176 w 12192000"/>
              <a:gd name="connsiteY0" fmla="*/ 6430782 h 6858000"/>
              <a:gd name="connsiteX1" fmla="*/ 644271 w 12192000"/>
              <a:gd name="connsiteY1" fmla="*/ 6534807 h 6858000"/>
              <a:gd name="connsiteX2" fmla="*/ 1106175 w 12192000"/>
              <a:gd name="connsiteY2" fmla="*/ 6536712 h 6858000"/>
              <a:gd name="connsiteX3" fmla="*/ 1106175 w 12192000"/>
              <a:gd name="connsiteY3" fmla="*/ 6430782 h 6858000"/>
              <a:gd name="connsiteX4" fmla="*/ 646176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4271 w 12192000"/>
              <a:gd name="connsiteY0" fmla="*/ 6430782 h 6858000"/>
              <a:gd name="connsiteX1" fmla="*/ 644271 w 12192000"/>
              <a:gd name="connsiteY1" fmla="*/ 6534807 h 6858000"/>
              <a:gd name="connsiteX2" fmla="*/ 1106175 w 12192000"/>
              <a:gd name="connsiteY2" fmla="*/ 6536712 h 6858000"/>
              <a:gd name="connsiteX3" fmla="*/ 1106175 w 12192000"/>
              <a:gd name="connsiteY3" fmla="*/ 6430782 h 6858000"/>
              <a:gd name="connsiteX4" fmla="*/ 644271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644271 w 12192000"/>
              <a:gd name="connsiteY0" fmla="*/ 6430782 h 6858000"/>
              <a:gd name="connsiteX1" fmla="*/ 644271 w 12192000"/>
              <a:gd name="connsiteY1" fmla="*/ 6534807 h 6858000"/>
              <a:gd name="connsiteX2" fmla="*/ 1106175 w 12192000"/>
              <a:gd name="connsiteY2" fmla="*/ 6536712 h 6858000"/>
              <a:gd name="connsiteX3" fmla="*/ 1106175 w 12192000"/>
              <a:gd name="connsiteY3" fmla="*/ 6430782 h 6858000"/>
              <a:gd name="connsiteX4" fmla="*/ 644271 w 12192000"/>
              <a:gd name="connsiteY4" fmla="*/ 6430782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644271 w 12192000"/>
              <a:gd name="connsiteY1" fmla="*/ 6534807 h 6858000"/>
              <a:gd name="connsiteX2" fmla="*/ 1106175 w 12192000"/>
              <a:gd name="connsiteY2" fmla="*/ 6536712 h 6858000"/>
              <a:gd name="connsiteX3" fmla="*/ 1106175 w 12192000"/>
              <a:gd name="connsiteY3" fmla="*/ 6430782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644271 w 12192000"/>
              <a:gd name="connsiteY1" fmla="*/ 6534807 h 6858000"/>
              <a:gd name="connsiteX2" fmla="*/ 1106175 w 12192000"/>
              <a:gd name="connsiteY2" fmla="*/ 6536712 h 6858000"/>
              <a:gd name="connsiteX3" fmla="*/ 951870 w 12192000"/>
              <a:gd name="connsiteY3" fmla="*/ 6278382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644271 w 12192000"/>
              <a:gd name="connsiteY1" fmla="*/ 6534807 h 6858000"/>
              <a:gd name="connsiteX2" fmla="*/ 1106175 w 12192000"/>
              <a:gd name="connsiteY2" fmla="*/ 6536712 h 6858000"/>
              <a:gd name="connsiteX3" fmla="*/ 951870 w 12192000"/>
              <a:gd name="connsiteY3" fmla="*/ 6278382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644271 w 12192000"/>
              <a:gd name="connsiteY1" fmla="*/ 6534807 h 6858000"/>
              <a:gd name="connsiteX2" fmla="*/ 1106175 w 12192000"/>
              <a:gd name="connsiteY2" fmla="*/ 6536712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644271 w 12192000"/>
              <a:gd name="connsiteY1" fmla="*/ 6534807 h 6858000"/>
              <a:gd name="connsiteX2" fmla="*/ 953775 w 12192000"/>
              <a:gd name="connsiteY2" fmla="*/ 6384312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3775 w 12192000"/>
              <a:gd name="connsiteY2" fmla="*/ 6384312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3775 w 12192000"/>
              <a:gd name="connsiteY2" fmla="*/ 6386217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7839 w 12192000"/>
              <a:gd name="connsiteY8" fmla="*/ 258041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4029 w 12192000"/>
              <a:gd name="connsiteY8" fmla="*/ 271376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751629 w 12192000"/>
              <a:gd name="connsiteY8" fmla="*/ 419966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36965 w 12192000"/>
              <a:gd name="connsiteY5" fmla="*/ 258041 h 6858000"/>
              <a:gd name="connsiteX6" fmla="*/ 10135695 w 12192000"/>
              <a:gd name="connsiteY6" fmla="*/ 1031751 h 6858000"/>
              <a:gd name="connsiteX7" fmla="*/ 11907839 w 12192000"/>
              <a:gd name="connsiteY7" fmla="*/ 1031116 h 6858000"/>
              <a:gd name="connsiteX8" fmla="*/ 11902124 w 12192000"/>
              <a:gd name="connsiteY8" fmla="*/ 267566 h 6858000"/>
              <a:gd name="connsiteX9" fmla="*/ 10136965 w 12192000"/>
              <a:gd name="connsiteY9" fmla="*/ 25804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209355 w 12192000"/>
              <a:gd name="connsiteY5" fmla="*/ 319001 h 6858000"/>
              <a:gd name="connsiteX6" fmla="*/ 10135695 w 12192000"/>
              <a:gd name="connsiteY6" fmla="*/ 1031751 h 6858000"/>
              <a:gd name="connsiteX7" fmla="*/ 11907839 w 12192000"/>
              <a:gd name="connsiteY7" fmla="*/ 1031116 h 6858000"/>
              <a:gd name="connsiteX8" fmla="*/ 11902124 w 12192000"/>
              <a:gd name="connsiteY8" fmla="*/ 267566 h 6858000"/>
              <a:gd name="connsiteX9" fmla="*/ 10209355 w 12192000"/>
              <a:gd name="connsiteY9" fmla="*/ 31900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35695 w 12192000"/>
              <a:gd name="connsiteY6" fmla="*/ 1031751 h 6858000"/>
              <a:gd name="connsiteX7" fmla="*/ 11907839 w 12192000"/>
              <a:gd name="connsiteY7" fmla="*/ 1031116 h 6858000"/>
              <a:gd name="connsiteX8" fmla="*/ 11902124 w 12192000"/>
              <a:gd name="connsiteY8" fmla="*/ 26756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215705 w 12192000"/>
              <a:gd name="connsiteY6" fmla="*/ 982221 h 6858000"/>
              <a:gd name="connsiteX7" fmla="*/ 11907839 w 12192000"/>
              <a:gd name="connsiteY7" fmla="*/ 1031116 h 6858000"/>
              <a:gd name="connsiteX8" fmla="*/ 11902124 w 12192000"/>
              <a:gd name="connsiteY8" fmla="*/ 26756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5220 w 12192000"/>
              <a:gd name="connsiteY6" fmla="*/ 1027941 h 6858000"/>
              <a:gd name="connsiteX7" fmla="*/ 11907839 w 12192000"/>
              <a:gd name="connsiteY7" fmla="*/ 1031116 h 6858000"/>
              <a:gd name="connsiteX8" fmla="*/ 11902124 w 12192000"/>
              <a:gd name="connsiteY8" fmla="*/ 26756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5220 w 12192000"/>
              <a:gd name="connsiteY6" fmla="*/ 1027941 h 6858000"/>
              <a:gd name="connsiteX7" fmla="*/ 11803064 w 12192000"/>
              <a:gd name="connsiteY7" fmla="*/ 954916 h 6858000"/>
              <a:gd name="connsiteX8" fmla="*/ 11902124 w 12192000"/>
              <a:gd name="connsiteY8" fmla="*/ 26756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5220 w 12192000"/>
              <a:gd name="connsiteY6" fmla="*/ 1027941 h 6858000"/>
              <a:gd name="connsiteX7" fmla="*/ 11904029 w 12192000"/>
              <a:gd name="connsiteY7" fmla="*/ 1027306 h 6858000"/>
              <a:gd name="connsiteX8" fmla="*/ 11902124 w 12192000"/>
              <a:gd name="connsiteY8" fmla="*/ 26756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316035 w 12192000"/>
              <a:gd name="connsiteY5" fmla="*/ 364721 h 6858000"/>
              <a:gd name="connsiteX6" fmla="*/ 10145220 w 12192000"/>
              <a:gd name="connsiteY6" fmla="*/ 1027941 h 6858000"/>
              <a:gd name="connsiteX7" fmla="*/ 11904029 w 12192000"/>
              <a:gd name="connsiteY7" fmla="*/ 1027306 h 6858000"/>
              <a:gd name="connsiteX8" fmla="*/ 11902124 w 12192000"/>
              <a:gd name="connsiteY8" fmla="*/ 267566 h 6858000"/>
              <a:gd name="connsiteX9" fmla="*/ 10316035 w 12192000"/>
              <a:gd name="connsiteY9" fmla="*/ 36472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5661 h 6858000"/>
              <a:gd name="connsiteX6" fmla="*/ 10145220 w 12192000"/>
              <a:gd name="connsiteY6" fmla="*/ 1027941 h 6858000"/>
              <a:gd name="connsiteX7" fmla="*/ 11904029 w 12192000"/>
              <a:gd name="connsiteY7" fmla="*/ 1027306 h 6858000"/>
              <a:gd name="connsiteX8" fmla="*/ 11902124 w 12192000"/>
              <a:gd name="connsiteY8" fmla="*/ 267566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5661 h 6858000"/>
              <a:gd name="connsiteX6" fmla="*/ 10145220 w 12192000"/>
              <a:gd name="connsiteY6" fmla="*/ 1027941 h 6858000"/>
              <a:gd name="connsiteX7" fmla="*/ 11904029 w 12192000"/>
              <a:gd name="connsiteY7" fmla="*/ 1027306 h 6858000"/>
              <a:gd name="connsiteX8" fmla="*/ 11829734 w 12192000"/>
              <a:gd name="connsiteY8" fmla="*/ 351386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5661 h 6858000"/>
              <a:gd name="connsiteX6" fmla="*/ 10145220 w 12192000"/>
              <a:gd name="connsiteY6" fmla="*/ 1027941 h 6858000"/>
              <a:gd name="connsiteX7" fmla="*/ 11904029 w 12192000"/>
              <a:gd name="connsiteY7" fmla="*/ 1027306 h 6858000"/>
              <a:gd name="connsiteX8" fmla="*/ 11904029 w 12192000"/>
              <a:gd name="connsiteY8" fmla="*/ 265661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5661 h 6858000"/>
              <a:gd name="connsiteX6" fmla="*/ 10145220 w 12192000"/>
              <a:gd name="connsiteY6" fmla="*/ 1027941 h 6858000"/>
              <a:gd name="connsiteX7" fmla="*/ 11623994 w 12192000"/>
              <a:gd name="connsiteY7" fmla="*/ 924436 h 6858000"/>
              <a:gd name="connsiteX8" fmla="*/ 11904029 w 12192000"/>
              <a:gd name="connsiteY8" fmla="*/ 265661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5661 h 6858000"/>
              <a:gd name="connsiteX6" fmla="*/ 10145220 w 12192000"/>
              <a:gd name="connsiteY6" fmla="*/ 1027941 h 6858000"/>
              <a:gd name="connsiteX7" fmla="*/ 11904029 w 12192000"/>
              <a:gd name="connsiteY7" fmla="*/ 1025401 h 6858000"/>
              <a:gd name="connsiteX8" fmla="*/ 11904029 w 12192000"/>
              <a:gd name="connsiteY8" fmla="*/ 265661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5661 h 6858000"/>
              <a:gd name="connsiteX6" fmla="*/ 10206180 w 12192000"/>
              <a:gd name="connsiteY6" fmla="*/ 955551 h 6858000"/>
              <a:gd name="connsiteX7" fmla="*/ 11904029 w 12192000"/>
              <a:gd name="connsiteY7" fmla="*/ 1025401 h 6858000"/>
              <a:gd name="connsiteX8" fmla="*/ 11904029 w 12192000"/>
              <a:gd name="connsiteY8" fmla="*/ 265661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5661 h 6858000"/>
              <a:gd name="connsiteX6" fmla="*/ 10143315 w 12192000"/>
              <a:gd name="connsiteY6" fmla="*/ 1027941 h 6858000"/>
              <a:gd name="connsiteX7" fmla="*/ 11904029 w 12192000"/>
              <a:gd name="connsiteY7" fmla="*/ 1025401 h 6858000"/>
              <a:gd name="connsiteX8" fmla="*/ 11904029 w 12192000"/>
              <a:gd name="connsiteY8" fmla="*/ 265661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5661 h 6858000"/>
              <a:gd name="connsiteX6" fmla="*/ 10141410 w 12192000"/>
              <a:gd name="connsiteY6" fmla="*/ 1026036 h 6858000"/>
              <a:gd name="connsiteX7" fmla="*/ 11904029 w 12192000"/>
              <a:gd name="connsiteY7" fmla="*/ 1025401 h 6858000"/>
              <a:gd name="connsiteX8" fmla="*/ 11904029 w 12192000"/>
              <a:gd name="connsiteY8" fmla="*/ 265661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5661 h 6858000"/>
              <a:gd name="connsiteX6" fmla="*/ 10143315 w 12192000"/>
              <a:gd name="connsiteY6" fmla="*/ 1026036 h 6858000"/>
              <a:gd name="connsiteX7" fmla="*/ 11904029 w 12192000"/>
              <a:gd name="connsiteY7" fmla="*/ 1025401 h 6858000"/>
              <a:gd name="connsiteX8" fmla="*/ 11904029 w 12192000"/>
              <a:gd name="connsiteY8" fmla="*/ 265661 h 6858000"/>
              <a:gd name="connsiteX9" fmla="*/ 10146490 w 12192000"/>
              <a:gd name="connsiteY9" fmla="*/ 26566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260790 w 12192000"/>
              <a:gd name="connsiteY5" fmla="*/ 385676 h 6858000"/>
              <a:gd name="connsiteX6" fmla="*/ 10143315 w 12192000"/>
              <a:gd name="connsiteY6" fmla="*/ 1026036 h 6858000"/>
              <a:gd name="connsiteX7" fmla="*/ 11904029 w 12192000"/>
              <a:gd name="connsiteY7" fmla="*/ 1025401 h 6858000"/>
              <a:gd name="connsiteX8" fmla="*/ 11904029 w 12192000"/>
              <a:gd name="connsiteY8" fmla="*/ 265661 h 6858000"/>
              <a:gd name="connsiteX9" fmla="*/ 10260790 w 12192000"/>
              <a:gd name="connsiteY9" fmla="*/ 3856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71376 h 6858000"/>
              <a:gd name="connsiteX6" fmla="*/ 10143315 w 12192000"/>
              <a:gd name="connsiteY6" fmla="*/ 1026036 h 6858000"/>
              <a:gd name="connsiteX7" fmla="*/ 11904029 w 12192000"/>
              <a:gd name="connsiteY7" fmla="*/ 1025401 h 6858000"/>
              <a:gd name="connsiteX8" fmla="*/ 11904029 w 12192000"/>
              <a:gd name="connsiteY8" fmla="*/ 265661 h 6858000"/>
              <a:gd name="connsiteX9" fmla="*/ 10146490 w 12192000"/>
              <a:gd name="connsiteY9" fmla="*/ 2713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71376 h 6858000"/>
              <a:gd name="connsiteX6" fmla="*/ 10143315 w 12192000"/>
              <a:gd name="connsiteY6" fmla="*/ 1026036 h 6858000"/>
              <a:gd name="connsiteX7" fmla="*/ 11904029 w 12192000"/>
              <a:gd name="connsiteY7" fmla="*/ 1025401 h 6858000"/>
              <a:gd name="connsiteX8" fmla="*/ 11782109 w 12192000"/>
              <a:gd name="connsiteY8" fmla="*/ 360911 h 6858000"/>
              <a:gd name="connsiteX9" fmla="*/ 10146490 w 12192000"/>
              <a:gd name="connsiteY9" fmla="*/ 2713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71376 h 6858000"/>
              <a:gd name="connsiteX6" fmla="*/ 10143315 w 12192000"/>
              <a:gd name="connsiteY6" fmla="*/ 1026036 h 6858000"/>
              <a:gd name="connsiteX7" fmla="*/ 11904029 w 12192000"/>
              <a:gd name="connsiteY7" fmla="*/ 1025401 h 6858000"/>
              <a:gd name="connsiteX8" fmla="*/ 11904029 w 12192000"/>
              <a:gd name="connsiteY8" fmla="*/ 267566 h 6858000"/>
              <a:gd name="connsiteX9" fmla="*/ 10146490 w 12192000"/>
              <a:gd name="connsiteY9" fmla="*/ 2713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71376 h 6858000"/>
              <a:gd name="connsiteX6" fmla="*/ 10143315 w 12192000"/>
              <a:gd name="connsiteY6" fmla="*/ 1026036 h 6858000"/>
              <a:gd name="connsiteX7" fmla="*/ 11669714 w 12192000"/>
              <a:gd name="connsiteY7" fmla="*/ 956821 h 6858000"/>
              <a:gd name="connsiteX8" fmla="*/ 11904029 w 12192000"/>
              <a:gd name="connsiteY8" fmla="*/ 267566 h 6858000"/>
              <a:gd name="connsiteX9" fmla="*/ 10146490 w 12192000"/>
              <a:gd name="connsiteY9" fmla="*/ 2713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71376 h 6858000"/>
              <a:gd name="connsiteX6" fmla="*/ 10143315 w 12192000"/>
              <a:gd name="connsiteY6" fmla="*/ 1026036 h 6858000"/>
              <a:gd name="connsiteX7" fmla="*/ 11902124 w 12192000"/>
              <a:gd name="connsiteY7" fmla="*/ 1029211 h 6858000"/>
              <a:gd name="connsiteX8" fmla="*/ 11904029 w 12192000"/>
              <a:gd name="connsiteY8" fmla="*/ 267566 h 6858000"/>
              <a:gd name="connsiteX9" fmla="*/ 10146490 w 12192000"/>
              <a:gd name="connsiteY9" fmla="*/ 2713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71376 h 6858000"/>
              <a:gd name="connsiteX6" fmla="*/ 10217610 w 12192000"/>
              <a:gd name="connsiteY6" fmla="*/ 963171 h 6858000"/>
              <a:gd name="connsiteX7" fmla="*/ 11902124 w 12192000"/>
              <a:gd name="connsiteY7" fmla="*/ 1029211 h 6858000"/>
              <a:gd name="connsiteX8" fmla="*/ 11904029 w 12192000"/>
              <a:gd name="connsiteY8" fmla="*/ 267566 h 6858000"/>
              <a:gd name="connsiteX9" fmla="*/ 10146490 w 12192000"/>
              <a:gd name="connsiteY9" fmla="*/ 2713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71376 h 6858000"/>
              <a:gd name="connsiteX6" fmla="*/ 10143315 w 12192000"/>
              <a:gd name="connsiteY6" fmla="*/ 1026036 h 6858000"/>
              <a:gd name="connsiteX7" fmla="*/ 11902124 w 12192000"/>
              <a:gd name="connsiteY7" fmla="*/ 1029211 h 6858000"/>
              <a:gd name="connsiteX8" fmla="*/ 11904029 w 12192000"/>
              <a:gd name="connsiteY8" fmla="*/ 267566 h 6858000"/>
              <a:gd name="connsiteX9" fmla="*/ 10146490 w 12192000"/>
              <a:gd name="connsiteY9" fmla="*/ 2713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71376 h 6858000"/>
              <a:gd name="connsiteX6" fmla="*/ 10143315 w 12192000"/>
              <a:gd name="connsiteY6" fmla="*/ 1026036 h 6858000"/>
              <a:gd name="connsiteX7" fmla="*/ 11904029 w 12192000"/>
              <a:gd name="connsiteY7" fmla="*/ 1027306 h 6858000"/>
              <a:gd name="connsiteX8" fmla="*/ 11904029 w 12192000"/>
              <a:gd name="connsiteY8" fmla="*/ 267566 h 6858000"/>
              <a:gd name="connsiteX9" fmla="*/ 10146490 w 12192000"/>
              <a:gd name="connsiteY9" fmla="*/ 27137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3315 w 12192000"/>
              <a:gd name="connsiteY6" fmla="*/ 1026036 h 6858000"/>
              <a:gd name="connsiteX7" fmla="*/ 11904029 w 12192000"/>
              <a:gd name="connsiteY7" fmla="*/ 1027306 h 6858000"/>
              <a:gd name="connsiteX8" fmla="*/ 11904029 w 12192000"/>
              <a:gd name="connsiteY8" fmla="*/ 26756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3315 w 12192000"/>
              <a:gd name="connsiteY6" fmla="*/ 1026036 h 6858000"/>
              <a:gd name="connsiteX7" fmla="*/ 11904029 w 12192000"/>
              <a:gd name="connsiteY7" fmla="*/ 1027306 h 6858000"/>
              <a:gd name="connsiteX8" fmla="*/ 11902124 w 12192000"/>
              <a:gd name="connsiteY8" fmla="*/ 269471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3315 w 12192000"/>
              <a:gd name="connsiteY6" fmla="*/ 1026036 h 6858000"/>
              <a:gd name="connsiteX7" fmla="*/ 11902124 w 12192000"/>
              <a:gd name="connsiteY7" fmla="*/ 1025401 h 6858000"/>
              <a:gd name="connsiteX8" fmla="*/ 11902124 w 12192000"/>
              <a:gd name="connsiteY8" fmla="*/ 269471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7125 w 12192000"/>
              <a:gd name="connsiteY6" fmla="*/ 1026036 h 6858000"/>
              <a:gd name="connsiteX7" fmla="*/ 11902124 w 12192000"/>
              <a:gd name="connsiteY7" fmla="*/ 1025401 h 6858000"/>
              <a:gd name="connsiteX8" fmla="*/ 11902124 w 12192000"/>
              <a:gd name="connsiteY8" fmla="*/ 269471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297620 w 12192000"/>
              <a:gd name="connsiteY6" fmla="*/ 885066 h 6858000"/>
              <a:gd name="connsiteX7" fmla="*/ 11902124 w 12192000"/>
              <a:gd name="connsiteY7" fmla="*/ 1025401 h 6858000"/>
              <a:gd name="connsiteX8" fmla="*/ 11902124 w 12192000"/>
              <a:gd name="connsiteY8" fmla="*/ 269471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7125 w 12192000"/>
              <a:gd name="connsiteY6" fmla="*/ 1029846 h 6858000"/>
              <a:gd name="connsiteX7" fmla="*/ 11902124 w 12192000"/>
              <a:gd name="connsiteY7" fmla="*/ 1025401 h 6858000"/>
              <a:gd name="connsiteX8" fmla="*/ 11902124 w 12192000"/>
              <a:gd name="connsiteY8" fmla="*/ 269471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349055 w 12192000"/>
              <a:gd name="connsiteY6" fmla="*/ 875541 h 6858000"/>
              <a:gd name="connsiteX7" fmla="*/ 11902124 w 12192000"/>
              <a:gd name="connsiteY7" fmla="*/ 1025401 h 6858000"/>
              <a:gd name="connsiteX8" fmla="*/ 11902124 w 12192000"/>
              <a:gd name="connsiteY8" fmla="*/ 269471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3315 w 12192000"/>
              <a:gd name="connsiteY6" fmla="*/ 1027941 h 6858000"/>
              <a:gd name="connsiteX7" fmla="*/ 11902124 w 12192000"/>
              <a:gd name="connsiteY7" fmla="*/ 1025401 h 6858000"/>
              <a:gd name="connsiteX8" fmla="*/ 11902124 w 12192000"/>
              <a:gd name="connsiteY8" fmla="*/ 269471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3315 w 12192000"/>
              <a:gd name="connsiteY6" fmla="*/ 1027941 h 6858000"/>
              <a:gd name="connsiteX7" fmla="*/ 11902124 w 12192000"/>
              <a:gd name="connsiteY7" fmla="*/ 1025401 h 6858000"/>
              <a:gd name="connsiteX8" fmla="*/ 11625899 w 12192000"/>
              <a:gd name="connsiteY8" fmla="*/ 412346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4585 w 12192000"/>
              <a:gd name="connsiteY5" fmla="*/ 269471 h 6858000"/>
              <a:gd name="connsiteX6" fmla="*/ 10143315 w 12192000"/>
              <a:gd name="connsiteY6" fmla="*/ 1027941 h 6858000"/>
              <a:gd name="connsiteX7" fmla="*/ 11902124 w 12192000"/>
              <a:gd name="connsiteY7" fmla="*/ 1025401 h 6858000"/>
              <a:gd name="connsiteX8" fmla="*/ 11902124 w 12192000"/>
              <a:gd name="connsiteY8" fmla="*/ 269471 h 6858000"/>
              <a:gd name="connsiteX9" fmla="*/ 10144585 w 12192000"/>
              <a:gd name="connsiteY9" fmla="*/ 26947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376995 w 12192000"/>
              <a:gd name="connsiteY5" fmla="*/ 440921 h 6858000"/>
              <a:gd name="connsiteX6" fmla="*/ 10143315 w 12192000"/>
              <a:gd name="connsiteY6" fmla="*/ 1027941 h 6858000"/>
              <a:gd name="connsiteX7" fmla="*/ 11902124 w 12192000"/>
              <a:gd name="connsiteY7" fmla="*/ 1025401 h 6858000"/>
              <a:gd name="connsiteX8" fmla="*/ 11902124 w 12192000"/>
              <a:gd name="connsiteY8" fmla="*/ 269471 h 6858000"/>
              <a:gd name="connsiteX9" fmla="*/ 10376995 w 12192000"/>
              <a:gd name="connsiteY9" fmla="*/ 440921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7566 h 6858000"/>
              <a:gd name="connsiteX6" fmla="*/ 10143315 w 12192000"/>
              <a:gd name="connsiteY6" fmla="*/ 1027941 h 6858000"/>
              <a:gd name="connsiteX7" fmla="*/ 11902124 w 12192000"/>
              <a:gd name="connsiteY7" fmla="*/ 1025401 h 6858000"/>
              <a:gd name="connsiteX8" fmla="*/ 11902124 w 12192000"/>
              <a:gd name="connsiteY8" fmla="*/ 269471 h 6858000"/>
              <a:gd name="connsiteX9" fmla="*/ 10146490 w 12192000"/>
              <a:gd name="connsiteY9" fmla="*/ 26756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7566 h 6858000"/>
              <a:gd name="connsiteX6" fmla="*/ 10143315 w 12192000"/>
              <a:gd name="connsiteY6" fmla="*/ 1027941 h 6858000"/>
              <a:gd name="connsiteX7" fmla="*/ 11902124 w 12192000"/>
              <a:gd name="connsiteY7" fmla="*/ 1025401 h 6858000"/>
              <a:gd name="connsiteX8" fmla="*/ 11900219 w 12192000"/>
              <a:gd name="connsiteY8" fmla="*/ 267566 h 6858000"/>
              <a:gd name="connsiteX9" fmla="*/ 10146490 w 12192000"/>
              <a:gd name="connsiteY9" fmla="*/ 26756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7566 h 6858000"/>
              <a:gd name="connsiteX6" fmla="*/ 10143315 w 12192000"/>
              <a:gd name="connsiteY6" fmla="*/ 1027941 h 6858000"/>
              <a:gd name="connsiteX7" fmla="*/ 11902124 w 12192000"/>
              <a:gd name="connsiteY7" fmla="*/ 1025401 h 6858000"/>
              <a:gd name="connsiteX8" fmla="*/ 11904029 w 12192000"/>
              <a:gd name="connsiteY8" fmla="*/ 267566 h 6858000"/>
              <a:gd name="connsiteX9" fmla="*/ 10146490 w 12192000"/>
              <a:gd name="connsiteY9" fmla="*/ 26756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7566 h 6858000"/>
              <a:gd name="connsiteX6" fmla="*/ 10149030 w 12192000"/>
              <a:gd name="connsiteY6" fmla="*/ 1026036 h 6858000"/>
              <a:gd name="connsiteX7" fmla="*/ 11902124 w 12192000"/>
              <a:gd name="connsiteY7" fmla="*/ 1025401 h 6858000"/>
              <a:gd name="connsiteX8" fmla="*/ 11904029 w 12192000"/>
              <a:gd name="connsiteY8" fmla="*/ 267566 h 6858000"/>
              <a:gd name="connsiteX9" fmla="*/ 10146490 w 12192000"/>
              <a:gd name="connsiteY9" fmla="*/ 26756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 name="connsiteX0" fmla="*/ 489966 w 12192000"/>
              <a:gd name="connsiteY0" fmla="*/ 6280287 h 6858000"/>
              <a:gd name="connsiteX1" fmla="*/ 488061 w 12192000"/>
              <a:gd name="connsiteY1" fmla="*/ 6386217 h 6858000"/>
              <a:gd name="connsiteX2" fmla="*/ 951870 w 12192000"/>
              <a:gd name="connsiteY2" fmla="*/ 6386217 h 6858000"/>
              <a:gd name="connsiteX3" fmla="*/ 951870 w 12192000"/>
              <a:gd name="connsiteY3" fmla="*/ 6280287 h 6858000"/>
              <a:gd name="connsiteX4" fmla="*/ 489966 w 12192000"/>
              <a:gd name="connsiteY4" fmla="*/ 6280287 h 6858000"/>
              <a:gd name="connsiteX5" fmla="*/ 10146490 w 12192000"/>
              <a:gd name="connsiteY5" fmla="*/ 267566 h 6858000"/>
              <a:gd name="connsiteX6" fmla="*/ 10145220 w 12192000"/>
              <a:gd name="connsiteY6" fmla="*/ 1026036 h 6858000"/>
              <a:gd name="connsiteX7" fmla="*/ 11902124 w 12192000"/>
              <a:gd name="connsiteY7" fmla="*/ 1025401 h 6858000"/>
              <a:gd name="connsiteX8" fmla="*/ 11904029 w 12192000"/>
              <a:gd name="connsiteY8" fmla="*/ 267566 h 6858000"/>
              <a:gd name="connsiteX9" fmla="*/ 10146490 w 12192000"/>
              <a:gd name="connsiteY9" fmla="*/ 267566 h 6858000"/>
              <a:gd name="connsiteX10" fmla="*/ 0 w 12192000"/>
              <a:gd name="connsiteY10" fmla="*/ 0 h 6858000"/>
              <a:gd name="connsiteX11" fmla="*/ 12192000 w 12192000"/>
              <a:gd name="connsiteY11" fmla="*/ 0 h 6858000"/>
              <a:gd name="connsiteX12" fmla="*/ 12192000 w 12192000"/>
              <a:gd name="connsiteY12" fmla="*/ 6858000 h 6858000"/>
              <a:gd name="connsiteX13" fmla="*/ 0 w 12192000"/>
              <a:gd name="connsiteY13" fmla="*/ 6858000 h 6858000"/>
              <a:gd name="connsiteX14" fmla="*/ 0 w 12192000"/>
              <a:gd name="connsiteY14"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92000" h="6858000">
                <a:moveTo>
                  <a:pt x="489966" y="6280287"/>
                </a:moveTo>
                <a:lnTo>
                  <a:pt x="488061" y="6386217"/>
                </a:lnTo>
                <a:lnTo>
                  <a:pt x="951870" y="6386217"/>
                </a:lnTo>
                <a:lnTo>
                  <a:pt x="951870" y="6280287"/>
                </a:lnTo>
                <a:lnTo>
                  <a:pt x="489966" y="6280287"/>
                </a:lnTo>
                <a:close/>
                <a:moveTo>
                  <a:pt x="10146490" y="267566"/>
                </a:moveTo>
                <a:cubicBezTo>
                  <a:pt x="10144797" y="526104"/>
                  <a:pt x="10146913" y="767498"/>
                  <a:pt x="10145220" y="1026036"/>
                </a:cubicBezTo>
                <a:lnTo>
                  <a:pt x="11902124" y="1025401"/>
                </a:lnTo>
                <a:lnTo>
                  <a:pt x="11904029" y="267566"/>
                </a:lnTo>
                <a:lnTo>
                  <a:pt x="10146490" y="267566"/>
                </a:lnTo>
                <a:close/>
                <a:moveTo>
                  <a:pt x="0" y="0"/>
                </a:moveTo>
                <a:lnTo>
                  <a:pt x="12192000" y="0"/>
                </a:lnTo>
                <a:lnTo>
                  <a:pt x="12192000" y="6858000"/>
                </a:lnTo>
                <a:lnTo>
                  <a:pt x="0" y="6858000"/>
                </a:lnTo>
                <a:lnTo>
                  <a:pt x="0" y="0"/>
                </a:lnTo>
                <a:close/>
              </a:path>
            </a:pathLst>
          </a:custGeom>
        </p:spPr>
        <p:txBody>
          <a:bodyPr wrap="square">
            <a:noAutofit/>
          </a:bodyPr>
          <a:lstStyle>
            <a:lvl1pPr marL="0" indent="0">
              <a:buNone/>
              <a:defRPr/>
            </a:lvl1pPr>
          </a:lstStyle>
          <a:p>
            <a:r>
              <a:rPr lang="en-US"/>
              <a:t>Bild </a:t>
            </a:r>
            <a:r>
              <a:rPr lang="en-US" err="1"/>
              <a:t>durch</a:t>
            </a:r>
            <a:r>
              <a:rPr lang="en-US"/>
              <a:t> </a:t>
            </a:r>
            <a:r>
              <a:rPr lang="en-US" err="1"/>
              <a:t>Klicken</a:t>
            </a:r>
            <a:r>
              <a:rPr lang="en-US"/>
              <a:t> auf Symbol </a:t>
            </a:r>
            <a:r>
              <a:rPr lang="en-US" err="1"/>
              <a:t>hinzufügen</a:t>
            </a:r>
            <a:endParaRPr lang="en-US"/>
          </a:p>
        </p:txBody>
      </p:sp>
      <p:sp>
        <p:nvSpPr>
          <p:cNvPr id="24" name="Textplatzhalter 2">
            <a:extLst>
              <a:ext uri="{FF2B5EF4-FFF2-40B4-BE49-F238E27FC236}">
                <a16:creationId xmlns:a16="http://schemas.microsoft.com/office/drawing/2014/main" id="{B2BCC63D-764D-453B-B95D-B53E771DF123}"/>
              </a:ext>
            </a:extLst>
          </p:cNvPr>
          <p:cNvSpPr>
            <a:spLocks noGrp="1"/>
          </p:cNvSpPr>
          <p:nvPr>
            <p:ph type="body" sz="quarter" idx="10" hasCustomPrompt="1"/>
          </p:nvPr>
        </p:nvSpPr>
        <p:spPr>
          <a:xfrm>
            <a:off x="479425" y="4834859"/>
            <a:ext cx="7812088" cy="1336071"/>
          </a:xfrm>
          <a:prstGeom prst="rect">
            <a:avLst/>
          </a:prstGeom>
          <a:noFill/>
        </p:spPr>
        <p:txBody>
          <a:bodyPr wrap="square" rtlCol="0" anchor="b">
            <a:spAutoFit/>
          </a:bodyPr>
          <a:lstStyle>
            <a:lvl1pPr marL="0" indent="0">
              <a:buNone/>
              <a:tabLst>
                <a:tab pos="1074738" algn="l"/>
              </a:tabLst>
              <a:defRPr lang="de-DE" sz="4800" b="1" cap="all" baseline="0" smtClean="0">
                <a:solidFill>
                  <a:schemeClr val="bg1"/>
                </a:solidFill>
                <a:latin typeface="STIHL Contraface Display Title" panose="02000600040000020004" pitchFamily="50" charset="0"/>
              </a:defRPr>
            </a:lvl1pPr>
            <a:lvl2pPr marL="277812" indent="0">
              <a:buNone/>
              <a:defRPr lang="de-DE" smtClean="0"/>
            </a:lvl2pPr>
            <a:lvl3pPr marL="739775" indent="0">
              <a:buNone/>
              <a:defRPr lang="de-DE" sz="1800" smtClean="0"/>
            </a:lvl3pPr>
            <a:lvl4pPr marL="1190625" indent="0">
              <a:buNone/>
              <a:defRPr lang="de-DE" sz="1800" smtClean="0"/>
            </a:lvl4pPr>
            <a:lvl5pPr marL="1647825" indent="0">
              <a:buNone/>
              <a:defRPr lang="de-DE" sz="1800"/>
            </a:lvl5pPr>
          </a:lstStyle>
          <a:p>
            <a:pPr marL="0" lvl="0"/>
            <a:r>
              <a:rPr lang="en-US" err="1"/>
              <a:t>Abschlussworte</a:t>
            </a:r>
            <a:r>
              <a:rPr lang="en-US"/>
              <a:t> (</a:t>
            </a:r>
            <a:r>
              <a:rPr lang="en-US" err="1"/>
              <a:t>vielen</a:t>
            </a:r>
            <a:r>
              <a:rPr lang="en-US"/>
              <a:t> Dank)</a:t>
            </a:r>
          </a:p>
        </p:txBody>
      </p:sp>
      <p:sp>
        <p:nvSpPr>
          <p:cNvPr id="8" name="Rechteck 7">
            <a:extLst>
              <a:ext uri="{FF2B5EF4-FFF2-40B4-BE49-F238E27FC236}">
                <a16:creationId xmlns:a16="http://schemas.microsoft.com/office/drawing/2014/main" id="{5CF86407-DA27-4CA6-A346-F8477F884E96}"/>
              </a:ext>
            </a:extLst>
          </p:cNvPr>
          <p:cNvSpPr>
            <a:spLocks/>
          </p:cNvSpPr>
          <p:nvPr/>
        </p:nvSpPr>
        <p:spPr>
          <a:xfrm>
            <a:off x="-1939923" y="2913099"/>
            <a:ext cx="1772284" cy="1031803"/>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ctr">
            <a:spAutoFit/>
          </a:bodyPr>
          <a:lstStyle/>
          <a:p>
            <a:pPr algn="ctr">
              <a:lnSpc>
                <a:spcPct val="90000"/>
              </a:lnSpc>
            </a:pPr>
            <a:r>
              <a:rPr lang="en-US" sz="1600" b="0">
                <a:solidFill>
                  <a:schemeClr val="tx1"/>
                </a:solidFill>
              </a:rPr>
              <a:t>Bitte </a:t>
            </a:r>
            <a:r>
              <a:rPr lang="en-US" sz="1600" b="0" err="1">
                <a:solidFill>
                  <a:schemeClr val="tx1"/>
                </a:solidFill>
              </a:rPr>
              <a:t>keine</a:t>
            </a:r>
            <a:r>
              <a:rPr lang="en-US" sz="1600" b="0">
                <a:solidFill>
                  <a:schemeClr val="tx1"/>
                </a:solidFill>
              </a:rPr>
              <a:t> </a:t>
            </a:r>
            <a:r>
              <a:rPr lang="en-US" sz="1600" b="0" err="1">
                <a:solidFill>
                  <a:schemeClr val="tx1"/>
                </a:solidFill>
              </a:rPr>
              <a:t>Folien</a:t>
            </a:r>
            <a:r>
              <a:rPr lang="en-US" sz="1600" b="0">
                <a:solidFill>
                  <a:schemeClr val="tx1"/>
                </a:solidFill>
              </a:rPr>
              <a:t> </a:t>
            </a:r>
            <a:r>
              <a:rPr lang="en-US" sz="1600" b="0" err="1">
                <a:solidFill>
                  <a:schemeClr val="tx1"/>
                </a:solidFill>
              </a:rPr>
              <a:t>mit</a:t>
            </a:r>
            <a:r>
              <a:rPr lang="en-US" sz="1600" b="0">
                <a:solidFill>
                  <a:schemeClr val="tx1"/>
                </a:solidFill>
              </a:rPr>
              <a:t> </a:t>
            </a:r>
            <a:r>
              <a:rPr lang="en-US" sz="1600" b="0" err="1">
                <a:solidFill>
                  <a:schemeClr val="tx1"/>
                </a:solidFill>
              </a:rPr>
              <a:t>vollflächigen</a:t>
            </a:r>
            <a:r>
              <a:rPr lang="en-US" sz="1600" b="0">
                <a:solidFill>
                  <a:schemeClr val="tx1"/>
                </a:solidFill>
              </a:rPr>
              <a:t> </a:t>
            </a:r>
            <a:r>
              <a:rPr lang="en-US" sz="1600" b="0" err="1">
                <a:solidFill>
                  <a:schemeClr val="tx1"/>
                </a:solidFill>
              </a:rPr>
              <a:t>Farben</a:t>
            </a:r>
            <a:r>
              <a:rPr lang="en-US" sz="1600" b="0">
                <a:solidFill>
                  <a:schemeClr val="tx1"/>
                </a:solidFill>
              </a:rPr>
              <a:t> </a:t>
            </a:r>
            <a:r>
              <a:rPr lang="en-US" sz="1600" b="0" err="1">
                <a:solidFill>
                  <a:schemeClr val="tx1"/>
                </a:solidFill>
              </a:rPr>
              <a:t>oder</a:t>
            </a:r>
            <a:r>
              <a:rPr lang="en-US" sz="1600" b="0">
                <a:solidFill>
                  <a:schemeClr val="tx1"/>
                </a:solidFill>
              </a:rPr>
              <a:t> </a:t>
            </a:r>
            <a:r>
              <a:rPr lang="en-US" sz="1600" b="0" err="1">
                <a:solidFill>
                  <a:schemeClr val="tx1"/>
                </a:solidFill>
              </a:rPr>
              <a:t>Motiven</a:t>
            </a:r>
            <a:r>
              <a:rPr lang="en-US" sz="1600" b="0">
                <a:solidFill>
                  <a:schemeClr val="tx1"/>
                </a:solidFill>
              </a:rPr>
              <a:t> </a:t>
            </a:r>
            <a:r>
              <a:rPr lang="en-US" sz="1600" b="0" err="1">
                <a:solidFill>
                  <a:schemeClr val="tx1"/>
                </a:solidFill>
              </a:rPr>
              <a:t>drucken</a:t>
            </a:r>
            <a:r>
              <a:rPr lang="en-US" sz="1600" b="0">
                <a:solidFill>
                  <a:schemeClr val="tx1"/>
                </a:solidFill>
              </a:rPr>
              <a:t> </a:t>
            </a:r>
          </a:p>
        </p:txBody>
      </p:sp>
      <p:pic>
        <p:nvPicPr>
          <p:cNvPr id="9" name="Grafik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136061" y="258750"/>
            <a:ext cx="1774212" cy="775631"/>
          </a:xfrm>
          <a:prstGeom prst="rect">
            <a:avLst/>
          </a:prstGeom>
        </p:spPr>
      </p:pic>
    </p:spTree>
    <p:extLst>
      <p:ext uri="{BB962C8B-B14F-4D97-AF65-F5344CB8AC3E}">
        <p14:creationId xmlns:p14="http://schemas.microsoft.com/office/powerpoint/2010/main" val="403062313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Agenda Tabelle">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p:custDataLst>
              <p:tags r:id="rId1"/>
            </p:custDataLst>
            <p:extLst>
              <p:ext uri="{D42A27DB-BD31-4B8C-83A1-F6EECF244321}">
                <p14:modId xmlns:p14="http://schemas.microsoft.com/office/powerpoint/2010/main" val="35288950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70" imgH="371" progId="TCLayout.ActiveDocument.1">
                  <p:embed/>
                </p:oleObj>
              </mc:Choice>
              <mc:Fallback>
                <p:oleObj name="think-cell Folie" r:id="rId3" imgW="370" imgH="371" progId="TCLayout.ActiveDocument.1">
                  <p:embed/>
                  <p:pic>
                    <p:nvPicPr>
                      <p:cNvPr id="2" name="Objek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0" name="Titel 10">
            <a:extLst>
              <a:ext uri="{FF2B5EF4-FFF2-40B4-BE49-F238E27FC236}">
                <a16:creationId xmlns:a16="http://schemas.microsoft.com/office/drawing/2014/main" id="{1D6E84FA-FD4E-4697-91A3-11CC718B6B1E}"/>
              </a:ext>
            </a:extLst>
          </p:cNvPr>
          <p:cNvSpPr>
            <a:spLocks noGrp="1"/>
          </p:cNvSpPr>
          <p:nvPr>
            <p:ph type="title" hasCustomPrompt="1"/>
          </p:nvPr>
        </p:nvSpPr>
        <p:spPr>
          <a:xfrm>
            <a:off x="479426" y="503546"/>
            <a:ext cx="9579925" cy="304699"/>
          </a:xfrm>
        </p:spPr>
        <p:txBody>
          <a:bodyPr vert="horz" lIns="0" tIns="0" rIns="0" bIns="0" rtlCol="0" anchor="t" anchorCtr="0">
            <a:noAutofit/>
          </a:bodyPr>
          <a:lstStyle>
            <a:lvl1pPr>
              <a:lnSpc>
                <a:spcPct val="90000"/>
              </a:lnSpc>
              <a:defRPr lang="de-DE" sz="2200" dirty="0"/>
            </a:lvl1pPr>
          </a:lstStyle>
          <a:p>
            <a:pPr lvl="0"/>
            <a:r>
              <a:rPr lang="en-US" err="1"/>
              <a:t>Inhaltsverzeichnis</a:t>
            </a:r>
            <a:endParaRPr lang="en-US"/>
          </a:p>
        </p:txBody>
      </p:sp>
      <p:sp>
        <p:nvSpPr>
          <p:cNvPr id="4" name="Rechteck 3">
            <a:extLst>
              <a:ext uri="{FF2B5EF4-FFF2-40B4-BE49-F238E27FC236}">
                <a16:creationId xmlns:a16="http://schemas.microsoft.com/office/drawing/2014/main" id="{5CF86407-DA27-4CA6-A346-F8477F884E96}"/>
              </a:ext>
            </a:extLst>
          </p:cNvPr>
          <p:cNvSpPr>
            <a:spLocks/>
          </p:cNvSpPr>
          <p:nvPr/>
        </p:nvSpPr>
        <p:spPr>
          <a:xfrm>
            <a:off x="-1943099" y="2137502"/>
            <a:ext cx="1772284" cy="2582997"/>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ctr">
            <a:sp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90000"/>
              </a:lnSpc>
            </a:pPr>
            <a:r>
              <a:rPr lang="en-US" sz="1600">
                <a:solidFill>
                  <a:schemeClr val="tx1"/>
                </a:solidFill>
              </a:rPr>
              <a:t>Die </a:t>
            </a:r>
            <a:r>
              <a:rPr lang="en-US" sz="1600" err="1">
                <a:solidFill>
                  <a:schemeClr val="tx1"/>
                </a:solidFill>
              </a:rPr>
              <a:t>vorgeschlagenen</a:t>
            </a:r>
            <a:r>
              <a:rPr lang="en-US" sz="1600">
                <a:solidFill>
                  <a:schemeClr val="tx1"/>
                </a:solidFill>
              </a:rPr>
              <a:t> </a:t>
            </a:r>
            <a:r>
              <a:rPr lang="en-US" sz="1600" err="1">
                <a:solidFill>
                  <a:schemeClr val="tx1"/>
                </a:solidFill>
              </a:rPr>
              <a:t>Schriftgrößen</a:t>
            </a:r>
            <a:r>
              <a:rPr lang="en-US" sz="1600">
                <a:solidFill>
                  <a:schemeClr val="tx1"/>
                </a:solidFill>
              </a:rPr>
              <a:t> </a:t>
            </a:r>
            <a:r>
              <a:rPr lang="en-US" sz="1600" err="1">
                <a:solidFill>
                  <a:schemeClr val="tx1"/>
                </a:solidFill>
              </a:rPr>
              <a:t>sind</a:t>
            </a:r>
            <a:r>
              <a:rPr lang="en-US" sz="1600">
                <a:solidFill>
                  <a:schemeClr val="tx1"/>
                </a:solidFill>
              </a:rPr>
              <a:t> </a:t>
            </a:r>
            <a:r>
              <a:rPr lang="en-US" sz="1600" err="1">
                <a:solidFill>
                  <a:schemeClr val="tx1"/>
                </a:solidFill>
              </a:rPr>
              <a:t>nicht</a:t>
            </a:r>
            <a:r>
              <a:rPr lang="en-US" sz="1600">
                <a:solidFill>
                  <a:schemeClr val="tx1"/>
                </a:solidFill>
              </a:rPr>
              <a:t> </a:t>
            </a:r>
            <a:r>
              <a:rPr lang="en-US" sz="1600" err="1">
                <a:solidFill>
                  <a:schemeClr val="tx1"/>
                </a:solidFill>
              </a:rPr>
              <a:t>bindend</a:t>
            </a:r>
            <a:r>
              <a:rPr lang="en-US" sz="1600">
                <a:solidFill>
                  <a:schemeClr val="tx1"/>
                </a:solidFill>
              </a:rPr>
              <a:t> und </a:t>
            </a:r>
            <a:r>
              <a:rPr lang="en-US" sz="1600" err="1">
                <a:solidFill>
                  <a:schemeClr val="tx1"/>
                </a:solidFill>
              </a:rPr>
              <a:t>können</a:t>
            </a:r>
            <a:r>
              <a:rPr lang="en-US" sz="1600">
                <a:solidFill>
                  <a:schemeClr val="tx1"/>
                </a:solidFill>
              </a:rPr>
              <a:t> je </a:t>
            </a:r>
            <a:r>
              <a:rPr lang="en-US" sz="1600" err="1">
                <a:solidFill>
                  <a:schemeClr val="tx1"/>
                </a:solidFill>
              </a:rPr>
              <a:t>nach</a:t>
            </a:r>
            <a:r>
              <a:rPr lang="en-US" sz="1600">
                <a:solidFill>
                  <a:schemeClr val="tx1"/>
                </a:solidFill>
              </a:rPr>
              <a:t> </a:t>
            </a:r>
            <a:r>
              <a:rPr lang="en-US" sz="1600" err="1">
                <a:solidFill>
                  <a:schemeClr val="tx1"/>
                </a:solidFill>
              </a:rPr>
              <a:t>Inhaltsdichte</a:t>
            </a:r>
            <a:r>
              <a:rPr lang="en-US" sz="1600">
                <a:solidFill>
                  <a:schemeClr val="tx1"/>
                </a:solidFill>
              </a:rPr>
              <a:t> und </a:t>
            </a:r>
            <a:r>
              <a:rPr lang="en-US" sz="1600" err="1">
                <a:solidFill>
                  <a:schemeClr val="tx1"/>
                </a:solidFill>
              </a:rPr>
              <a:t>Vortragsart</a:t>
            </a:r>
            <a:r>
              <a:rPr lang="en-US" sz="1600">
                <a:solidFill>
                  <a:schemeClr val="tx1"/>
                </a:solidFill>
              </a:rPr>
              <a:t> </a:t>
            </a:r>
            <a:r>
              <a:rPr lang="en-US" sz="1600" err="1">
                <a:solidFill>
                  <a:schemeClr val="tx1"/>
                </a:solidFill>
              </a:rPr>
              <a:t>individuell</a:t>
            </a:r>
            <a:r>
              <a:rPr lang="en-US" sz="1600">
                <a:solidFill>
                  <a:schemeClr val="tx1"/>
                </a:solidFill>
              </a:rPr>
              <a:t> </a:t>
            </a:r>
            <a:r>
              <a:rPr lang="en-US" sz="1600" err="1">
                <a:solidFill>
                  <a:schemeClr val="tx1"/>
                </a:solidFill>
              </a:rPr>
              <a:t>ange-passt</a:t>
            </a:r>
            <a:r>
              <a:rPr lang="en-US" sz="1600">
                <a:solidFill>
                  <a:schemeClr val="tx1"/>
                </a:solidFill>
              </a:rPr>
              <a:t> </a:t>
            </a:r>
            <a:r>
              <a:rPr lang="en-US" sz="1600" err="1">
                <a:solidFill>
                  <a:schemeClr val="tx1"/>
                </a:solidFill>
              </a:rPr>
              <a:t>werden</a:t>
            </a:r>
            <a:r>
              <a:rPr lang="en-US" sz="1600">
                <a:solidFill>
                  <a:schemeClr val="tx1"/>
                </a:solidFill>
              </a:rPr>
              <a:t>. Bitte </a:t>
            </a:r>
            <a:r>
              <a:rPr lang="en-US" sz="1600" err="1">
                <a:solidFill>
                  <a:schemeClr val="tx1"/>
                </a:solidFill>
              </a:rPr>
              <a:t>achten</a:t>
            </a:r>
            <a:r>
              <a:rPr lang="en-US" sz="1600">
                <a:solidFill>
                  <a:schemeClr val="tx1"/>
                </a:solidFill>
              </a:rPr>
              <a:t> Sie auf </a:t>
            </a:r>
            <a:r>
              <a:rPr lang="en-US" sz="1600" err="1">
                <a:solidFill>
                  <a:schemeClr val="tx1"/>
                </a:solidFill>
              </a:rPr>
              <a:t>eine</a:t>
            </a:r>
            <a:r>
              <a:rPr lang="en-US" sz="1600">
                <a:solidFill>
                  <a:schemeClr val="tx1"/>
                </a:solidFill>
              </a:rPr>
              <a:t> </a:t>
            </a:r>
            <a:r>
              <a:rPr lang="en-US" sz="1600" err="1">
                <a:solidFill>
                  <a:schemeClr val="tx1"/>
                </a:solidFill>
              </a:rPr>
              <a:t>gute</a:t>
            </a:r>
            <a:r>
              <a:rPr lang="en-US" sz="1600">
                <a:solidFill>
                  <a:schemeClr val="tx1"/>
                </a:solidFill>
              </a:rPr>
              <a:t> </a:t>
            </a:r>
            <a:r>
              <a:rPr lang="en-US" sz="1600" err="1">
                <a:solidFill>
                  <a:schemeClr val="tx1"/>
                </a:solidFill>
              </a:rPr>
              <a:t>Lesbarkeit</a:t>
            </a:r>
            <a:r>
              <a:rPr lang="en-US" sz="1600">
                <a:solidFill>
                  <a:schemeClr val="tx1"/>
                </a:solidFill>
              </a:rPr>
              <a:t>!</a:t>
            </a:r>
          </a:p>
        </p:txBody>
      </p:sp>
    </p:spTree>
    <p:extLst>
      <p:ext uri="{BB962C8B-B14F-4D97-AF65-F5344CB8AC3E}">
        <p14:creationId xmlns:p14="http://schemas.microsoft.com/office/powerpoint/2010/main" val="29879965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userDrawn="1">
  <p:cSld name="Quote message">
    <p:bg>
      <p:bgPr>
        <a:solidFill>
          <a:srgbClr val="F37A1F"/>
        </a:solidFill>
        <a:effectLst/>
      </p:bgPr>
    </p:bg>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userDrawn="1">
            <p:custDataLst>
              <p:tags r:id="rId1"/>
            </p:custDataLst>
            <p:extLst>
              <p:ext uri="{D42A27DB-BD31-4B8C-83A1-F6EECF244321}">
                <p14:modId xmlns:p14="http://schemas.microsoft.com/office/powerpoint/2010/main" val="5875161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70" imgH="371" progId="TCLayout.ActiveDocument.1">
                  <p:embed/>
                </p:oleObj>
              </mc:Choice>
              <mc:Fallback>
                <p:oleObj name="think-cell Folie" r:id="rId4" imgW="370" imgH="371" progId="TCLayout.ActiveDocument.1">
                  <p:embed/>
                  <p:pic>
                    <p:nvPicPr>
                      <p:cNvPr id="4" name="Objek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hteck 2" hidden="1"/>
          <p:cNvSpPr/>
          <p:nvPr userDrawn="1">
            <p:custDataLst>
              <p:tags r:id="rId2"/>
            </p:custDataLst>
          </p:nvPr>
        </p:nvSpPr>
        <p:spPr>
          <a:xfrm>
            <a:off x="0" y="0"/>
            <a:ext cx="158750" cy="15875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GB" sz="4400" b="1" i="0" baseline="0">
              <a:solidFill>
                <a:schemeClr val="tx1"/>
              </a:solidFill>
              <a:latin typeface="STIHL Contraface Display Title" panose="02000600040000020004" pitchFamily="50" charset="0"/>
              <a:ea typeface="+mj-ea"/>
              <a:cs typeface="+mj-cs"/>
              <a:sym typeface="STIHL Contraface Display Title" panose="02000600040000020004" pitchFamily="50" charset="0"/>
            </a:endParaRPr>
          </a:p>
        </p:txBody>
      </p:sp>
      <p:sp>
        <p:nvSpPr>
          <p:cNvPr id="5" name="Rechteck 4">
            <a:extLst>
              <a:ext uri="{FF2B5EF4-FFF2-40B4-BE49-F238E27FC236}">
                <a16:creationId xmlns:a16="http://schemas.microsoft.com/office/drawing/2014/main" id="{5CF86407-DA27-4CA6-A346-F8477F884E96}"/>
              </a:ext>
            </a:extLst>
          </p:cNvPr>
          <p:cNvSpPr>
            <a:spLocks/>
          </p:cNvSpPr>
          <p:nvPr userDrawn="1"/>
        </p:nvSpPr>
        <p:spPr>
          <a:xfrm>
            <a:off x="-1943099" y="2913099"/>
            <a:ext cx="1772284" cy="1031803"/>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ctr">
            <a:sp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90000"/>
              </a:lnSpc>
            </a:pPr>
            <a:r>
              <a:rPr lang="en-GB" sz="1600" b="0">
                <a:solidFill>
                  <a:schemeClr val="tx1"/>
                </a:solidFill>
              </a:rPr>
              <a:t>Please do not print slides with full colour or images </a:t>
            </a:r>
          </a:p>
        </p:txBody>
      </p:sp>
      <p:sp>
        <p:nvSpPr>
          <p:cNvPr id="9" name="Textplatzhalter 8"/>
          <p:cNvSpPr>
            <a:spLocks noGrp="1"/>
          </p:cNvSpPr>
          <p:nvPr>
            <p:ph type="body" sz="quarter" idx="10" hasCustomPrompt="1"/>
          </p:nvPr>
        </p:nvSpPr>
        <p:spPr>
          <a:xfrm>
            <a:off x="568237" y="1186049"/>
            <a:ext cx="450670" cy="609398"/>
          </a:xfrm>
        </p:spPr>
        <p:txBody>
          <a:bodyPr wrap="square">
            <a:noAutofit/>
          </a:bodyPr>
          <a:lstStyle>
            <a:lvl1pPr>
              <a:tabLst>
                <a:tab pos="449263" algn="l"/>
              </a:tabLst>
              <a:defRPr sz="4400">
                <a:solidFill>
                  <a:schemeClr val="bg1"/>
                </a:solidFill>
                <a:latin typeface="STIHL Contraface Display Title" pitchFamily="50" charset="0"/>
              </a:defRPr>
            </a:lvl1pPr>
            <a:lvl2pPr>
              <a:defRPr sz="4400"/>
            </a:lvl2pPr>
            <a:lvl3pPr>
              <a:defRPr sz="4400"/>
            </a:lvl3pPr>
            <a:lvl4pPr>
              <a:defRPr sz="4400"/>
            </a:lvl4pPr>
            <a:lvl5pPr>
              <a:defRPr sz="4400"/>
            </a:lvl5pPr>
          </a:lstStyle>
          <a:p>
            <a:pPr lvl="0"/>
            <a:r>
              <a:rPr lang="en-GB"/>
              <a:t>»	</a:t>
            </a:r>
          </a:p>
        </p:txBody>
      </p:sp>
      <p:sp>
        <p:nvSpPr>
          <p:cNvPr id="11" name="Textplatzhalter 10"/>
          <p:cNvSpPr>
            <a:spLocks noGrp="1"/>
          </p:cNvSpPr>
          <p:nvPr>
            <p:ph type="body" sz="quarter" idx="11" hasCustomPrompt="1"/>
          </p:nvPr>
        </p:nvSpPr>
        <p:spPr>
          <a:xfrm>
            <a:off x="1018907" y="3806696"/>
            <a:ext cx="10695256" cy="249299"/>
          </a:xfrm>
        </p:spPr>
        <p:txBody>
          <a:bodyPr>
            <a:spAutoFit/>
          </a:bodyPr>
          <a:lstStyle>
            <a:lvl1pPr>
              <a:defRPr>
                <a:solidFill>
                  <a:schemeClr val="bg1"/>
                </a:solidFill>
              </a:defRPr>
            </a:lvl1pPr>
          </a:lstStyle>
          <a:p>
            <a:pPr lvl="0"/>
            <a:r>
              <a:rPr lang="en-GB"/>
              <a:t>Edit master text format</a:t>
            </a:r>
          </a:p>
        </p:txBody>
      </p:sp>
      <p:sp>
        <p:nvSpPr>
          <p:cNvPr id="12" name="Textplatzhalter 8">
            <a:extLst>
              <a:ext uri="{FF2B5EF4-FFF2-40B4-BE49-F238E27FC236}">
                <a16:creationId xmlns:a16="http://schemas.microsoft.com/office/drawing/2014/main" id="{12D84E73-3E59-4631-ADBE-BD568242641B}"/>
              </a:ext>
            </a:extLst>
          </p:cNvPr>
          <p:cNvSpPr>
            <a:spLocks noGrp="1"/>
          </p:cNvSpPr>
          <p:nvPr>
            <p:ph type="body" sz="quarter" idx="12" hasCustomPrompt="1"/>
          </p:nvPr>
        </p:nvSpPr>
        <p:spPr>
          <a:xfrm>
            <a:off x="1018907" y="1186049"/>
            <a:ext cx="10695256" cy="609398"/>
          </a:xfrm>
        </p:spPr>
        <p:txBody>
          <a:bodyPr wrap="square">
            <a:spAutoFit/>
          </a:bodyPr>
          <a:lstStyle>
            <a:lvl1pPr>
              <a:tabLst>
                <a:tab pos="449263" algn="l"/>
              </a:tabLst>
              <a:defRPr sz="4400">
                <a:solidFill>
                  <a:schemeClr val="bg1"/>
                </a:solidFill>
                <a:latin typeface="STIHL Contraface Display Title" pitchFamily="50" charset="0"/>
              </a:defRPr>
            </a:lvl1pPr>
            <a:lvl2pPr>
              <a:defRPr sz="4400"/>
            </a:lvl2pPr>
            <a:lvl3pPr>
              <a:defRPr sz="4400"/>
            </a:lvl3pPr>
            <a:lvl4pPr>
              <a:defRPr sz="4400"/>
            </a:lvl4pPr>
            <a:lvl5pPr>
              <a:defRPr sz="4400"/>
            </a:lvl5pPr>
          </a:lstStyle>
          <a:p>
            <a:pPr lvl="0"/>
            <a:r>
              <a:rPr lang="en-GB"/>
              <a:t>quote «</a:t>
            </a:r>
          </a:p>
        </p:txBody>
      </p:sp>
      <p:sp>
        <p:nvSpPr>
          <p:cNvPr id="13" name="Rechteck 12">
            <a:extLst>
              <a:ext uri="{FF2B5EF4-FFF2-40B4-BE49-F238E27FC236}">
                <a16:creationId xmlns:a16="http://schemas.microsoft.com/office/drawing/2014/main" id="{5CF86407-DA27-4CA6-A346-F8477F884E96}"/>
              </a:ext>
            </a:extLst>
          </p:cNvPr>
          <p:cNvSpPr>
            <a:spLocks/>
          </p:cNvSpPr>
          <p:nvPr userDrawn="1"/>
        </p:nvSpPr>
        <p:spPr>
          <a:xfrm>
            <a:off x="-1943099" y="4117246"/>
            <a:ext cx="1772284" cy="125340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72000" rIns="72000" bIns="72000" rtlCol="0" anchor="t">
            <a:sp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90000"/>
              </a:lnSpc>
            </a:pPr>
            <a:r>
              <a:rPr lang="en-US" sz="1600" b="0">
                <a:solidFill>
                  <a:schemeClr val="tx1"/>
                </a:solidFill>
              </a:rPr>
              <a:t>The Guillemets </a:t>
            </a:r>
            <a:br>
              <a:rPr lang="en-US" sz="1600" b="0">
                <a:solidFill>
                  <a:schemeClr val="tx1"/>
                </a:solidFill>
              </a:rPr>
            </a:br>
            <a:r>
              <a:rPr lang="en-US" sz="1600" b="0">
                <a:solidFill>
                  <a:schemeClr val="tx1"/>
                </a:solidFill>
              </a:rPr>
              <a:t>can be inserted </a:t>
            </a:r>
            <a:br>
              <a:rPr lang="en-US" sz="1600" b="0">
                <a:solidFill>
                  <a:schemeClr val="tx1"/>
                </a:solidFill>
              </a:rPr>
            </a:br>
            <a:r>
              <a:rPr lang="en-US" sz="1600" b="0">
                <a:solidFill>
                  <a:schemeClr val="tx1"/>
                </a:solidFill>
              </a:rPr>
              <a:t>via the "Insert" tab through the "Symbol" field</a:t>
            </a:r>
          </a:p>
        </p:txBody>
      </p:sp>
    </p:spTree>
    <p:extLst>
      <p:ext uri="{BB962C8B-B14F-4D97-AF65-F5344CB8AC3E}">
        <p14:creationId xmlns:p14="http://schemas.microsoft.com/office/powerpoint/2010/main" val="298091939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1_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0760D26-D543-7109-ED94-AFD42BE42F1A}"/>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AD3FEB7A-DAAB-D96E-2355-7EBF81B6C5F3}"/>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9EE23E40-9E9B-4B60-E395-D722F971B883}"/>
              </a:ext>
            </a:extLst>
          </p:cNvPr>
          <p:cNvSpPr>
            <a:spLocks noGrp="1"/>
          </p:cNvSpPr>
          <p:nvPr>
            <p:ph type="dt" sz="half" idx="10"/>
          </p:nvPr>
        </p:nvSpPr>
        <p:spPr/>
        <p:txBody>
          <a:bodyPr/>
          <a:lstStyle/>
          <a:p>
            <a:fld id="{F2D86FBA-6273-4079-9096-9854F10BFF97}" type="datetimeFigureOut">
              <a:rPr lang="de-DE" smtClean="0"/>
              <a:t>19.06.2026</a:t>
            </a:fld>
            <a:endParaRPr lang="de-DE"/>
          </a:p>
        </p:txBody>
      </p:sp>
      <p:sp>
        <p:nvSpPr>
          <p:cNvPr id="5" name="Fußzeilenplatzhalter 4">
            <a:extLst>
              <a:ext uri="{FF2B5EF4-FFF2-40B4-BE49-F238E27FC236}">
                <a16:creationId xmlns:a16="http://schemas.microsoft.com/office/drawing/2014/main" id="{B5F0FE66-BEDB-0E1B-A45B-78A40CA93AB4}"/>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A916B1D8-8452-8D1C-6EBA-71177995E58D}"/>
              </a:ext>
            </a:extLst>
          </p:cNvPr>
          <p:cNvSpPr>
            <a:spLocks noGrp="1"/>
          </p:cNvSpPr>
          <p:nvPr>
            <p:ph type="sldNum" sz="quarter" idx="12"/>
          </p:nvPr>
        </p:nvSpPr>
        <p:spPr/>
        <p:txBody>
          <a:bodyPr/>
          <a:lstStyle/>
          <a:p>
            <a:fld id="{013A1B90-2109-4036-8525-F5E0DBA3203B}" type="slidenum">
              <a:rPr lang="de-DE" smtClean="0"/>
              <a:t>‹Nr.›</a:t>
            </a:fld>
            <a:endParaRPr lang="de-DE"/>
          </a:p>
        </p:txBody>
      </p:sp>
    </p:spTree>
    <p:extLst>
      <p:ext uri="{BB962C8B-B14F-4D97-AF65-F5344CB8AC3E}">
        <p14:creationId xmlns:p14="http://schemas.microsoft.com/office/powerpoint/2010/main" val="112350943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langes Bild links /Text Inhalt rechts">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70" imgH="371" progId="TCLayout.ActiveDocument.1">
                  <p:embed/>
                </p:oleObj>
              </mc:Choice>
              <mc:Fallback>
                <p:oleObj name="think-cell Folie" r:id="rId3" imgW="370" imgH="371" progId="TCLayout.ActiveDocument.1">
                  <p:embed/>
                  <p:pic>
                    <p:nvPicPr>
                      <p:cNvPr id="2" name="Objek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Bildplatzhalter 10">
            <a:extLst>
              <a:ext uri="{FF2B5EF4-FFF2-40B4-BE49-F238E27FC236}">
                <a16:creationId xmlns:a16="http://schemas.microsoft.com/office/drawing/2014/main" id="{96910D21-640F-4D2A-A173-3AEDAE01B910}"/>
              </a:ext>
            </a:extLst>
          </p:cNvPr>
          <p:cNvSpPr>
            <a:spLocks noGrp="1"/>
          </p:cNvSpPr>
          <p:nvPr>
            <p:ph type="pic" sz="quarter" idx="13"/>
          </p:nvPr>
        </p:nvSpPr>
        <p:spPr>
          <a:xfrm>
            <a:off x="0" y="0"/>
            <a:ext cx="4068000" cy="6858000"/>
          </a:xfrm>
          <a:prstGeom prst="rect">
            <a:avLst/>
          </a:prstGeom>
        </p:spPr>
        <p:txBody>
          <a:bodyPr/>
          <a:lstStyle>
            <a:lvl1pPr marL="0" indent="0">
              <a:buNone/>
              <a:defRPr/>
            </a:lvl1pPr>
          </a:lstStyle>
          <a:p>
            <a:r>
              <a:rPr lang="en-US"/>
              <a:t>Click icon to add picture</a:t>
            </a:r>
            <a:endParaRPr lang="de-DE"/>
          </a:p>
        </p:txBody>
      </p:sp>
      <p:sp>
        <p:nvSpPr>
          <p:cNvPr id="6" name="Inhaltsplatzhalter 5"/>
          <p:cNvSpPr>
            <a:spLocks noGrp="1"/>
          </p:cNvSpPr>
          <p:nvPr>
            <p:ph sz="quarter" idx="14" hasCustomPrompt="1"/>
          </p:nvPr>
        </p:nvSpPr>
        <p:spPr>
          <a:xfrm>
            <a:off x="4547426" y="1605307"/>
            <a:ext cx="5488114" cy="4849468"/>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21989321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1CF3057-DD90-4507-86D6-88B2F18D5C55}"/>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Folie" r:id="rId5" imgW="473" imgH="473" progId="TCLayout.ActiveDocument.1">
                  <p:embed/>
                </p:oleObj>
              </mc:Choice>
              <mc:Fallback>
                <p:oleObj name="think-cell Folie" r:id="rId5" imgW="473" imgH="473" progId="TCLayout.ActiveDocument.1">
                  <p:embed/>
                  <p:pic>
                    <p:nvPicPr>
                      <p:cNvPr id="5" name="Object 4" hidden="1">
                        <a:extLst>
                          <a:ext uri="{FF2B5EF4-FFF2-40B4-BE49-F238E27FC236}">
                            <a16:creationId xmlns:a16="http://schemas.microsoft.com/office/drawing/2014/main" id="{C1CF3057-DD90-4507-86D6-88B2F18D5C55}"/>
                          </a:ext>
                        </a:extLst>
                      </p:cNvPr>
                      <p:cNvPicPr/>
                      <p:nvPr/>
                    </p:nvPicPr>
                    <p:blipFill>
                      <a:blip r:embed="rId6"/>
                      <a:stretch>
                        <a:fillRect/>
                      </a:stretch>
                    </p:blipFill>
                    <p:spPr>
                      <a:xfrm>
                        <a:off x="1589" y="1589"/>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A7517C02-D276-45C5-A785-D9D4656BC5D8}"/>
              </a:ext>
            </a:extLst>
          </p:cNvPr>
          <p:cNvSpPr/>
          <p:nvPr>
            <p:custDataLst>
              <p:tags r:id="rId2"/>
            </p:custDataLst>
          </p:nvPr>
        </p:nvSpPr>
        <p:spPr bwMode="auto">
          <a:xfrm>
            <a:off x="1" y="1"/>
            <a:ext cx="158751" cy="158751"/>
          </a:xfrm>
          <a:prstGeom prst="rect">
            <a:avLst/>
          </a:prstGeom>
          <a:solidFill>
            <a:schemeClr val="bg1"/>
          </a:solidFill>
          <a:ln w="9525" cap="flat" cmpd="sng" algn="ctr">
            <a:solidFill>
              <a:schemeClr val="accent3"/>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l" defTabSz="914377" rtl="0" eaLnBrk="0" fontAlgn="base" latinLnBrk="0" hangingPunct="0">
              <a:lnSpc>
                <a:spcPct val="100000"/>
              </a:lnSpc>
              <a:spcBef>
                <a:spcPct val="50000"/>
              </a:spcBef>
              <a:spcAft>
                <a:spcPct val="0"/>
              </a:spcAft>
              <a:buClr>
                <a:schemeClr val="accent1"/>
              </a:buClr>
              <a:buSzPct val="80000"/>
              <a:buFont typeface="Wingdings" pitchFamily="2" charset="2"/>
              <a:buNone/>
              <a:tabLst/>
            </a:pPr>
            <a:endParaRPr kumimoji="0" lang="en-US" sz="2667" b="1" i="0" u="none" strike="noStrike" cap="none" normalizeH="0" baseline="0">
              <a:ln>
                <a:noFill/>
              </a:ln>
              <a:solidFill>
                <a:schemeClr val="tx1"/>
              </a:solidFill>
              <a:effectLst/>
              <a:latin typeface="Arial" panose="020B0604020202020204" pitchFamily="34" charset="0"/>
              <a:ea typeface="+mj-ea"/>
              <a:cs typeface="+mj-cs"/>
              <a:sym typeface="Arial" panose="020B0604020202020204" pitchFamily="34" charset="0"/>
            </a:endParaRPr>
          </a:p>
        </p:txBody>
      </p:sp>
      <p:sp>
        <p:nvSpPr>
          <p:cNvPr id="2" name="Titel 1"/>
          <p:cNvSpPr>
            <a:spLocks noGrp="1"/>
          </p:cNvSpPr>
          <p:nvPr>
            <p:ph type="title" hasCustomPrompt="1"/>
          </p:nvPr>
        </p:nvSpPr>
        <p:spPr>
          <a:xfrm>
            <a:off x="278399" y="457200"/>
            <a:ext cx="11640000" cy="762000"/>
          </a:xfrm>
        </p:spPr>
        <p:txBody>
          <a:bodyPr vert="horz"/>
          <a:lstStyle>
            <a:lvl1pPr rtl="0">
              <a:defRPr/>
            </a:lvl1pPr>
          </a:lstStyle>
          <a:p>
            <a:r>
              <a:rPr lang="en-US" noProof="0"/>
              <a:t>Click</a:t>
            </a:r>
            <a:r>
              <a:rPr lang="en-US"/>
              <a:t> to add title</a:t>
            </a:r>
          </a:p>
        </p:txBody>
      </p:sp>
      <p:sp>
        <p:nvSpPr>
          <p:cNvPr id="21" name="Rectangle 45">
            <a:extLst>
              <a:ext uri="{FF2B5EF4-FFF2-40B4-BE49-F238E27FC236}">
                <a16:creationId xmlns:a16="http://schemas.microsoft.com/office/drawing/2014/main" id="{1E4AC81D-3E52-40F0-85B8-CC904A2CEC0A}"/>
              </a:ext>
            </a:extLst>
          </p:cNvPr>
          <p:cNvSpPr>
            <a:spLocks noGrp="1" noChangeArrowheads="1"/>
          </p:cNvSpPr>
          <p:nvPr>
            <p:ph type="sldNum" sz="quarter" idx="4"/>
            <p:custDataLst>
              <p:tags r:id="rId3"/>
            </p:custDataLst>
          </p:nvPr>
        </p:nvSpPr>
        <p:spPr bwMode="auto">
          <a:xfrm>
            <a:off x="283200" y="6480063"/>
            <a:ext cx="200376" cy="205121"/>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rtl="0">
              <a:spcBef>
                <a:spcPct val="0"/>
              </a:spcBef>
              <a:buClrTx/>
              <a:buSzTx/>
              <a:buFontTx/>
              <a:buNone/>
              <a:defRPr sz="1333" b="0"/>
            </a:lvl1pPr>
          </a:lstStyle>
          <a:p>
            <a:pPr>
              <a:defRPr/>
            </a:pPr>
            <a:fld id="{916336A2-5EB4-4EC1-953B-D9D538DF092C}" type="slidenum">
              <a:rPr lang="en-US" smtClean="0"/>
              <a:pPr>
                <a:defRPr/>
              </a:pPr>
              <a:t>‹Nr.›</a:t>
            </a:fld>
            <a:endParaRPr lang="en-US"/>
          </a:p>
        </p:txBody>
      </p:sp>
    </p:spTree>
    <p:extLst>
      <p:ext uri="{BB962C8B-B14F-4D97-AF65-F5344CB8AC3E}">
        <p14:creationId xmlns:p14="http://schemas.microsoft.com/office/powerpoint/2010/main" val="4243886901"/>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theme" Target="../theme/theme1.xml"/><Relationship Id="rId28" Type="http://schemas.openxmlformats.org/officeDocument/2006/relationships/tags" Target="../tags/tag2.xml"/><Relationship Id="rId29" Type="http://schemas.openxmlformats.org/officeDocument/2006/relationships/tags" Target="../tags/tag3.xml"/><Relationship Id="rId30" Type="http://schemas.openxmlformats.org/officeDocument/2006/relationships/oleObject" Target="../embeddings/oleObject1.bin"/><Relationship Id="rId31" Type="http://schemas.openxmlformats.org/officeDocument/2006/relationships/image" Target="../media/image1.emf"/><Relationship Id="rId32"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5" Type="http://schemas.openxmlformats.org/officeDocument/2006/relationships/slideLayout" Target="../slideLayouts/slideLayout31.xml"/><Relationship Id="rId6" Type="http://schemas.openxmlformats.org/officeDocument/2006/relationships/slideLayout" Target="../slideLayouts/slideLayout32.xml"/><Relationship Id="rId7" Type="http://schemas.openxmlformats.org/officeDocument/2006/relationships/slideLayout" Target="../slideLayouts/slideLayout33.xml"/><Relationship Id="rId8" Type="http://schemas.openxmlformats.org/officeDocument/2006/relationships/slideLayout" Target="../slideLayouts/slideLayout34.xml"/><Relationship Id="rId9" Type="http://schemas.openxmlformats.org/officeDocument/2006/relationships/slideLayout" Target="../slideLayouts/slideLayout35.xml"/><Relationship Id="rId10" Type="http://schemas.openxmlformats.org/officeDocument/2006/relationships/slideLayout" Target="../slideLayouts/slideLayout36.xml"/><Relationship Id="rId11" Type="http://schemas.openxmlformats.org/officeDocument/2006/relationships/slideLayout" Target="../slideLayouts/slideLayout37.xml"/><Relationship Id="rId12" Type="http://schemas.openxmlformats.org/officeDocument/2006/relationships/slideLayout" Target="../slideLayouts/slideLayout38.xml"/><Relationship Id="rId13" Type="http://schemas.openxmlformats.org/officeDocument/2006/relationships/slideLayout" Target="../slideLayouts/slideLayout39.xml"/><Relationship Id="rId14" Type="http://schemas.openxmlformats.org/officeDocument/2006/relationships/slideLayout" Target="../slideLayouts/slideLayout40.xml"/><Relationship Id="rId15" Type="http://schemas.openxmlformats.org/officeDocument/2006/relationships/slideLayout" Target="../slideLayouts/slideLayout41.xml"/><Relationship Id="rId16" Type="http://schemas.openxmlformats.org/officeDocument/2006/relationships/slideLayout" Target="../slideLayouts/slideLayout42.xml"/><Relationship Id="rId17" Type="http://schemas.openxmlformats.org/officeDocument/2006/relationships/slideLayout" Target="../slideLayouts/slideLayout43.xml"/><Relationship Id="rId18" Type="http://schemas.openxmlformats.org/officeDocument/2006/relationships/slideLayout" Target="../slideLayouts/slideLayout44.xml"/><Relationship Id="rId19" Type="http://schemas.openxmlformats.org/officeDocument/2006/relationships/slideLayout" Target="../slideLayouts/slideLayout45.xml"/><Relationship Id="rId20" Type="http://schemas.openxmlformats.org/officeDocument/2006/relationships/slideLayout" Target="../slideLayouts/slideLayout46.xml"/><Relationship Id="rId21" Type="http://schemas.openxmlformats.org/officeDocument/2006/relationships/slideLayout" Target="../slideLayouts/slideLayout47.xml"/><Relationship Id="rId22" Type="http://schemas.openxmlformats.org/officeDocument/2006/relationships/slideLayout" Target="../slideLayouts/slideLayout48.xml"/><Relationship Id="rId23" Type="http://schemas.openxmlformats.org/officeDocument/2006/relationships/slideLayout" Target="../slideLayouts/slideLayout49.xml"/><Relationship Id="rId24" Type="http://schemas.openxmlformats.org/officeDocument/2006/relationships/slideLayout" Target="../slideLayouts/slideLayout50.xml"/><Relationship Id="rId25" Type="http://schemas.openxmlformats.org/officeDocument/2006/relationships/slideLayout" Target="../slideLayouts/slideLayout51.xml"/><Relationship Id="rId26" Type="http://schemas.openxmlformats.org/officeDocument/2006/relationships/slideLayout" Target="../slideLayouts/slideLayout52.xml"/><Relationship Id="rId27" Type="http://schemas.openxmlformats.org/officeDocument/2006/relationships/slideLayout" Target="../slideLayouts/slideLayout53.xml"/><Relationship Id="rId28" Type="http://schemas.openxmlformats.org/officeDocument/2006/relationships/slideLayout" Target="../slideLayouts/slideLayout54.xml"/><Relationship Id="rId29" Type="http://schemas.openxmlformats.org/officeDocument/2006/relationships/theme" Target="../theme/theme2.xml"/><Relationship Id="rId30" Type="http://schemas.openxmlformats.org/officeDocument/2006/relationships/tags" Target="../tags/tag44.xml"/><Relationship Id="rId31" Type="http://schemas.openxmlformats.org/officeDocument/2006/relationships/tags" Target="../tags/tag45.xml"/><Relationship Id="rId32" Type="http://schemas.openxmlformats.org/officeDocument/2006/relationships/oleObject" Target="../embeddings/oleObject17.bin"/><Relationship Id="rId33" Type="http://schemas.openxmlformats.org/officeDocument/2006/relationships/image" Target="../media/image1.emf"/><Relationship Id="rId3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D9C97816-FB06-4E95-856C-7D63D0431A47}"/>
              </a:ext>
            </a:extLst>
          </p:cNvPr>
          <p:cNvGraphicFramePr>
            <a:graphicFrameLocks noChangeAspect="1"/>
          </p:cNvGraphicFramePr>
          <p:nvPr>
            <p:custDataLst>
              <p:tags r:id="rId28"/>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0" imgW="408" imgH="408" progId="TCLayout.ActiveDocument.1">
                  <p:embed/>
                </p:oleObj>
              </mc:Choice>
              <mc:Fallback>
                <p:oleObj name="think-cell Folie" r:id="rId30" imgW="408" imgH="408" progId="TCLayout.ActiveDocument.1">
                  <p:embed/>
                  <p:pic>
                    <p:nvPicPr>
                      <p:cNvPr id="8" name="Objekt 7" hidden="1">
                        <a:extLst>
                          <a:ext uri="{FF2B5EF4-FFF2-40B4-BE49-F238E27FC236}">
                            <a16:creationId xmlns:a16="http://schemas.microsoft.com/office/drawing/2014/main" id="{D9C97816-FB06-4E95-856C-7D63D0431A47}"/>
                          </a:ext>
                        </a:extLst>
                      </p:cNvPr>
                      <p:cNvPicPr/>
                      <p:nvPr/>
                    </p:nvPicPr>
                    <p:blipFill>
                      <a:blip r:embed="rId31"/>
                      <a:stretch>
                        <a:fillRect/>
                      </a:stretch>
                    </p:blipFill>
                    <p:spPr>
                      <a:xfrm>
                        <a:off x="1588" y="1588"/>
                        <a:ext cx="1588" cy="1588"/>
                      </a:xfrm>
                      <a:prstGeom prst="rect">
                        <a:avLst/>
                      </a:prstGeom>
                    </p:spPr>
                  </p:pic>
                </p:oleObj>
              </mc:Fallback>
            </mc:AlternateContent>
          </a:graphicData>
        </a:graphic>
      </p:graphicFrame>
      <p:sp>
        <p:nvSpPr>
          <p:cNvPr id="7" name="Rechteck 6" hidden="1">
            <a:extLst>
              <a:ext uri="{FF2B5EF4-FFF2-40B4-BE49-F238E27FC236}">
                <a16:creationId xmlns:a16="http://schemas.microsoft.com/office/drawing/2014/main" id="{5931360F-217C-4503-B09B-C80FE49E58A8}"/>
              </a:ext>
            </a:extLst>
          </p:cNvPr>
          <p:cNvSpPr/>
          <p:nvPr>
            <p:custDataLst>
              <p:tags r:id="rId29"/>
            </p:custDataLst>
          </p:nvPr>
        </p:nvSpPr>
        <p:spPr>
          <a:xfrm>
            <a:off x="0" y="0"/>
            <a:ext cx="158750" cy="15875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GB" sz="2200" b="1" i="0" baseline="0">
              <a:solidFill>
                <a:schemeClr val="tx1"/>
              </a:solidFill>
              <a:latin typeface="STIHL Contraface Text"/>
              <a:ea typeface="+mj-ea"/>
              <a:cs typeface="+mj-cs"/>
              <a:sym typeface="STIHL Contraface Text"/>
            </a:endParaRPr>
          </a:p>
        </p:txBody>
      </p:sp>
      <p:sp>
        <p:nvSpPr>
          <p:cNvPr id="2" name="Titelplatzhalter 1">
            <a:extLst>
              <a:ext uri="{FF2B5EF4-FFF2-40B4-BE49-F238E27FC236}">
                <a16:creationId xmlns:a16="http://schemas.microsoft.com/office/drawing/2014/main" id="{47881EEE-4F13-4DC9-B8A4-B54C0C3C05F9}"/>
              </a:ext>
            </a:extLst>
          </p:cNvPr>
          <p:cNvSpPr>
            <a:spLocks noGrp="1"/>
          </p:cNvSpPr>
          <p:nvPr>
            <p:ph type="title"/>
          </p:nvPr>
        </p:nvSpPr>
        <p:spPr>
          <a:xfrm>
            <a:off x="479426" y="503546"/>
            <a:ext cx="9579925" cy="252000"/>
          </a:xfrm>
          <a:prstGeom prst="rect">
            <a:avLst/>
          </a:prstGeom>
        </p:spPr>
        <p:txBody>
          <a:bodyPr vert="horz" lIns="0" tIns="0" rIns="0" bIns="0" rtlCol="0" anchor="t" anchorCtr="0">
            <a:noAutofit/>
          </a:bodyPr>
          <a:lstStyle/>
          <a:p>
            <a:r>
              <a:rPr lang="en-GB"/>
              <a:t>Edit master title format</a:t>
            </a:r>
          </a:p>
        </p:txBody>
      </p:sp>
      <p:sp>
        <p:nvSpPr>
          <p:cNvPr id="10" name="Textfeld 9">
            <a:extLst>
              <a:ext uri="{FF2B5EF4-FFF2-40B4-BE49-F238E27FC236}">
                <a16:creationId xmlns:a16="http://schemas.microsoft.com/office/drawing/2014/main" id="{22C7C99F-364C-426F-8FE4-3FD5F0CADA8A}"/>
              </a:ext>
            </a:extLst>
          </p:cNvPr>
          <p:cNvSpPr txBox="1"/>
          <p:nvPr/>
        </p:nvSpPr>
        <p:spPr>
          <a:xfrm>
            <a:off x="479425" y="6592970"/>
            <a:ext cx="1453924" cy="123111"/>
          </a:xfrm>
          <a:prstGeom prst="rect">
            <a:avLst/>
          </a:prstGeom>
          <a:noFill/>
        </p:spPr>
        <p:txBody>
          <a:bodyPr wrap="none" lIns="0" tIns="0" rIns="0" bIns="0" rtlCol="0">
            <a:spAutoFit/>
          </a:bodyPr>
          <a:lstStyle/>
          <a:p>
            <a:pPr algn="l"/>
            <a:r>
              <a:rPr lang="en-GB" sz="800">
                <a:solidFill>
                  <a:schemeClr val="tx2"/>
                </a:solidFill>
              </a:rPr>
              <a:t>© ANDREAS STIHL AG &amp; Co. KG</a:t>
            </a:r>
          </a:p>
        </p:txBody>
      </p:sp>
      <p:sp>
        <p:nvSpPr>
          <p:cNvPr id="12" name="Slide Number">
            <a:extLst>
              <a:ext uri="{FF2B5EF4-FFF2-40B4-BE49-F238E27FC236}">
                <a16:creationId xmlns:a16="http://schemas.microsoft.com/office/drawing/2014/main" id="{B120AD0C-5E57-45D6-8C62-2EFE6678CD8B}"/>
              </a:ext>
            </a:extLst>
          </p:cNvPr>
          <p:cNvSpPr txBox="1">
            <a:spLocks noChangeArrowheads="1"/>
          </p:cNvSpPr>
          <p:nvPr/>
        </p:nvSpPr>
        <p:spPr bwMode="auto">
          <a:xfrm>
            <a:off x="11528228" y="6592970"/>
            <a:ext cx="184346" cy="123111"/>
          </a:xfrm>
          <a:prstGeom prst="rect">
            <a:avLst/>
          </a:prstGeom>
          <a:noFill/>
        </p:spPr>
        <p:txBody>
          <a:bodyPr wrap="none" lIns="0" tIns="0" rIns="0" bIns="0" rtlCol="0">
            <a:spAutoFit/>
          </a:bodyPr>
          <a:lstStyle>
            <a:defPPr>
              <a:defRPr lang="de-DE"/>
            </a:defPPr>
            <a:lvl1pPr>
              <a:defRPr sz="800">
                <a:solidFill>
                  <a:schemeClr val="tx2"/>
                </a:solidFill>
              </a:defRPr>
            </a:lvl1pPr>
            <a:lvl2pPr marL="457200" algn="l" rtl="0" fontAlgn="base">
              <a:spcBef>
                <a:spcPct val="0"/>
              </a:spcBef>
              <a:spcAft>
                <a:spcPct val="0"/>
              </a:spcAft>
              <a:defRPr sz="1300" b="1" kern="1200">
                <a:solidFill>
                  <a:schemeClr val="tx1"/>
                </a:solidFill>
                <a:latin typeface="Arial Narrow" charset="0"/>
                <a:ea typeface="+mn-ea"/>
                <a:cs typeface="+mn-cs"/>
              </a:defRPr>
            </a:lvl2pPr>
            <a:lvl3pPr marL="914400" algn="l" rtl="0" fontAlgn="base">
              <a:spcBef>
                <a:spcPct val="0"/>
              </a:spcBef>
              <a:spcAft>
                <a:spcPct val="0"/>
              </a:spcAft>
              <a:defRPr sz="1300" b="1" kern="1200">
                <a:solidFill>
                  <a:schemeClr val="tx1"/>
                </a:solidFill>
                <a:latin typeface="Arial Narrow" charset="0"/>
                <a:ea typeface="+mn-ea"/>
                <a:cs typeface="+mn-cs"/>
              </a:defRPr>
            </a:lvl3pPr>
            <a:lvl4pPr marL="1371600" algn="l" rtl="0" fontAlgn="base">
              <a:spcBef>
                <a:spcPct val="0"/>
              </a:spcBef>
              <a:spcAft>
                <a:spcPct val="0"/>
              </a:spcAft>
              <a:defRPr sz="1300" b="1" kern="1200">
                <a:solidFill>
                  <a:schemeClr val="tx1"/>
                </a:solidFill>
                <a:latin typeface="Arial Narrow" charset="0"/>
                <a:ea typeface="+mn-ea"/>
                <a:cs typeface="+mn-cs"/>
              </a:defRPr>
            </a:lvl4pPr>
            <a:lvl5pPr marL="1828800" algn="l" rtl="0" fontAlgn="base">
              <a:spcBef>
                <a:spcPct val="0"/>
              </a:spcBef>
              <a:spcAft>
                <a:spcPct val="0"/>
              </a:spcAft>
              <a:defRPr sz="1300" b="1" kern="1200">
                <a:solidFill>
                  <a:schemeClr val="tx1"/>
                </a:solidFill>
                <a:latin typeface="Arial Narrow" charset="0"/>
                <a:ea typeface="+mn-ea"/>
                <a:cs typeface="+mn-cs"/>
              </a:defRPr>
            </a:lvl5pPr>
            <a:lvl6pPr marL="2286000" algn="l" defTabSz="914400" rtl="0" eaLnBrk="1" latinLnBrk="0" hangingPunct="1">
              <a:defRPr sz="1300" b="1" kern="1200">
                <a:solidFill>
                  <a:schemeClr val="tx1"/>
                </a:solidFill>
                <a:latin typeface="Arial Narrow" charset="0"/>
                <a:ea typeface="+mn-ea"/>
                <a:cs typeface="+mn-cs"/>
              </a:defRPr>
            </a:lvl6pPr>
            <a:lvl7pPr marL="2743200" algn="l" defTabSz="914400" rtl="0" eaLnBrk="1" latinLnBrk="0" hangingPunct="1">
              <a:defRPr sz="1300" b="1" kern="1200">
                <a:solidFill>
                  <a:schemeClr val="tx1"/>
                </a:solidFill>
                <a:latin typeface="Arial Narrow" charset="0"/>
                <a:ea typeface="+mn-ea"/>
                <a:cs typeface="+mn-cs"/>
              </a:defRPr>
            </a:lvl7pPr>
            <a:lvl8pPr marL="3200400" algn="l" defTabSz="914400" rtl="0" eaLnBrk="1" latinLnBrk="0" hangingPunct="1">
              <a:defRPr sz="1300" b="1" kern="1200">
                <a:solidFill>
                  <a:schemeClr val="tx1"/>
                </a:solidFill>
                <a:latin typeface="Arial Narrow" charset="0"/>
                <a:ea typeface="+mn-ea"/>
                <a:cs typeface="+mn-cs"/>
              </a:defRPr>
            </a:lvl8pPr>
            <a:lvl9pPr marL="3657600" algn="l" defTabSz="914400" rtl="0" eaLnBrk="1" latinLnBrk="0" hangingPunct="1">
              <a:defRPr sz="1300" b="1" kern="1200">
                <a:solidFill>
                  <a:schemeClr val="tx1"/>
                </a:solidFill>
                <a:latin typeface="Arial Narrow" charset="0"/>
                <a:ea typeface="+mn-ea"/>
                <a:cs typeface="+mn-cs"/>
              </a:defRPr>
            </a:lvl9pPr>
          </a:lstStyle>
          <a:p>
            <a:pPr lvl="0" algn="r"/>
            <a:fld id="{7AA7B471-74A3-4F5F-8955-6C99E2375CAC}" type="slidenum">
              <a:rPr lang="en-GB" noProof="1" smtClean="0">
                <a:sym typeface="+mn-lt"/>
              </a:rPr>
              <a:pPr lvl="0" algn="r"/>
              <a:t>‹Nr.›</a:t>
            </a:fld>
            <a:endParaRPr lang="en-GB" noProof="1">
              <a:sym typeface="+mn-lt"/>
            </a:endParaRPr>
          </a:p>
        </p:txBody>
      </p:sp>
      <p:cxnSp>
        <p:nvCxnSpPr>
          <p:cNvPr id="23" name="Gerade Verbindung 7">
            <a:extLst>
              <a:ext uri="{FF2B5EF4-FFF2-40B4-BE49-F238E27FC236}">
                <a16:creationId xmlns:a16="http://schemas.microsoft.com/office/drawing/2014/main" id="{28D584E0-5EF6-4DC5-B2D7-FFDA778CFAC1}"/>
              </a:ext>
            </a:extLst>
          </p:cNvPr>
          <p:cNvCxnSpPr>
            <a:cxnSpLocks/>
          </p:cNvCxnSpPr>
          <p:nvPr/>
        </p:nvCxnSpPr>
        <p:spPr>
          <a:xfrm>
            <a:off x="10059360" y="-190500"/>
            <a:ext cx="0" cy="126643"/>
          </a:xfrm>
          <a:prstGeom prst="line">
            <a:avLst/>
          </a:prstGeom>
          <a:ln w="12700" cap="rnd">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platzhalter 5">
            <a:extLst>
              <a:ext uri="{FF2B5EF4-FFF2-40B4-BE49-F238E27FC236}">
                <a16:creationId xmlns:a16="http://schemas.microsoft.com/office/drawing/2014/main" id="{E531305B-43CE-446C-88D1-BBDB27457244}"/>
              </a:ext>
            </a:extLst>
          </p:cNvPr>
          <p:cNvSpPr>
            <a:spLocks noGrp="1"/>
          </p:cNvSpPr>
          <p:nvPr>
            <p:ph type="body" idx="1"/>
          </p:nvPr>
        </p:nvSpPr>
        <p:spPr>
          <a:xfrm>
            <a:off x="479426" y="1130298"/>
            <a:ext cx="11233147" cy="5322741"/>
          </a:xfrm>
          <a:prstGeom prst="rect">
            <a:avLst/>
          </a:prstGeom>
        </p:spPr>
        <p:txBody>
          <a:bodyPr vert="horz" lIns="0" tIns="0" rIns="0" bIns="0" rtlCol="0">
            <a:noAutofit/>
          </a:bodyPr>
          <a:lstStyle/>
          <a:p>
            <a:pPr lvl="0"/>
            <a:r>
              <a:rPr lang="en-GB"/>
              <a:t>Edit master text format</a:t>
            </a:r>
          </a:p>
          <a:p>
            <a:pPr lvl="1"/>
            <a:r>
              <a:rPr lang="en-GB"/>
              <a:t>Second level</a:t>
            </a:r>
          </a:p>
          <a:p>
            <a:pPr lvl="2"/>
            <a:r>
              <a:rPr lang="en-GB"/>
              <a:t>Third level</a:t>
            </a:r>
          </a:p>
          <a:p>
            <a:pPr lvl="3"/>
            <a:r>
              <a:rPr lang="en-GB"/>
              <a:t>Fourth level</a:t>
            </a:r>
          </a:p>
          <a:p>
            <a:pPr lvl="4"/>
            <a:r>
              <a:rPr lang="en-GB"/>
              <a:t>Fifth level</a:t>
            </a:r>
          </a:p>
        </p:txBody>
      </p:sp>
      <p:cxnSp>
        <p:nvCxnSpPr>
          <p:cNvPr id="18" name="Gerade Verbindung 7">
            <a:extLst>
              <a:ext uri="{FF2B5EF4-FFF2-40B4-BE49-F238E27FC236}">
                <a16:creationId xmlns:a16="http://schemas.microsoft.com/office/drawing/2014/main" id="{EFB36787-F98E-4B12-B104-EEBBD9EECC10}"/>
              </a:ext>
            </a:extLst>
          </p:cNvPr>
          <p:cNvCxnSpPr>
            <a:cxnSpLocks/>
          </p:cNvCxnSpPr>
          <p:nvPr/>
        </p:nvCxnSpPr>
        <p:spPr>
          <a:xfrm>
            <a:off x="902806" y="-190500"/>
            <a:ext cx="0" cy="126643"/>
          </a:xfrm>
          <a:prstGeom prst="line">
            <a:avLst/>
          </a:prstGeom>
          <a:ln w="12700"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Gerade Verbindung 7">
            <a:extLst>
              <a:ext uri="{FF2B5EF4-FFF2-40B4-BE49-F238E27FC236}">
                <a16:creationId xmlns:a16="http://schemas.microsoft.com/office/drawing/2014/main" id="{465918F8-CA5D-4293-89DC-F10E8B1C5462}"/>
              </a:ext>
            </a:extLst>
          </p:cNvPr>
          <p:cNvCxnSpPr>
            <a:cxnSpLocks/>
          </p:cNvCxnSpPr>
          <p:nvPr/>
        </p:nvCxnSpPr>
        <p:spPr>
          <a:xfrm>
            <a:off x="691116" y="-190500"/>
            <a:ext cx="0" cy="126643"/>
          </a:xfrm>
          <a:prstGeom prst="line">
            <a:avLst/>
          </a:prstGeom>
          <a:ln w="12700"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0" name="Gerade Verbindung 7">
            <a:extLst>
              <a:ext uri="{FF2B5EF4-FFF2-40B4-BE49-F238E27FC236}">
                <a16:creationId xmlns:a16="http://schemas.microsoft.com/office/drawing/2014/main" id="{160AE795-C735-4204-9FF6-8CD4C42875B3}"/>
              </a:ext>
            </a:extLst>
          </p:cNvPr>
          <p:cNvCxnSpPr>
            <a:cxnSpLocks/>
          </p:cNvCxnSpPr>
          <p:nvPr/>
        </p:nvCxnSpPr>
        <p:spPr>
          <a:xfrm>
            <a:off x="479426" y="-190500"/>
            <a:ext cx="0" cy="126643"/>
          </a:xfrm>
          <a:prstGeom prst="line">
            <a:avLst/>
          </a:prstGeom>
          <a:ln w="12700"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Gerade Verbindung 7">
            <a:extLst>
              <a:ext uri="{FF2B5EF4-FFF2-40B4-BE49-F238E27FC236}">
                <a16:creationId xmlns:a16="http://schemas.microsoft.com/office/drawing/2014/main" id="{0F42B521-F5CC-46CF-86E8-5B383F9E4C65}"/>
              </a:ext>
            </a:extLst>
          </p:cNvPr>
          <p:cNvCxnSpPr>
            <a:cxnSpLocks/>
          </p:cNvCxnSpPr>
          <p:nvPr/>
        </p:nvCxnSpPr>
        <p:spPr>
          <a:xfrm rot="5400000">
            <a:off x="-160655" y="196071"/>
            <a:ext cx="0" cy="126643"/>
          </a:xfrm>
          <a:prstGeom prst="line">
            <a:avLst/>
          </a:prstGeom>
          <a:ln w="12700" cap="rnd">
            <a:solidFill>
              <a:schemeClr val="tx2"/>
            </a:solidFill>
          </a:ln>
        </p:spPr>
        <p:style>
          <a:lnRef idx="1">
            <a:schemeClr val="accent1"/>
          </a:lnRef>
          <a:fillRef idx="0">
            <a:schemeClr val="accent1"/>
          </a:fillRef>
          <a:effectRef idx="0">
            <a:schemeClr val="accent1"/>
          </a:effectRef>
          <a:fontRef idx="minor">
            <a:schemeClr val="tx1"/>
          </a:fontRef>
        </p:style>
      </p:cxnSp>
      <p:pic>
        <p:nvPicPr>
          <p:cNvPr id="14" name="Grafik 13"/>
          <p:cNvPicPr>
            <a:picLocks noChangeAspect="1"/>
          </p:cNvPicPr>
          <p:nvPr/>
        </p:nvPicPr>
        <p:blipFill>
          <a:blip r:embed="rId32" cstate="print">
            <a:extLst>
              <a:ext uri="{28A0092B-C50C-407E-A947-70E740481C1C}">
                <a14:useLocalDpi xmlns:a14="http://schemas.microsoft.com/office/drawing/2010/main" val="0"/>
              </a:ext>
            </a:extLst>
          </a:blip>
          <a:stretch>
            <a:fillRect/>
          </a:stretch>
        </p:blipFill>
        <p:spPr>
          <a:xfrm>
            <a:off x="10330261" y="502821"/>
            <a:ext cx="1385810" cy="287488"/>
          </a:xfrm>
          <a:prstGeom prst="rect">
            <a:avLst/>
          </a:prstGeom>
        </p:spPr>
      </p:pic>
      <p:sp>
        <p:nvSpPr>
          <p:cNvPr id="4" name="MSIPCMContentMarking" descr="{&quot;HashCode&quot;:-1642666559,&quot;Placement&quot;:&quot;Header&quot;,&quot;Top&quot;:0.0,&quot;Left&quot;:435.1923,&quot;SlideWidth&quot;:960,&quot;SlideHeight&quot;:540}"/>
          <p:cNvSpPr txBox="1"/>
          <p:nvPr userDrawn="1"/>
        </p:nvSpPr>
        <p:spPr>
          <a:xfrm>
            <a:off x="5526942" y="0"/>
            <a:ext cx="1138115" cy="249198"/>
          </a:xfrm>
          <a:prstGeom prst="rect">
            <a:avLst/>
          </a:prstGeom>
          <a:noFill/>
        </p:spPr>
        <p:txBody>
          <a:bodyPr vert="horz" wrap="square" lIns="0" tIns="0" rIns="0" bIns="0" rtlCol="0" anchor="ctr" anchorCtr="1">
            <a:spAutoFit/>
          </a:bodyPr>
          <a:lstStyle/>
          <a:p>
            <a:pPr algn="ctr">
              <a:lnSpc>
                <a:spcPct val="90000"/>
              </a:lnSpc>
              <a:spcBef>
                <a:spcPts val="0"/>
              </a:spcBef>
              <a:spcAft>
                <a:spcPts val="0"/>
              </a:spcAft>
            </a:pPr>
            <a:r>
              <a:rPr lang="de-DE" sz="1000">
                <a:solidFill>
                  <a:srgbClr val="B1B1B1"/>
                </a:solidFill>
                <a:latin typeface="Arial" panose="020B0604020202020204" pitchFamily="34" charset="0"/>
              </a:rPr>
              <a:t>Intern | Internal</a:t>
            </a:r>
            <a:endParaRPr lang="de-DE" sz="1000" err="1">
              <a:solidFill>
                <a:srgbClr val="B1B1B1"/>
              </a:solidFill>
              <a:latin typeface="Arial" panose="020B0604020202020204" pitchFamily="34" charset="0"/>
            </a:endParaRPr>
          </a:p>
        </p:txBody>
      </p:sp>
    </p:spTree>
    <p:extLst>
      <p:ext uri="{BB962C8B-B14F-4D97-AF65-F5344CB8AC3E}">
        <p14:creationId xmlns:p14="http://schemas.microsoft.com/office/powerpoint/2010/main" val="372346558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9" r:id="rId17"/>
    <p:sldLayoutId id="2147483703" r:id="rId18"/>
    <p:sldLayoutId id="2147483704" r:id="rId19"/>
    <p:sldLayoutId id="2147483705" r:id="rId20"/>
    <p:sldLayoutId id="2147483706" r:id="rId21"/>
    <p:sldLayoutId id="2147483707" r:id="rId22"/>
    <p:sldLayoutId id="2147483701" r:id="rId23"/>
    <p:sldLayoutId id="2147483711" r:id="rId24"/>
    <p:sldLayoutId id="2147483712" r:id="rId25"/>
    <p:sldLayoutId id="2147483713" r:id="rId26"/>
  </p:sldLayoutIdLst>
  <p:hf sldNum="0" hdr="0" ftr="0" dt="0"/>
  <p:txStyles>
    <p:titleStyle>
      <a:lvl1pPr algn="l" defTabSz="914400" rtl="0" eaLnBrk="1" latinLnBrk="0" hangingPunct="1">
        <a:lnSpc>
          <a:spcPct val="90000"/>
        </a:lnSpc>
        <a:spcBef>
          <a:spcPct val="0"/>
        </a:spcBef>
        <a:buNone/>
        <a:defRPr sz="2200" b="1" kern="1200" cap="none" baseline="0">
          <a:solidFill>
            <a:schemeClr val="tx1"/>
          </a:solidFill>
          <a:latin typeface="+mj-lt"/>
          <a:ea typeface="+mj-ea"/>
          <a:cs typeface="+mj-cs"/>
        </a:defRPr>
      </a:lvl1pPr>
    </p:titleStyle>
    <p:bodyStyle>
      <a:lvl1pPr marL="0" indent="0" algn="l" defTabSz="914400" rtl="0" eaLnBrk="1" latinLnBrk="0" hangingPunct="1">
        <a:lnSpc>
          <a:spcPct val="90000"/>
        </a:lnSpc>
        <a:spcBef>
          <a:spcPts val="0"/>
        </a:spcBef>
        <a:spcAft>
          <a:spcPts val="600"/>
        </a:spcAft>
        <a:buFont typeface="Arial" panose="020B0604020202020204" pitchFamily="34" charset="0"/>
        <a:buNone/>
        <a:defRPr lang="de-DE" sz="1800" kern="1200" dirty="0">
          <a:solidFill>
            <a:schemeClr val="tx1"/>
          </a:solidFill>
          <a:latin typeface="+mn-lt"/>
          <a:ea typeface="+mn-ea"/>
          <a:cs typeface="+mn-cs"/>
        </a:defRPr>
      </a:lvl1pPr>
      <a:lvl2pPr marL="176213" indent="-176213" algn="l" defTabSz="914400" rtl="0" eaLnBrk="1" latinLnBrk="0" hangingPunct="1">
        <a:lnSpc>
          <a:spcPct val="90000"/>
        </a:lnSpc>
        <a:spcBef>
          <a:spcPts val="0"/>
        </a:spcBef>
        <a:spcAft>
          <a:spcPts val="600"/>
        </a:spcAft>
        <a:buFont typeface="Arial" panose="020B0604020202020204" pitchFamily="34" charset="0"/>
        <a:buChar char="•"/>
        <a:tabLst/>
        <a:defRPr lang="de-DE" sz="1800" kern="1200" baseline="0" dirty="0">
          <a:solidFill>
            <a:schemeClr val="tx1"/>
          </a:solidFill>
          <a:latin typeface="+mn-lt"/>
          <a:ea typeface="+mn-ea"/>
          <a:cs typeface="+mn-cs"/>
        </a:defRPr>
      </a:lvl2pPr>
      <a:lvl3pPr marL="358775" indent="-182563" algn="l" defTabSz="914400" rtl="0" eaLnBrk="1" latinLnBrk="0" hangingPunct="1">
        <a:lnSpc>
          <a:spcPct val="90000"/>
        </a:lnSpc>
        <a:spcBef>
          <a:spcPts val="0"/>
        </a:spcBef>
        <a:spcAft>
          <a:spcPts val="600"/>
        </a:spcAft>
        <a:buFont typeface="Arial" panose="020B0604020202020204" pitchFamily="34" charset="0"/>
        <a:buChar char="•"/>
        <a:defRPr lang="de-DE" sz="1600" kern="1200" dirty="0">
          <a:solidFill>
            <a:schemeClr val="tx1"/>
          </a:solidFill>
          <a:latin typeface="+mn-lt"/>
          <a:ea typeface="+mn-ea"/>
          <a:cs typeface="+mn-cs"/>
        </a:defRPr>
      </a:lvl3pPr>
      <a:lvl4pPr marL="534988" indent="-176213" algn="l" defTabSz="914400" rtl="0" eaLnBrk="1" latinLnBrk="0" hangingPunct="1">
        <a:lnSpc>
          <a:spcPct val="90000"/>
        </a:lnSpc>
        <a:spcBef>
          <a:spcPts val="0"/>
        </a:spcBef>
        <a:spcAft>
          <a:spcPts val="600"/>
        </a:spcAft>
        <a:buFont typeface="Arial" panose="020B0604020202020204" pitchFamily="34" charset="0"/>
        <a:buChar char="•"/>
        <a:defRPr lang="de-DE" sz="1400" kern="1200" dirty="0">
          <a:solidFill>
            <a:schemeClr val="tx1"/>
          </a:solidFill>
          <a:latin typeface="+mn-lt"/>
          <a:ea typeface="+mn-ea"/>
          <a:cs typeface="+mn-cs"/>
        </a:defRPr>
      </a:lvl4pPr>
      <a:lvl5pPr marL="719138" indent="-184150" algn="l" defTabSz="914400" rtl="0" eaLnBrk="1" latinLnBrk="0" hangingPunct="1">
        <a:lnSpc>
          <a:spcPct val="90000"/>
        </a:lnSpc>
        <a:spcBef>
          <a:spcPts val="0"/>
        </a:spcBef>
        <a:spcAft>
          <a:spcPts val="600"/>
        </a:spcAft>
        <a:buFont typeface="Arial" panose="020B0604020202020204" pitchFamily="34" charset="0"/>
        <a:buChar char="•"/>
        <a:defRPr lang="de-DE" sz="1200" kern="1200" dirty="0">
          <a:solidFill>
            <a:schemeClr val="tx1"/>
          </a:solidFill>
          <a:latin typeface="+mn-lt"/>
          <a:ea typeface="+mn-ea"/>
          <a:cs typeface="+mn-cs"/>
        </a:defRPr>
      </a:lvl5pPr>
      <a:lvl6pPr marL="3155950" indent="-2622550" algn="l" defTabSz="914400" rtl="0" eaLnBrk="1" latinLnBrk="0" hangingPunct="1">
        <a:lnSpc>
          <a:spcPct val="90000"/>
        </a:lnSpc>
        <a:spcBef>
          <a:spcPts val="500"/>
        </a:spcBef>
        <a:buFont typeface="Arial" panose="020B0604020202020204" pitchFamily="34" charset="0"/>
        <a:buChar char="•"/>
        <a:defRPr lang="de-DE" sz="1800" kern="1200" dirty="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301">
          <p15:clr>
            <a:srgbClr val="F26B43"/>
          </p15:clr>
        </p15:guide>
        <p15:guide id="4" pos="7379">
          <p15:clr>
            <a:srgbClr val="F26B43"/>
          </p15:clr>
        </p15:guide>
        <p15:guide id="5" orient="horz" pos="317">
          <p15:clr>
            <a:srgbClr val="F26B43"/>
          </p15:clr>
        </p15:guide>
        <p15:guide id="10" orient="horz" pos="4066">
          <p15:clr>
            <a:srgbClr val="F26B43"/>
          </p15:clr>
        </p15:guide>
        <p15:guide id="11" orient="horz" pos="1010">
          <p15:clr>
            <a:srgbClr val="F26B43"/>
          </p15:clr>
        </p15:guide>
        <p15:guide id="13" orient="horz" pos="712">
          <p15:clr>
            <a:srgbClr val="F26B43"/>
          </p15:clr>
        </p15:guide>
        <p15:guide id="14" orient="horz" pos="16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D9C97816-FB06-4E95-856C-7D63D0431A47}"/>
              </a:ext>
            </a:extLst>
          </p:cNvPr>
          <p:cNvGraphicFramePr>
            <a:graphicFrameLocks noChangeAspect="1"/>
          </p:cNvGraphicFramePr>
          <p:nvPr>
            <p:custDataLst>
              <p:tags r:id="rId30"/>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2" imgW="408" imgH="408" progId="TCLayout.ActiveDocument.1">
                  <p:embed/>
                </p:oleObj>
              </mc:Choice>
              <mc:Fallback>
                <p:oleObj name="think-cell Folie" r:id="rId32" imgW="408" imgH="408" progId="TCLayout.ActiveDocument.1">
                  <p:embed/>
                  <p:pic>
                    <p:nvPicPr>
                      <p:cNvPr id="8" name="Objekt 7" hidden="1">
                        <a:extLst>
                          <a:ext uri="{FF2B5EF4-FFF2-40B4-BE49-F238E27FC236}">
                            <a16:creationId xmlns:a16="http://schemas.microsoft.com/office/drawing/2014/main" id="{D9C97816-FB06-4E95-856C-7D63D0431A47}"/>
                          </a:ext>
                        </a:extLst>
                      </p:cNvPr>
                      <p:cNvPicPr/>
                      <p:nvPr/>
                    </p:nvPicPr>
                    <p:blipFill>
                      <a:blip r:embed="rId33"/>
                      <a:stretch>
                        <a:fillRect/>
                      </a:stretch>
                    </p:blipFill>
                    <p:spPr>
                      <a:xfrm>
                        <a:off x="1588" y="1588"/>
                        <a:ext cx="1588" cy="1588"/>
                      </a:xfrm>
                      <a:prstGeom prst="rect">
                        <a:avLst/>
                      </a:prstGeom>
                    </p:spPr>
                  </p:pic>
                </p:oleObj>
              </mc:Fallback>
            </mc:AlternateContent>
          </a:graphicData>
        </a:graphic>
      </p:graphicFrame>
      <p:sp>
        <p:nvSpPr>
          <p:cNvPr id="7" name="Rechteck 6" hidden="1">
            <a:extLst>
              <a:ext uri="{FF2B5EF4-FFF2-40B4-BE49-F238E27FC236}">
                <a16:creationId xmlns:a16="http://schemas.microsoft.com/office/drawing/2014/main" id="{5931360F-217C-4503-B09B-C80FE49E58A8}"/>
              </a:ext>
            </a:extLst>
          </p:cNvPr>
          <p:cNvSpPr/>
          <p:nvPr>
            <p:custDataLst>
              <p:tags r:id="rId31"/>
            </p:custDataLst>
          </p:nvPr>
        </p:nvSpPr>
        <p:spPr>
          <a:xfrm>
            <a:off x="0" y="0"/>
            <a:ext cx="158750" cy="15875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de-DE" sz="2200" b="1" i="0" baseline="0">
              <a:solidFill>
                <a:schemeClr val="tx1"/>
              </a:solidFill>
              <a:latin typeface="STIHL Contraface Text"/>
              <a:ea typeface="+mj-ea"/>
              <a:cs typeface="+mj-cs"/>
              <a:sym typeface="STIHL Contraface Text"/>
            </a:endParaRPr>
          </a:p>
        </p:txBody>
      </p:sp>
      <p:sp>
        <p:nvSpPr>
          <p:cNvPr id="2" name="Titelplatzhalter 1">
            <a:extLst>
              <a:ext uri="{FF2B5EF4-FFF2-40B4-BE49-F238E27FC236}">
                <a16:creationId xmlns:a16="http://schemas.microsoft.com/office/drawing/2014/main" id="{47881EEE-4F13-4DC9-B8A4-B54C0C3C05F9}"/>
              </a:ext>
            </a:extLst>
          </p:cNvPr>
          <p:cNvSpPr>
            <a:spLocks noGrp="1"/>
          </p:cNvSpPr>
          <p:nvPr>
            <p:ph type="title"/>
          </p:nvPr>
        </p:nvSpPr>
        <p:spPr>
          <a:xfrm>
            <a:off x="479425" y="503546"/>
            <a:ext cx="9579925" cy="252000"/>
          </a:xfrm>
          <a:prstGeom prst="rect">
            <a:avLst/>
          </a:prstGeom>
        </p:spPr>
        <p:txBody>
          <a:bodyPr vert="horz" lIns="0" tIns="0" rIns="0" bIns="0" rtlCol="0" anchor="t" anchorCtr="0">
            <a:noAutofit/>
          </a:bodyPr>
          <a:lstStyle/>
          <a:p>
            <a:r>
              <a:rPr lang="de-DE"/>
              <a:t>Mastertitelformat bearbeiten</a:t>
            </a:r>
          </a:p>
        </p:txBody>
      </p:sp>
      <p:sp>
        <p:nvSpPr>
          <p:cNvPr id="10" name="Textfeld 9">
            <a:extLst>
              <a:ext uri="{FF2B5EF4-FFF2-40B4-BE49-F238E27FC236}">
                <a16:creationId xmlns:a16="http://schemas.microsoft.com/office/drawing/2014/main" id="{22C7C99F-364C-426F-8FE4-3FD5F0CADA8A}"/>
              </a:ext>
            </a:extLst>
          </p:cNvPr>
          <p:cNvSpPr txBox="1"/>
          <p:nvPr/>
        </p:nvSpPr>
        <p:spPr>
          <a:xfrm>
            <a:off x="479425" y="6592970"/>
            <a:ext cx="1453924" cy="123111"/>
          </a:xfrm>
          <a:prstGeom prst="rect">
            <a:avLst/>
          </a:prstGeom>
          <a:noFill/>
        </p:spPr>
        <p:txBody>
          <a:bodyPr wrap="none" lIns="0" tIns="0" rIns="0" bIns="0" rtlCol="0">
            <a:spAutoFit/>
          </a:bodyPr>
          <a:lstStyle/>
          <a:p>
            <a:pPr algn="l"/>
            <a:r>
              <a:rPr lang="de-DE" sz="800">
                <a:solidFill>
                  <a:schemeClr val="tx2"/>
                </a:solidFill>
              </a:rPr>
              <a:t>© ANDREAS STIHL AG &amp; Co. KG</a:t>
            </a:r>
          </a:p>
        </p:txBody>
      </p:sp>
      <p:sp>
        <p:nvSpPr>
          <p:cNvPr id="12" name="Slide Number">
            <a:extLst>
              <a:ext uri="{FF2B5EF4-FFF2-40B4-BE49-F238E27FC236}">
                <a16:creationId xmlns:a16="http://schemas.microsoft.com/office/drawing/2014/main" id="{B120AD0C-5E57-45D6-8C62-2EFE6678CD8B}"/>
              </a:ext>
            </a:extLst>
          </p:cNvPr>
          <p:cNvSpPr txBox="1">
            <a:spLocks noChangeArrowheads="1"/>
          </p:cNvSpPr>
          <p:nvPr/>
        </p:nvSpPr>
        <p:spPr bwMode="auto">
          <a:xfrm>
            <a:off x="11528228" y="6592970"/>
            <a:ext cx="184346" cy="123111"/>
          </a:xfrm>
          <a:prstGeom prst="rect">
            <a:avLst/>
          </a:prstGeom>
          <a:noFill/>
        </p:spPr>
        <p:txBody>
          <a:bodyPr wrap="none" lIns="0" tIns="0" rIns="0" bIns="0" rtlCol="0">
            <a:spAutoFit/>
          </a:bodyPr>
          <a:lstStyle>
            <a:defPPr>
              <a:defRPr lang="de-DE"/>
            </a:defPPr>
            <a:lvl1pPr>
              <a:defRPr sz="800">
                <a:solidFill>
                  <a:schemeClr val="tx2"/>
                </a:solidFill>
              </a:defRPr>
            </a:lvl1pPr>
            <a:lvl2pPr marL="457200" algn="l" rtl="0" fontAlgn="base">
              <a:spcBef>
                <a:spcPct val="0"/>
              </a:spcBef>
              <a:spcAft>
                <a:spcPct val="0"/>
              </a:spcAft>
              <a:defRPr sz="1300" b="1" kern="1200">
                <a:solidFill>
                  <a:schemeClr val="tx1"/>
                </a:solidFill>
                <a:latin typeface="Arial Narrow" charset="0"/>
                <a:ea typeface="+mn-ea"/>
                <a:cs typeface="+mn-cs"/>
              </a:defRPr>
            </a:lvl2pPr>
            <a:lvl3pPr marL="914400" algn="l" rtl="0" fontAlgn="base">
              <a:spcBef>
                <a:spcPct val="0"/>
              </a:spcBef>
              <a:spcAft>
                <a:spcPct val="0"/>
              </a:spcAft>
              <a:defRPr sz="1300" b="1" kern="1200">
                <a:solidFill>
                  <a:schemeClr val="tx1"/>
                </a:solidFill>
                <a:latin typeface="Arial Narrow" charset="0"/>
                <a:ea typeface="+mn-ea"/>
                <a:cs typeface="+mn-cs"/>
              </a:defRPr>
            </a:lvl3pPr>
            <a:lvl4pPr marL="1371600" algn="l" rtl="0" fontAlgn="base">
              <a:spcBef>
                <a:spcPct val="0"/>
              </a:spcBef>
              <a:spcAft>
                <a:spcPct val="0"/>
              </a:spcAft>
              <a:defRPr sz="1300" b="1" kern="1200">
                <a:solidFill>
                  <a:schemeClr val="tx1"/>
                </a:solidFill>
                <a:latin typeface="Arial Narrow" charset="0"/>
                <a:ea typeface="+mn-ea"/>
                <a:cs typeface="+mn-cs"/>
              </a:defRPr>
            </a:lvl4pPr>
            <a:lvl5pPr marL="1828800" algn="l" rtl="0" fontAlgn="base">
              <a:spcBef>
                <a:spcPct val="0"/>
              </a:spcBef>
              <a:spcAft>
                <a:spcPct val="0"/>
              </a:spcAft>
              <a:defRPr sz="1300" b="1" kern="1200">
                <a:solidFill>
                  <a:schemeClr val="tx1"/>
                </a:solidFill>
                <a:latin typeface="Arial Narrow" charset="0"/>
                <a:ea typeface="+mn-ea"/>
                <a:cs typeface="+mn-cs"/>
              </a:defRPr>
            </a:lvl5pPr>
            <a:lvl6pPr marL="2286000" algn="l" defTabSz="914400" rtl="0" eaLnBrk="1" latinLnBrk="0" hangingPunct="1">
              <a:defRPr sz="1300" b="1" kern="1200">
                <a:solidFill>
                  <a:schemeClr val="tx1"/>
                </a:solidFill>
                <a:latin typeface="Arial Narrow" charset="0"/>
                <a:ea typeface="+mn-ea"/>
                <a:cs typeface="+mn-cs"/>
              </a:defRPr>
            </a:lvl6pPr>
            <a:lvl7pPr marL="2743200" algn="l" defTabSz="914400" rtl="0" eaLnBrk="1" latinLnBrk="0" hangingPunct="1">
              <a:defRPr sz="1300" b="1" kern="1200">
                <a:solidFill>
                  <a:schemeClr val="tx1"/>
                </a:solidFill>
                <a:latin typeface="Arial Narrow" charset="0"/>
                <a:ea typeface="+mn-ea"/>
                <a:cs typeface="+mn-cs"/>
              </a:defRPr>
            </a:lvl7pPr>
            <a:lvl8pPr marL="3200400" algn="l" defTabSz="914400" rtl="0" eaLnBrk="1" latinLnBrk="0" hangingPunct="1">
              <a:defRPr sz="1300" b="1" kern="1200">
                <a:solidFill>
                  <a:schemeClr val="tx1"/>
                </a:solidFill>
                <a:latin typeface="Arial Narrow" charset="0"/>
                <a:ea typeface="+mn-ea"/>
                <a:cs typeface="+mn-cs"/>
              </a:defRPr>
            </a:lvl8pPr>
            <a:lvl9pPr marL="3657600" algn="l" defTabSz="914400" rtl="0" eaLnBrk="1" latinLnBrk="0" hangingPunct="1">
              <a:defRPr sz="1300" b="1" kern="1200">
                <a:solidFill>
                  <a:schemeClr val="tx1"/>
                </a:solidFill>
                <a:latin typeface="Arial Narrow" charset="0"/>
                <a:ea typeface="+mn-ea"/>
                <a:cs typeface="+mn-cs"/>
              </a:defRPr>
            </a:lvl9pPr>
          </a:lstStyle>
          <a:p>
            <a:pPr lvl="0" algn="r"/>
            <a:fld id="{7AA7B471-74A3-4F5F-8955-6C99E2375CAC}" type="slidenum">
              <a:rPr lang="de-DE" noProof="1" smtClean="0">
                <a:sym typeface="+mn-lt"/>
              </a:rPr>
              <a:pPr lvl="0" algn="r"/>
              <a:t>‹Nr.›</a:t>
            </a:fld>
            <a:endParaRPr lang="de-DE" noProof="1">
              <a:sym typeface="+mn-lt"/>
            </a:endParaRPr>
          </a:p>
        </p:txBody>
      </p:sp>
      <p:cxnSp>
        <p:nvCxnSpPr>
          <p:cNvPr id="23" name="Gerade Verbindung 7">
            <a:extLst>
              <a:ext uri="{FF2B5EF4-FFF2-40B4-BE49-F238E27FC236}">
                <a16:creationId xmlns:a16="http://schemas.microsoft.com/office/drawing/2014/main" id="{28D584E0-5EF6-4DC5-B2D7-FFDA778CFAC1}"/>
              </a:ext>
            </a:extLst>
          </p:cNvPr>
          <p:cNvCxnSpPr>
            <a:cxnSpLocks/>
          </p:cNvCxnSpPr>
          <p:nvPr/>
        </p:nvCxnSpPr>
        <p:spPr>
          <a:xfrm>
            <a:off x="10059350" y="-190500"/>
            <a:ext cx="0" cy="126643"/>
          </a:xfrm>
          <a:prstGeom prst="line">
            <a:avLst/>
          </a:prstGeom>
          <a:ln w="12700" cap="rnd">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platzhalter 5">
            <a:extLst>
              <a:ext uri="{FF2B5EF4-FFF2-40B4-BE49-F238E27FC236}">
                <a16:creationId xmlns:a16="http://schemas.microsoft.com/office/drawing/2014/main" id="{E531305B-43CE-446C-88D1-BBDB27457244}"/>
              </a:ext>
            </a:extLst>
          </p:cNvPr>
          <p:cNvSpPr>
            <a:spLocks noGrp="1"/>
          </p:cNvSpPr>
          <p:nvPr>
            <p:ph type="body" idx="1"/>
          </p:nvPr>
        </p:nvSpPr>
        <p:spPr>
          <a:xfrm>
            <a:off x="479426" y="1130298"/>
            <a:ext cx="11233147" cy="5322741"/>
          </a:xfrm>
          <a:prstGeom prst="rect">
            <a:avLst/>
          </a:prstGeom>
        </p:spPr>
        <p:txBody>
          <a:bodyPr vert="horz" lIns="0" tIns="0" rIns="0" bIns="0" rtlCol="0">
            <a:no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cxnSp>
        <p:nvCxnSpPr>
          <p:cNvPr id="18" name="Gerade Verbindung 7">
            <a:extLst>
              <a:ext uri="{FF2B5EF4-FFF2-40B4-BE49-F238E27FC236}">
                <a16:creationId xmlns:a16="http://schemas.microsoft.com/office/drawing/2014/main" id="{EFB36787-F98E-4B12-B104-EEBBD9EECC10}"/>
              </a:ext>
            </a:extLst>
          </p:cNvPr>
          <p:cNvCxnSpPr>
            <a:cxnSpLocks/>
          </p:cNvCxnSpPr>
          <p:nvPr/>
        </p:nvCxnSpPr>
        <p:spPr>
          <a:xfrm>
            <a:off x="902806" y="-190500"/>
            <a:ext cx="0" cy="126643"/>
          </a:xfrm>
          <a:prstGeom prst="line">
            <a:avLst/>
          </a:prstGeom>
          <a:ln w="12700"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Gerade Verbindung 7">
            <a:extLst>
              <a:ext uri="{FF2B5EF4-FFF2-40B4-BE49-F238E27FC236}">
                <a16:creationId xmlns:a16="http://schemas.microsoft.com/office/drawing/2014/main" id="{465918F8-CA5D-4293-89DC-F10E8B1C5462}"/>
              </a:ext>
            </a:extLst>
          </p:cNvPr>
          <p:cNvCxnSpPr>
            <a:cxnSpLocks/>
          </p:cNvCxnSpPr>
          <p:nvPr/>
        </p:nvCxnSpPr>
        <p:spPr>
          <a:xfrm>
            <a:off x="691116" y="-190500"/>
            <a:ext cx="0" cy="126643"/>
          </a:xfrm>
          <a:prstGeom prst="line">
            <a:avLst/>
          </a:prstGeom>
          <a:ln w="12700"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0" name="Gerade Verbindung 7">
            <a:extLst>
              <a:ext uri="{FF2B5EF4-FFF2-40B4-BE49-F238E27FC236}">
                <a16:creationId xmlns:a16="http://schemas.microsoft.com/office/drawing/2014/main" id="{160AE795-C735-4204-9FF6-8CD4C42875B3}"/>
              </a:ext>
            </a:extLst>
          </p:cNvPr>
          <p:cNvCxnSpPr>
            <a:cxnSpLocks/>
          </p:cNvCxnSpPr>
          <p:nvPr/>
        </p:nvCxnSpPr>
        <p:spPr>
          <a:xfrm>
            <a:off x="479426" y="-190500"/>
            <a:ext cx="0" cy="126643"/>
          </a:xfrm>
          <a:prstGeom prst="line">
            <a:avLst/>
          </a:prstGeom>
          <a:ln w="12700"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Gerade Verbindung 7">
            <a:extLst>
              <a:ext uri="{FF2B5EF4-FFF2-40B4-BE49-F238E27FC236}">
                <a16:creationId xmlns:a16="http://schemas.microsoft.com/office/drawing/2014/main" id="{0F42B521-F5CC-46CF-86E8-5B383F9E4C65}"/>
              </a:ext>
            </a:extLst>
          </p:cNvPr>
          <p:cNvCxnSpPr>
            <a:cxnSpLocks/>
          </p:cNvCxnSpPr>
          <p:nvPr/>
        </p:nvCxnSpPr>
        <p:spPr>
          <a:xfrm rot="5400000">
            <a:off x="-160655" y="196071"/>
            <a:ext cx="0" cy="126643"/>
          </a:xfrm>
          <a:prstGeom prst="line">
            <a:avLst/>
          </a:prstGeom>
          <a:ln w="12700" cap="rnd">
            <a:solidFill>
              <a:schemeClr val="tx2"/>
            </a:solidFill>
          </a:ln>
        </p:spPr>
        <p:style>
          <a:lnRef idx="1">
            <a:schemeClr val="accent1"/>
          </a:lnRef>
          <a:fillRef idx="0">
            <a:schemeClr val="accent1"/>
          </a:fillRef>
          <a:effectRef idx="0">
            <a:schemeClr val="accent1"/>
          </a:effectRef>
          <a:fontRef idx="minor">
            <a:schemeClr val="tx1"/>
          </a:fontRef>
        </p:style>
      </p:cxnSp>
      <p:pic>
        <p:nvPicPr>
          <p:cNvPr id="16" name="Grafik 15"/>
          <p:cNvPicPr>
            <a:picLocks noChangeAspect="1"/>
          </p:cNvPicPr>
          <p:nvPr/>
        </p:nvPicPr>
        <p:blipFill>
          <a:blip r:embed="rId34" cstate="print">
            <a:extLst>
              <a:ext uri="{28A0092B-C50C-407E-A947-70E740481C1C}">
                <a14:useLocalDpi xmlns:a14="http://schemas.microsoft.com/office/drawing/2010/main" val="0"/>
              </a:ext>
            </a:extLst>
          </a:blip>
          <a:stretch>
            <a:fillRect/>
          </a:stretch>
        </p:blipFill>
        <p:spPr>
          <a:xfrm>
            <a:off x="10330262" y="502821"/>
            <a:ext cx="1385810" cy="287488"/>
          </a:xfrm>
          <a:prstGeom prst="rect">
            <a:avLst/>
          </a:prstGeom>
        </p:spPr>
      </p:pic>
      <p:sp>
        <p:nvSpPr>
          <p:cNvPr id="5" name="Textfeld 4">
            <a:extLst>
              <a:ext uri="{FF2B5EF4-FFF2-40B4-BE49-F238E27FC236}">
                <a16:creationId xmlns:a16="http://schemas.microsoft.com/office/drawing/2014/main" id="{29A746A5-3521-CCE9-9CDE-2E36C1A7EA4B}"/>
              </a:ext>
            </a:extLst>
          </p:cNvPr>
          <p:cNvSpPr txBox="1"/>
          <p:nvPr userDrawn="1">
            <p:extLst>
              <p:ext uri="{1162E1C5-73C7-4A58-AE30-91384D911F3F}">
                <p184:classification xmlns:p184="http://schemas.microsoft.com/office/powerpoint/2018/4/main" val="hdr"/>
              </p:ext>
            </p:extLst>
          </p:nvPr>
        </p:nvSpPr>
        <p:spPr>
          <a:xfrm>
            <a:off x="5408613" y="63500"/>
            <a:ext cx="1409700" cy="152400"/>
          </a:xfrm>
          <a:prstGeom prst="rect">
            <a:avLst/>
          </a:prstGeom>
        </p:spPr>
        <p:txBody>
          <a:bodyPr horzOverflow="overflow" lIns="0" tIns="0" rIns="0" bIns="0">
            <a:spAutoFit/>
          </a:bodyPr>
          <a:lstStyle/>
          <a:p>
            <a:pPr algn="l"/>
            <a:r>
              <a:rPr lang="de-DE" sz="1000">
                <a:solidFill>
                  <a:srgbClr val="000000">
                    <a:alpha val="50000"/>
                  </a:srgbClr>
                </a:solidFill>
                <a:latin typeface="Arial" panose="020B0604020202020204" pitchFamily="34" charset="0"/>
                <a:cs typeface="Arial" panose="020B0604020202020204" pitchFamily="34" charset="0"/>
              </a:rPr>
              <a:t>Vertraulich | Confidential</a:t>
            </a:r>
          </a:p>
        </p:txBody>
      </p:sp>
    </p:spTree>
    <p:extLst>
      <p:ext uri="{BB962C8B-B14F-4D97-AF65-F5344CB8AC3E}">
        <p14:creationId xmlns:p14="http://schemas.microsoft.com/office/powerpoint/2010/main" val="1513723515"/>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 id="2147483732" r:id="rId18"/>
    <p:sldLayoutId id="2147483733" r:id="rId19"/>
    <p:sldLayoutId id="2147483734" r:id="rId20"/>
    <p:sldLayoutId id="2147483735" r:id="rId21"/>
    <p:sldLayoutId id="2147483736" r:id="rId22"/>
    <p:sldLayoutId id="2147483737" r:id="rId23"/>
    <p:sldLayoutId id="2147483738" r:id="rId24"/>
    <p:sldLayoutId id="2147483739" r:id="rId25"/>
    <p:sldLayoutId id="2147483740" r:id="rId26"/>
    <p:sldLayoutId id="2147483741" r:id="rId27"/>
    <p:sldLayoutId id="2147483742" r:id="rId28"/>
  </p:sldLayoutIdLst>
  <p:hf sldNum="0" hdr="0" ftr="0" dt="0"/>
  <p:txStyles>
    <p:titleStyle>
      <a:lvl1pPr algn="l" defTabSz="914400" rtl="0" eaLnBrk="1" latinLnBrk="0" hangingPunct="1">
        <a:lnSpc>
          <a:spcPct val="90000"/>
        </a:lnSpc>
        <a:spcBef>
          <a:spcPct val="0"/>
        </a:spcBef>
        <a:buNone/>
        <a:defRPr sz="2200" b="1" kern="1200" cap="none" baseline="0">
          <a:solidFill>
            <a:schemeClr val="tx1"/>
          </a:solidFill>
          <a:latin typeface="+mj-lt"/>
          <a:ea typeface="+mj-ea"/>
          <a:cs typeface="+mj-cs"/>
        </a:defRPr>
      </a:lvl1pPr>
    </p:titleStyle>
    <p:bodyStyle>
      <a:lvl1pPr marL="0" indent="0" algn="l" defTabSz="914400" rtl="0" eaLnBrk="1" latinLnBrk="0" hangingPunct="1">
        <a:lnSpc>
          <a:spcPct val="90000"/>
        </a:lnSpc>
        <a:spcBef>
          <a:spcPts val="0"/>
        </a:spcBef>
        <a:spcAft>
          <a:spcPts val="600"/>
        </a:spcAft>
        <a:buFont typeface="Arial" panose="020B0604020202020204" pitchFamily="34" charset="0"/>
        <a:buNone/>
        <a:defRPr lang="de-DE" sz="1800" kern="1200" dirty="0">
          <a:solidFill>
            <a:schemeClr val="tx1"/>
          </a:solidFill>
          <a:latin typeface="+mn-lt"/>
          <a:ea typeface="+mn-ea"/>
          <a:cs typeface="+mn-cs"/>
        </a:defRPr>
      </a:lvl1pPr>
      <a:lvl2pPr marL="176213" indent="-176213" algn="l" defTabSz="914400" rtl="0" eaLnBrk="1" latinLnBrk="0" hangingPunct="1">
        <a:lnSpc>
          <a:spcPct val="90000"/>
        </a:lnSpc>
        <a:spcBef>
          <a:spcPts val="0"/>
        </a:spcBef>
        <a:spcAft>
          <a:spcPts val="600"/>
        </a:spcAft>
        <a:buFont typeface="Arial" panose="020B0604020202020204" pitchFamily="34" charset="0"/>
        <a:buChar char="•"/>
        <a:tabLst/>
        <a:defRPr lang="de-DE" sz="1800" kern="1200" dirty="0">
          <a:solidFill>
            <a:schemeClr val="tx1"/>
          </a:solidFill>
          <a:latin typeface="+mn-lt"/>
          <a:ea typeface="+mn-ea"/>
          <a:cs typeface="+mn-cs"/>
        </a:defRPr>
      </a:lvl2pPr>
      <a:lvl3pPr marL="358775" indent="-182563" algn="l" defTabSz="914400" rtl="0" eaLnBrk="1" latinLnBrk="0" hangingPunct="1">
        <a:lnSpc>
          <a:spcPct val="90000"/>
        </a:lnSpc>
        <a:spcBef>
          <a:spcPts val="0"/>
        </a:spcBef>
        <a:spcAft>
          <a:spcPts val="600"/>
        </a:spcAft>
        <a:buFont typeface="Arial" panose="020B0604020202020204" pitchFamily="34" charset="0"/>
        <a:buChar char="•"/>
        <a:defRPr lang="de-DE" sz="1600" kern="1200" dirty="0">
          <a:solidFill>
            <a:schemeClr val="tx1"/>
          </a:solidFill>
          <a:latin typeface="+mn-lt"/>
          <a:ea typeface="+mn-ea"/>
          <a:cs typeface="+mn-cs"/>
        </a:defRPr>
      </a:lvl3pPr>
      <a:lvl4pPr marL="534988" indent="-176213" algn="l" defTabSz="914400" rtl="0" eaLnBrk="1" latinLnBrk="0" hangingPunct="1">
        <a:lnSpc>
          <a:spcPct val="90000"/>
        </a:lnSpc>
        <a:spcBef>
          <a:spcPts val="0"/>
        </a:spcBef>
        <a:spcAft>
          <a:spcPts val="600"/>
        </a:spcAft>
        <a:buFont typeface="Arial" panose="020B0604020202020204" pitchFamily="34" charset="0"/>
        <a:buChar char="•"/>
        <a:defRPr lang="de-DE" sz="1400" kern="1200" dirty="0">
          <a:solidFill>
            <a:schemeClr val="tx1"/>
          </a:solidFill>
          <a:latin typeface="+mn-lt"/>
          <a:ea typeface="+mn-ea"/>
          <a:cs typeface="+mn-cs"/>
        </a:defRPr>
      </a:lvl4pPr>
      <a:lvl5pPr marL="719138" indent="-184150" algn="l" defTabSz="914400" rtl="0" eaLnBrk="1" latinLnBrk="0" hangingPunct="1">
        <a:lnSpc>
          <a:spcPct val="90000"/>
        </a:lnSpc>
        <a:spcBef>
          <a:spcPts val="0"/>
        </a:spcBef>
        <a:spcAft>
          <a:spcPts val="600"/>
        </a:spcAft>
        <a:buFont typeface="Arial" panose="020B0604020202020204" pitchFamily="34" charset="0"/>
        <a:buChar char="•"/>
        <a:defRPr lang="de-DE" sz="1200" kern="1200" dirty="0">
          <a:solidFill>
            <a:schemeClr val="tx1"/>
          </a:solidFill>
          <a:latin typeface="+mn-lt"/>
          <a:ea typeface="+mn-ea"/>
          <a:cs typeface="+mn-cs"/>
        </a:defRPr>
      </a:lvl5pPr>
      <a:lvl6pPr marL="3155950" indent="-2622550" algn="l" defTabSz="914400" rtl="0" eaLnBrk="1" latinLnBrk="0" hangingPunct="1">
        <a:lnSpc>
          <a:spcPct val="90000"/>
        </a:lnSpc>
        <a:spcBef>
          <a:spcPts val="500"/>
        </a:spcBef>
        <a:buFont typeface="Arial" panose="020B0604020202020204" pitchFamily="34" charset="0"/>
        <a:buChar char="•"/>
        <a:defRPr lang="de-DE" sz="1800" kern="1200" dirty="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301">
          <p15:clr>
            <a:srgbClr val="F26B43"/>
          </p15:clr>
        </p15:guide>
        <p15:guide id="4" pos="7379">
          <p15:clr>
            <a:srgbClr val="F26B43"/>
          </p15:clr>
        </p15:guide>
        <p15:guide id="5" orient="horz" pos="317">
          <p15:clr>
            <a:srgbClr val="F26B43"/>
          </p15:clr>
        </p15:guide>
        <p15:guide id="10" orient="horz" pos="4066">
          <p15:clr>
            <a:srgbClr val="F26B43"/>
          </p15:clr>
        </p15:guide>
        <p15:guide id="11" orient="horz" pos="1010">
          <p15:clr>
            <a:srgbClr val="F26B43"/>
          </p15:clr>
        </p15:guide>
        <p15:guide id="13" orient="horz" pos="712">
          <p15:clr>
            <a:srgbClr val="F26B43"/>
          </p15:clr>
        </p15:guide>
        <p15:guide id="14" orient="horz" pos="16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tags" Target="../tags/tag88.xml"/><Relationship Id="rId2" Type="http://schemas.openxmlformats.org/officeDocument/2006/relationships/slideLayout" Target="../slideLayouts/slideLayout6.xml"/><Relationship Id="rId3" Type="http://schemas.openxmlformats.org/officeDocument/2006/relationships/notesSlide" Target="../notesSlides/notesSlide1.xml"/><Relationship Id="rId4" Type="http://schemas.openxmlformats.org/officeDocument/2006/relationships/oleObject" Target="../embeddings/oleObject32.bin"/><Relationship Id="rId5" Type="http://schemas.openxmlformats.org/officeDocument/2006/relationships/image" Target="../media/image1.emf"/><Relationship Id="rId6" Type="http://schemas.openxmlformats.org/officeDocument/2006/relationships/image" Target="../media/image9.jpeg"/><Relationship Id="rId7" Type="http://schemas.openxmlformats.org/officeDocument/2006/relationships/image" Target="../media/image10.svg"/><Relationship Id="rId8" Type="http://schemas.openxmlformats.org/officeDocument/2006/relationships/image" Target="../media/image11.svg"/><Relationship Id="rId9" Type="http://schemas.openxmlformats.org/officeDocument/2006/relationships/image" Target="../media/image12.svg"/><Relationship Id="rId10" Type="http://schemas.openxmlformats.org/officeDocument/2006/relationships/image" Target="../media/image13.png"/><Relationship Id="rId11" Type="http://schemas.openxmlformats.org/officeDocument/2006/relationships/image" Target="../media/image14.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5.xml.rels><?xml version='1.0' encoding='UTF-8' standalone='yes'?>
<Relationships xmlns="http://schemas.openxmlformats.org/package/2006/relationships"><Relationship Id="rId1" Type="http://schemas.openxmlformats.org/officeDocument/2006/relationships/tags" Target="../tags/tag89.xml"/><Relationship Id="rId2" Type="http://schemas.openxmlformats.org/officeDocument/2006/relationships/slideLayout" Target="../slideLayouts/slideLayout6.xml"/><Relationship Id="rId3" Type="http://schemas.openxmlformats.org/officeDocument/2006/relationships/notesSlide" Target="../notesSlides/notesSlide2.xml"/><Relationship Id="rId4" Type="http://schemas.openxmlformats.org/officeDocument/2006/relationships/oleObject" Target="../embeddings/oleObject33.bin"/><Relationship Id="rId5" Type="http://schemas.openxmlformats.org/officeDocument/2006/relationships/image" Target="../media/image15.emf"/><Relationship Id="rId6" Type="http://schemas.openxmlformats.org/officeDocument/2006/relationships/image" Target="../media/image16.jpe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20.png"/><Relationship Id="rId11" Type="http://schemas.openxmlformats.org/officeDocument/2006/relationships/image" Target="../media/image21.png"/><Relationship Id="rId12" Type="http://schemas.openxmlformats.org/officeDocument/2006/relationships/image" Target="../media/image22.png"/><Relationship Id="rId13" Type="http://schemas.openxmlformats.org/officeDocument/2006/relationships/image" Target="../media/image23.svg"/><Relationship Id="rId14" Type="http://schemas.openxmlformats.org/officeDocument/2006/relationships/image" Target="../media/image24.svg"/><Relationship Id="rId15" Type="http://schemas.openxmlformats.org/officeDocument/2006/relationships/image" Target="../media/image25.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xml"/><Relationship Id="rId3" Type="http://schemas.openxmlformats.org/officeDocument/2006/relationships/image" Target="../media/image26.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jpeg"/><Relationship Id="rId3" Type="http://schemas.openxmlformats.org/officeDocument/2006/relationships/image" Target="../media/image28.jpeg"/><Relationship Id="rId4" Type="http://schemas.openxmlformats.org/officeDocument/2006/relationships/image" Target="../media/image29.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stihlgroup.sharepoint.com/:p:/r/sites/GBU_physisch/Freigegebene%20Dokumente/VFI/ISS/AS%20Arbeitsschutz%20ISS/AS%202026/010_Unterweisung_Pflichtmodule_ISS_2026_03.pptx?d=wfb927e10aaba48c182902faf9536be5c&amp;csf=1&amp;web=1&amp;e=wUeM8y" TargetMode="External"/><Relationship Id="rId3" Type="http://schemas.openxmlformats.org/officeDocument/2006/relationships/hyperlink" Target="https://stihlgroup.sharepoint.com/:x:/r/sites/GBU_physisch/Freigegebene%20Dokumente/VFI/ISS/US%20Umweltschutz%20ISS/UWS2026/S_UVV_ZIELE_ISS_2026.xlsx?d=w6822608d56854bcbb3ff6f42f5043e80&amp;csf=1&amp;web=1&amp;e=cbaD44" TargetMode="External"/><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tags" Target="../tags/tag90.xml"/><Relationship Id="rId2" Type="http://schemas.openxmlformats.org/officeDocument/2006/relationships/slideLayout" Target="../slideLayouts/slideLayout6.xml"/><Relationship Id="rId3" Type="http://schemas.openxmlformats.org/officeDocument/2006/relationships/notesSlide" Target="../notesSlides/notesSlide4.xml"/><Relationship Id="rId4" Type="http://schemas.openxmlformats.org/officeDocument/2006/relationships/oleObject" Target="../embeddings/oleObject32.bin"/><Relationship Id="rId5" Type="http://schemas.openxmlformats.org/officeDocument/2006/relationships/image" Target="../media/image1.emf"/><Relationship Id="rId6" Type="http://schemas.openxmlformats.org/officeDocument/2006/relationships/image" Target="../media/image9.jpeg"/><Relationship Id="rId7" Type="http://schemas.openxmlformats.org/officeDocument/2006/relationships/image" Target="../media/image10.svg"/><Relationship Id="rId8" Type="http://schemas.openxmlformats.org/officeDocument/2006/relationships/image" Target="../media/image11.svg"/><Relationship Id="rId9" Type="http://schemas.openxmlformats.org/officeDocument/2006/relationships/image" Target="../media/image12.svg"/><Relationship Id="rId10" Type="http://schemas.openxmlformats.org/officeDocument/2006/relationships/image" Target="../media/image13.png"/><Relationship Id="rId11" Type="http://schemas.openxmlformats.org/officeDocument/2006/relationships/image" Target="../media/image14.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tags" Target="../tags/tag91.xml"/><Relationship Id="rId2" Type="http://schemas.openxmlformats.org/officeDocument/2006/relationships/slideLayout" Target="../slideLayouts/slideLayout6.xml"/><Relationship Id="rId3" Type="http://schemas.openxmlformats.org/officeDocument/2006/relationships/notesSlide" Target="../notesSlides/notesSlide5.xml"/><Relationship Id="rId4" Type="http://schemas.openxmlformats.org/officeDocument/2006/relationships/oleObject" Target="../embeddings/oleObject32.bin"/><Relationship Id="rId5" Type="http://schemas.openxmlformats.org/officeDocument/2006/relationships/image" Target="../media/image1.emf"/><Relationship Id="rId6" Type="http://schemas.openxmlformats.org/officeDocument/2006/relationships/image" Target="../media/image9.jpeg"/><Relationship Id="rId7" Type="http://schemas.openxmlformats.org/officeDocument/2006/relationships/image" Target="../media/image10.svg"/><Relationship Id="rId8" Type="http://schemas.openxmlformats.org/officeDocument/2006/relationships/image" Target="../media/image11.svg"/><Relationship Id="rId9" Type="http://schemas.openxmlformats.org/officeDocument/2006/relationships/image" Target="../media/image12.svg"/><Relationship Id="rId10" Type="http://schemas.openxmlformats.org/officeDocument/2006/relationships/image" Target="../media/image13.png"/><Relationship Id="rId11" Type="http://schemas.openxmlformats.org/officeDocument/2006/relationships/image" Target="../media/image35.png"/><Relationship Id="rId12" Type="http://schemas.openxmlformats.org/officeDocument/2006/relationships/image" Target="../media/image36.png"/><Relationship Id="rId13" Type="http://schemas.openxmlformats.org/officeDocument/2006/relationships/image" Target="../media/image37.svg"/><Relationship Id="rId14" Type="http://schemas.openxmlformats.org/officeDocument/2006/relationships/image" Target="../media/image3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hyperlink" Target="https://stihlgroup.sharepoint.com/sites/InformationSecurity/SitePages/en/INFOSESSIONS---CYBER-SECURITY-MONTH-OKTOBER-2025.aspx" TargetMode="External"/><Relationship Id="rId5" Type="http://schemas.openxmlformats.org/officeDocument/2006/relationships/hyperlink" Target="https://stihlgroup.sharepoint.com/sites/InformationSecurity/SitePages/Home.aspx" TargetMode="External"/><Relationship Id="rId6" Type="http://schemas.openxmlformats.org/officeDocument/2006/relationships/image" Target="../media/image4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s>
</file>

<file path=ppt/slides/_rels/slide19.xml.rels><?xml version='1.0' encoding='UTF-8' standalone='yes'?>
<Relationships xmlns="http://schemas.openxmlformats.org/package/2006/relationships"><Relationship Id="rId1" Type="http://schemas.openxmlformats.org/officeDocument/2006/relationships/tags" Target="../tags/tag92.xml"/><Relationship Id="rId2" Type="http://schemas.openxmlformats.org/officeDocument/2006/relationships/slideLayout" Target="../slideLayouts/slideLayout6.xml"/><Relationship Id="rId3" Type="http://schemas.openxmlformats.org/officeDocument/2006/relationships/notesSlide" Target="../notesSlides/notesSlide6.xml"/><Relationship Id="rId4" Type="http://schemas.openxmlformats.org/officeDocument/2006/relationships/oleObject" Target="../embeddings/oleObject32.bin"/><Relationship Id="rId5" Type="http://schemas.openxmlformats.org/officeDocument/2006/relationships/image" Target="../media/image1.emf"/><Relationship Id="rId6" Type="http://schemas.openxmlformats.org/officeDocument/2006/relationships/image" Target="../media/image9.jpeg"/><Relationship Id="rId7" Type="http://schemas.openxmlformats.org/officeDocument/2006/relationships/image" Target="../media/image10.svg"/><Relationship Id="rId8" Type="http://schemas.openxmlformats.org/officeDocument/2006/relationships/image" Target="../media/image11.svg"/><Relationship Id="rId9" Type="http://schemas.openxmlformats.org/officeDocument/2006/relationships/image" Target="../media/image12.svg"/><Relationship Id="rId10" Type="http://schemas.openxmlformats.org/officeDocument/2006/relationships/image" Target="../media/image13.png"/><Relationship Id="rId11" Type="http://schemas.openxmlformats.org/officeDocument/2006/relationships/image" Target="../media/image14.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tags" Target="../tags/tag93.xml"/><Relationship Id="rId2" Type="http://schemas.openxmlformats.org/officeDocument/2006/relationships/slideLayout" Target="../slideLayouts/slideLayout25.xml"/><Relationship Id="rId3" Type="http://schemas.openxmlformats.org/officeDocument/2006/relationships/notesSlide" Target="../notesSlides/notesSlide7.xml"/><Relationship Id="rId4" Type="http://schemas.openxmlformats.org/officeDocument/2006/relationships/image" Target="../media/image44.jpeg"/><Relationship Id="rId5" Type="http://schemas.openxmlformats.org/officeDocument/2006/relationships/oleObject" Target="../embeddings/oleObject34.bin"/><Relationship Id="rId6" Type="http://schemas.openxmlformats.org/officeDocument/2006/relationships/image" Target="../media/image3.emf"/><Relationship Id="rId7"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image" Target="../media/image5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C0B34AF4-2270-F99D-2A26-82D1E588A7DF}"/>
              </a:ext>
            </a:extLst>
          </p:cNvPr>
          <p:cNvSpPr>
            <a:spLocks noGrp="1"/>
          </p:cNvSpPr>
          <p:nvPr>
            <p:ph type="body" sz="quarter" idx="13"/>
          </p:nvPr>
        </p:nvSpPr>
        <p:spPr/>
        <p:txBody>
          <a:bodyPr/>
          <a:lstStyle/>
          <a:p>
            <a:endParaRPr lang="de-DE"/>
          </a:p>
        </p:txBody>
      </p:sp>
      <p:sp>
        <p:nvSpPr>
          <p:cNvPr id="3" name="Textplatzhalter 2">
            <a:extLst>
              <a:ext uri="{FF2B5EF4-FFF2-40B4-BE49-F238E27FC236}">
                <a16:creationId xmlns:a16="http://schemas.microsoft.com/office/drawing/2014/main" id="{32972CF5-26F3-88BE-98C6-7F379B4889C0}"/>
              </a:ext>
            </a:extLst>
          </p:cNvPr>
          <p:cNvSpPr>
            <a:spLocks noGrp="1"/>
          </p:cNvSpPr>
          <p:nvPr>
            <p:ph type="body" sz="quarter" idx="14"/>
          </p:nvPr>
        </p:nvSpPr>
        <p:spPr/>
        <p:txBody>
          <a:bodyPr/>
          <a:lstStyle/>
          <a:p>
            <a:r>
              <a:rPr lang="de-DE"/>
              <a:t>Dirk Hauke</a:t>
            </a:r>
          </a:p>
        </p:txBody>
      </p:sp>
      <p:sp>
        <p:nvSpPr>
          <p:cNvPr id="4" name="Textplatzhalter 3">
            <a:extLst>
              <a:ext uri="{FF2B5EF4-FFF2-40B4-BE49-F238E27FC236}">
                <a16:creationId xmlns:a16="http://schemas.microsoft.com/office/drawing/2014/main" id="{44F6FE75-A0BC-9256-E90F-2450989E8F20}"/>
              </a:ext>
            </a:extLst>
          </p:cNvPr>
          <p:cNvSpPr>
            <a:spLocks noGrp="1"/>
          </p:cNvSpPr>
          <p:nvPr>
            <p:ph type="body" sz="quarter" idx="15"/>
          </p:nvPr>
        </p:nvSpPr>
        <p:spPr/>
        <p:txBody>
          <a:bodyPr/>
          <a:lstStyle/>
          <a:p>
            <a:r>
              <a:rPr lang="de-DE"/>
              <a:t>01.07.2026</a:t>
            </a:r>
          </a:p>
        </p:txBody>
      </p:sp>
      <p:sp>
        <p:nvSpPr>
          <p:cNvPr id="5" name="Titel 4">
            <a:extLst>
              <a:ext uri="{FF2B5EF4-FFF2-40B4-BE49-F238E27FC236}">
                <a16:creationId xmlns:a16="http://schemas.microsoft.com/office/drawing/2014/main" id="{5925A8F2-D526-370B-79C8-F3F2C627129C}"/>
              </a:ext>
            </a:extLst>
          </p:cNvPr>
          <p:cNvSpPr>
            <a:spLocks noGrp="1"/>
          </p:cNvSpPr>
          <p:nvPr>
            <p:ph type="title"/>
          </p:nvPr>
        </p:nvSpPr>
        <p:spPr/>
        <p:txBody>
          <a:bodyPr/>
          <a:lstStyle/>
          <a:p>
            <a:r>
              <a:rPr lang="de-DE"/>
              <a:t>DQS Audit 2026</a:t>
            </a:r>
            <a:br>
              <a:rPr lang="de-DE"/>
            </a:br>
            <a:br>
              <a:rPr lang="de-DE"/>
            </a:br>
            <a:r>
              <a:rPr lang="de-DE"/>
              <a:t>Teilaudit 17 it1:</a:t>
            </a:r>
            <a:br>
              <a:rPr lang="de-DE"/>
            </a:br>
            <a:r>
              <a:rPr lang="de-DE"/>
              <a:t>IT</a:t>
            </a:r>
            <a:br>
              <a:rPr lang="de-DE"/>
            </a:br>
            <a:r>
              <a:rPr lang="de-DE"/>
              <a:t>ƒ</a:t>
            </a:r>
          </a:p>
        </p:txBody>
      </p:sp>
      <p:pic>
        <p:nvPicPr>
          <p:cNvPr id="10" name="Grafik 9" descr="Ein Bild, das Screenshot, Kunst, Muster, Design enthält.&#10;&#10;Automatisch generierte Beschreibung">
            <a:extLst>
              <a:ext uri="{FF2B5EF4-FFF2-40B4-BE49-F238E27FC236}">
                <a16:creationId xmlns:a16="http://schemas.microsoft.com/office/drawing/2014/main" id="{F9F59998-C27D-727C-FDD0-13F6C930303F}"/>
              </a:ext>
            </a:extLst>
          </p:cNvPr>
          <p:cNvPicPr>
            <a:picLocks noChangeAspect="1"/>
          </p:cNvPicPr>
          <p:nvPr/>
        </p:nvPicPr>
        <p:blipFill>
          <a:blip r:embed="rId2">
            <a:alphaModFix/>
            <a:extLst>
              <a:ext uri="{28A0092B-C50C-407E-A947-70E740481C1C}">
                <a14:useLocalDpi xmlns:a14="http://schemas.microsoft.com/office/drawing/2010/main" val="0"/>
              </a:ext>
            </a:extLst>
          </a:blip>
          <a:stretch>
            <a:fillRect/>
          </a:stretch>
        </p:blipFill>
        <p:spPr>
          <a:xfrm>
            <a:off x="4540250" y="2043186"/>
            <a:ext cx="7648899" cy="4814814"/>
          </a:xfrm>
          <a:prstGeom prst="rect">
            <a:avLst/>
          </a:prstGeom>
        </p:spPr>
      </p:pic>
    </p:spTree>
    <p:extLst>
      <p:ext uri="{BB962C8B-B14F-4D97-AF65-F5344CB8AC3E}">
        <p14:creationId xmlns:p14="http://schemas.microsoft.com/office/powerpoint/2010/main" val="3625075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537F8-4A55-FE15-8244-19F3B3EFE490}"/>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A4C3F091-F495-D6A0-5F14-BF7EB0CEEED6}"/>
              </a:ext>
            </a:extLst>
          </p:cNvPr>
          <p:cNvSpPr>
            <a:spLocks noGrp="1"/>
          </p:cNvSpPr>
          <p:nvPr>
            <p:ph type="body" sz="quarter" idx="13"/>
          </p:nvPr>
        </p:nvSpPr>
        <p:spPr/>
        <p:txBody>
          <a:bodyPr/>
          <a:lstStyle/>
          <a:p>
            <a:r>
              <a:rPr lang="de-DE"/>
              <a:t>Zusammenschluss</a:t>
            </a:r>
          </a:p>
          <a:p>
            <a:r>
              <a:rPr lang="de-DE"/>
              <a:t>Informationstechnologie &amp; ONE STIHL Projekt</a:t>
            </a:r>
          </a:p>
        </p:txBody>
      </p:sp>
      <p:sp>
        <p:nvSpPr>
          <p:cNvPr id="5" name="Titel 4">
            <a:extLst>
              <a:ext uri="{FF2B5EF4-FFF2-40B4-BE49-F238E27FC236}">
                <a16:creationId xmlns:a16="http://schemas.microsoft.com/office/drawing/2014/main" id="{D0851D9D-07CE-49FD-7561-39BB59076520}"/>
              </a:ext>
            </a:extLst>
          </p:cNvPr>
          <p:cNvSpPr>
            <a:spLocks noGrp="1"/>
          </p:cNvSpPr>
          <p:nvPr>
            <p:ph type="title"/>
          </p:nvPr>
        </p:nvSpPr>
        <p:spPr/>
        <p:txBody>
          <a:bodyPr/>
          <a:lstStyle/>
          <a:p>
            <a:r>
              <a:rPr lang="de-DE"/>
              <a:t>IPS – Integrated </a:t>
            </a:r>
            <a:r>
              <a:rPr lang="de-DE" err="1"/>
              <a:t>Processes</a:t>
            </a:r>
            <a:r>
              <a:rPr lang="de-DE"/>
              <a:t> and Solutions</a:t>
            </a:r>
          </a:p>
        </p:txBody>
      </p:sp>
      <p:pic>
        <p:nvPicPr>
          <p:cNvPr id="10" name="Grafik 9" descr="Ein Bild, das Screenshot, Kunst, Muster, Design enthält.&#10;&#10;Automatisch generierte Beschreibung">
            <a:extLst>
              <a:ext uri="{FF2B5EF4-FFF2-40B4-BE49-F238E27FC236}">
                <a16:creationId xmlns:a16="http://schemas.microsoft.com/office/drawing/2014/main" id="{BCD4E3B2-C2BC-76E6-D448-1A40FB9A73EE}"/>
              </a:ext>
            </a:extLst>
          </p:cNvPr>
          <p:cNvPicPr>
            <a:picLocks noChangeAspect="1"/>
          </p:cNvPicPr>
          <p:nvPr/>
        </p:nvPicPr>
        <p:blipFill>
          <a:blip r:embed="rId2">
            <a:alphaModFix/>
            <a:extLst>
              <a:ext uri="{28A0092B-C50C-407E-A947-70E740481C1C}">
                <a14:useLocalDpi xmlns:a14="http://schemas.microsoft.com/office/drawing/2010/main" val="0"/>
              </a:ext>
            </a:extLst>
          </a:blip>
          <a:stretch>
            <a:fillRect/>
          </a:stretch>
        </p:blipFill>
        <p:spPr>
          <a:xfrm>
            <a:off x="4540250" y="2043186"/>
            <a:ext cx="7648899" cy="4814814"/>
          </a:xfrm>
          <a:prstGeom prst="rect">
            <a:avLst/>
          </a:prstGeom>
        </p:spPr>
      </p:pic>
    </p:spTree>
    <p:extLst>
      <p:ext uri="{BB962C8B-B14F-4D97-AF65-F5344CB8AC3E}">
        <p14:creationId xmlns:p14="http://schemas.microsoft.com/office/powerpoint/2010/main" val="24269466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2769F-9815-B698-517C-7C80F0B1648F}"/>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B2E6CAD-0595-DBAD-8640-D2C4FBC1D70F}"/>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27" imgH="327" progId="TCLayout.ActiveDocument.1">
                  <p:embed/>
                </p:oleObj>
              </mc:Choice>
              <mc:Fallback>
                <p:oleObj name="think-cell Folie" r:id="rId4" imgW="327" imgH="327" progId="TCLayout.ActiveDocument.1">
                  <p:embed/>
                  <p:pic>
                    <p:nvPicPr>
                      <p:cNvPr id="8" name="think-cell data - do not delete" hidden="1">
                        <a:extLst>
                          <a:ext uri="{FF2B5EF4-FFF2-40B4-BE49-F238E27FC236}">
                            <a16:creationId xmlns:a16="http://schemas.microsoft.com/office/drawing/2014/main" id="{AB2E6CAD-0595-DBAD-8640-D2C4FBC1D70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cxnSp>
        <p:nvCxnSpPr>
          <p:cNvPr id="9" name="Gerader Verbinder 8">
            <a:extLst>
              <a:ext uri="{FF2B5EF4-FFF2-40B4-BE49-F238E27FC236}">
                <a16:creationId xmlns:a16="http://schemas.microsoft.com/office/drawing/2014/main" id="{8EB83D92-D894-9B53-A568-D54B9ECD829C}"/>
              </a:ext>
            </a:extLst>
          </p:cNvPr>
          <p:cNvCxnSpPr>
            <a:cxnSpLocks/>
          </p:cNvCxnSpPr>
          <p:nvPr/>
        </p:nvCxnSpPr>
        <p:spPr>
          <a:xfrm>
            <a:off x="3276934" y="160019"/>
            <a:ext cx="0" cy="3240000"/>
          </a:xfrm>
          <a:prstGeom prst="line">
            <a:avLst/>
          </a:prstGeom>
          <a:ln w="25400">
            <a:solidFill>
              <a:schemeClr val="tx1">
                <a:alpha val="99000"/>
              </a:schemeClr>
            </a:solidFill>
            <a:prstDash val="sysDot"/>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3C5EBC1-E49B-F1A9-3C92-E4B64DDE974F}"/>
              </a:ext>
            </a:extLst>
          </p:cNvPr>
          <p:cNvSpPr>
            <a:spLocks noGrp="1"/>
          </p:cNvSpPr>
          <p:nvPr>
            <p:ph type="title"/>
          </p:nvPr>
        </p:nvSpPr>
        <p:spPr>
          <a:xfrm>
            <a:off x="368214" y="408241"/>
            <a:ext cx="2927036" cy="780628"/>
          </a:xfrm>
        </p:spPr>
        <p:txBody>
          <a:bodyPr vert="horz" rIns="0"/>
          <a:lstStyle/>
          <a:p>
            <a:r>
              <a:rPr lang="de-DE" sz="2800">
                <a:latin typeface="STIHL Contraface Display Title" panose="02000600040000020004" pitchFamily="50" charset="0"/>
              </a:rPr>
              <a:t>Wer wir Sind</a:t>
            </a:r>
            <a:br>
              <a:rPr lang="de-DE" sz="3000">
                <a:latin typeface="STIHL Contraface Display Title" panose="02000600040000020004" pitchFamily="50" charset="0"/>
              </a:rPr>
            </a:br>
            <a:endParaRPr lang="en-US" sz="2000" b="0">
              <a:solidFill>
                <a:schemeClr val="accent2"/>
              </a:solidFill>
              <a:latin typeface="+mn-lt"/>
              <a:ea typeface="+mn-ea"/>
              <a:cs typeface="+mn-cs"/>
            </a:endParaRPr>
          </a:p>
        </p:txBody>
      </p:sp>
      <p:pic>
        <p:nvPicPr>
          <p:cNvPr id="29" name="Grafik 28" descr="Ein Bild, das Werkzeug, Design enthält.&#10;&#10;KI-generierte Inhalte können fehlerhaft sein.">
            <a:extLst>
              <a:ext uri="{FF2B5EF4-FFF2-40B4-BE49-F238E27FC236}">
                <a16:creationId xmlns:a16="http://schemas.microsoft.com/office/drawing/2014/main" id="{761F4264-9F3C-C4CB-10BB-D68D10F148F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20939143">
            <a:off x="4913697" y="456924"/>
            <a:ext cx="1090779" cy="1090779"/>
          </a:xfrm>
          <a:prstGeom prst="rect">
            <a:avLst/>
          </a:prstGeom>
        </p:spPr>
      </p:pic>
      <p:cxnSp>
        <p:nvCxnSpPr>
          <p:cNvPr id="25" name="Gerader Verbinder 24">
            <a:extLst>
              <a:ext uri="{FF2B5EF4-FFF2-40B4-BE49-F238E27FC236}">
                <a16:creationId xmlns:a16="http://schemas.microsoft.com/office/drawing/2014/main" id="{CCA31489-48A5-4900-04F1-B543D2D28118}"/>
              </a:ext>
            </a:extLst>
          </p:cNvPr>
          <p:cNvCxnSpPr>
            <a:cxnSpLocks/>
          </p:cNvCxnSpPr>
          <p:nvPr/>
        </p:nvCxnSpPr>
        <p:spPr>
          <a:xfrm flipV="1">
            <a:off x="479426" y="1892671"/>
            <a:ext cx="11177529" cy="32810"/>
          </a:xfrm>
          <a:prstGeom prst="line">
            <a:avLst/>
          </a:prstGeom>
          <a:ln w="25400">
            <a:solidFill>
              <a:schemeClr val="tx1">
                <a:alpha val="99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Gerader Verbinder 36">
            <a:extLst>
              <a:ext uri="{FF2B5EF4-FFF2-40B4-BE49-F238E27FC236}">
                <a16:creationId xmlns:a16="http://schemas.microsoft.com/office/drawing/2014/main" id="{8D789BCB-09B2-51C5-C685-66866F5B0EC5}"/>
              </a:ext>
            </a:extLst>
          </p:cNvPr>
          <p:cNvCxnSpPr>
            <a:cxnSpLocks/>
          </p:cNvCxnSpPr>
          <p:nvPr/>
        </p:nvCxnSpPr>
        <p:spPr>
          <a:xfrm flipV="1">
            <a:off x="479426" y="3400019"/>
            <a:ext cx="5616572" cy="12932"/>
          </a:xfrm>
          <a:prstGeom prst="line">
            <a:avLst/>
          </a:prstGeom>
          <a:ln w="25400">
            <a:solidFill>
              <a:schemeClr val="tx1">
                <a:alpha val="99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49" name="Grafik 48" descr="Aktualisieren Silhouette">
            <a:extLst>
              <a:ext uri="{FF2B5EF4-FFF2-40B4-BE49-F238E27FC236}">
                <a16:creationId xmlns:a16="http://schemas.microsoft.com/office/drawing/2014/main" id="{59978DAC-F302-1AAB-E401-D670E25FEFE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7700810">
            <a:off x="1312816" y="863004"/>
            <a:ext cx="842496" cy="922423"/>
          </a:xfrm>
          <a:prstGeom prst="rect">
            <a:avLst/>
          </a:prstGeom>
        </p:spPr>
      </p:pic>
      <p:grpSp>
        <p:nvGrpSpPr>
          <p:cNvPr id="14" name="Gruppieren 13">
            <a:extLst>
              <a:ext uri="{FF2B5EF4-FFF2-40B4-BE49-F238E27FC236}">
                <a16:creationId xmlns:a16="http://schemas.microsoft.com/office/drawing/2014/main" id="{A143AEFC-1172-9255-6233-46FBC234F376}"/>
              </a:ext>
            </a:extLst>
          </p:cNvPr>
          <p:cNvGrpSpPr/>
          <p:nvPr/>
        </p:nvGrpSpPr>
        <p:grpSpPr>
          <a:xfrm>
            <a:off x="1406256" y="997984"/>
            <a:ext cx="686676" cy="680490"/>
            <a:chOff x="6941577" y="4658080"/>
            <a:chExt cx="1148613" cy="1148613"/>
          </a:xfrm>
        </p:grpSpPr>
        <p:pic>
          <p:nvPicPr>
            <p:cNvPr id="47" name="Grafik 46" descr="Erde Silhouette">
              <a:extLst>
                <a:ext uri="{FF2B5EF4-FFF2-40B4-BE49-F238E27FC236}">
                  <a16:creationId xmlns:a16="http://schemas.microsoft.com/office/drawing/2014/main" id="{A2B7B544-6255-7EEF-E984-06ECF9826A4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941577" y="4658080"/>
              <a:ext cx="1148613" cy="1148613"/>
            </a:xfrm>
            <a:prstGeom prst="rect">
              <a:avLst/>
            </a:prstGeom>
          </p:spPr>
        </p:pic>
        <p:pic>
          <p:nvPicPr>
            <p:cNvPr id="51" name="Grafik 50" descr="Mann mit einfarbiger Füllung">
              <a:extLst>
                <a:ext uri="{FF2B5EF4-FFF2-40B4-BE49-F238E27FC236}">
                  <a16:creationId xmlns:a16="http://schemas.microsoft.com/office/drawing/2014/main" id="{10FAC4B9-1887-4FDE-A85C-388AAEBCA7D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278761" y="4813213"/>
              <a:ext cx="247692" cy="247692"/>
            </a:xfrm>
            <a:prstGeom prst="rect">
              <a:avLst/>
            </a:prstGeom>
          </p:spPr>
        </p:pic>
        <p:pic>
          <p:nvPicPr>
            <p:cNvPr id="52" name="Grafik 51" descr="Mann mit einfarbiger Füllung">
              <a:extLst>
                <a:ext uri="{FF2B5EF4-FFF2-40B4-BE49-F238E27FC236}">
                  <a16:creationId xmlns:a16="http://schemas.microsoft.com/office/drawing/2014/main" id="{C05B5A87-EABC-EC60-D461-6146C3D3F1C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384770" y="5164081"/>
              <a:ext cx="247692" cy="247692"/>
            </a:xfrm>
            <a:prstGeom prst="rect">
              <a:avLst/>
            </a:prstGeom>
          </p:spPr>
        </p:pic>
        <p:pic>
          <p:nvPicPr>
            <p:cNvPr id="53" name="Grafik 52" descr="Mann mit einfarbiger Füllung">
              <a:extLst>
                <a:ext uri="{FF2B5EF4-FFF2-40B4-BE49-F238E27FC236}">
                  <a16:creationId xmlns:a16="http://schemas.microsoft.com/office/drawing/2014/main" id="{329CF79E-E6A2-7AEC-803D-2A7193234F3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608872" y="4813213"/>
              <a:ext cx="247692" cy="247692"/>
            </a:xfrm>
            <a:prstGeom prst="rect">
              <a:avLst/>
            </a:prstGeom>
          </p:spPr>
        </p:pic>
        <p:pic>
          <p:nvPicPr>
            <p:cNvPr id="54" name="Grafik 53" descr="Mann mit einfarbiger Füllung">
              <a:extLst>
                <a:ext uri="{FF2B5EF4-FFF2-40B4-BE49-F238E27FC236}">
                  <a16:creationId xmlns:a16="http://schemas.microsoft.com/office/drawing/2014/main" id="{6FC356C4-A1A9-457E-6F12-28388D78F41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608872" y="5283295"/>
              <a:ext cx="233413" cy="233413"/>
            </a:xfrm>
            <a:prstGeom prst="rect">
              <a:avLst/>
            </a:prstGeom>
          </p:spPr>
        </p:pic>
        <p:pic>
          <p:nvPicPr>
            <p:cNvPr id="55" name="Grafik 54" descr="Mann mit einfarbiger Füllung">
              <a:extLst>
                <a:ext uri="{FF2B5EF4-FFF2-40B4-BE49-F238E27FC236}">
                  <a16:creationId xmlns:a16="http://schemas.microsoft.com/office/drawing/2014/main" id="{A890E21A-9274-578A-3604-E959D2939D9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111997" y="5172653"/>
              <a:ext cx="247692" cy="247692"/>
            </a:xfrm>
            <a:prstGeom prst="rect">
              <a:avLst/>
            </a:prstGeom>
          </p:spPr>
        </p:pic>
      </p:grpSp>
      <p:pic>
        <p:nvPicPr>
          <p:cNvPr id="64" name="Grafik 63" descr="Ein Bild, das Karte, Entwurf, Schwarzweiß, Silhouette enthält.&#10;&#10;KI-generierte Inhalte können fehlerhaft sein.">
            <a:extLst>
              <a:ext uri="{FF2B5EF4-FFF2-40B4-BE49-F238E27FC236}">
                <a16:creationId xmlns:a16="http://schemas.microsoft.com/office/drawing/2014/main" id="{6B69A623-1587-6FAF-3B7A-683C4E4B054E}"/>
              </a:ext>
            </a:extLst>
          </p:cNvPr>
          <p:cNvPicPr>
            <a:picLocks noChangeAspect="1"/>
          </p:cNvPicPr>
          <p:nvPr/>
        </p:nvPicPr>
        <p:blipFill>
          <a:blip r:embed="rId10" cstate="print">
            <a:extLst>
              <a:ext uri="{28A0092B-C50C-407E-A947-70E740481C1C}">
                <a14:useLocalDpi xmlns:a14="http://schemas.microsoft.com/office/drawing/2010/main" val="0"/>
              </a:ext>
            </a:extLst>
          </a:blip>
          <a:srcRect t="10020"/>
          <a:stretch/>
        </p:blipFill>
        <p:spPr>
          <a:xfrm>
            <a:off x="1202036" y="3472750"/>
            <a:ext cx="4149796" cy="2489340"/>
          </a:xfrm>
          <a:prstGeom prst="rect">
            <a:avLst/>
          </a:prstGeom>
        </p:spPr>
      </p:pic>
      <p:sp>
        <p:nvSpPr>
          <p:cNvPr id="58" name="Textfeld 57">
            <a:extLst>
              <a:ext uri="{FF2B5EF4-FFF2-40B4-BE49-F238E27FC236}">
                <a16:creationId xmlns:a16="http://schemas.microsoft.com/office/drawing/2014/main" id="{C33CAD84-20E8-A34F-1C9C-381A2FEF7CA5}"/>
              </a:ext>
            </a:extLst>
          </p:cNvPr>
          <p:cNvSpPr txBox="1"/>
          <p:nvPr/>
        </p:nvSpPr>
        <p:spPr>
          <a:xfrm>
            <a:off x="478703" y="5841959"/>
            <a:ext cx="1817338" cy="692497"/>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STIHL Contraface Text"/>
                <a:ea typeface="+mn-ea"/>
                <a:cs typeface="+mn-cs"/>
              </a:rPr>
              <a:t>STIHL </a:t>
            </a:r>
            <a:r>
              <a:rPr lang="de-DE" sz="1000">
                <a:solidFill>
                  <a:prstClr val="black"/>
                </a:solidFill>
                <a:latin typeface="STIHL Contraface Text"/>
              </a:rPr>
              <a:t>IT Management Team</a:t>
            </a:r>
            <a:r>
              <a:rPr kumimoji="0" lang="de-DE" sz="1000" b="0" i="0" u="none" strike="noStrike" kern="1200" cap="none" spc="0" normalizeH="0" baseline="0" noProof="0">
                <a:ln>
                  <a:noFill/>
                </a:ln>
                <a:solidFill>
                  <a:prstClr val="black"/>
                </a:solidFill>
                <a:effectLst/>
                <a:uLnTx/>
                <a:uFillTx/>
                <a:latin typeface="STIHL Contraface Text"/>
                <a:ea typeface="+mn-ea"/>
                <a:cs typeface="+mn-cs"/>
              </a:rPr>
              <a:t> in</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de-DE" sz="3000" b="1" i="0" u="none" strike="noStrike" kern="1200" cap="none" spc="0" normalizeH="0" baseline="0" noProof="0">
                <a:ln>
                  <a:noFill/>
                </a:ln>
                <a:solidFill>
                  <a:srgbClr val="F37A1F"/>
                </a:solidFill>
                <a:effectLst/>
                <a:uLnTx/>
                <a:uFillTx/>
                <a:latin typeface="STIHL Contraface Text"/>
                <a:ea typeface="+mn-ea"/>
                <a:cs typeface="+mn-cs"/>
              </a:rPr>
              <a:t>8</a:t>
            </a:r>
          </a:p>
          <a:p>
            <a:pPr marL="0" marR="0" lvl="0" indent="0" algn="ctr" defTabSz="914400" rtl="0" eaLnBrk="1" fontAlgn="auto" latinLnBrk="0" hangingPunct="1">
              <a:lnSpc>
                <a:spcPct val="90000"/>
              </a:lnSpc>
              <a:spcBef>
                <a:spcPts val="0"/>
              </a:spcBef>
              <a:spcAft>
                <a:spcPts val="0"/>
              </a:spcAft>
              <a:buClrTx/>
              <a:buSzTx/>
              <a:buFontTx/>
              <a:buNone/>
              <a:tabLst/>
              <a:defRPr/>
            </a:pPr>
            <a:r>
              <a:rPr lang="de-DE" sz="1000">
                <a:solidFill>
                  <a:prstClr val="black"/>
                </a:solidFill>
                <a:latin typeface="STIHL Contraface Text"/>
              </a:rPr>
              <a:t>Ländern</a:t>
            </a:r>
            <a:endParaRPr kumimoji="0" lang="de-DE" sz="500" b="0" i="0" u="none" strike="noStrike" kern="1200" cap="none" spc="0" normalizeH="0" baseline="0" noProof="0">
              <a:ln>
                <a:noFill/>
              </a:ln>
              <a:solidFill>
                <a:prstClr val="black"/>
              </a:solidFill>
              <a:effectLst/>
              <a:uLnTx/>
              <a:uFillTx/>
              <a:latin typeface="STIHL Contraface Text"/>
              <a:ea typeface="+mn-ea"/>
              <a:cs typeface="+mn-cs"/>
            </a:endParaRPr>
          </a:p>
        </p:txBody>
      </p:sp>
      <p:sp>
        <p:nvSpPr>
          <p:cNvPr id="59" name="Textfeld 58">
            <a:extLst>
              <a:ext uri="{FF2B5EF4-FFF2-40B4-BE49-F238E27FC236}">
                <a16:creationId xmlns:a16="http://schemas.microsoft.com/office/drawing/2014/main" id="{919B801E-AC36-3B5E-7524-71453507D800}"/>
              </a:ext>
            </a:extLst>
          </p:cNvPr>
          <p:cNvSpPr txBox="1"/>
          <p:nvPr/>
        </p:nvSpPr>
        <p:spPr>
          <a:xfrm>
            <a:off x="4038548" y="5847322"/>
            <a:ext cx="1817338" cy="692497"/>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STIHL Contraface Text"/>
                <a:ea typeface="+mn-ea"/>
                <a:cs typeface="+mn-cs"/>
              </a:rPr>
              <a:t>und</a:t>
            </a:r>
          </a:p>
          <a:p>
            <a:pPr marL="0" marR="0" lvl="0" indent="0" algn="ctr" defTabSz="914400" rtl="0" eaLnBrk="1" fontAlgn="auto" latinLnBrk="0" hangingPunct="1">
              <a:lnSpc>
                <a:spcPct val="90000"/>
              </a:lnSpc>
              <a:spcBef>
                <a:spcPts val="0"/>
              </a:spcBef>
              <a:spcAft>
                <a:spcPts val="0"/>
              </a:spcAft>
              <a:buClrTx/>
              <a:buSzTx/>
              <a:buFontTx/>
              <a:buNone/>
              <a:tabLst/>
              <a:defRPr/>
            </a:pPr>
            <a:r>
              <a:rPr lang="de-DE" sz="3000" b="1">
                <a:solidFill>
                  <a:srgbClr val="F37A1F"/>
                </a:solidFill>
                <a:latin typeface="STIHL Contraface Text"/>
              </a:rPr>
              <a:t>514</a:t>
            </a:r>
            <a:endParaRPr kumimoji="0" lang="de-DE" sz="3000" b="1" i="0" u="none" strike="noStrike" kern="1200" cap="none" spc="0" normalizeH="0" baseline="0" noProof="0">
              <a:ln>
                <a:noFill/>
              </a:ln>
              <a:solidFill>
                <a:srgbClr val="F37A1F"/>
              </a:solidFill>
              <a:effectLst/>
              <a:uLnTx/>
              <a:uFillTx/>
              <a:latin typeface="STIHL Contraface Text"/>
              <a:ea typeface="+mn-ea"/>
              <a:cs typeface="+mn-cs"/>
            </a:endParaRP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STIHL Contraface Text"/>
                <a:ea typeface="+mn-ea"/>
                <a:cs typeface="+mn-cs"/>
              </a:rPr>
              <a:t>Globale IT Mitarbeitende</a:t>
            </a:r>
            <a:endParaRPr kumimoji="0" lang="de-DE" sz="500" b="0" i="0" u="none" strike="noStrike" kern="1200" cap="none" spc="0" normalizeH="0" baseline="0" noProof="0">
              <a:ln>
                <a:noFill/>
              </a:ln>
              <a:solidFill>
                <a:prstClr val="black"/>
              </a:solidFill>
              <a:effectLst/>
              <a:uLnTx/>
              <a:uFillTx/>
              <a:latin typeface="STIHL Contraface Text"/>
              <a:ea typeface="+mn-ea"/>
              <a:cs typeface="+mn-cs"/>
            </a:endParaRPr>
          </a:p>
        </p:txBody>
      </p:sp>
      <p:sp>
        <p:nvSpPr>
          <p:cNvPr id="66" name="Träne 65">
            <a:extLst>
              <a:ext uri="{FF2B5EF4-FFF2-40B4-BE49-F238E27FC236}">
                <a16:creationId xmlns:a16="http://schemas.microsoft.com/office/drawing/2014/main" id="{BBE1AA6A-DCC1-B47D-FC1A-CAC8F0DCBB12}"/>
              </a:ext>
            </a:extLst>
          </p:cNvPr>
          <p:cNvSpPr/>
          <p:nvPr/>
        </p:nvSpPr>
        <p:spPr>
          <a:xfrm rot="8363439">
            <a:off x="2038686" y="4020104"/>
            <a:ext cx="172742" cy="172742"/>
          </a:xfrm>
          <a:prstGeom prst="teardrop">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sp>
        <p:nvSpPr>
          <p:cNvPr id="67" name="Ellipse 66">
            <a:extLst>
              <a:ext uri="{FF2B5EF4-FFF2-40B4-BE49-F238E27FC236}">
                <a16:creationId xmlns:a16="http://schemas.microsoft.com/office/drawing/2014/main" id="{C1E5E69E-CCCB-1774-E2D3-169750467942}"/>
              </a:ext>
            </a:extLst>
          </p:cNvPr>
          <p:cNvSpPr/>
          <p:nvPr/>
        </p:nvSpPr>
        <p:spPr>
          <a:xfrm>
            <a:off x="2080246" y="4061664"/>
            <a:ext cx="89622" cy="89622"/>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grpSp>
        <p:nvGrpSpPr>
          <p:cNvPr id="70" name="Gruppieren 69">
            <a:extLst>
              <a:ext uri="{FF2B5EF4-FFF2-40B4-BE49-F238E27FC236}">
                <a16:creationId xmlns:a16="http://schemas.microsoft.com/office/drawing/2014/main" id="{BB04DEA3-222E-BCB3-C428-70D9766A991F}"/>
              </a:ext>
            </a:extLst>
          </p:cNvPr>
          <p:cNvGrpSpPr/>
          <p:nvPr/>
        </p:nvGrpSpPr>
        <p:grpSpPr>
          <a:xfrm>
            <a:off x="3076075" y="3850512"/>
            <a:ext cx="172742" cy="172742"/>
            <a:chOff x="935444" y="4146329"/>
            <a:chExt cx="172742" cy="172742"/>
          </a:xfrm>
        </p:grpSpPr>
        <p:sp>
          <p:nvSpPr>
            <p:cNvPr id="68" name="Träne 67">
              <a:extLst>
                <a:ext uri="{FF2B5EF4-FFF2-40B4-BE49-F238E27FC236}">
                  <a16:creationId xmlns:a16="http://schemas.microsoft.com/office/drawing/2014/main" id="{BF0F7FB0-1B9E-FECB-72D4-76E036E144D4}"/>
                </a:ext>
              </a:extLst>
            </p:cNvPr>
            <p:cNvSpPr/>
            <p:nvPr/>
          </p:nvSpPr>
          <p:spPr>
            <a:xfrm rot="8363439">
              <a:off x="935444" y="4146329"/>
              <a:ext cx="172742" cy="172742"/>
            </a:xfrm>
            <a:prstGeom prst="teardrop">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sp>
          <p:nvSpPr>
            <p:cNvPr id="69" name="Ellipse 68">
              <a:extLst>
                <a:ext uri="{FF2B5EF4-FFF2-40B4-BE49-F238E27FC236}">
                  <a16:creationId xmlns:a16="http://schemas.microsoft.com/office/drawing/2014/main" id="{DE5762A1-2429-A0F4-5715-99DF9C005E5A}"/>
                </a:ext>
              </a:extLst>
            </p:cNvPr>
            <p:cNvSpPr/>
            <p:nvPr/>
          </p:nvSpPr>
          <p:spPr>
            <a:xfrm>
              <a:off x="977004" y="4187889"/>
              <a:ext cx="89622" cy="89622"/>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grpSp>
      <p:sp>
        <p:nvSpPr>
          <p:cNvPr id="71" name="Textfeld 70">
            <a:extLst>
              <a:ext uri="{FF2B5EF4-FFF2-40B4-BE49-F238E27FC236}">
                <a16:creationId xmlns:a16="http://schemas.microsoft.com/office/drawing/2014/main" id="{D27B7722-B7B0-1998-809B-8FCD720F982B}"/>
              </a:ext>
            </a:extLst>
          </p:cNvPr>
          <p:cNvSpPr txBox="1"/>
          <p:nvPr/>
        </p:nvSpPr>
        <p:spPr>
          <a:xfrm>
            <a:off x="1918206" y="3826084"/>
            <a:ext cx="413701" cy="221599"/>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400"/>
              </a:spcBef>
              <a:spcAft>
                <a:spcPts val="0"/>
              </a:spcAft>
              <a:buClrTx/>
              <a:buSzTx/>
              <a:buFontTx/>
              <a:buNone/>
              <a:tabLst/>
              <a:defRPr/>
            </a:pPr>
            <a:r>
              <a:rPr kumimoji="0" lang="de-DE" sz="1600" b="1" i="0" u="none" strike="noStrike" kern="1200" cap="none" spc="0" normalizeH="0" baseline="0" noProof="0">
                <a:ln>
                  <a:noFill/>
                </a:ln>
                <a:solidFill>
                  <a:srgbClr val="F37A1F"/>
                </a:solidFill>
                <a:effectLst/>
                <a:uLnTx/>
                <a:uFillTx/>
                <a:latin typeface="STIHL Contraface Text"/>
                <a:ea typeface="+mn-ea"/>
                <a:cs typeface="+mn-cs"/>
              </a:rPr>
              <a:t>USA</a:t>
            </a:r>
            <a:endParaRPr kumimoji="0" lang="en-US" sz="1600" b="1" i="0" u="none" strike="noStrike" kern="1200" cap="none" spc="0" normalizeH="0" baseline="0" noProof="0" err="1">
              <a:ln>
                <a:noFill/>
              </a:ln>
              <a:solidFill>
                <a:srgbClr val="F37A1F"/>
              </a:solidFill>
              <a:effectLst/>
              <a:uLnTx/>
              <a:uFillTx/>
              <a:latin typeface="STIHL Contraface Text"/>
              <a:ea typeface="+mn-ea"/>
              <a:cs typeface="+mn-cs"/>
            </a:endParaRPr>
          </a:p>
        </p:txBody>
      </p:sp>
      <p:grpSp>
        <p:nvGrpSpPr>
          <p:cNvPr id="72" name="Gruppieren 71">
            <a:extLst>
              <a:ext uri="{FF2B5EF4-FFF2-40B4-BE49-F238E27FC236}">
                <a16:creationId xmlns:a16="http://schemas.microsoft.com/office/drawing/2014/main" id="{C08AC1AE-9577-3203-A6D1-A1CCD0FC5F9A}"/>
              </a:ext>
            </a:extLst>
          </p:cNvPr>
          <p:cNvGrpSpPr/>
          <p:nvPr/>
        </p:nvGrpSpPr>
        <p:grpSpPr>
          <a:xfrm rot="15908353">
            <a:off x="2920911" y="3997647"/>
            <a:ext cx="172742" cy="172742"/>
            <a:chOff x="935444" y="4146329"/>
            <a:chExt cx="172742" cy="172742"/>
          </a:xfrm>
        </p:grpSpPr>
        <p:sp>
          <p:nvSpPr>
            <p:cNvPr id="73" name="Träne 72">
              <a:extLst>
                <a:ext uri="{FF2B5EF4-FFF2-40B4-BE49-F238E27FC236}">
                  <a16:creationId xmlns:a16="http://schemas.microsoft.com/office/drawing/2014/main" id="{D1B7C44D-AD03-688D-3A22-560B44169944}"/>
                </a:ext>
              </a:extLst>
            </p:cNvPr>
            <p:cNvSpPr/>
            <p:nvPr/>
          </p:nvSpPr>
          <p:spPr>
            <a:xfrm rot="8363439">
              <a:off x="935444" y="4146329"/>
              <a:ext cx="172742" cy="172742"/>
            </a:xfrm>
            <a:prstGeom prst="teardrop">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sp>
          <p:nvSpPr>
            <p:cNvPr id="74" name="Ellipse 73">
              <a:extLst>
                <a:ext uri="{FF2B5EF4-FFF2-40B4-BE49-F238E27FC236}">
                  <a16:creationId xmlns:a16="http://schemas.microsoft.com/office/drawing/2014/main" id="{AD43B32C-5F7F-0157-2B13-A2B9E054D1A6}"/>
                </a:ext>
              </a:extLst>
            </p:cNvPr>
            <p:cNvSpPr/>
            <p:nvPr/>
          </p:nvSpPr>
          <p:spPr>
            <a:xfrm>
              <a:off x="977004" y="4187889"/>
              <a:ext cx="89622" cy="89622"/>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grpSp>
      <p:grpSp>
        <p:nvGrpSpPr>
          <p:cNvPr id="78" name="Gruppieren 77">
            <a:extLst>
              <a:ext uri="{FF2B5EF4-FFF2-40B4-BE49-F238E27FC236}">
                <a16:creationId xmlns:a16="http://schemas.microsoft.com/office/drawing/2014/main" id="{F85D886D-65E4-4E68-70D7-B22A3F37D8DD}"/>
              </a:ext>
            </a:extLst>
          </p:cNvPr>
          <p:cNvGrpSpPr/>
          <p:nvPr/>
        </p:nvGrpSpPr>
        <p:grpSpPr>
          <a:xfrm rot="5691647" flipH="1">
            <a:off x="3216228" y="3997513"/>
            <a:ext cx="172742" cy="172742"/>
            <a:chOff x="935444" y="4146329"/>
            <a:chExt cx="172742" cy="172742"/>
          </a:xfrm>
        </p:grpSpPr>
        <p:sp>
          <p:nvSpPr>
            <p:cNvPr id="79" name="Träne 78">
              <a:extLst>
                <a:ext uri="{FF2B5EF4-FFF2-40B4-BE49-F238E27FC236}">
                  <a16:creationId xmlns:a16="http://schemas.microsoft.com/office/drawing/2014/main" id="{5206EE75-5B18-0AD1-465B-4C6BD73164D7}"/>
                </a:ext>
              </a:extLst>
            </p:cNvPr>
            <p:cNvSpPr/>
            <p:nvPr/>
          </p:nvSpPr>
          <p:spPr>
            <a:xfrm rot="8363439">
              <a:off x="935444" y="4146329"/>
              <a:ext cx="172742" cy="172742"/>
            </a:xfrm>
            <a:prstGeom prst="teardrop">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sp>
          <p:nvSpPr>
            <p:cNvPr id="80" name="Ellipse 79">
              <a:extLst>
                <a:ext uri="{FF2B5EF4-FFF2-40B4-BE49-F238E27FC236}">
                  <a16:creationId xmlns:a16="http://schemas.microsoft.com/office/drawing/2014/main" id="{DA394D57-9799-F278-407C-E9381576B9C2}"/>
                </a:ext>
              </a:extLst>
            </p:cNvPr>
            <p:cNvSpPr/>
            <p:nvPr/>
          </p:nvSpPr>
          <p:spPr>
            <a:xfrm>
              <a:off x="977004" y="4187889"/>
              <a:ext cx="89622" cy="89622"/>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grpSp>
      <p:sp>
        <p:nvSpPr>
          <p:cNvPr id="82" name="Textfeld 81">
            <a:extLst>
              <a:ext uri="{FF2B5EF4-FFF2-40B4-BE49-F238E27FC236}">
                <a16:creationId xmlns:a16="http://schemas.microsoft.com/office/drawing/2014/main" id="{0B8B8C84-C73E-AFEE-2FC9-E0D63064C513}"/>
              </a:ext>
            </a:extLst>
          </p:cNvPr>
          <p:cNvSpPr txBox="1"/>
          <p:nvPr/>
        </p:nvSpPr>
        <p:spPr>
          <a:xfrm>
            <a:off x="3040657" y="3657884"/>
            <a:ext cx="287437" cy="221599"/>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400"/>
              </a:spcBef>
              <a:spcAft>
                <a:spcPts val="0"/>
              </a:spcAft>
              <a:buClrTx/>
              <a:buSzTx/>
              <a:buFontTx/>
              <a:buNone/>
              <a:tabLst/>
              <a:defRPr/>
            </a:pPr>
            <a:r>
              <a:rPr kumimoji="0" lang="de-DE" sz="1600" b="1" i="0" u="none" strike="noStrike" kern="1200" cap="none" spc="0" normalizeH="0" baseline="0" noProof="0">
                <a:ln>
                  <a:noFill/>
                </a:ln>
                <a:solidFill>
                  <a:srgbClr val="F37A1F"/>
                </a:solidFill>
                <a:effectLst/>
                <a:uLnTx/>
                <a:uFillTx/>
                <a:latin typeface="STIHL Contraface Text"/>
                <a:ea typeface="+mn-ea"/>
                <a:cs typeface="+mn-cs"/>
              </a:rPr>
              <a:t>DE</a:t>
            </a:r>
            <a:endParaRPr kumimoji="0" lang="en-US" sz="1600" b="1" i="0" u="none" strike="noStrike" kern="1200" cap="none" spc="0" normalizeH="0" baseline="0" noProof="0" err="1">
              <a:ln>
                <a:noFill/>
              </a:ln>
              <a:solidFill>
                <a:srgbClr val="F37A1F"/>
              </a:solidFill>
              <a:effectLst/>
              <a:uLnTx/>
              <a:uFillTx/>
              <a:latin typeface="STIHL Contraface Text"/>
              <a:ea typeface="+mn-ea"/>
              <a:cs typeface="+mn-cs"/>
            </a:endParaRPr>
          </a:p>
        </p:txBody>
      </p:sp>
      <p:sp>
        <p:nvSpPr>
          <p:cNvPr id="83" name="Textfeld 82">
            <a:extLst>
              <a:ext uri="{FF2B5EF4-FFF2-40B4-BE49-F238E27FC236}">
                <a16:creationId xmlns:a16="http://schemas.microsoft.com/office/drawing/2014/main" id="{18D33097-072B-E1C9-B141-8FDCAA16809E}"/>
              </a:ext>
            </a:extLst>
          </p:cNvPr>
          <p:cNvSpPr txBox="1"/>
          <p:nvPr/>
        </p:nvSpPr>
        <p:spPr>
          <a:xfrm>
            <a:off x="2606370" y="3995675"/>
            <a:ext cx="321046" cy="221599"/>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400"/>
              </a:spcBef>
              <a:spcAft>
                <a:spcPts val="0"/>
              </a:spcAft>
              <a:buClrTx/>
              <a:buSzTx/>
              <a:buFontTx/>
              <a:buNone/>
              <a:tabLst/>
              <a:defRPr/>
            </a:pPr>
            <a:r>
              <a:rPr kumimoji="0" lang="de-DE" sz="1600" b="1" i="0" u="none" strike="noStrike" kern="1200" cap="none" spc="0" normalizeH="0" baseline="0" noProof="0">
                <a:ln>
                  <a:noFill/>
                </a:ln>
                <a:solidFill>
                  <a:srgbClr val="F37A1F"/>
                </a:solidFill>
                <a:effectLst/>
                <a:uLnTx/>
                <a:uFillTx/>
                <a:latin typeface="STIHL Contraface Text"/>
                <a:ea typeface="+mn-ea"/>
                <a:cs typeface="+mn-cs"/>
              </a:rPr>
              <a:t>CH</a:t>
            </a:r>
            <a:endParaRPr kumimoji="0" lang="en-US" sz="1600" b="1" i="0" u="none" strike="noStrike" kern="1200" cap="none" spc="0" normalizeH="0" baseline="0" noProof="0" err="1">
              <a:ln>
                <a:noFill/>
              </a:ln>
              <a:solidFill>
                <a:srgbClr val="F37A1F"/>
              </a:solidFill>
              <a:effectLst/>
              <a:uLnTx/>
              <a:uFillTx/>
              <a:latin typeface="STIHL Contraface Text"/>
              <a:ea typeface="+mn-ea"/>
              <a:cs typeface="+mn-cs"/>
            </a:endParaRPr>
          </a:p>
        </p:txBody>
      </p:sp>
      <p:sp>
        <p:nvSpPr>
          <p:cNvPr id="84" name="Textfeld 83">
            <a:extLst>
              <a:ext uri="{FF2B5EF4-FFF2-40B4-BE49-F238E27FC236}">
                <a16:creationId xmlns:a16="http://schemas.microsoft.com/office/drawing/2014/main" id="{352F87F3-16A2-B2AA-79C5-CC4FC57EB2A7}"/>
              </a:ext>
            </a:extLst>
          </p:cNvPr>
          <p:cNvSpPr txBox="1"/>
          <p:nvPr/>
        </p:nvSpPr>
        <p:spPr>
          <a:xfrm>
            <a:off x="3411093" y="3984428"/>
            <a:ext cx="321046" cy="221599"/>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400"/>
              </a:spcBef>
              <a:spcAft>
                <a:spcPts val="0"/>
              </a:spcAft>
              <a:buClrTx/>
              <a:buSzTx/>
              <a:buFontTx/>
              <a:buNone/>
              <a:tabLst/>
              <a:defRPr/>
            </a:pPr>
            <a:r>
              <a:rPr kumimoji="0" lang="de-DE" sz="1600" b="1" i="0" u="none" strike="noStrike" kern="1200" cap="none" spc="0" normalizeH="0" baseline="0" noProof="0">
                <a:ln>
                  <a:noFill/>
                </a:ln>
                <a:solidFill>
                  <a:srgbClr val="F37A1F"/>
                </a:solidFill>
                <a:effectLst/>
                <a:uLnTx/>
                <a:uFillTx/>
                <a:latin typeface="STIHL Contraface Text"/>
                <a:ea typeface="+mn-ea"/>
                <a:cs typeface="+mn-cs"/>
              </a:rPr>
              <a:t>AT</a:t>
            </a:r>
            <a:endParaRPr kumimoji="0" lang="en-US" sz="1600" b="1" i="0" u="none" strike="noStrike" kern="1200" cap="none" spc="0" normalizeH="0" baseline="0" noProof="0">
              <a:ln>
                <a:noFill/>
              </a:ln>
              <a:solidFill>
                <a:srgbClr val="F37A1F"/>
              </a:solidFill>
              <a:effectLst/>
              <a:uLnTx/>
              <a:uFillTx/>
              <a:latin typeface="STIHL Contraface Text"/>
              <a:ea typeface="+mn-ea"/>
              <a:cs typeface="+mn-cs"/>
            </a:endParaRPr>
          </a:p>
        </p:txBody>
      </p:sp>
      <p:grpSp>
        <p:nvGrpSpPr>
          <p:cNvPr id="85" name="Gruppieren 84">
            <a:extLst>
              <a:ext uri="{FF2B5EF4-FFF2-40B4-BE49-F238E27FC236}">
                <a16:creationId xmlns:a16="http://schemas.microsoft.com/office/drawing/2014/main" id="{ADEA9083-FDC5-D587-DE0A-3C0D40999069}"/>
              </a:ext>
            </a:extLst>
          </p:cNvPr>
          <p:cNvGrpSpPr/>
          <p:nvPr/>
        </p:nvGrpSpPr>
        <p:grpSpPr>
          <a:xfrm>
            <a:off x="4376369" y="4114148"/>
            <a:ext cx="172742" cy="172742"/>
            <a:chOff x="935444" y="4146329"/>
            <a:chExt cx="172742" cy="172742"/>
          </a:xfrm>
        </p:grpSpPr>
        <p:sp>
          <p:nvSpPr>
            <p:cNvPr id="86" name="Träne 85">
              <a:extLst>
                <a:ext uri="{FF2B5EF4-FFF2-40B4-BE49-F238E27FC236}">
                  <a16:creationId xmlns:a16="http://schemas.microsoft.com/office/drawing/2014/main" id="{6BCAA846-F068-BB5A-CD7F-524C36C42056}"/>
                </a:ext>
              </a:extLst>
            </p:cNvPr>
            <p:cNvSpPr/>
            <p:nvPr/>
          </p:nvSpPr>
          <p:spPr>
            <a:xfrm rot="8363439">
              <a:off x="935444" y="4146329"/>
              <a:ext cx="172742" cy="172742"/>
            </a:xfrm>
            <a:prstGeom prst="teardrop">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sp>
          <p:nvSpPr>
            <p:cNvPr id="87" name="Ellipse 86">
              <a:extLst>
                <a:ext uri="{FF2B5EF4-FFF2-40B4-BE49-F238E27FC236}">
                  <a16:creationId xmlns:a16="http://schemas.microsoft.com/office/drawing/2014/main" id="{2C0CCBF4-3729-54B4-3B2F-CA2430E9CE91}"/>
                </a:ext>
              </a:extLst>
            </p:cNvPr>
            <p:cNvSpPr/>
            <p:nvPr/>
          </p:nvSpPr>
          <p:spPr>
            <a:xfrm>
              <a:off x="977004" y="4187889"/>
              <a:ext cx="89622" cy="89622"/>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grpSp>
      <p:grpSp>
        <p:nvGrpSpPr>
          <p:cNvPr id="88" name="Gruppieren 87">
            <a:extLst>
              <a:ext uri="{FF2B5EF4-FFF2-40B4-BE49-F238E27FC236}">
                <a16:creationId xmlns:a16="http://schemas.microsoft.com/office/drawing/2014/main" id="{8F2D3A9E-5DC9-799F-61B6-310E39AAD8A3}"/>
              </a:ext>
            </a:extLst>
          </p:cNvPr>
          <p:cNvGrpSpPr/>
          <p:nvPr/>
        </p:nvGrpSpPr>
        <p:grpSpPr>
          <a:xfrm>
            <a:off x="4526336" y="4482518"/>
            <a:ext cx="172742" cy="172742"/>
            <a:chOff x="935444" y="4146329"/>
            <a:chExt cx="172742" cy="172742"/>
          </a:xfrm>
        </p:grpSpPr>
        <p:sp>
          <p:nvSpPr>
            <p:cNvPr id="89" name="Träne 88">
              <a:extLst>
                <a:ext uri="{FF2B5EF4-FFF2-40B4-BE49-F238E27FC236}">
                  <a16:creationId xmlns:a16="http://schemas.microsoft.com/office/drawing/2014/main" id="{5E9B5923-C3A4-F1C7-C5C6-80B0A180580A}"/>
                </a:ext>
              </a:extLst>
            </p:cNvPr>
            <p:cNvSpPr/>
            <p:nvPr/>
          </p:nvSpPr>
          <p:spPr>
            <a:xfrm rot="8363439">
              <a:off x="935444" y="4146329"/>
              <a:ext cx="172742" cy="172742"/>
            </a:xfrm>
            <a:prstGeom prst="teardrop">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sp>
          <p:nvSpPr>
            <p:cNvPr id="90" name="Ellipse 89">
              <a:extLst>
                <a:ext uri="{FF2B5EF4-FFF2-40B4-BE49-F238E27FC236}">
                  <a16:creationId xmlns:a16="http://schemas.microsoft.com/office/drawing/2014/main" id="{47A635BB-B734-863C-DEF2-F0D2843DCF4B}"/>
                </a:ext>
              </a:extLst>
            </p:cNvPr>
            <p:cNvSpPr/>
            <p:nvPr/>
          </p:nvSpPr>
          <p:spPr>
            <a:xfrm>
              <a:off x="977004" y="4187889"/>
              <a:ext cx="89622" cy="89622"/>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grpSp>
      <p:sp>
        <p:nvSpPr>
          <p:cNvPr id="91" name="Textfeld 90">
            <a:extLst>
              <a:ext uri="{FF2B5EF4-FFF2-40B4-BE49-F238E27FC236}">
                <a16:creationId xmlns:a16="http://schemas.microsoft.com/office/drawing/2014/main" id="{F9FAD545-A2B8-BD69-74FB-C5FFE2B244B5}"/>
              </a:ext>
            </a:extLst>
          </p:cNvPr>
          <p:cNvSpPr txBox="1"/>
          <p:nvPr/>
        </p:nvSpPr>
        <p:spPr>
          <a:xfrm>
            <a:off x="4738263" y="4502900"/>
            <a:ext cx="438151" cy="221599"/>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400"/>
              </a:spcBef>
              <a:spcAft>
                <a:spcPts val="0"/>
              </a:spcAft>
              <a:buClrTx/>
              <a:buSzTx/>
              <a:buFontTx/>
              <a:buNone/>
              <a:tabLst/>
              <a:defRPr/>
            </a:pPr>
            <a:r>
              <a:rPr kumimoji="0" lang="de-DE" sz="1600" b="1" i="0" u="none" strike="noStrike" kern="1200" cap="none" spc="0" normalizeH="0" baseline="0" noProof="0">
                <a:ln>
                  <a:noFill/>
                </a:ln>
                <a:solidFill>
                  <a:srgbClr val="F37A1F"/>
                </a:solidFill>
                <a:effectLst/>
                <a:uLnTx/>
                <a:uFillTx/>
                <a:latin typeface="STIHL Contraface Text"/>
                <a:ea typeface="+mn-ea"/>
                <a:cs typeface="+mn-cs"/>
              </a:rPr>
              <a:t>PHL</a:t>
            </a:r>
            <a:endParaRPr kumimoji="0" lang="en-US" sz="1600" b="1" i="0" u="none" strike="noStrike" kern="1200" cap="none" spc="0" normalizeH="0" baseline="0" noProof="0">
              <a:ln>
                <a:noFill/>
              </a:ln>
              <a:solidFill>
                <a:srgbClr val="F37A1F"/>
              </a:solidFill>
              <a:effectLst/>
              <a:uLnTx/>
              <a:uFillTx/>
              <a:latin typeface="STIHL Contraface Text"/>
              <a:ea typeface="+mn-ea"/>
              <a:cs typeface="+mn-cs"/>
            </a:endParaRPr>
          </a:p>
        </p:txBody>
      </p:sp>
      <p:sp>
        <p:nvSpPr>
          <p:cNvPr id="92" name="Textfeld 91">
            <a:extLst>
              <a:ext uri="{FF2B5EF4-FFF2-40B4-BE49-F238E27FC236}">
                <a16:creationId xmlns:a16="http://schemas.microsoft.com/office/drawing/2014/main" id="{829D7160-3282-31FF-C5F4-9268F50F0B13}"/>
              </a:ext>
            </a:extLst>
          </p:cNvPr>
          <p:cNvSpPr txBox="1"/>
          <p:nvPr/>
        </p:nvSpPr>
        <p:spPr>
          <a:xfrm>
            <a:off x="4311531" y="3910732"/>
            <a:ext cx="358773" cy="221599"/>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400"/>
              </a:spcBef>
              <a:spcAft>
                <a:spcPts val="0"/>
              </a:spcAft>
              <a:buClrTx/>
              <a:buSzTx/>
              <a:buFontTx/>
              <a:buNone/>
              <a:tabLst/>
              <a:defRPr/>
            </a:pPr>
            <a:r>
              <a:rPr kumimoji="0" lang="de-DE" sz="1600" b="1" i="0" u="none" strike="noStrike" kern="1200" cap="none" spc="0" normalizeH="0" baseline="0" noProof="0">
                <a:ln>
                  <a:noFill/>
                </a:ln>
                <a:solidFill>
                  <a:srgbClr val="F37A1F"/>
                </a:solidFill>
                <a:effectLst/>
                <a:uLnTx/>
                <a:uFillTx/>
                <a:latin typeface="STIHL Contraface Text"/>
                <a:ea typeface="+mn-ea"/>
                <a:cs typeface="+mn-cs"/>
              </a:rPr>
              <a:t>CN</a:t>
            </a:r>
            <a:endParaRPr kumimoji="0" lang="en-US" sz="1600" b="1" i="0" u="none" strike="noStrike" kern="1200" cap="none" spc="0" normalizeH="0" baseline="0" noProof="0" err="1">
              <a:ln>
                <a:noFill/>
              </a:ln>
              <a:solidFill>
                <a:srgbClr val="F37A1F"/>
              </a:solidFill>
              <a:effectLst/>
              <a:uLnTx/>
              <a:uFillTx/>
              <a:latin typeface="STIHL Contraface Text"/>
              <a:ea typeface="+mn-ea"/>
              <a:cs typeface="+mn-cs"/>
            </a:endParaRPr>
          </a:p>
        </p:txBody>
      </p:sp>
      <p:grpSp>
        <p:nvGrpSpPr>
          <p:cNvPr id="93" name="Gruppieren 92">
            <a:extLst>
              <a:ext uri="{FF2B5EF4-FFF2-40B4-BE49-F238E27FC236}">
                <a16:creationId xmlns:a16="http://schemas.microsoft.com/office/drawing/2014/main" id="{4B8A8E4A-E9C2-9E02-2879-EC7A4795631C}"/>
              </a:ext>
            </a:extLst>
          </p:cNvPr>
          <p:cNvGrpSpPr/>
          <p:nvPr/>
        </p:nvGrpSpPr>
        <p:grpSpPr>
          <a:xfrm>
            <a:off x="2400084" y="4959050"/>
            <a:ext cx="172742" cy="172742"/>
            <a:chOff x="935444" y="4146329"/>
            <a:chExt cx="172742" cy="172742"/>
          </a:xfrm>
        </p:grpSpPr>
        <p:sp>
          <p:nvSpPr>
            <p:cNvPr id="94" name="Träne 93">
              <a:extLst>
                <a:ext uri="{FF2B5EF4-FFF2-40B4-BE49-F238E27FC236}">
                  <a16:creationId xmlns:a16="http://schemas.microsoft.com/office/drawing/2014/main" id="{0CF7BFD4-3520-5317-7093-3E22D98936D0}"/>
                </a:ext>
              </a:extLst>
            </p:cNvPr>
            <p:cNvSpPr/>
            <p:nvPr/>
          </p:nvSpPr>
          <p:spPr>
            <a:xfrm rot="8363439">
              <a:off x="935444" y="4146329"/>
              <a:ext cx="172742" cy="172742"/>
            </a:xfrm>
            <a:prstGeom prst="teardrop">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sp>
          <p:nvSpPr>
            <p:cNvPr id="95" name="Ellipse 94">
              <a:extLst>
                <a:ext uri="{FF2B5EF4-FFF2-40B4-BE49-F238E27FC236}">
                  <a16:creationId xmlns:a16="http://schemas.microsoft.com/office/drawing/2014/main" id="{0830CF06-610E-6560-D777-43220559B7D8}"/>
                </a:ext>
              </a:extLst>
            </p:cNvPr>
            <p:cNvSpPr/>
            <p:nvPr/>
          </p:nvSpPr>
          <p:spPr>
            <a:xfrm>
              <a:off x="977004" y="4187889"/>
              <a:ext cx="89622" cy="89622"/>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grpSp>
      <p:sp>
        <p:nvSpPr>
          <p:cNvPr id="96" name="Textfeld 95">
            <a:extLst>
              <a:ext uri="{FF2B5EF4-FFF2-40B4-BE49-F238E27FC236}">
                <a16:creationId xmlns:a16="http://schemas.microsoft.com/office/drawing/2014/main" id="{E2ADD869-1693-8334-BE21-9B015140095A}"/>
              </a:ext>
            </a:extLst>
          </p:cNvPr>
          <p:cNvSpPr txBox="1"/>
          <p:nvPr/>
        </p:nvSpPr>
        <p:spPr>
          <a:xfrm>
            <a:off x="2350893" y="4749111"/>
            <a:ext cx="271124" cy="221599"/>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400"/>
              </a:spcBef>
              <a:spcAft>
                <a:spcPts val="0"/>
              </a:spcAft>
              <a:buClrTx/>
              <a:buSzTx/>
              <a:buFontTx/>
              <a:buNone/>
              <a:tabLst/>
              <a:defRPr/>
            </a:pPr>
            <a:r>
              <a:rPr kumimoji="0" lang="de-DE" sz="1600" b="1" i="0" u="none" strike="noStrike" kern="1200" cap="none" spc="0" normalizeH="0" baseline="0" noProof="0">
                <a:ln>
                  <a:noFill/>
                </a:ln>
                <a:solidFill>
                  <a:srgbClr val="F37A1F"/>
                </a:solidFill>
                <a:effectLst/>
                <a:uLnTx/>
                <a:uFillTx/>
                <a:latin typeface="STIHL Contraface Text"/>
                <a:ea typeface="+mn-ea"/>
                <a:cs typeface="+mn-cs"/>
              </a:rPr>
              <a:t>BR</a:t>
            </a:r>
            <a:endParaRPr kumimoji="0" lang="en-US" sz="1600" b="1" i="0" u="none" strike="noStrike" kern="1200" cap="none" spc="0" normalizeH="0" baseline="0" noProof="0" err="1">
              <a:ln>
                <a:noFill/>
              </a:ln>
              <a:solidFill>
                <a:srgbClr val="F37A1F"/>
              </a:solidFill>
              <a:effectLst/>
              <a:uLnTx/>
              <a:uFillTx/>
              <a:latin typeface="STIHL Contraface Text"/>
              <a:ea typeface="+mn-ea"/>
              <a:cs typeface="+mn-cs"/>
            </a:endParaRPr>
          </a:p>
        </p:txBody>
      </p:sp>
      <p:sp>
        <p:nvSpPr>
          <p:cNvPr id="3" name="Rechteck 2">
            <a:extLst>
              <a:ext uri="{FF2B5EF4-FFF2-40B4-BE49-F238E27FC236}">
                <a16:creationId xmlns:a16="http://schemas.microsoft.com/office/drawing/2014/main" id="{FB4231CC-651E-1E3C-28AE-155579DC402B}"/>
              </a:ext>
            </a:extLst>
          </p:cNvPr>
          <p:cNvSpPr/>
          <p:nvPr/>
        </p:nvSpPr>
        <p:spPr>
          <a:xfrm>
            <a:off x="5679586" y="-2916"/>
            <a:ext cx="858334" cy="170554"/>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cxnSp>
        <p:nvCxnSpPr>
          <p:cNvPr id="12" name="Gerader Verbinder 11">
            <a:extLst>
              <a:ext uri="{FF2B5EF4-FFF2-40B4-BE49-F238E27FC236}">
                <a16:creationId xmlns:a16="http://schemas.microsoft.com/office/drawing/2014/main" id="{B9358823-25ED-7A9D-51B2-8A0666DC3B21}"/>
              </a:ext>
            </a:extLst>
          </p:cNvPr>
          <p:cNvCxnSpPr/>
          <p:nvPr/>
        </p:nvCxnSpPr>
        <p:spPr>
          <a:xfrm>
            <a:off x="6096000" y="167638"/>
            <a:ext cx="0" cy="6120000"/>
          </a:xfrm>
          <a:prstGeom prst="line">
            <a:avLst/>
          </a:prstGeom>
          <a:ln w="25400">
            <a:solidFill>
              <a:schemeClr val="tx1">
                <a:alpha val="99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4" name="Gruppieren 3">
            <a:extLst>
              <a:ext uri="{FF2B5EF4-FFF2-40B4-BE49-F238E27FC236}">
                <a16:creationId xmlns:a16="http://schemas.microsoft.com/office/drawing/2014/main" id="{C95B7A14-0858-6355-74FE-951BAC1C7537}"/>
              </a:ext>
            </a:extLst>
          </p:cNvPr>
          <p:cNvGrpSpPr/>
          <p:nvPr/>
        </p:nvGrpSpPr>
        <p:grpSpPr>
          <a:xfrm rot="5691647" flipH="1">
            <a:off x="3342621" y="4164371"/>
            <a:ext cx="172742" cy="172742"/>
            <a:chOff x="935444" y="4146329"/>
            <a:chExt cx="172742" cy="172742"/>
          </a:xfrm>
        </p:grpSpPr>
        <p:sp>
          <p:nvSpPr>
            <p:cNvPr id="5" name="Träne 4">
              <a:extLst>
                <a:ext uri="{FF2B5EF4-FFF2-40B4-BE49-F238E27FC236}">
                  <a16:creationId xmlns:a16="http://schemas.microsoft.com/office/drawing/2014/main" id="{1BA0A9C5-C9D2-8704-CB55-0DC3C71C3ED6}"/>
                </a:ext>
              </a:extLst>
            </p:cNvPr>
            <p:cNvSpPr/>
            <p:nvPr/>
          </p:nvSpPr>
          <p:spPr>
            <a:xfrm rot="8363439">
              <a:off x="935444" y="4146329"/>
              <a:ext cx="172742" cy="172742"/>
            </a:xfrm>
            <a:prstGeom prst="teardrop">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sp>
          <p:nvSpPr>
            <p:cNvPr id="6" name="Ellipse 5">
              <a:extLst>
                <a:ext uri="{FF2B5EF4-FFF2-40B4-BE49-F238E27FC236}">
                  <a16:creationId xmlns:a16="http://schemas.microsoft.com/office/drawing/2014/main" id="{194412AD-F1A7-F332-1623-126536E5D6AC}"/>
                </a:ext>
              </a:extLst>
            </p:cNvPr>
            <p:cNvSpPr/>
            <p:nvPr/>
          </p:nvSpPr>
          <p:spPr>
            <a:xfrm>
              <a:off x="977004" y="4187889"/>
              <a:ext cx="89622" cy="89622"/>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grpSp>
      <p:sp>
        <p:nvSpPr>
          <p:cNvPr id="7" name="Textfeld 6">
            <a:extLst>
              <a:ext uri="{FF2B5EF4-FFF2-40B4-BE49-F238E27FC236}">
                <a16:creationId xmlns:a16="http://schemas.microsoft.com/office/drawing/2014/main" id="{1D6225C3-9993-A8FE-4E5D-88695A422308}"/>
              </a:ext>
            </a:extLst>
          </p:cNvPr>
          <p:cNvSpPr txBox="1"/>
          <p:nvPr/>
        </p:nvSpPr>
        <p:spPr>
          <a:xfrm>
            <a:off x="3537486" y="4151286"/>
            <a:ext cx="321046" cy="221599"/>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400"/>
              </a:spcBef>
              <a:spcAft>
                <a:spcPts val="0"/>
              </a:spcAft>
              <a:buClrTx/>
              <a:buSzTx/>
              <a:buFontTx/>
              <a:buNone/>
              <a:tabLst/>
              <a:defRPr/>
            </a:pPr>
            <a:r>
              <a:rPr kumimoji="0" lang="de-DE" sz="1600" b="1" i="0" u="none" strike="noStrike" kern="1200" cap="none" spc="0" normalizeH="0" baseline="0" noProof="0">
                <a:ln>
                  <a:noFill/>
                </a:ln>
                <a:solidFill>
                  <a:srgbClr val="F37A1F"/>
                </a:solidFill>
                <a:effectLst/>
                <a:uLnTx/>
                <a:uFillTx/>
                <a:latin typeface="STIHL Contraface Text"/>
                <a:ea typeface="+mn-ea"/>
                <a:cs typeface="+mn-cs"/>
              </a:rPr>
              <a:t>RP</a:t>
            </a:r>
            <a:endParaRPr kumimoji="0" lang="en-US" sz="1600" b="1" i="0" u="none" strike="noStrike" kern="1200" cap="none" spc="0" normalizeH="0" baseline="0" noProof="0">
              <a:ln>
                <a:noFill/>
              </a:ln>
              <a:solidFill>
                <a:srgbClr val="F37A1F"/>
              </a:solidFill>
              <a:effectLst/>
              <a:uLnTx/>
              <a:uFillTx/>
              <a:latin typeface="STIHL Contraface Text"/>
              <a:ea typeface="+mn-ea"/>
              <a:cs typeface="+mn-cs"/>
            </a:endParaRPr>
          </a:p>
        </p:txBody>
      </p:sp>
      <p:sp>
        <p:nvSpPr>
          <p:cNvPr id="16" name="Textfeld 15">
            <a:extLst>
              <a:ext uri="{FF2B5EF4-FFF2-40B4-BE49-F238E27FC236}">
                <a16:creationId xmlns:a16="http://schemas.microsoft.com/office/drawing/2014/main" id="{23C133DC-7181-29F4-A65D-07B0BF15EE43}"/>
              </a:ext>
            </a:extLst>
          </p:cNvPr>
          <p:cNvSpPr txBox="1"/>
          <p:nvPr/>
        </p:nvSpPr>
        <p:spPr>
          <a:xfrm>
            <a:off x="3504988" y="2005021"/>
            <a:ext cx="2305059" cy="1317284"/>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400"/>
              </a:spcBef>
              <a:spcAft>
                <a:spcPts val="0"/>
              </a:spcAft>
              <a:buClrTx/>
              <a:buSzTx/>
              <a:buFontTx/>
              <a:buNone/>
              <a:tabLst/>
              <a:defRPr/>
            </a:pPr>
            <a:r>
              <a:rPr kumimoji="0" lang="de-DE" sz="1400" b="1" i="0" u="none" strike="noStrike" kern="1200" cap="none" spc="0" normalizeH="0" baseline="0" noProof="0">
                <a:ln>
                  <a:noFill/>
                </a:ln>
                <a:solidFill>
                  <a:prstClr val="black"/>
                </a:solidFill>
                <a:effectLst/>
                <a:uLnTx/>
                <a:uFillTx/>
                <a:latin typeface="STIHL Contraface Text"/>
                <a:ea typeface="+mn-ea"/>
                <a:cs typeface="+mn-cs"/>
              </a:rPr>
              <a:t>Stammhaus Mitarbeiteranzahl pro Geschlecht</a:t>
            </a:r>
            <a:endParaRPr kumimoji="0" lang="de-DE" sz="2000" b="0" i="0" u="none" strike="noStrike" kern="1200" cap="none" spc="0" normalizeH="0" baseline="0" noProof="0">
              <a:ln>
                <a:noFill/>
              </a:ln>
              <a:solidFill>
                <a:srgbClr val="F37A1F"/>
              </a:solidFill>
              <a:effectLst/>
              <a:uLnTx/>
              <a:uFillTx/>
              <a:latin typeface="STIHL Contraface Text"/>
              <a:ea typeface="+mn-ea"/>
              <a:cs typeface="+mn-cs"/>
            </a:endParaRPr>
          </a:p>
          <a:p>
            <a:pPr marL="0" marR="0" lvl="0" indent="0" algn="ctr" defTabSz="914400" rtl="0" eaLnBrk="1" fontAlgn="auto" latinLnBrk="0" hangingPunct="1">
              <a:lnSpc>
                <a:spcPct val="90000"/>
              </a:lnSpc>
              <a:spcBef>
                <a:spcPts val="400"/>
              </a:spcBef>
              <a:spcAft>
                <a:spcPts val="0"/>
              </a:spcAft>
              <a:buClrTx/>
              <a:buSzTx/>
              <a:buFontTx/>
              <a:buNone/>
              <a:tabLst/>
              <a:defRPr/>
            </a:pPr>
            <a:endParaRPr kumimoji="0" lang="de-DE" sz="600" b="0" i="0" u="none" strike="noStrike" kern="1200" cap="none" spc="0" normalizeH="0" baseline="0" noProof="0">
              <a:ln>
                <a:noFill/>
              </a:ln>
              <a:solidFill>
                <a:srgbClr val="F37A1F"/>
              </a:solidFill>
              <a:effectLst/>
              <a:uLnTx/>
              <a:uFillTx/>
              <a:latin typeface="STIHL Contraface Text"/>
              <a:ea typeface="+mn-ea"/>
              <a:cs typeface="+mn-cs"/>
            </a:endParaRPr>
          </a:p>
          <a:p>
            <a:pPr marL="0" marR="0" lvl="0" indent="0" algn="ctr" defTabSz="914400" rtl="0" eaLnBrk="1" fontAlgn="auto" latinLnBrk="0" hangingPunct="1">
              <a:lnSpc>
                <a:spcPct val="90000"/>
              </a:lnSpc>
              <a:spcBef>
                <a:spcPts val="400"/>
              </a:spcBef>
              <a:spcAft>
                <a:spcPts val="0"/>
              </a:spcAft>
              <a:buClrTx/>
              <a:buSzTx/>
              <a:buFontTx/>
              <a:buNone/>
              <a:tabLst/>
              <a:defRPr/>
            </a:pPr>
            <a:r>
              <a:rPr kumimoji="0" lang="de-DE" b="1" i="0" u="none" strike="noStrike" kern="1200" cap="none" spc="0" normalizeH="0" baseline="0" noProof="0">
                <a:ln>
                  <a:noFill/>
                </a:ln>
                <a:solidFill>
                  <a:srgbClr val="F37A1F"/>
                </a:solidFill>
                <a:effectLst/>
                <a:uLnTx/>
                <a:uFillTx/>
                <a:latin typeface="STIHL Contraface Text"/>
                <a:ea typeface="+mn-ea"/>
                <a:cs typeface="+mn-cs"/>
              </a:rPr>
              <a:t>54 weiblich</a:t>
            </a:r>
          </a:p>
          <a:p>
            <a:pPr marL="0" marR="0" lvl="0" indent="0" algn="ctr" defTabSz="914400" rtl="0" eaLnBrk="1" fontAlgn="auto" latinLnBrk="0" hangingPunct="1">
              <a:lnSpc>
                <a:spcPct val="90000"/>
              </a:lnSpc>
              <a:spcBef>
                <a:spcPts val="400"/>
              </a:spcBef>
              <a:spcAft>
                <a:spcPts val="0"/>
              </a:spcAft>
              <a:buClrTx/>
              <a:buSzTx/>
              <a:buFontTx/>
              <a:buNone/>
              <a:tabLst/>
              <a:defRPr/>
            </a:pPr>
            <a:r>
              <a:rPr kumimoji="0" lang="de-DE" b="1" i="0" u="none" strike="noStrike" kern="1200" cap="none" spc="0" normalizeH="0" baseline="0" noProof="0">
                <a:ln>
                  <a:noFill/>
                </a:ln>
                <a:solidFill>
                  <a:srgbClr val="F37A1F"/>
                </a:solidFill>
                <a:effectLst/>
                <a:uLnTx/>
                <a:uFillTx/>
                <a:latin typeface="STIHL Contraface Text"/>
                <a:ea typeface="+mn-ea"/>
                <a:cs typeface="+mn-cs"/>
              </a:rPr>
              <a:t>186 männlich</a:t>
            </a:r>
          </a:p>
        </p:txBody>
      </p:sp>
      <p:sp>
        <p:nvSpPr>
          <p:cNvPr id="10" name="Textfeld 9">
            <a:extLst>
              <a:ext uri="{FF2B5EF4-FFF2-40B4-BE49-F238E27FC236}">
                <a16:creationId xmlns:a16="http://schemas.microsoft.com/office/drawing/2014/main" id="{EB32BDE3-B87F-9392-9379-A18802A22A6D}"/>
              </a:ext>
            </a:extLst>
          </p:cNvPr>
          <p:cNvSpPr txBox="1"/>
          <p:nvPr/>
        </p:nvSpPr>
        <p:spPr>
          <a:xfrm>
            <a:off x="3477439" y="434502"/>
            <a:ext cx="1516093" cy="1144347"/>
          </a:xfrm>
          <a:prstGeom prst="rect">
            <a:avLst/>
          </a:prstGeom>
          <a:noFill/>
        </p:spPr>
        <p:txBody>
          <a:bodyPr wrap="square" lIns="18000" tIns="18000" rIns="18000" bIns="18000" rtlCol="0">
            <a:spAutoFit/>
          </a:bodyPr>
          <a:lstStyle/>
          <a:p>
            <a:pPr>
              <a:lnSpc>
                <a:spcPct val="90000"/>
              </a:lnSpc>
              <a:spcBef>
                <a:spcPts val="400"/>
              </a:spcBef>
            </a:pPr>
            <a:r>
              <a:rPr lang="de-DE" sz="2000" b="1">
                <a:solidFill>
                  <a:schemeClr val="accent2"/>
                </a:solidFill>
              </a:rPr>
              <a:t>IPS: </a:t>
            </a:r>
            <a:br>
              <a:rPr lang="de-DE" sz="2000" b="1">
                <a:solidFill>
                  <a:schemeClr val="accent2"/>
                </a:solidFill>
              </a:rPr>
            </a:br>
            <a:r>
              <a:rPr lang="de-DE" sz="2000" b="1">
                <a:solidFill>
                  <a:schemeClr val="accent2"/>
                </a:solidFill>
              </a:rPr>
              <a:t>EFFICIENT.</a:t>
            </a:r>
            <a:br>
              <a:rPr lang="de-DE" sz="2000" b="1">
                <a:solidFill>
                  <a:schemeClr val="accent2"/>
                </a:solidFill>
              </a:rPr>
            </a:br>
            <a:r>
              <a:rPr lang="de-DE" sz="2000" b="1">
                <a:solidFill>
                  <a:schemeClr val="accent2"/>
                </a:solidFill>
              </a:rPr>
              <a:t>RELIABLE.</a:t>
            </a:r>
            <a:br>
              <a:rPr lang="de-DE" sz="2000" b="1">
                <a:solidFill>
                  <a:schemeClr val="accent2"/>
                </a:solidFill>
              </a:rPr>
            </a:br>
            <a:r>
              <a:rPr lang="de-DE" sz="2000" b="1">
                <a:solidFill>
                  <a:schemeClr val="accent2"/>
                </a:solidFill>
              </a:rPr>
              <a:t>SECURE.</a:t>
            </a:r>
            <a:endParaRPr lang="de-DE" sz="2000" b="1"/>
          </a:p>
        </p:txBody>
      </p:sp>
      <p:sp>
        <p:nvSpPr>
          <p:cNvPr id="18" name="Textfeld 17">
            <a:extLst>
              <a:ext uri="{FF2B5EF4-FFF2-40B4-BE49-F238E27FC236}">
                <a16:creationId xmlns:a16="http://schemas.microsoft.com/office/drawing/2014/main" id="{118E6E0D-A216-03EC-3E67-5334594D25F0}"/>
              </a:ext>
            </a:extLst>
          </p:cNvPr>
          <p:cNvSpPr txBox="1"/>
          <p:nvPr/>
        </p:nvSpPr>
        <p:spPr>
          <a:xfrm>
            <a:off x="567354" y="2224925"/>
            <a:ext cx="2305059" cy="905889"/>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90000"/>
              </a:lnSpc>
              <a:spcBef>
                <a:spcPts val="400"/>
              </a:spcBef>
              <a:spcAft>
                <a:spcPts val="0"/>
              </a:spcAft>
              <a:buClrTx/>
              <a:buSzTx/>
              <a:buFontTx/>
              <a:buNone/>
              <a:tabLst/>
              <a:defRPr/>
            </a:pPr>
            <a:r>
              <a:rPr kumimoji="0" lang="de-DE" sz="1400" b="1" i="0" u="none" strike="noStrike" kern="1200" cap="none" spc="0" normalizeH="0" baseline="0" noProof="0">
                <a:ln>
                  <a:noFill/>
                </a:ln>
                <a:solidFill>
                  <a:prstClr val="black"/>
                </a:solidFill>
                <a:effectLst/>
                <a:uLnTx/>
                <a:uFillTx/>
                <a:latin typeface="STIHL Contraface Text"/>
                <a:ea typeface="+mn-ea"/>
                <a:cs typeface="+mn-cs"/>
              </a:rPr>
              <a:t>IPS </a:t>
            </a:r>
          </a:p>
          <a:p>
            <a:pPr marL="0" marR="0" lvl="0" indent="0" algn="ctr" defTabSz="914400" rtl="0" eaLnBrk="1" fontAlgn="auto" latinLnBrk="0" hangingPunct="1">
              <a:lnSpc>
                <a:spcPct val="90000"/>
              </a:lnSpc>
              <a:spcBef>
                <a:spcPts val="400"/>
              </a:spcBef>
              <a:spcAft>
                <a:spcPts val="0"/>
              </a:spcAft>
              <a:buClrTx/>
              <a:buSzTx/>
              <a:buFontTx/>
              <a:buNone/>
              <a:tabLst/>
              <a:defRPr/>
            </a:pPr>
            <a:r>
              <a:rPr kumimoji="0" lang="de-DE" sz="1400" b="1" i="0" u="none" strike="noStrike" kern="1200" cap="none" spc="0" normalizeH="0" baseline="0" noProof="0">
                <a:ln>
                  <a:noFill/>
                </a:ln>
                <a:solidFill>
                  <a:prstClr val="black"/>
                </a:solidFill>
                <a:effectLst/>
                <a:uLnTx/>
                <a:uFillTx/>
                <a:latin typeface="STIHL Contraface Text"/>
                <a:ea typeface="+mn-ea"/>
                <a:cs typeface="+mn-cs"/>
              </a:rPr>
              <a:t>Stammhaus-Mitarbeitende</a:t>
            </a:r>
          </a:p>
          <a:p>
            <a:pPr marL="0" marR="0" lvl="0" indent="0" algn="ctr" defTabSz="914400" rtl="0" eaLnBrk="1" fontAlgn="auto" latinLnBrk="0" hangingPunct="1">
              <a:lnSpc>
                <a:spcPct val="90000"/>
              </a:lnSpc>
              <a:spcBef>
                <a:spcPts val="400"/>
              </a:spcBef>
              <a:spcAft>
                <a:spcPts val="0"/>
              </a:spcAft>
              <a:buClrTx/>
              <a:buSzTx/>
              <a:buFontTx/>
              <a:buNone/>
              <a:tabLst/>
              <a:defRPr/>
            </a:pPr>
            <a:r>
              <a:rPr kumimoji="0" lang="de-DE" sz="3000" b="1" i="0" u="none" strike="noStrike" kern="1200" cap="none" spc="0" normalizeH="0" baseline="0" noProof="0">
                <a:ln>
                  <a:noFill/>
                </a:ln>
                <a:solidFill>
                  <a:srgbClr val="F37A1F"/>
                </a:solidFill>
                <a:effectLst/>
                <a:uLnTx/>
                <a:uFillTx/>
                <a:latin typeface="STIHL Contraface Text"/>
                <a:ea typeface="+mn-ea"/>
                <a:cs typeface="+mn-cs"/>
              </a:rPr>
              <a:t>240</a:t>
            </a:r>
          </a:p>
        </p:txBody>
      </p:sp>
      <p:sp>
        <p:nvSpPr>
          <p:cNvPr id="28" name="Title 1">
            <a:extLst>
              <a:ext uri="{FF2B5EF4-FFF2-40B4-BE49-F238E27FC236}">
                <a16:creationId xmlns:a16="http://schemas.microsoft.com/office/drawing/2014/main" id="{613359AC-7859-E8DC-77A8-428900292178}"/>
              </a:ext>
            </a:extLst>
          </p:cNvPr>
          <p:cNvSpPr txBox="1">
            <a:spLocks/>
          </p:cNvSpPr>
          <p:nvPr/>
        </p:nvSpPr>
        <p:spPr>
          <a:xfrm>
            <a:off x="7198469" y="368670"/>
            <a:ext cx="2927036" cy="780628"/>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de-DE" sz="2200" b="1" kern="1200" cap="none" baseline="0" dirty="0">
                <a:solidFill>
                  <a:schemeClr val="tx1"/>
                </a:solidFill>
                <a:latin typeface="+mj-lt"/>
                <a:ea typeface="+mj-ea"/>
                <a:cs typeface="+mj-cs"/>
              </a:defRPr>
            </a:lvl1pPr>
          </a:lstStyle>
          <a:p>
            <a:r>
              <a:rPr lang="de-DE" sz="2800">
                <a:latin typeface="STIHL Contraface Display Title" panose="02000600040000020004" pitchFamily="50" charset="0"/>
              </a:rPr>
              <a:t>VISION</a:t>
            </a:r>
            <a:br>
              <a:rPr lang="de-DE" sz="3000">
                <a:latin typeface="STIHL Contraface Display Title" panose="02000600040000020004" pitchFamily="50" charset="0"/>
              </a:rPr>
            </a:br>
            <a:endParaRPr lang="de-DE" sz="2000" b="0">
              <a:solidFill>
                <a:schemeClr val="accent2"/>
              </a:solidFill>
              <a:latin typeface="+mn-lt"/>
              <a:ea typeface="+mn-ea"/>
              <a:cs typeface="+mn-cs"/>
            </a:endParaRPr>
          </a:p>
        </p:txBody>
      </p:sp>
      <p:grpSp>
        <p:nvGrpSpPr>
          <p:cNvPr id="63" name="METRO ICON - target">
            <a:extLst>
              <a:ext uri="{FF2B5EF4-FFF2-40B4-BE49-F238E27FC236}">
                <a16:creationId xmlns:a16="http://schemas.microsoft.com/office/drawing/2014/main" id="{22B918A4-4E55-49E5-97BF-866A44F0EE88}"/>
              </a:ext>
            </a:extLst>
          </p:cNvPr>
          <p:cNvGrpSpPr>
            <a:grpSpLocks noChangeAspect="1"/>
          </p:cNvGrpSpPr>
          <p:nvPr/>
        </p:nvGrpSpPr>
        <p:grpSpPr bwMode="gray">
          <a:xfrm flipH="1">
            <a:off x="6269988" y="221683"/>
            <a:ext cx="770201" cy="665880"/>
            <a:chOff x="7062583" y="1558958"/>
            <a:chExt cx="632912" cy="540715"/>
          </a:xfrm>
          <a:solidFill>
            <a:schemeClr val="accent2"/>
          </a:solidFill>
        </p:grpSpPr>
        <p:sp>
          <p:nvSpPr>
            <p:cNvPr id="65" name="Freeform 6">
              <a:extLst>
                <a:ext uri="{FF2B5EF4-FFF2-40B4-BE49-F238E27FC236}">
                  <a16:creationId xmlns:a16="http://schemas.microsoft.com/office/drawing/2014/main" id="{56C54C47-23CC-6AF1-CB40-3A6177AE6FEC}"/>
                </a:ext>
              </a:extLst>
            </p:cNvPr>
            <p:cNvSpPr>
              <a:spLocks/>
            </p:cNvSpPr>
            <p:nvPr/>
          </p:nvSpPr>
          <p:spPr bwMode="gray">
            <a:xfrm>
              <a:off x="7062583" y="1558958"/>
              <a:ext cx="528257" cy="540715"/>
            </a:xfrm>
            <a:custGeom>
              <a:avLst/>
              <a:gdLst>
                <a:gd name="T0" fmla="*/ 286 w 298"/>
                <a:gd name="T1" fmla="*/ 124 h 303"/>
                <a:gd name="T2" fmla="*/ 205 w 298"/>
                <a:gd name="T3" fmla="*/ 276 h 303"/>
                <a:gd name="T4" fmla="*/ 33 w 298"/>
                <a:gd name="T5" fmla="*/ 215 h 303"/>
                <a:gd name="T6" fmla="*/ 77 w 298"/>
                <a:gd name="T7" fmla="*/ 38 h 303"/>
                <a:gd name="T8" fmla="*/ 244 w 298"/>
                <a:gd name="T9" fmla="*/ 50 h 303"/>
                <a:gd name="T10" fmla="*/ 227 w 298"/>
                <a:gd name="T11" fmla="*/ 69 h 303"/>
                <a:gd name="T12" fmla="*/ 205 w 298"/>
                <a:gd name="T13" fmla="*/ 55 h 303"/>
                <a:gd name="T14" fmla="*/ 100 w 298"/>
                <a:gd name="T15" fmla="*/ 55 h 303"/>
                <a:gd name="T16" fmla="*/ 45 w 298"/>
                <a:gd name="T17" fmla="*/ 130 h 303"/>
                <a:gd name="T18" fmla="*/ 126 w 298"/>
                <a:gd name="T19" fmla="*/ 256 h 303"/>
                <a:gd name="T20" fmla="*/ 261 w 298"/>
                <a:gd name="T21" fmla="*/ 167 h 303"/>
                <a:gd name="T22" fmla="*/ 260 w 298"/>
                <a:gd name="T23" fmla="*/ 132 h 303"/>
                <a:gd name="T24" fmla="*/ 263 w 298"/>
                <a:gd name="T25" fmla="*/ 127 h 303"/>
                <a:gd name="T26" fmla="*/ 286 w 298"/>
                <a:gd name="T27" fmla="*/ 124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8" h="303">
                  <a:moveTo>
                    <a:pt x="286" y="124"/>
                  </a:moveTo>
                  <a:cubicBezTo>
                    <a:pt x="298" y="182"/>
                    <a:pt x="268" y="249"/>
                    <a:pt x="205" y="276"/>
                  </a:cubicBezTo>
                  <a:cubicBezTo>
                    <a:pt x="141" y="303"/>
                    <a:pt x="66" y="276"/>
                    <a:pt x="33" y="215"/>
                  </a:cubicBezTo>
                  <a:cubicBezTo>
                    <a:pt x="0" y="154"/>
                    <a:pt x="18" y="79"/>
                    <a:pt x="77" y="38"/>
                  </a:cubicBezTo>
                  <a:cubicBezTo>
                    <a:pt x="133" y="0"/>
                    <a:pt x="203" y="12"/>
                    <a:pt x="244" y="50"/>
                  </a:cubicBezTo>
                  <a:cubicBezTo>
                    <a:pt x="239" y="60"/>
                    <a:pt x="234" y="65"/>
                    <a:pt x="227" y="69"/>
                  </a:cubicBezTo>
                  <a:cubicBezTo>
                    <a:pt x="220" y="64"/>
                    <a:pt x="212" y="59"/>
                    <a:pt x="205" y="55"/>
                  </a:cubicBezTo>
                  <a:cubicBezTo>
                    <a:pt x="170" y="36"/>
                    <a:pt x="135" y="36"/>
                    <a:pt x="100" y="55"/>
                  </a:cubicBezTo>
                  <a:cubicBezTo>
                    <a:pt x="70" y="71"/>
                    <a:pt x="52" y="97"/>
                    <a:pt x="45" y="130"/>
                  </a:cubicBezTo>
                  <a:cubicBezTo>
                    <a:pt x="35" y="187"/>
                    <a:pt x="70" y="242"/>
                    <a:pt x="126" y="256"/>
                  </a:cubicBezTo>
                  <a:cubicBezTo>
                    <a:pt x="189" y="272"/>
                    <a:pt x="251" y="231"/>
                    <a:pt x="261" y="167"/>
                  </a:cubicBezTo>
                  <a:cubicBezTo>
                    <a:pt x="263" y="155"/>
                    <a:pt x="263" y="144"/>
                    <a:pt x="260" y="132"/>
                  </a:cubicBezTo>
                  <a:cubicBezTo>
                    <a:pt x="260" y="129"/>
                    <a:pt x="260" y="128"/>
                    <a:pt x="263" y="127"/>
                  </a:cubicBezTo>
                  <a:cubicBezTo>
                    <a:pt x="271" y="124"/>
                    <a:pt x="278" y="124"/>
                    <a:pt x="286" y="124"/>
                  </a:cubicBezTo>
                  <a:close/>
                </a:path>
              </a:pathLst>
            </a:custGeom>
            <a:grp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5" name="Freeform 6">
              <a:extLst>
                <a:ext uri="{FF2B5EF4-FFF2-40B4-BE49-F238E27FC236}">
                  <a16:creationId xmlns:a16="http://schemas.microsoft.com/office/drawing/2014/main" id="{933DA4E0-743F-9D90-4BB7-092312821AF6}"/>
                </a:ext>
              </a:extLst>
            </p:cNvPr>
            <p:cNvSpPr>
              <a:spLocks/>
            </p:cNvSpPr>
            <p:nvPr/>
          </p:nvSpPr>
          <p:spPr bwMode="gray">
            <a:xfrm>
              <a:off x="7279367" y="1591352"/>
              <a:ext cx="416128" cy="291537"/>
            </a:xfrm>
            <a:custGeom>
              <a:avLst/>
              <a:gdLst>
                <a:gd name="T0" fmla="*/ 205 w 234"/>
                <a:gd name="T1" fmla="*/ 0 h 164"/>
                <a:gd name="T2" fmla="*/ 194 w 234"/>
                <a:gd name="T3" fmla="*/ 42 h 164"/>
                <a:gd name="T4" fmla="*/ 234 w 234"/>
                <a:gd name="T5" fmla="*/ 54 h 164"/>
                <a:gd name="T6" fmla="*/ 232 w 234"/>
                <a:gd name="T7" fmla="*/ 56 h 164"/>
                <a:gd name="T8" fmla="*/ 176 w 234"/>
                <a:gd name="T9" fmla="*/ 87 h 164"/>
                <a:gd name="T10" fmla="*/ 171 w 234"/>
                <a:gd name="T11" fmla="*/ 88 h 164"/>
                <a:gd name="T12" fmla="*/ 124 w 234"/>
                <a:gd name="T13" fmla="*/ 95 h 164"/>
                <a:gd name="T14" fmla="*/ 62 w 234"/>
                <a:gd name="T15" fmla="*/ 130 h 164"/>
                <a:gd name="T16" fmla="*/ 60 w 234"/>
                <a:gd name="T17" fmla="*/ 134 h 164"/>
                <a:gd name="T18" fmla="*/ 38 w 234"/>
                <a:gd name="T19" fmla="*/ 160 h 164"/>
                <a:gd name="T20" fmla="*/ 8 w 234"/>
                <a:gd name="T21" fmla="*/ 150 h 164"/>
                <a:gd name="T22" fmla="*/ 9 w 234"/>
                <a:gd name="T23" fmla="*/ 114 h 164"/>
                <a:gd name="T24" fmla="*/ 44 w 234"/>
                <a:gd name="T25" fmla="*/ 107 h 164"/>
                <a:gd name="T26" fmla="*/ 50 w 234"/>
                <a:gd name="T27" fmla="*/ 108 h 164"/>
                <a:gd name="T28" fmla="*/ 113 w 234"/>
                <a:gd name="T29" fmla="*/ 72 h 164"/>
                <a:gd name="T30" fmla="*/ 142 w 234"/>
                <a:gd name="T31" fmla="*/ 38 h 164"/>
                <a:gd name="T32" fmla="*/ 147 w 234"/>
                <a:gd name="T33" fmla="*/ 32 h 164"/>
                <a:gd name="T34" fmla="*/ 201 w 234"/>
                <a:gd name="T35" fmla="*/ 2 h 164"/>
                <a:gd name="T36" fmla="*/ 205 w 234"/>
                <a:gd name="T37"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4" h="164">
                  <a:moveTo>
                    <a:pt x="205" y="0"/>
                  </a:moveTo>
                  <a:cubicBezTo>
                    <a:pt x="201" y="15"/>
                    <a:pt x="197" y="28"/>
                    <a:pt x="194" y="42"/>
                  </a:cubicBezTo>
                  <a:cubicBezTo>
                    <a:pt x="207" y="46"/>
                    <a:pt x="221" y="50"/>
                    <a:pt x="234" y="54"/>
                  </a:cubicBezTo>
                  <a:cubicBezTo>
                    <a:pt x="233" y="55"/>
                    <a:pt x="232" y="55"/>
                    <a:pt x="232" y="56"/>
                  </a:cubicBezTo>
                  <a:cubicBezTo>
                    <a:pt x="213" y="66"/>
                    <a:pt x="195" y="76"/>
                    <a:pt x="176" y="87"/>
                  </a:cubicBezTo>
                  <a:cubicBezTo>
                    <a:pt x="175" y="88"/>
                    <a:pt x="173" y="88"/>
                    <a:pt x="171" y="88"/>
                  </a:cubicBezTo>
                  <a:cubicBezTo>
                    <a:pt x="155" y="84"/>
                    <a:pt x="139" y="87"/>
                    <a:pt x="124" y="95"/>
                  </a:cubicBezTo>
                  <a:cubicBezTo>
                    <a:pt x="103" y="107"/>
                    <a:pt x="83" y="118"/>
                    <a:pt x="62" y="130"/>
                  </a:cubicBezTo>
                  <a:cubicBezTo>
                    <a:pt x="61" y="131"/>
                    <a:pt x="60" y="133"/>
                    <a:pt x="60" y="134"/>
                  </a:cubicBezTo>
                  <a:cubicBezTo>
                    <a:pt x="58" y="147"/>
                    <a:pt x="50" y="157"/>
                    <a:pt x="38" y="160"/>
                  </a:cubicBezTo>
                  <a:cubicBezTo>
                    <a:pt x="27" y="164"/>
                    <a:pt x="15" y="159"/>
                    <a:pt x="8" y="150"/>
                  </a:cubicBezTo>
                  <a:cubicBezTo>
                    <a:pt x="0" y="139"/>
                    <a:pt x="0" y="124"/>
                    <a:pt x="9" y="114"/>
                  </a:cubicBezTo>
                  <a:cubicBezTo>
                    <a:pt x="18" y="103"/>
                    <a:pt x="33" y="101"/>
                    <a:pt x="44" y="107"/>
                  </a:cubicBezTo>
                  <a:cubicBezTo>
                    <a:pt x="46" y="108"/>
                    <a:pt x="48" y="109"/>
                    <a:pt x="50" y="108"/>
                  </a:cubicBezTo>
                  <a:cubicBezTo>
                    <a:pt x="71" y="96"/>
                    <a:pt x="92" y="84"/>
                    <a:pt x="113" y="72"/>
                  </a:cubicBezTo>
                  <a:cubicBezTo>
                    <a:pt x="127" y="64"/>
                    <a:pt x="136" y="52"/>
                    <a:pt x="142" y="38"/>
                  </a:cubicBezTo>
                  <a:cubicBezTo>
                    <a:pt x="143" y="36"/>
                    <a:pt x="145" y="33"/>
                    <a:pt x="147" y="32"/>
                  </a:cubicBezTo>
                  <a:cubicBezTo>
                    <a:pt x="165" y="22"/>
                    <a:pt x="183" y="12"/>
                    <a:pt x="201" y="2"/>
                  </a:cubicBezTo>
                  <a:cubicBezTo>
                    <a:pt x="202" y="2"/>
                    <a:pt x="203" y="1"/>
                    <a:pt x="205" y="0"/>
                  </a:cubicBezTo>
                  <a:close/>
                </a:path>
              </a:pathLst>
            </a:custGeom>
            <a:grp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6" name="Freeform 6">
              <a:extLst>
                <a:ext uri="{FF2B5EF4-FFF2-40B4-BE49-F238E27FC236}">
                  <a16:creationId xmlns:a16="http://schemas.microsoft.com/office/drawing/2014/main" id="{BC21DEA8-E34E-AC40-7F80-3C5F45C0A25E}"/>
                </a:ext>
              </a:extLst>
            </p:cNvPr>
            <p:cNvSpPr>
              <a:spLocks/>
            </p:cNvSpPr>
            <p:nvPr/>
          </p:nvSpPr>
          <p:spPr bwMode="gray">
            <a:xfrm>
              <a:off x="7172221" y="1671089"/>
              <a:ext cx="311473" cy="316455"/>
            </a:xfrm>
            <a:custGeom>
              <a:avLst/>
              <a:gdLst>
                <a:gd name="T0" fmla="*/ 172 w 176"/>
                <a:gd name="T1" fmla="*/ 80 h 179"/>
                <a:gd name="T2" fmla="*/ 116 w 176"/>
                <a:gd name="T3" fmla="*/ 167 h 179"/>
                <a:gd name="T4" fmla="*/ 18 w 176"/>
                <a:gd name="T5" fmla="*/ 127 h 179"/>
                <a:gd name="T6" fmla="*/ 38 w 176"/>
                <a:gd name="T7" fmla="*/ 25 h 179"/>
                <a:gd name="T8" fmla="*/ 139 w 176"/>
                <a:gd name="T9" fmla="*/ 22 h 179"/>
                <a:gd name="T10" fmla="*/ 136 w 176"/>
                <a:gd name="T11" fmla="*/ 24 h 179"/>
                <a:gd name="T12" fmla="*/ 126 w 176"/>
                <a:gd name="T13" fmla="*/ 30 h 179"/>
                <a:gd name="T14" fmla="*/ 102 w 176"/>
                <a:gd name="T15" fmla="*/ 34 h 179"/>
                <a:gd name="T16" fmla="*/ 36 w 176"/>
                <a:gd name="T17" fmla="*/ 78 h 179"/>
                <a:gd name="T18" fmla="*/ 81 w 176"/>
                <a:gd name="T19" fmla="*/ 144 h 179"/>
                <a:gd name="T20" fmla="*/ 145 w 176"/>
                <a:gd name="T21" fmla="*/ 99 h 179"/>
                <a:gd name="T22" fmla="*/ 150 w 176"/>
                <a:gd name="T23" fmla="*/ 93 h 179"/>
                <a:gd name="T24" fmla="*/ 172 w 176"/>
                <a:gd name="T25" fmla="*/ 80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6" h="179">
                  <a:moveTo>
                    <a:pt x="172" y="80"/>
                  </a:moveTo>
                  <a:cubicBezTo>
                    <a:pt x="176" y="121"/>
                    <a:pt x="151" y="156"/>
                    <a:pt x="116" y="167"/>
                  </a:cubicBezTo>
                  <a:cubicBezTo>
                    <a:pt x="77" y="179"/>
                    <a:pt x="37" y="162"/>
                    <a:pt x="18" y="127"/>
                  </a:cubicBezTo>
                  <a:cubicBezTo>
                    <a:pt x="0" y="92"/>
                    <a:pt x="8" y="51"/>
                    <a:pt x="38" y="25"/>
                  </a:cubicBezTo>
                  <a:cubicBezTo>
                    <a:pt x="66" y="1"/>
                    <a:pt x="111" y="0"/>
                    <a:pt x="139" y="22"/>
                  </a:cubicBezTo>
                  <a:cubicBezTo>
                    <a:pt x="138" y="23"/>
                    <a:pt x="137" y="24"/>
                    <a:pt x="136" y="24"/>
                  </a:cubicBezTo>
                  <a:cubicBezTo>
                    <a:pt x="133" y="26"/>
                    <a:pt x="129" y="28"/>
                    <a:pt x="126" y="30"/>
                  </a:cubicBezTo>
                  <a:cubicBezTo>
                    <a:pt x="118" y="35"/>
                    <a:pt x="111" y="37"/>
                    <a:pt x="102" y="34"/>
                  </a:cubicBezTo>
                  <a:cubicBezTo>
                    <a:pt x="72" y="27"/>
                    <a:pt x="42" y="48"/>
                    <a:pt x="36" y="78"/>
                  </a:cubicBezTo>
                  <a:cubicBezTo>
                    <a:pt x="30" y="108"/>
                    <a:pt x="51" y="138"/>
                    <a:pt x="81" y="144"/>
                  </a:cubicBezTo>
                  <a:cubicBezTo>
                    <a:pt x="111" y="149"/>
                    <a:pt x="140" y="129"/>
                    <a:pt x="145" y="99"/>
                  </a:cubicBezTo>
                  <a:cubicBezTo>
                    <a:pt x="146" y="96"/>
                    <a:pt x="147" y="94"/>
                    <a:pt x="150" y="93"/>
                  </a:cubicBezTo>
                  <a:cubicBezTo>
                    <a:pt x="157" y="89"/>
                    <a:pt x="165" y="85"/>
                    <a:pt x="172" y="80"/>
                  </a:cubicBezTo>
                  <a:close/>
                </a:path>
              </a:pathLst>
            </a:custGeom>
            <a:grp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81" name="Textframe 10">
            <a:extLst>
              <a:ext uri="{FF2B5EF4-FFF2-40B4-BE49-F238E27FC236}">
                <a16:creationId xmlns:a16="http://schemas.microsoft.com/office/drawing/2014/main" id="{2DD54BD0-C20F-7031-5E2C-6AC9070AEBD5}"/>
              </a:ext>
            </a:extLst>
          </p:cNvPr>
          <p:cNvSpPr txBox="1"/>
          <p:nvPr/>
        </p:nvSpPr>
        <p:spPr>
          <a:xfrm>
            <a:off x="6278187" y="1006675"/>
            <a:ext cx="7260606" cy="929485"/>
          </a:xfrm>
          <a:prstGeom prst="rect">
            <a:avLst/>
          </a:prstGeom>
          <a:noFill/>
          <a:ln w="9525">
            <a:noFill/>
          </a:ln>
        </p:spPr>
        <p:txBody>
          <a:bodyPr vert="horz" wrap="square" lIns="0" tIns="0" rIns="0" bIns="0" rtlCol="0" anchor="ctr">
            <a:spAutoFit/>
          </a:bodyPr>
          <a:lstStyle/>
          <a:p>
            <a:pPr marL="285750" indent="-285750">
              <a:lnSpc>
                <a:spcPct val="90000"/>
              </a:lnSpc>
              <a:spcBef>
                <a:spcPts val="400"/>
              </a:spcBef>
              <a:buSzPct val="105000"/>
              <a:buBlip>
                <a:blip>
                  <a:extLst>
                    <a:ext uri="{96DAC541-7B7A-43D3-8B79-37D633B846F1}">
                      <asvg:svgBlip xmlns:asvg="http://schemas.microsoft.com/office/drawing/2016/SVG/main" r:embed="rId11"/>
                    </a:ext>
                  </a:extLst>
                </a:blip>
              </a:buBlip>
            </a:pPr>
            <a:r>
              <a:rPr lang="de-DE" sz="1400" b="1"/>
              <a:t>Nah am Business (BRM / Prozess Integration)</a:t>
            </a:r>
          </a:p>
          <a:p>
            <a:pPr marL="285750" indent="-285750">
              <a:lnSpc>
                <a:spcPct val="90000"/>
              </a:lnSpc>
              <a:spcBef>
                <a:spcPts val="400"/>
              </a:spcBef>
              <a:buSzPct val="105000"/>
              <a:buBlip>
                <a:blip>
                  <a:extLst>
                    <a:ext uri="{96DAC541-7B7A-43D3-8B79-37D633B846F1}">
                      <asvg:svgBlip xmlns:asvg="http://schemas.microsoft.com/office/drawing/2016/SVG/main" r:embed="rId11"/>
                    </a:ext>
                  </a:extLst>
                </a:blip>
              </a:buBlip>
            </a:pPr>
            <a:r>
              <a:rPr lang="de-DE" sz="1400" b="1"/>
              <a:t>Effizient (Business Solutions / Technical Solutions)</a:t>
            </a:r>
          </a:p>
          <a:p>
            <a:pPr marL="285750" indent="-285750">
              <a:lnSpc>
                <a:spcPct val="90000"/>
              </a:lnSpc>
              <a:spcBef>
                <a:spcPts val="400"/>
              </a:spcBef>
              <a:buSzPct val="105000"/>
              <a:buBlip>
                <a:blip>
                  <a:extLst>
                    <a:ext uri="{96DAC541-7B7A-43D3-8B79-37D633B846F1}">
                      <asvg:svgBlip xmlns:asvg="http://schemas.microsoft.com/office/drawing/2016/SVG/main" r:embed="rId11"/>
                    </a:ext>
                  </a:extLst>
                </a:blip>
              </a:buBlip>
            </a:pPr>
            <a:r>
              <a:rPr lang="de-DE" sz="1400" b="1"/>
              <a:t>Schlanke, sichere Prozesse und internes Zusammenspiel (Gov)</a:t>
            </a:r>
          </a:p>
          <a:p>
            <a:pPr>
              <a:lnSpc>
                <a:spcPct val="90000"/>
              </a:lnSpc>
              <a:spcBef>
                <a:spcPts val="400"/>
              </a:spcBef>
              <a:buSzPct val="105000"/>
            </a:pPr>
            <a:endParaRPr lang="de-DE" sz="1400" b="1"/>
          </a:p>
        </p:txBody>
      </p:sp>
      <p:sp>
        <p:nvSpPr>
          <p:cNvPr id="101" name="Textfeld 100">
            <a:extLst>
              <a:ext uri="{FF2B5EF4-FFF2-40B4-BE49-F238E27FC236}">
                <a16:creationId xmlns:a16="http://schemas.microsoft.com/office/drawing/2014/main" id="{009A18B9-97C0-532E-4765-82CC78A3BE15}"/>
              </a:ext>
            </a:extLst>
          </p:cNvPr>
          <p:cNvSpPr txBox="1"/>
          <p:nvPr/>
        </p:nvSpPr>
        <p:spPr>
          <a:xfrm>
            <a:off x="6278037" y="2055272"/>
            <a:ext cx="5434534" cy="4616648"/>
          </a:xfrm>
          <a:prstGeom prst="rect">
            <a:avLst/>
          </a:prstGeom>
          <a:noFill/>
        </p:spPr>
        <p:txBody>
          <a:bodyPr wrap="square">
            <a:spAutoFit/>
          </a:bodyPr>
          <a:lstStyle/>
          <a:p>
            <a:r>
              <a:rPr lang="de-DE" sz="1400" b="1" noProof="0" dirty="0">
                <a:solidFill>
                  <a:schemeClr val="accent2"/>
                </a:solidFill>
              </a:rPr>
              <a:t>MERGER AUS TECHNOLOGIE </a:t>
            </a:r>
            <a:r>
              <a:rPr lang="de-DE" sz="1400" b="1" dirty="0">
                <a:solidFill>
                  <a:schemeClr val="accent2"/>
                </a:solidFill>
              </a:rPr>
              <a:t>&amp; PROZESS | GO LIVE 01.08.2026 </a:t>
            </a:r>
            <a:endParaRPr lang="de-DE" sz="1400" noProof="0" dirty="0">
              <a:solidFill>
                <a:schemeClr val="accent2"/>
              </a:solidFill>
            </a:endParaRPr>
          </a:p>
          <a:p>
            <a:endParaRPr lang="de-DE" sz="1400" dirty="0"/>
          </a:p>
          <a:p>
            <a:r>
              <a:rPr lang="de-DE" sz="1400" dirty="0"/>
              <a:t>Die IPS stellt die Entwicklung, Implementierung und den Betrieb der fachbereichsbezogenen Anforderungen sicher. </a:t>
            </a:r>
            <a:r>
              <a:rPr lang="de-DE" sz="1400" noProof="0" dirty="0"/>
              <a:t>Priorität innerhalb der IPS ist </a:t>
            </a:r>
            <a:r>
              <a:rPr lang="de-DE" sz="1400" b="1" noProof="0" dirty="0">
                <a:solidFill>
                  <a:schemeClr val="accent2"/>
                </a:solidFill>
              </a:rPr>
              <a:t>das globale, interne Zusammenspiel </a:t>
            </a:r>
            <a:r>
              <a:rPr lang="de-DE" sz="1400" noProof="0" dirty="0"/>
              <a:t>zwischen den Abteilungen und den IT-Teams der STIHL-Gruppe.</a:t>
            </a:r>
          </a:p>
          <a:p>
            <a:endParaRPr lang="de-DE" sz="1400" noProof="0" dirty="0"/>
          </a:p>
          <a:p>
            <a:r>
              <a:rPr lang="de-DE" sz="1400" b="1" noProof="0" dirty="0"/>
              <a:t>Innovation: </a:t>
            </a:r>
            <a:r>
              <a:rPr lang="de-DE" sz="1400" noProof="0" dirty="0"/>
              <a:t>Es gibt keine separaten „Topic-Tower“ (z.B. KI), da es bei der Integration von Innovation um Geschwindigkeit geht, die schnell in die Umsetzung kommen muss</a:t>
            </a:r>
            <a:r>
              <a:rPr lang="de-DE" sz="1400" dirty="0"/>
              <a:t>; </a:t>
            </a:r>
            <a:r>
              <a:rPr lang="de-DE" sz="1400" noProof="0" dirty="0"/>
              <a:t>stattdessen wird ein </a:t>
            </a:r>
            <a:r>
              <a:rPr lang="de-DE" sz="1400" b="1" noProof="0" dirty="0"/>
              <a:t>kleines „Innovations-Team“ entstehen</a:t>
            </a:r>
            <a:r>
              <a:rPr lang="de-DE" sz="1400" b="1" i="1" noProof="0" dirty="0"/>
              <a:t>, </a:t>
            </a:r>
            <a:r>
              <a:rPr lang="de-DE" sz="1400" noProof="0" dirty="0"/>
              <a:t>welches relevante Innovations-Themen technisch mit Experten aus allen </a:t>
            </a:r>
            <a:r>
              <a:rPr lang="de-DE" sz="1400" noProof="0" dirty="0" err="1"/>
              <a:t>Org</a:t>
            </a:r>
            <a:r>
              <a:rPr lang="de-DE" sz="1400" noProof="0" dirty="0"/>
              <a:t>-Einheiten pilotiert, diese schnell hinsichtlich der Wirtschaftlichkeitsprüfung, Prozessintegration und Betriebsübernahme dann weitergibt. </a:t>
            </a:r>
          </a:p>
          <a:p>
            <a:endParaRPr lang="de-DE" sz="1400" dirty="0"/>
          </a:p>
          <a:p>
            <a:r>
              <a:rPr lang="de-DE" sz="1400" noProof="0" dirty="0"/>
              <a:t>Die </a:t>
            </a:r>
            <a:r>
              <a:rPr lang="de-DE" sz="1400" b="1" noProof="0" dirty="0">
                <a:solidFill>
                  <a:schemeClr val="accent2"/>
                </a:solidFill>
              </a:rPr>
              <a:t>schnelle Integration innovativer Technologien </a:t>
            </a:r>
            <a:r>
              <a:rPr lang="de-DE" sz="1400" noProof="0" dirty="0"/>
              <a:t>wird durch </a:t>
            </a:r>
            <a:r>
              <a:rPr lang="de-DE" sz="1400" dirty="0"/>
              <a:t>interne</a:t>
            </a:r>
            <a:r>
              <a:rPr lang="de-DE" sz="1400" noProof="0" dirty="0"/>
              <a:t> „Spielregeln“ (Gov) vorgegeben. </a:t>
            </a:r>
          </a:p>
          <a:p>
            <a:endParaRPr lang="de-DE" sz="1400" b="1" noProof="0" dirty="0"/>
          </a:p>
          <a:p>
            <a:r>
              <a:rPr lang="de-DE" sz="1400" b="1" noProof="0" dirty="0"/>
              <a:t>Der Mehrwert und das </a:t>
            </a:r>
            <a:r>
              <a:rPr lang="de-DE" sz="1400" b="1" noProof="0" dirty="0">
                <a:solidFill>
                  <a:schemeClr val="accent2"/>
                </a:solidFill>
              </a:rPr>
              <a:t>„revolutionäre“ </a:t>
            </a:r>
            <a:r>
              <a:rPr lang="de-DE" sz="1400" b="1" noProof="0" dirty="0"/>
              <a:t>der neuen Organisation </a:t>
            </a:r>
            <a:r>
              <a:rPr lang="de-DE" sz="1400" noProof="0" dirty="0"/>
              <a:t>liegt im internen Ablaufprozess und dem Sicherstellen, dass Projekte und Innovationen schnell integriert werden.</a:t>
            </a:r>
          </a:p>
        </p:txBody>
      </p:sp>
    </p:spTree>
    <p:extLst>
      <p:ext uri="{BB962C8B-B14F-4D97-AF65-F5344CB8AC3E}">
        <p14:creationId xmlns:p14="http://schemas.microsoft.com/office/powerpoint/2010/main" val="3890172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Rectangle 21">
            <a:extLst>
              <a:ext uri="{FF2B5EF4-FFF2-40B4-BE49-F238E27FC236}">
                <a16:creationId xmlns:a16="http://schemas.microsoft.com/office/drawing/2014/main" id="{D158235F-8180-F0CB-785B-40494B2F02BD}"/>
              </a:ext>
            </a:extLst>
          </p:cNvPr>
          <p:cNvSpPr/>
          <p:nvPr/>
        </p:nvSpPr>
        <p:spPr>
          <a:xfrm>
            <a:off x="152925" y="870468"/>
            <a:ext cx="5028407" cy="1349918"/>
          </a:xfrm>
          <a:prstGeom prst="rect">
            <a:avLst/>
          </a:prstGeom>
          <a:solidFill>
            <a:schemeClr val="bg1"/>
          </a:solidFill>
          <a:ln w="6350" cap="flat" cmpd="sng" algn="ctr">
            <a:solidFill>
              <a:schemeClr val="accent2">
                <a:lumMod val="60000"/>
                <a:lumOff val="40000"/>
              </a:schemeClr>
            </a:solidFill>
            <a:prstDash val="solid"/>
            <a:round/>
            <a:headEnd type="none" w="med" len="med"/>
            <a:tailEnd type="none" w="med" len="med"/>
          </a:ln>
          <a:effectLst/>
        </p:spPr>
        <p:txBody>
          <a:bodyPr vert="horz" wrap="square" lIns="36000" tIns="108000" rIns="0" bIns="48000" numCol="1" rtlCol="0" anchor="t" anchorCtr="0" compatLnSpc="1">
            <a:prstTxWarp prst="textNoShape">
              <a:avLst/>
            </a:prstTxWarp>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err="1">
                <a:ln>
                  <a:noFill/>
                </a:ln>
                <a:solidFill>
                  <a:prstClr val="black"/>
                </a:solidFill>
                <a:effectLst/>
                <a:uLnTx/>
                <a:uFillTx/>
                <a:latin typeface="Calibri"/>
                <a:ea typeface="Calibri"/>
                <a:cs typeface="Calibri"/>
              </a:rPr>
              <a:t>Definiert</a:t>
            </a:r>
            <a:r>
              <a:rPr kumimoji="0" lang="en-US" sz="1000" b="0" i="0" u="none" strike="noStrike" kern="1200" cap="none" spc="0" normalizeH="0" baseline="0" noProof="0">
                <a:ln>
                  <a:noFill/>
                </a:ln>
                <a:solidFill>
                  <a:prstClr val="black"/>
                </a:solidFill>
                <a:effectLst/>
                <a:uLnTx/>
                <a:uFillTx/>
                <a:latin typeface="Calibri"/>
                <a:ea typeface="Calibri"/>
                <a:cs typeface="Calibri"/>
              </a:rPr>
              <a:t> die </a:t>
            </a:r>
            <a:r>
              <a:rPr kumimoji="0" lang="en-US" sz="1000" b="1" i="0" u="none" strike="noStrike" kern="1200" cap="none" spc="0" normalizeH="0" baseline="0" noProof="0" err="1">
                <a:ln>
                  <a:noFill/>
                </a:ln>
                <a:solidFill>
                  <a:prstClr val="black"/>
                </a:solidFill>
                <a:effectLst/>
                <a:uLnTx/>
                <a:uFillTx/>
                <a:latin typeface="Calibri"/>
                <a:ea typeface="Calibri"/>
                <a:cs typeface="Calibri"/>
              </a:rPr>
              <a:t>strategische</a:t>
            </a:r>
            <a:r>
              <a:rPr kumimoji="0" lang="en-US" sz="1000" b="1" i="0" u="none" strike="noStrike" kern="1200" cap="none" spc="0" normalizeH="0" baseline="0" noProof="0">
                <a:ln>
                  <a:noFill/>
                </a:ln>
                <a:solidFill>
                  <a:prstClr val="black"/>
                </a:solidFill>
                <a:effectLst/>
                <a:uLnTx/>
                <a:uFillTx/>
                <a:latin typeface="Calibri"/>
                <a:ea typeface="Calibri"/>
                <a:cs typeface="Calibri"/>
              </a:rPr>
              <a:t> </a:t>
            </a:r>
            <a:r>
              <a:rPr kumimoji="0" lang="en-US" sz="1000" b="1" i="0" u="none" strike="noStrike" kern="1200" cap="none" spc="0" normalizeH="0" baseline="0" noProof="0" err="1">
                <a:ln>
                  <a:noFill/>
                </a:ln>
                <a:solidFill>
                  <a:prstClr val="black"/>
                </a:solidFill>
                <a:effectLst/>
                <a:uLnTx/>
                <a:uFillTx/>
                <a:latin typeface="Calibri"/>
                <a:ea typeface="Calibri"/>
                <a:cs typeface="Calibri"/>
              </a:rPr>
              <a:t>Zielarchitektur</a:t>
            </a:r>
            <a:r>
              <a:rPr kumimoji="0" lang="en-US" sz="1000" b="0" i="0" u="none" strike="noStrike" kern="1200" cap="none" spc="0" normalizeH="0" baseline="0" noProof="0">
                <a:ln>
                  <a:noFill/>
                </a:ln>
                <a:solidFill>
                  <a:prstClr val="black"/>
                </a:solidFill>
                <a:effectLst/>
                <a:uLnTx/>
                <a:uFillTx/>
                <a:latin typeface="Calibri"/>
                <a:ea typeface="Calibri"/>
                <a:cs typeface="Calibri"/>
              </a:rPr>
              <a:t> und </a:t>
            </a:r>
            <a:r>
              <a:rPr kumimoji="0" lang="en-US" sz="1000" b="0" i="0" u="none" strike="noStrike" kern="1200" cap="none" spc="0" normalizeH="0" baseline="0" noProof="0" err="1">
                <a:ln>
                  <a:noFill/>
                </a:ln>
                <a:solidFill>
                  <a:prstClr val="black"/>
                </a:solidFill>
                <a:effectLst/>
                <a:uLnTx/>
                <a:uFillTx/>
                <a:latin typeface="Calibri"/>
                <a:ea typeface="Calibri"/>
                <a:cs typeface="Calibri"/>
              </a:rPr>
              <a:t>steuert</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deren</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Umsetzung</a:t>
            </a:r>
            <a:r>
              <a:rPr kumimoji="0" lang="en-US" sz="1000" b="0" i="0" u="none" strike="noStrike" kern="1200" cap="none" spc="0" normalizeH="0" baseline="0" noProof="0">
                <a:ln>
                  <a:noFill/>
                </a:ln>
                <a:solidFill>
                  <a:prstClr val="black"/>
                </a:solidFill>
                <a:effectLst/>
                <a:uLnTx/>
                <a:uFillTx/>
                <a:latin typeface="Calibri"/>
                <a:ea typeface="Calibri"/>
                <a:cs typeface="Calibri"/>
              </a:rPr>
              <a:t>.</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err="1">
                <a:ln>
                  <a:noFill/>
                </a:ln>
                <a:solidFill>
                  <a:prstClr val="black"/>
                </a:solidFill>
                <a:effectLst/>
                <a:uLnTx/>
                <a:uFillTx/>
                <a:latin typeface="Calibri"/>
                <a:ea typeface="Calibri"/>
                <a:cs typeface="Calibri"/>
              </a:rPr>
              <a:t>Entwickelt</a:t>
            </a:r>
            <a:r>
              <a:rPr kumimoji="0" lang="en-US" sz="1000" b="0" i="0" u="none" strike="noStrike" kern="1200" cap="none" spc="0" normalizeH="0" baseline="0" noProof="0">
                <a:ln>
                  <a:noFill/>
                </a:ln>
                <a:solidFill>
                  <a:prstClr val="black"/>
                </a:solidFill>
                <a:effectLst/>
                <a:uLnTx/>
                <a:uFillTx/>
                <a:latin typeface="Calibri"/>
                <a:ea typeface="Calibri"/>
                <a:cs typeface="Calibri"/>
              </a:rPr>
              <a:t> Technologie‑ und Transformations‑Roadmaps </a:t>
            </a:r>
            <a:r>
              <a:rPr kumimoji="0" lang="en-US" sz="1000" b="0" i="0" u="none" strike="noStrike" kern="1200" cap="none" spc="0" normalizeH="0" baseline="0" noProof="0" err="1">
                <a:ln>
                  <a:noFill/>
                </a:ln>
                <a:solidFill>
                  <a:prstClr val="black"/>
                </a:solidFill>
                <a:effectLst/>
                <a:uLnTx/>
                <a:uFillTx/>
                <a:latin typeface="Calibri"/>
                <a:ea typeface="Calibri"/>
                <a:cs typeface="Calibri"/>
              </a:rPr>
              <a:t>über</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mehrere</a:t>
            </a:r>
            <a:r>
              <a:rPr kumimoji="0" lang="en-US" sz="1000" b="0" i="0" u="none" strike="noStrike" kern="1200" cap="none" spc="0" normalizeH="0" baseline="0" noProof="0">
                <a:ln>
                  <a:noFill/>
                </a:ln>
                <a:solidFill>
                  <a:prstClr val="black"/>
                </a:solidFill>
                <a:effectLst/>
                <a:uLnTx/>
                <a:uFillTx/>
                <a:latin typeface="Calibri"/>
                <a:ea typeface="Calibri"/>
                <a:cs typeface="Calibri"/>
              </a:rPr>
              <a:t> Jahre.</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err="1">
                <a:ln>
                  <a:noFill/>
                </a:ln>
                <a:solidFill>
                  <a:prstClr val="black"/>
                </a:solidFill>
                <a:effectLst/>
                <a:uLnTx/>
                <a:uFillTx/>
                <a:latin typeface="Calibri"/>
                <a:ea typeface="Calibri"/>
                <a:cs typeface="Calibri"/>
              </a:rPr>
              <a:t>Bewertet</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neue</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Technologien</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initiiert</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Innovationen</a:t>
            </a:r>
            <a:r>
              <a:rPr kumimoji="0" lang="en-US" sz="1000" b="0" i="0" u="none" strike="noStrike" kern="1200" cap="none" spc="0" normalizeH="0" baseline="0" noProof="0">
                <a:ln>
                  <a:noFill/>
                </a:ln>
                <a:solidFill>
                  <a:prstClr val="black"/>
                </a:solidFill>
                <a:effectLst/>
                <a:uLnTx/>
                <a:uFillTx/>
                <a:latin typeface="Calibri"/>
                <a:ea typeface="Calibri"/>
                <a:cs typeface="Calibri"/>
              </a:rPr>
              <a:t> und </a:t>
            </a:r>
            <a:r>
              <a:rPr kumimoji="0" lang="en-US" sz="1000" b="0" i="0" u="none" strike="noStrike" kern="1200" cap="none" spc="0" normalizeH="0" baseline="0" noProof="0" err="1">
                <a:ln>
                  <a:noFill/>
                </a:ln>
                <a:solidFill>
                  <a:prstClr val="black"/>
                </a:solidFill>
                <a:effectLst/>
                <a:uLnTx/>
                <a:uFillTx/>
                <a:latin typeface="Calibri"/>
                <a:ea typeface="Calibri"/>
                <a:cs typeface="Calibri"/>
              </a:rPr>
              <a:t>steuert</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PoCs</a:t>
            </a:r>
            <a:r>
              <a:rPr kumimoji="0" lang="en-US" sz="1000" b="0" i="0" u="none" strike="noStrike" kern="1200" cap="none" spc="0" normalizeH="0" baseline="0" noProof="0">
                <a:ln>
                  <a:noFill/>
                </a:ln>
                <a:solidFill>
                  <a:prstClr val="black"/>
                </a:solidFill>
                <a:effectLst/>
                <a:uLnTx/>
                <a:uFillTx/>
                <a:latin typeface="Calibri"/>
                <a:ea typeface="Calibri"/>
                <a:cs typeface="Calibri"/>
              </a:rPr>
              <a:t>.</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err="1">
                <a:ln>
                  <a:noFill/>
                </a:ln>
                <a:solidFill>
                  <a:prstClr val="black"/>
                </a:solidFill>
                <a:effectLst/>
                <a:uLnTx/>
                <a:uFillTx/>
                <a:latin typeface="Calibri"/>
                <a:ea typeface="Calibri"/>
                <a:cs typeface="Calibri"/>
              </a:rPr>
              <a:t>Stellt</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1" i="0" u="none" strike="noStrike" kern="1200" cap="none" spc="0" normalizeH="0" baseline="0" noProof="0" err="1">
                <a:ln>
                  <a:noFill/>
                </a:ln>
                <a:solidFill>
                  <a:prstClr val="black"/>
                </a:solidFill>
                <a:effectLst/>
                <a:uLnTx/>
                <a:uFillTx/>
                <a:latin typeface="Calibri"/>
                <a:ea typeface="Calibri"/>
                <a:cs typeface="Calibri"/>
              </a:rPr>
              <a:t>Architekturprinzipien</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1" i="0" u="none" strike="noStrike" kern="1200" cap="none" spc="0" normalizeH="0" baseline="0" noProof="0">
                <a:ln>
                  <a:noFill/>
                </a:ln>
                <a:solidFill>
                  <a:prstClr val="black"/>
                </a:solidFill>
                <a:effectLst/>
                <a:uLnTx/>
                <a:uFillTx/>
                <a:latin typeface="Calibri"/>
                <a:ea typeface="Calibri"/>
                <a:cs typeface="Calibri"/>
              </a:rPr>
              <a:t>Standards</a:t>
            </a:r>
            <a:r>
              <a:rPr kumimoji="0" lang="en-US" sz="1000" b="0" i="0" u="none" strike="noStrike" kern="1200" cap="none" spc="0" normalizeH="0" baseline="0" noProof="0">
                <a:ln>
                  <a:noFill/>
                </a:ln>
                <a:solidFill>
                  <a:prstClr val="black"/>
                </a:solidFill>
                <a:effectLst/>
                <a:uLnTx/>
                <a:uFillTx/>
                <a:latin typeface="Calibri"/>
                <a:ea typeface="Calibri"/>
                <a:cs typeface="Calibri"/>
              </a:rPr>
              <a:t> und</a:t>
            </a:r>
            <a:r>
              <a:rPr kumimoji="0" lang="en-US" sz="1000" b="1" i="0" u="none" strike="noStrike" kern="1200" cap="none" spc="0" normalizeH="0" baseline="0" noProof="0">
                <a:ln>
                  <a:noFill/>
                </a:ln>
                <a:solidFill>
                  <a:prstClr val="black"/>
                </a:solidFill>
                <a:effectLst/>
                <a:uLnTx/>
                <a:uFillTx/>
                <a:latin typeface="Calibri"/>
                <a:ea typeface="Calibri"/>
                <a:cs typeface="Calibri"/>
              </a:rPr>
              <a:t> </a:t>
            </a:r>
            <a:r>
              <a:rPr kumimoji="0" lang="en-US" sz="1000" b="1" i="0" u="none" strike="noStrike" kern="1200" cap="none" spc="0" normalizeH="0" baseline="0" noProof="0" err="1">
                <a:ln>
                  <a:noFill/>
                </a:ln>
                <a:solidFill>
                  <a:prstClr val="black"/>
                </a:solidFill>
                <a:effectLst/>
                <a:uLnTx/>
                <a:uFillTx/>
                <a:latin typeface="Calibri"/>
                <a:ea typeface="Calibri"/>
                <a:cs typeface="Calibri"/>
              </a:rPr>
              <a:t>Richtlinien</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bereit</a:t>
            </a:r>
            <a:r>
              <a:rPr kumimoji="0" lang="en-US" sz="1000" b="0" i="0" u="none" strike="noStrike" kern="1200" cap="none" spc="0" normalizeH="0" baseline="0" noProof="0">
                <a:ln>
                  <a:noFill/>
                </a:ln>
                <a:solidFill>
                  <a:prstClr val="black"/>
                </a:solidFill>
                <a:effectLst/>
                <a:uLnTx/>
                <a:uFillTx/>
                <a:latin typeface="Calibri"/>
                <a:ea typeface="Calibri"/>
                <a:cs typeface="Calibri"/>
              </a:rPr>
              <a:t>.</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err="1">
                <a:ln>
                  <a:noFill/>
                </a:ln>
                <a:solidFill>
                  <a:prstClr val="black"/>
                </a:solidFill>
                <a:effectLst/>
                <a:uLnTx/>
                <a:uFillTx/>
                <a:latin typeface="Calibri"/>
                <a:ea typeface="Calibri"/>
                <a:cs typeface="Calibri"/>
              </a:rPr>
              <a:t>Unterstützt</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Programme</a:t>
            </a:r>
            <a:r>
              <a:rPr kumimoji="0" lang="en-US" sz="1000" b="0" i="0" u="none" strike="noStrike" kern="1200" cap="none" spc="0" normalizeH="0" baseline="0" noProof="0">
                <a:ln>
                  <a:noFill/>
                </a:ln>
                <a:solidFill>
                  <a:prstClr val="black"/>
                </a:solidFill>
                <a:effectLst/>
                <a:uLnTx/>
                <a:uFillTx/>
                <a:latin typeface="Calibri"/>
                <a:ea typeface="Calibri"/>
                <a:cs typeface="Calibri"/>
              </a:rPr>
              <a:t> und Projekte </a:t>
            </a:r>
            <a:r>
              <a:rPr kumimoji="0" lang="en-US" sz="1000" b="0" i="0" u="none" strike="noStrike" kern="1200" cap="none" spc="0" normalizeH="0" baseline="0" noProof="0" err="1">
                <a:ln>
                  <a:noFill/>
                </a:ln>
                <a:solidFill>
                  <a:prstClr val="black"/>
                </a:solidFill>
                <a:effectLst/>
                <a:uLnTx/>
                <a:uFillTx/>
                <a:latin typeface="Calibri"/>
                <a:ea typeface="Calibri"/>
                <a:cs typeface="Calibri"/>
              </a:rPr>
              <a:t>durch</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1" i="0" u="none" strike="noStrike" kern="1200" cap="none" spc="0" normalizeH="0" baseline="0" noProof="0" err="1">
                <a:ln>
                  <a:noFill/>
                </a:ln>
                <a:solidFill>
                  <a:prstClr val="black"/>
                </a:solidFill>
                <a:effectLst/>
                <a:uLnTx/>
                <a:uFillTx/>
                <a:latin typeface="Calibri"/>
                <a:ea typeface="Calibri"/>
                <a:cs typeface="Calibri"/>
              </a:rPr>
              <a:t>Architektur</a:t>
            </a:r>
            <a:r>
              <a:rPr kumimoji="0" lang="en-US" sz="1000" b="1" i="0" u="none" strike="noStrike" kern="1200" cap="none" spc="0" normalizeH="0" baseline="0" noProof="0">
                <a:ln>
                  <a:noFill/>
                </a:ln>
                <a:solidFill>
                  <a:prstClr val="black"/>
                </a:solidFill>
                <a:effectLst/>
                <a:uLnTx/>
                <a:uFillTx/>
                <a:latin typeface="Calibri"/>
                <a:ea typeface="Calibri"/>
                <a:cs typeface="Calibri"/>
              </a:rPr>
              <a:t>‑Reviews</a:t>
            </a:r>
            <a:r>
              <a:rPr kumimoji="0" lang="en-US" sz="1000" b="0" i="0" u="none" strike="noStrike" kern="1200" cap="none" spc="0" normalizeH="0" baseline="0" noProof="0">
                <a:ln>
                  <a:noFill/>
                </a:ln>
                <a:solidFill>
                  <a:prstClr val="black"/>
                </a:solidFill>
                <a:effectLst/>
                <a:uLnTx/>
                <a:uFillTx/>
                <a:latin typeface="Calibri"/>
                <a:ea typeface="Calibri"/>
                <a:cs typeface="Calibri"/>
              </a:rPr>
              <a:t> und </a:t>
            </a:r>
            <a:r>
              <a:rPr kumimoji="0" lang="en-US" sz="1000" b="1" i="0" u="none" strike="noStrike" kern="1200" cap="none" spc="0" normalizeH="0" baseline="0" noProof="0">
                <a:ln>
                  <a:noFill/>
                </a:ln>
                <a:solidFill>
                  <a:prstClr val="black"/>
                </a:solidFill>
                <a:effectLst/>
                <a:uLnTx/>
                <a:uFillTx/>
                <a:latin typeface="Calibri"/>
                <a:ea typeface="Calibri"/>
                <a:cs typeface="Calibri"/>
              </a:rPr>
              <a:t>Quality Gates</a:t>
            </a:r>
            <a:r>
              <a:rPr kumimoji="0" lang="en-US" sz="1000" b="0" i="0" u="none" strike="noStrike" kern="1200" cap="none" spc="0" normalizeH="0" baseline="0" noProof="0">
                <a:ln>
                  <a:noFill/>
                </a:ln>
                <a:solidFill>
                  <a:prstClr val="black"/>
                </a:solidFill>
                <a:effectLst/>
                <a:uLnTx/>
                <a:uFillTx/>
                <a:latin typeface="Calibri"/>
                <a:ea typeface="Calibri"/>
                <a:cs typeface="Calibri"/>
              </a:rPr>
              <a:t>.</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err="1">
                <a:ln>
                  <a:noFill/>
                </a:ln>
                <a:solidFill>
                  <a:prstClr val="black"/>
                </a:solidFill>
                <a:effectLst/>
                <a:uLnTx/>
                <a:uFillTx/>
                <a:latin typeface="Calibri"/>
                <a:ea typeface="Calibri"/>
                <a:cs typeface="Calibri"/>
              </a:rPr>
              <a:t>Verknüpft</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strategische</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Initiativen</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mit</a:t>
            </a:r>
            <a:r>
              <a:rPr kumimoji="0" lang="en-US" sz="1000" b="0" i="0" u="none" strike="noStrike" kern="1200" cap="none" spc="0" normalizeH="0" baseline="0" noProof="0">
                <a:ln>
                  <a:noFill/>
                </a:ln>
                <a:solidFill>
                  <a:prstClr val="black"/>
                </a:solidFill>
                <a:effectLst/>
                <a:uLnTx/>
                <a:uFillTx/>
                <a:latin typeface="Calibri"/>
                <a:ea typeface="Calibri"/>
                <a:cs typeface="Calibri"/>
              </a:rPr>
              <a:t> dem </a:t>
            </a:r>
            <a:r>
              <a:rPr kumimoji="0" lang="en-US" sz="1000" b="1" i="0" u="none" strike="noStrike" kern="1200" cap="none" spc="0" normalizeH="0" baseline="0" noProof="0">
                <a:ln>
                  <a:noFill/>
                </a:ln>
                <a:solidFill>
                  <a:prstClr val="black"/>
                </a:solidFill>
                <a:effectLst/>
                <a:uLnTx/>
                <a:uFillTx/>
                <a:latin typeface="Calibri"/>
                <a:ea typeface="Calibri"/>
                <a:cs typeface="Calibri"/>
              </a:rPr>
              <a:t>IPS‑Portfolio</a:t>
            </a:r>
            <a:r>
              <a:rPr kumimoji="0" lang="en-US" sz="1000" b="0" i="0" u="none" strike="noStrike" kern="1200" cap="none" spc="0" normalizeH="0" baseline="0" noProof="0">
                <a:ln>
                  <a:noFill/>
                </a:ln>
                <a:solidFill>
                  <a:prstClr val="black"/>
                </a:solidFill>
                <a:effectLst/>
                <a:uLnTx/>
                <a:uFillTx/>
                <a:latin typeface="Calibri"/>
                <a:ea typeface="Calibri"/>
                <a:cs typeface="Calibri"/>
              </a:rPr>
              <a:t> und dem</a:t>
            </a:r>
            <a:r>
              <a:rPr kumimoji="0" lang="en-US" sz="1000" b="1" i="0" u="none" strike="noStrike" kern="1200" cap="none" spc="0" normalizeH="0" baseline="0" noProof="0">
                <a:ln>
                  <a:noFill/>
                </a:ln>
                <a:solidFill>
                  <a:prstClr val="black"/>
                </a:solidFill>
                <a:effectLst/>
                <a:uLnTx/>
                <a:uFillTx/>
                <a:latin typeface="Calibri"/>
                <a:ea typeface="Calibri"/>
                <a:cs typeface="Calibri"/>
              </a:rPr>
              <a:t> EAM‑Board</a:t>
            </a:r>
            <a:r>
              <a:rPr kumimoji="0" lang="en-US" sz="1000" b="0" i="0" u="none" strike="noStrike" kern="1200" cap="none" spc="0" normalizeH="0" baseline="0" noProof="0">
                <a:ln>
                  <a:noFill/>
                </a:ln>
                <a:solidFill>
                  <a:prstClr val="black"/>
                </a:solidFill>
                <a:effectLst/>
                <a:uLnTx/>
                <a:uFillTx/>
                <a:latin typeface="Calibri"/>
                <a:ea typeface="Calibri"/>
                <a:cs typeface="Calibri"/>
              </a:rPr>
              <a:t>.</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kumimoji="0" lang="en-US" sz="1050" b="0" i="0" u="none" strike="noStrike" kern="1200" cap="none" spc="0" normalizeH="0" baseline="0" noProof="0">
              <a:ln>
                <a:noFill/>
              </a:ln>
              <a:solidFill>
                <a:prstClr val="black"/>
              </a:solidFill>
              <a:effectLst/>
              <a:uLnTx/>
              <a:uFillTx/>
              <a:latin typeface="Calibri"/>
              <a:ea typeface="Calibri"/>
              <a:cs typeface="Calibri"/>
            </a:endParaRP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kumimoji="0" lang="en-US" sz="1050" b="0" i="0" u="none" strike="noStrike" kern="1200" cap="none" spc="0" normalizeH="0" baseline="0" noProof="0">
              <a:ln>
                <a:noFill/>
              </a:ln>
              <a:solidFill>
                <a:prstClr val="black"/>
              </a:solidFill>
              <a:effectLst/>
              <a:uLnTx/>
              <a:uFillTx/>
              <a:latin typeface="Calibri"/>
              <a:ea typeface="Calibri"/>
              <a:cs typeface="Calibri"/>
            </a:endParaRPr>
          </a:p>
        </p:txBody>
      </p:sp>
      <p:sp>
        <p:nvSpPr>
          <p:cNvPr id="227" name="Rectangle 21">
            <a:extLst>
              <a:ext uri="{FF2B5EF4-FFF2-40B4-BE49-F238E27FC236}">
                <a16:creationId xmlns:a16="http://schemas.microsoft.com/office/drawing/2014/main" id="{3E2CF753-C7E3-30F0-81DD-116E9F7A5CDA}"/>
              </a:ext>
            </a:extLst>
          </p:cNvPr>
          <p:cNvSpPr/>
          <p:nvPr/>
        </p:nvSpPr>
        <p:spPr>
          <a:xfrm>
            <a:off x="9182759" y="3139748"/>
            <a:ext cx="2930374" cy="3416109"/>
          </a:xfrm>
          <a:prstGeom prst="rect">
            <a:avLst/>
          </a:prstGeom>
          <a:solidFill>
            <a:schemeClr val="bg1"/>
          </a:solidFill>
          <a:ln w="6350" cap="flat" cmpd="sng" algn="ctr">
            <a:solidFill>
              <a:schemeClr val="accent2">
                <a:lumMod val="60000"/>
                <a:lumOff val="40000"/>
              </a:schemeClr>
            </a:solidFill>
            <a:prstDash val="solid"/>
            <a:round/>
            <a:headEnd type="none" w="med" len="med"/>
            <a:tailEnd type="none" w="med" len="med"/>
          </a:ln>
          <a:effectLst/>
        </p:spPr>
        <p:txBody>
          <a:bodyPr vert="horz" wrap="square" lIns="36000" tIns="108000" rIns="0" bIns="48000" numCol="1" rtlCol="0" anchor="t" anchorCtr="0" compatLnSpc="1">
            <a:prstTxWarp prst="textNoShape">
              <a:avLst/>
            </a:prstTxWarp>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354" rtl="0" eaLnBrk="1" fontAlgn="auto" latinLnBrk="0" hangingPunct="1">
              <a:lnSpc>
                <a:spcPct val="100000"/>
              </a:lnSpc>
              <a:spcBef>
                <a:spcPts val="0"/>
              </a:spcBef>
              <a:spcAft>
                <a:spcPts val="0"/>
              </a:spcAft>
              <a:buClr>
                <a:prstClr val="black"/>
              </a:buClr>
              <a:buSzPct val="80000"/>
              <a:buFont typeface="Arial"/>
              <a:buChar char="•"/>
              <a:tabLst/>
              <a:defRPr/>
            </a:pPr>
            <a:r>
              <a:rPr kumimoji="0" lang="en-US" sz="1000" b="0" i="0" u="none" strike="noStrike" kern="1200" cap="none" spc="0" normalizeH="0" baseline="0" noProof="0" err="1">
                <a:ln>
                  <a:noFill/>
                </a:ln>
                <a:solidFill>
                  <a:prstClr val="black"/>
                </a:solidFill>
                <a:effectLst/>
                <a:uLnTx/>
                <a:uFillTx/>
                <a:latin typeface="Calibri"/>
                <a:ea typeface="Calibri"/>
                <a:cs typeface="Calibri"/>
              </a:rPr>
              <a:t>Definiert</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1" i="0" u="none" strike="noStrike" kern="1200" cap="none" spc="0" normalizeH="0" baseline="0" noProof="0">
                <a:ln>
                  <a:noFill/>
                </a:ln>
                <a:solidFill>
                  <a:prstClr val="black"/>
                </a:solidFill>
                <a:effectLst/>
                <a:uLnTx/>
                <a:uFillTx/>
                <a:latin typeface="Calibri"/>
                <a:ea typeface="Calibri"/>
                <a:cs typeface="Calibri"/>
              </a:rPr>
              <a:t>Cyber‑</a:t>
            </a:r>
            <a:r>
              <a:rPr kumimoji="0" lang="en-US" sz="1000" b="1" i="0" u="none" strike="noStrike" kern="1200" cap="none" spc="0" normalizeH="0" baseline="0" noProof="0" err="1">
                <a:ln>
                  <a:noFill/>
                </a:ln>
                <a:solidFill>
                  <a:prstClr val="black"/>
                </a:solidFill>
                <a:effectLst/>
                <a:uLnTx/>
                <a:uFillTx/>
                <a:latin typeface="Calibri"/>
                <a:ea typeface="Calibri"/>
                <a:cs typeface="Calibri"/>
              </a:rPr>
              <a:t>Strategie</a:t>
            </a:r>
            <a:r>
              <a:rPr kumimoji="0" lang="en-US" sz="1000" b="1" i="0" u="none" strike="noStrike" kern="1200" cap="none" spc="0" normalizeH="0" baseline="0" noProof="0">
                <a:ln>
                  <a:noFill/>
                </a:ln>
                <a:solidFill>
                  <a:prstClr val="black"/>
                </a:solidFill>
                <a:effectLst/>
                <a:uLnTx/>
                <a:uFillTx/>
                <a:latin typeface="Calibri"/>
                <a:ea typeface="Calibri"/>
                <a:cs typeface="Calibri"/>
              </a:rPr>
              <a:t>, Governance, Policies </a:t>
            </a:r>
            <a:r>
              <a:rPr kumimoji="0" lang="en-US" sz="1000" b="0" i="0" u="none" strike="noStrike" kern="1200" cap="none" spc="0" normalizeH="0" baseline="0" noProof="0">
                <a:ln>
                  <a:noFill/>
                </a:ln>
                <a:solidFill>
                  <a:prstClr val="black"/>
                </a:solidFill>
                <a:effectLst/>
                <a:uLnTx/>
                <a:uFillTx/>
                <a:latin typeface="Calibri"/>
                <a:ea typeface="Calibri"/>
                <a:cs typeface="Calibri"/>
              </a:rPr>
              <a:t>und global </a:t>
            </a:r>
            <a:r>
              <a:rPr kumimoji="0" lang="en-US" sz="1000" b="0" i="0" u="none" strike="noStrike" kern="1200" cap="none" spc="0" normalizeH="0" baseline="0" noProof="0" err="1">
                <a:ln>
                  <a:noFill/>
                </a:ln>
                <a:solidFill>
                  <a:prstClr val="black"/>
                </a:solidFill>
                <a:effectLst/>
                <a:uLnTx/>
                <a:uFillTx/>
                <a:latin typeface="Calibri"/>
                <a:ea typeface="Calibri"/>
                <a:cs typeface="Calibri"/>
              </a:rPr>
              <a:t>geltende</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Sicherheitsstandards</a:t>
            </a:r>
            <a:r>
              <a:rPr kumimoji="0" lang="en-US" sz="1000" b="0" i="0" u="none" strike="noStrike" kern="1200" cap="none" spc="0" normalizeH="0" baseline="0" noProof="0">
                <a:ln>
                  <a:noFill/>
                </a:ln>
                <a:solidFill>
                  <a:prstClr val="black"/>
                </a:solidFill>
                <a:effectLst/>
                <a:uLnTx/>
                <a:uFillTx/>
                <a:latin typeface="Calibri"/>
                <a:ea typeface="Calibri"/>
                <a:cs typeface="Calibri"/>
              </a:rPr>
              <a:t>.</a:t>
            </a:r>
            <a:endParaRPr kumimoji="0" lang="en-US" sz="1000" b="1" i="0" u="none" strike="noStrike" kern="1200" cap="none" spc="0" normalizeH="0" baseline="0" noProof="0">
              <a:ln>
                <a:noFill/>
              </a:ln>
              <a:solidFill>
                <a:prstClr val="black"/>
              </a:solidFill>
              <a:effectLst/>
              <a:uLnTx/>
              <a:uFillTx/>
              <a:latin typeface="Calibri"/>
              <a:ea typeface="Calibri"/>
              <a:cs typeface="Calibri"/>
            </a:endParaRPr>
          </a:p>
          <a:p>
            <a:pPr marL="171450" marR="0" lvl="0" indent="-171450" algn="l" defTabSz="914354"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err="1">
                <a:ln>
                  <a:noFill/>
                </a:ln>
                <a:solidFill>
                  <a:prstClr val="black"/>
                </a:solidFill>
                <a:effectLst/>
                <a:uLnTx/>
                <a:uFillTx/>
                <a:latin typeface="Calibri"/>
                <a:ea typeface="Calibri"/>
                <a:cs typeface="Calibri"/>
              </a:rPr>
              <a:t>Bewertet</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Risiken</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führt</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1" i="0" u="none" strike="noStrike" kern="1200" cap="none" spc="0" normalizeH="0" baseline="0" noProof="0">
                <a:ln>
                  <a:noFill/>
                </a:ln>
                <a:solidFill>
                  <a:prstClr val="black"/>
                </a:solidFill>
                <a:effectLst/>
                <a:uLnTx/>
                <a:uFillTx/>
                <a:latin typeface="Calibri"/>
                <a:ea typeface="Calibri"/>
                <a:cs typeface="Calibri"/>
              </a:rPr>
              <a:t>Audits</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durch</a:t>
            </a:r>
            <a:r>
              <a:rPr kumimoji="0" lang="en-US" sz="1000" b="0" i="0" u="none" strike="noStrike" kern="1200" cap="none" spc="0" normalizeH="0" baseline="0" noProof="0">
                <a:ln>
                  <a:noFill/>
                </a:ln>
                <a:solidFill>
                  <a:prstClr val="black"/>
                </a:solidFill>
                <a:effectLst/>
                <a:uLnTx/>
                <a:uFillTx/>
                <a:latin typeface="Calibri"/>
                <a:ea typeface="Calibri"/>
                <a:cs typeface="Calibri"/>
              </a:rPr>
              <a:t> und </a:t>
            </a:r>
            <a:r>
              <a:rPr kumimoji="0" lang="en-US" sz="1000" b="0" i="0" u="none" strike="noStrike" kern="1200" cap="none" spc="0" normalizeH="0" baseline="0" noProof="0" err="1">
                <a:ln>
                  <a:noFill/>
                </a:ln>
                <a:solidFill>
                  <a:prstClr val="black"/>
                </a:solidFill>
                <a:effectLst/>
                <a:uLnTx/>
                <a:uFillTx/>
                <a:latin typeface="Calibri"/>
                <a:ea typeface="Calibri"/>
                <a:cs typeface="Calibri"/>
              </a:rPr>
              <a:t>stellt</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regulatorische</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sowie</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1" i="0" u="none" strike="noStrike" kern="1200" cap="none" spc="0" normalizeH="0" baseline="0" noProof="0">
                <a:ln>
                  <a:noFill/>
                </a:ln>
                <a:solidFill>
                  <a:prstClr val="black"/>
                </a:solidFill>
                <a:effectLst/>
                <a:uLnTx/>
                <a:uFillTx/>
                <a:latin typeface="Calibri"/>
                <a:ea typeface="Calibri"/>
                <a:cs typeface="Calibri"/>
              </a:rPr>
              <a:t>interne Compliance</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sicher</a:t>
            </a:r>
            <a:r>
              <a:rPr kumimoji="0" lang="en-US" sz="1000" b="0" i="0" u="none" strike="noStrike" kern="1200" cap="none" spc="0" normalizeH="0" baseline="0" noProof="0">
                <a:ln>
                  <a:noFill/>
                </a:ln>
                <a:solidFill>
                  <a:prstClr val="black"/>
                </a:solidFill>
                <a:effectLst/>
                <a:uLnTx/>
                <a:uFillTx/>
                <a:latin typeface="Calibri"/>
                <a:ea typeface="Calibri"/>
                <a:cs typeface="Calibri"/>
              </a:rPr>
              <a:t>.</a:t>
            </a:r>
          </a:p>
          <a:p>
            <a:pPr marL="171450" marR="0" lvl="0" indent="-171450" algn="l" defTabSz="914354"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err="1">
                <a:ln>
                  <a:noFill/>
                </a:ln>
                <a:solidFill>
                  <a:prstClr val="black"/>
                </a:solidFill>
                <a:effectLst/>
                <a:uLnTx/>
                <a:uFillTx/>
                <a:latin typeface="Calibri"/>
                <a:ea typeface="Calibri"/>
                <a:cs typeface="Calibri"/>
              </a:rPr>
              <a:t>Entwirft</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1" i="0" u="none" strike="noStrike" kern="1200" cap="none" spc="0" normalizeH="0" baseline="0" noProof="0">
                <a:ln>
                  <a:noFill/>
                </a:ln>
                <a:solidFill>
                  <a:prstClr val="black"/>
                </a:solidFill>
                <a:effectLst/>
                <a:uLnTx/>
                <a:uFillTx/>
                <a:latin typeface="Calibri"/>
                <a:ea typeface="Calibri"/>
                <a:cs typeface="Calibri"/>
              </a:rPr>
              <a:t>Enterprise‑ und Domain‑Security‑</a:t>
            </a:r>
            <a:r>
              <a:rPr kumimoji="0" lang="en-US" sz="1000" b="1" i="0" u="none" strike="noStrike" kern="1200" cap="none" spc="0" normalizeH="0" baseline="0" noProof="0" err="1">
                <a:ln>
                  <a:noFill/>
                </a:ln>
                <a:solidFill>
                  <a:prstClr val="black"/>
                </a:solidFill>
                <a:effectLst/>
                <a:uLnTx/>
                <a:uFillTx/>
                <a:latin typeface="Calibri"/>
                <a:ea typeface="Calibri"/>
                <a:cs typeface="Calibri"/>
              </a:rPr>
              <a:t>Architektur</a:t>
            </a:r>
            <a:r>
              <a:rPr kumimoji="0" lang="en-US" sz="1000" b="0" i="0" u="none" strike="noStrike" kern="1200" cap="none" spc="0" normalizeH="0" baseline="0" noProof="0">
                <a:ln>
                  <a:noFill/>
                </a:ln>
                <a:solidFill>
                  <a:prstClr val="black"/>
                </a:solidFill>
                <a:effectLst/>
                <a:uLnTx/>
                <a:uFillTx/>
                <a:latin typeface="Calibri"/>
                <a:ea typeface="Calibri"/>
                <a:cs typeface="Calibri"/>
              </a:rPr>
              <a:t> für Cloud, OT, Identity, Endpoint, Network &amp; Data.</a:t>
            </a:r>
          </a:p>
          <a:p>
            <a:pPr marL="171450" marR="0" lvl="0" indent="-171450" algn="l" defTabSz="914354"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err="1">
                <a:ln>
                  <a:noFill/>
                </a:ln>
                <a:solidFill>
                  <a:prstClr val="black"/>
                </a:solidFill>
                <a:effectLst/>
                <a:uLnTx/>
                <a:uFillTx/>
                <a:latin typeface="Calibri"/>
                <a:ea typeface="Calibri"/>
                <a:cs typeface="Calibri"/>
              </a:rPr>
              <a:t>Verantwortet</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1" i="0" u="none" strike="noStrike" kern="1200" cap="none" spc="0" normalizeH="0" baseline="0" noProof="0">
                <a:ln>
                  <a:noFill/>
                </a:ln>
                <a:solidFill>
                  <a:prstClr val="black"/>
                </a:solidFill>
                <a:effectLst/>
                <a:uLnTx/>
                <a:uFillTx/>
                <a:latin typeface="Calibri"/>
                <a:ea typeface="Calibri"/>
                <a:cs typeface="Calibri"/>
              </a:rPr>
              <a:t>Cyber Defense</a:t>
            </a:r>
            <a:r>
              <a:rPr kumimoji="0" lang="en-US" sz="1000" b="0" i="0" u="none" strike="noStrike" kern="1200" cap="none" spc="0" normalizeH="0" baseline="0" noProof="0">
                <a:ln>
                  <a:noFill/>
                </a:ln>
                <a:solidFill>
                  <a:prstClr val="black"/>
                </a:solidFill>
                <a:effectLst/>
                <a:uLnTx/>
                <a:uFillTx/>
                <a:latin typeface="Calibri"/>
                <a:ea typeface="Calibri"/>
                <a:cs typeface="Calibri"/>
              </a:rPr>
              <a:t> (Threat Intelligence, Threat Hunting, Forensics).</a:t>
            </a:r>
          </a:p>
          <a:p>
            <a:pPr marL="171450" marR="0" lvl="0" indent="-171450" algn="l" defTabSz="914354"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err="1">
                <a:ln>
                  <a:noFill/>
                </a:ln>
                <a:solidFill>
                  <a:prstClr val="black"/>
                </a:solidFill>
                <a:effectLst/>
                <a:uLnTx/>
                <a:uFillTx/>
                <a:latin typeface="Calibri"/>
                <a:ea typeface="Calibri"/>
                <a:cs typeface="Calibri"/>
              </a:rPr>
              <a:t>Entwickelt</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1" i="0" u="none" strike="noStrike" kern="1200" cap="none" spc="0" normalizeH="0" baseline="0" noProof="0" err="1">
                <a:ln>
                  <a:noFill/>
                </a:ln>
                <a:solidFill>
                  <a:prstClr val="black"/>
                </a:solidFill>
                <a:effectLst/>
                <a:uLnTx/>
                <a:uFillTx/>
                <a:latin typeface="Calibri"/>
                <a:ea typeface="Calibri"/>
                <a:cs typeface="Calibri"/>
              </a:rPr>
              <a:t>Sicherheitskonzepte</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identifiziert</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Angriffsvektoren</a:t>
            </a:r>
            <a:r>
              <a:rPr kumimoji="0" lang="en-US" sz="1000" b="0" i="0" u="none" strike="noStrike" kern="1200" cap="none" spc="0" normalizeH="0" baseline="0" noProof="0">
                <a:ln>
                  <a:noFill/>
                </a:ln>
                <a:solidFill>
                  <a:prstClr val="black"/>
                </a:solidFill>
                <a:effectLst/>
                <a:uLnTx/>
                <a:uFillTx/>
                <a:latin typeface="Calibri"/>
                <a:ea typeface="Calibri"/>
                <a:cs typeface="Calibri"/>
              </a:rPr>
              <a:t> und </a:t>
            </a:r>
            <a:r>
              <a:rPr kumimoji="0" lang="en-US" sz="1000" b="0" i="0" u="none" strike="noStrike" kern="1200" cap="none" spc="0" normalizeH="0" baseline="0" noProof="0" err="1">
                <a:ln>
                  <a:noFill/>
                </a:ln>
                <a:solidFill>
                  <a:prstClr val="black"/>
                </a:solidFill>
                <a:effectLst/>
                <a:uLnTx/>
                <a:uFillTx/>
                <a:latin typeface="Calibri"/>
                <a:ea typeface="Calibri"/>
                <a:cs typeface="Calibri"/>
              </a:rPr>
              <a:t>steuert</a:t>
            </a:r>
            <a:r>
              <a:rPr kumimoji="0" lang="en-US" sz="1000" b="0" i="0" u="none" strike="noStrike" kern="1200" cap="none" spc="0" normalizeH="0" baseline="0" noProof="0">
                <a:ln>
                  <a:noFill/>
                </a:ln>
                <a:solidFill>
                  <a:prstClr val="black"/>
                </a:solidFill>
                <a:effectLst/>
                <a:uLnTx/>
                <a:uFillTx/>
                <a:latin typeface="Calibri"/>
                <a:ea typeface="Calibri"/>
                <a:cs typeface="Calibri"/>
              </a:rPr>
              <a:t> Protective‑Measures.</a:t>
            </a:r>
          </a:p>
          <a:p>
            <a:pPr marL="171450" marR="0" lvl="0" indent="-171450" algn="l" defTabSz="914354"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err="1">
                <a:ln>
                  <a:noFill/>
                </a:ln>
                <a:solidFill>
                  <a:prstClr val="black"/>
                </a:solidFill>
                <a:effectLst/>
                <a:uLnTx/>
                <a:uFillTx/>
                <a:latin typeface="Calibri"/>
                <a:ea typeface="Calibri"/>
                <a:cs typeface="Calibri"/>
              </a:rPr>
              <a:t>Führt</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1" i="0" u="none" strike="noStrike" kern="1200" cap="none" spc="0" normalizeH="0" baseline="0" noProof="0">
                <a:ln>
                  <a:noFill/>
                </a:ln>
                <a:solidFill>
                  <a:prstClr val="black"/>
                </a:solidFill>
                <a:effectLst/>
                <a:uLnTx/>
                <a:uFillTx/>
                <a:latin typeface="Calibri"/>
                <a:ea typeface="Calibri"/>
                <a:cs typeface="Calibri"/>
              </a:rPr>
              <a:t>Security‑Awareness</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Schulungen</a:t>
            </a:r>
            <a:r>
              <a:rPr kumimoji="0" lang="en-US" sz="1000" b="0" i="0" u="none" strike="noStrike" kern="1200" cap="none" spc="0" normalizeH="0" baseline="0" noProof="0">
                <a:ln>
                  <a:noFill/>
                </a:ln>
                <a:solidFill>
                  <a:prstClr val="black"/>
                </a:solidFill>
                <a:effectLst/>
                <a:uLnTx/>
                <a:uFillTx/>
                <a:latin typeface="Calibri"/>
                <a:ea typeface="Calibri"/>
                <a:cs typeface="Calibri"/>
              </a:rPr>
              <a:t> und KPI‑</a:t>
            </a:r>
            <a:r>
              <a:rPr kumimoji="0" lang="en-US" sz="1000" b="0" i="0" u="none" strike="noStrike" kern="1200" cap="none" spc="0" normalizeH="0" baseline="0" noProof="0" err="1">
                <a:ln>
                  <a:noFill/>
                </a:ln>
                <a:solidFill>
                  <a:prstClr val="black"/>
                </a:solidFill>
                <a:effectLst/>
                <a:uLnTx/>
                <a:uFillTx/>
                <a:latin typeface="Calibri"/>
                <a:ea typeface="Calibri"/>
                <a:cs typeface="Calibri"/>
              </a:rPr>
              <a:t>gestützte</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Sicherheitssteuerung</a:t>
            </a:r>
            <a:r>
              <a:rPr kumimoji="0" lang="en-US" sz="1000" b="0" i="0" u="none" strike="noStrike" kern="1200" cap="none" spc="0" normalizeH="0" baseline="0" noProof="0">
                <a:ln>
                  <a:noFill/>
                </a:ln>
                <a:solidFill>
                  <a:prstClr val="black"/>
                </a:solidFill>
                <a:effectLst/>
                <a:uLnTx/>
                <a:uFillTx/>
                <a:latin typeface="Calibri"/>
                <a:ea typeface="Calibri"/>
                <a:cs typeface="Calibri"/>
              </a:rPr>
              <a:t> global </a:t>
            </a:r>
            <a:r>
              <a:rPr kumimoji="0" lang="en-US" sz="1000" b="0" i="0" u="none" strike="noStrike" kern="1200" cap="none" spc="0" normalizeH="0" baseline="0" noProof="0" err="1">
                <a:ln>
                  <a:noFill/>
                </a:ln>
                <a:solidFill>
                  <a:prstClr val="black"/>
                </a:solidFill>
                <a:effectLst/>
                <a:uLnTx/>
                <a:uFillTx/>
                <a:latin typeface="Calibri"/>
                <a:ea typeface="Calibri"/>
                <a:cs typeface="Calibri"/>
              </a:rPr>
              <a:t>durch</a:t>
            </a:r>
            <a:r>
              <a:rPr kumimoji="0" lang="en-US" sz="1000" b="0" i="0" u="none" strike="noStrike" kern="1200" cap="none" spc="0" normalizeH="0" baseline="0" noProof="0">
                <a:ln>
                  <a:noFill/>
                </a:ln>
                <a:solidFill>
                  <a:prstClr val="black"/>
                </a:solidFill>
                <a:effectLst/>
                <a:uLnTx/>
                <a:uFillTx/>
                <a:latin typeface="Calibri"/>
                <a:ea typeface="Calibri"/>
                <a:cs typeface="Calibri"/>
              </a:rPr>
              <a:t>.</a:t>
            </a:r>
          </a:p>
          <a:p>
            <a:pPr marL="171450" marR="0" lvl="0" indent="-171450" algn="l" defTabSz="914354"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a:ln>
                  <a:noFill/>
                </a:ln>
                <a:solidFill>
                  <a:prstClr val="black"/>
                </a:solidFill>
                <a:effectLst/>
                <a:uLnTx/>
                <a:uFillTx/>
                <a:latin typeface="Calibri"/>
                <a:ea typeface="Calibri"/>
                <a:cs typeface="Calibri"/>
              </a:rPr>
              <a:t>Baut und </a:t>
            </a:r>
            <a:r>
              <a:rPr kumimoji="0" lang="en-US" sz="1000" b="0" i="0" u="none" strike="noStrike" kern="1200" cap="none" spc="0" normalizeH="0" baseline="0" noProof="0" err="1">
                <a:ln>
                  <a:noFill/>
                </a:ln>
                <a:solidFill>
                  <a:prstClr val="black"/>
                </a:solidFill>
                <a:effectLst/>
                <a:uLnTx/>
                <a:uFillTx/>
                <a:latin typeface="Calibri"/>
                <a:ea typeface="Calibri"/>
                <a:cs typeface="Calibri"/>
              </a:rPr>
              <a:t>orchestriert</a:t>
            </a:r>
            <a:r>
              <a:rPr kumimoji="0" lang="en-US" sz="1000" b="0" i="0" u="none" strike="noStrike" kern="1200" cap="none" spc="0" normalizeH="0" baseline="0" noProof="0">
                <a:ln>
                  <a:noFill/>
                </a:ln>
                <a:solidFill>
                  <a:prstClr val="black"/>
                </a:solidFill>
                <a:effectLst/>
                <a:uLnTx/>
                <a:uFillTx/>
                <a:latin typeface="Calibri"/>
                <a:ea typeface="Calibri"/>
                <a:cs typeface="Calibri"/>
              </a:rPr>
              <a:t> die </a:t>
            </a:r>
            <a:r>
              <a:rPr kumimoji="0" lang="en-US" sz="1000" b="0" i="0" u="none" strike="noStrike" kern="1200" cap="none" spc="0" normalizeH="0" baseline="0" noProof="0" err="1">
                <a:ln>
                  <a:noFill/>
                </a:ln>
                <a:solidFill>
                  <a:prstClr val="black"/>
                </a:solidFill>
                <a:effectLst/>
                <a:uLnTx/>
                <a:uFillTx/>
                <a:latin typeface="Calibri"/>
                <a:ea typeface="Calibri"/>
                <a:cs typeface="Calibri"/>
              </a:rPr>
              <a:t>globale</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1" i="0" u="none" strike="noStrike" kern="1200" cap="none" spc="0" normalizeH="0" baseline="0" noProof="0">
                <a:ln>
                  <a:noFill/>
                </a:ln>
                <a:solidFill>
                  <a:prstClr val="black"/>
                </a:solidFill>
                <a:effectLst/>
                <a:uLnTx/>
                <a:uFillTx/>
                <a:latin typeface="Calibri"/>
                <a:ea typeface="Calibri"/>
                <a:cs typeface="Calibri"/>
              </a:rPr>
              <a:t>Cyber Security Community</a:t>
            </a:r>
            <a:r>
              <a:rPr kumimoji="0" lang="en-US" sz="1000" b="0" i="0" u="none" strike="noStrike" kern="1200" cap="none" spc="0" normalizeH="0" baseline="0" noProof="0">
                <a:ln>
                  <a:noFill/>
                </a:ln>
                <a:solidFill>
                  <a:prstClr val="black"/>
                </a:solidFill>
                <a:effectLst/>
                <a:uLnTx/>
                <a:uFillTx/>
                <a:latin typeface="Calibri"/>
                <a:ea typeface="Calibri"/>
                <a:cs typeface="Calibri"/>
              </a:rPr>
              <a:t>.</a:t>
            </a:r>
          </a:p>
          <a:p>
            <a:pPr marL="170815" marR="0" lvl="0" indent="-170815" algn="l" defTabSz="914354" rtl="0" eaLnBrk="1" fontAlgn="auto" latinLnBrk="0" hangingPunct="1">
              <a:lnSpc>
                <a:spcPct val="100000"/>
              </a:lnSpc>
              <a:spcBef>
                <a:spcPct val="0"/>
              </a:spcBef>
              <a:spcAft>
                <a:spcPts val="400"/>
              </a:spcAft>
              <a:buClr>
                <a:srgbClr val="000000"/>
              </a:buClr>
              <a:buSzPct val="80000"/>
              <a:buFont typeface="Arial" panose="05000000000000000000" pitchFamily="2" charset="2"/>
              <a:buChar char="•"/>
              <a:tabLst/>
              <a:defRPr/>
            </a:pPr>
            <a:endParaRPr kumimoji="0" lang="en-US" sz="800" b="1" i="0" u="none" strike="noStrike" kern="1200" cap="none" spc="0" normalizeH="0" baseline="0" noProof="0">
              <a:ln>
                <a:noFill/>
              </a:ln>
              <a:solidFill>
                <a:prstClr val="black"/>
              </a:solidFill>
              <a:effectLst/>
              <a:uLnTx/>
              <a:uFillTx/>
              <a:latin typeface="Calibri"/>
              <a:ea typeface="Calibri"/>
              <a:cs typeface="Calibri"/>
            </a:endParaRPr>
          </a:p>
        </p:txBody>
      </p:sp>
      <p:sp>
        <p:nvSpPr>
          <p:cNvPr id="226" name="Rectangle 21">
            <a:extLst>
              <a:ext uri="{FF2B5EF4-FFF2-40B4-BE49-F238E27FC236}">
                <a16:creationId xmlns:a16="http://schemas.microsoft.com/office/drawing/2014/main" id="{96E7F2EE-76BD-C377-8B55-4E081EAF26D4}"/>
              </a:ext>
            </a:extLst>
          </p:cNvPr>
          <p:cNvSpPr/>
          <p:nvPr/>
        </p:nvSpPr>
        <p:spPr>
          <a:xfrm flipH="1">
            <a:off x="6164028" y="3148196"/>
            <a:ext cx="2930998" cy="3410635"/>
          </a:xfrm>
          <a:prstGeom prst="rect">
            <a:avLst/>
          </a:prstGeom>
          <a:solidFill>
            <a:schemeClr val="bg1"/>
          </a:solidFill>
          <a:ln w="6350" cap="flat" cmpd="sng" algn="ctr">
            <a:solidFill>
              <a:schemeClr val="accent2">
                <a:lumMod val="60000"/>
                <a:lumOff val="40000"/>
              </a:schemeClr>
            </a:solidFill>
            <a:prstDash val="solid"/>
            <a:round/>
            <a:headEnd type="none" w="med" len="med"/>
            <a:tailEnd type="none" w="med" len="med"/>
          </a:ln>
          <a:effectLst/>
        </p:spPr>
        <p:txBody>
          <a:bodyPr vert="horz" wrap="square" lIns="36000" tIns="108000" rIns="0" bIns="48000" numCol="1" rtlCol="0" anchor="t" anchorCtr="0" compatLnSpc="1">
            <a:prstTxWarp prst="textNoShape">
              <a:avLst/>
            </a:prstTxWarp>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err="1">
                <a:ln>
                  <a:noFill/>
                </a:ln>
                <a:solidFill>
                  <a:prstClr val="black"/>
                </a:solidFill>
                <a:effectLst/>
                <a:uLnTx/>
                <a:uFillTx/>
                <a:latin typeface="Calibri"/>
                <a:ea typeface="Calibri"/>
                <a:cs typeface="Calibri"/>
              </a:rPr>
              <a:t>Betreibt</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globale</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1" i="0" u="none" strike="noStrike" kern="1200" cap="none" spc="0" normalizeH="0" baseline="0" noProof="0" err="1">
                <a:ln>
                  <a:noFill/>
                </a:ln>
                <a:solidFill>
                  <a:prstClr val="black"/>
                </a:solidFill>
                <a:effectLst/>
                <a:uLnTx/>
                <a:uFillTx/>
                <a:latin typeface="Calibri"/>
                <a:ea typeface="Calibri"/>
                <a:cs typeface="Calibri"/>
              </a:rPr>
              <a:t>Infrastruktur</a:t>
            </a:r>
            <a:r>
              <a:rPr kumimoji="0" lang="en-US" sz="1000" b="1" i="0" u="none" strike="noStrike" kern="1200" cap="none" spc="0" normalizeH="0" baseline="0" noProof="0">
                <a:ln>
                  <a:noFill/>
                </a:ln>
                <a:solidFill>
                  <a:prstClr val="black"/>
                </a:solidFill>
                <a:effectLst/>
                <a:uLnTx/>
                <a:uFillTx/>
                <a:latin typeface="Calibri"/>
                <a:ea typeface="Calibri"/>
                <a:cs typeface="Calibri"/>
              </a:rPr>
              <a:t>‑Services</a:t>
            </a:r>
            <a:r>
              <a:rPr kumimoji="0" lang="en-US" sz="1000" b="0" i="0" u="none" strike="noStrike" kern="1200" cap="none" spc="0" normalizeH="0" baseline="0" noProof="0">
                <a:ln>
                  <a:noFill/>
                </a:ln>
                <a:solidFill>
                  <a:prstClr val="black"/>
                </a:solidFill>
                <a:effectLst/>
                <a:uLnTx/>
                <a:uFillTx/>
                <a:latin typeface="Calibri"/>
                <a:ea typeface="Calibri"/>
                <a:cs typeface="Calibri"/>
              </a:rPr>
              <a:t> (Compute, Network, Storage, Cloud, OT).</a:t>
            </a:r>
            <a:endParaRPr kumimoji="0" lang="en-US" sz="1800" b="0" i="0" u="none" strike="noStrike" kern="1200" cap="none" spc="0" normalizeH="0" baseline="0" noProof="0">
              <a:ln>
                <a:noFill/>
              </a:ln>
              <a:solidFill>
                <a:prstClr val="black"/>
              </a:solidFill>
              <a:effectLst/>
              <a:uLnTx/>
              <a:uFillTx/>
              <a:latin typeface="Calibri"/>
              <a:ea typeface="Calibri"/>
              <a:cs typeface="Calibri"/>
            </a:endParaRP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err="1">
                <a:ln>
                  <a:noFill/>
                </a:ln>
                <a:solidFill>
                  <a:prstClr val="black"/>
                </a:solidFill>
                <a:effectLst/>
                <a:uLnTx/>
                <a:uFillTx/>
                <a:latin typeface="Calibri"/>
                <a:ea typeface="Calibri"/>
                <a:cs typeface="Calibri"/>
              </a:rPr>
              <a:t>Verantwortet</a:t>
            </a:r>
            <a:r>
              <a:rPr kumimoji="0" lang="en-US" sz="1000" b="1" i="0" u="none" strike="noStrike" kern="1200" cap="none" spc="0" normalizeH="0" baseline="0" noProof="0">
                <a:ln>
                  <a:noFill/>
                </a:ln>
                <a:solidFill>
                  <a:prstClr val="black"/>
                </a:solidFill>
                <a:effectLst/>
                <a:uLnTx/>
                <a:uFillTx/>
                <a:latin typeface="Calibri"/>
                <a:ea typeface="Calibri"/>
                <a:cs typeface="Calibri"/>
              </a:rPr>
              <a:t> Workplace‑</a:t>
            </a:r>
            <a:r>
              <a:rPr kumimoji="0" lang="en-US" sz="1000" b="1" i="0" u="none" strike="noStrike" kern="1200" cap="none" spc="0" normalizeH="0" baseline="0" noProof="0" err="1">
                <a:ln>
                  <a:noFill/>
                </a:ln>
                <a:solidFill>
                  <a:prstClr val="black"/>
                </a:solidFill>
                <a:effectLst/>
                <a:uLnTx/>
                <a:uFillTx/>
                <a:latin typeface="Calibri"/>
                <a:ea typeface="Calibri"/>
                <a:cs typeface="Calibri"/>
              </a:rPr>
              <a:t>Plattformen</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inkl</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1" i="0" u="none" strike="noStrike" kern="1200" cap="none" spc="0" normalizeH="0" baseline="0" noProof="0">
                <a:ln>
                  <a:noFill/>
                </a:ln>
                <a:solidFill>
                  <a:prstClr val="black"/>
                </a:solidFill>
                <a:effectLst/>
                <a:uLnTx/>
                <a:uFillTx/>
                <a:latin typeface="Calibri"/>
                <a:ea typeface="Calibri"/>
                <a:cs typeface="Calibri"/>
              </a:rPr>
              <a:t>Client‑Management,</a:t>
            </a:r>
            <a:r>
              <a:rPr kumimoji="0" lang="en-US" sz="1000" b="0" i="0" u="none" strike="noStrike" kern="1200" cap="none" spc="0" normalizeH="0" baseline="0" noProof="0">
                <a:ln>
                  <a:noFill/>
                </a:ln>
                <a:solidFill>
                  <a:prstClr val="black"/>
                </a:solidFill>
                <a:effectLst/>
                <a:uLnTx/>
                <a:uFillTx/>
                <a:latin typeface="Calibri"/>
                <a:ea typeface="Calibri"/>
                <a:cs typeface="Calibri"/>
              </a:rPr>
              <a:t> Mobile‑Devices und Collaboration‑Tools.</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err="1">
                <a:ln>
                  <a:noFill/>
                </a:ln>
                <a:solidFill>
                  <a:prstClr val="black"/>
                </a:solidFill>
                <a:effectLst/>
                <a:uLnTx/>
                <a:uFillTx/>
                <a:latin typeface="Calibri"/>
                <a:ea typeface="Calibri"/>
                <a:cs typeface="Calibri"/>
              </a:rPr>
              <a:t>Steuert</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1" i="0" u="none" strike="noStrike" kern="1200" cap="none" spc="0" normalizeH="0" baseline="0" noProof="0">
                <a:ln>
                  <a:noFill/>
                </a:ln>
                <a:solidFill>
                  <a:prstClr val="black"/>
                </a:solidFill>
                <a:effectLst/>
                <a:uLnTx/>
                <a:uFillTx/>
                <a:latin typeface="Calibri"/>
                <a:ea typeface="Calibri"/>
                <a:cs typeface="Calibri"/>
              </a:rPr>
              <a:t>Service Desk,</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1" i="0" u="none" strike="noStrike" kern="1200" cap="none" spc="0" normalizeH="0" baseline="0" noProof="0">
                <a:ln>
                  <a:noFill/>
                </a:ln>
                <a:solidFill>
                  <a:prstClr val="black"/>
                </a:solidFill>
                <a:effectLst/>
                <a:uLnTx/>
                <a:uFillTx/>
                <a:latin typeface="Calibri"/>
                <a:ea typeface="Calibri"/>
                <a:cs typeface="Calibri"/>
              </a:rPr>
              <a:t>Request‑Management </a:t>
            </a:r>
            <a:r>
              <a:rPr kumimoji="0" lang="en-US" sz="1000" b="0" i="0" u="none" strike="noStrike" kern="1200" cap="none" spc="0" normalizeH="0" baseline="0" noProof="0">
                <a:ln>
                  <a:noFill/>
                </a:ln>
                <a:solidFill>
                  <a:prstClr val="black"/>
                </a:solidFill>
                <a:effectLst/>
                <a:uLnTx/>
                <a:uFillTx/>
                <a:latin typeface="Calibri"/>
                <a:ea typeface="Calibri"/>
                <a:cs typeface="Calibri"/>
              </a:rPr>
              <a:t>und Incident‑</a:t>
            </a:r>
            <a:r>
              <a:rPr kumimoji="0" lang="en-US" sz="1000" b="0" i="0" u="none" strike="noStrike" kern="1200" cap="none" spc="0" normalizeH="0" baseline="0" noProof="0" err="1">
                <a:ln>
                  <a:noFill/>
                </a:ln>
                <a:solidFill>
                  <a:prstClr val="black"/>
                </a:solidFill>
                <a:effectLst/>
                <a:uLnTx/>
                <a:uFillTx/>
                <a:latin typeface="Calibri"/>
                <a:ea typeface="Calibri"/>
                <a:cs typeface="Calibri"/>
              </a:rPr>
              <a:t>Prozesse</a:t>
            </a:r>
            <a:r>
              <a:rPr kumimoji="0" lang="en-US" sz="1000" b="0" i="0" u="none" strike="noStrike" kern="1200" cap="none" spc="0" normalizeH="0" baseline="0" noProof="0">
                <a:ln>
                  <a:noFill/>
                </a:ln>
                <a:solidFill>
                  <a:prstClr val="black"/>
                </a:solidFill>
                <a:effectLst/>
                <a:uLnTx/>
                <a:uFillTx/>
                <a:latin typeface="Calibri"/>
                <a:ea typeface="Calibri"/>
                <a:cs typeface="Calibri"/>
              </a:rPr>
              <a:t>.</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err="1">
                <a:ln>
                  <a:noFill/>
                </a:ln>
                <a:solidFill>
                  <a:prstClr val="black"/>
                </a:solidFill>
                <a:effectLst/>
                <a:uLnTx/>
                <a:uFillTx/>
                <a:latin typeface="Calibri"/>
                <a:ea typeface="Calibri"/>
                <a:cs typeface="Calibri"/>
              </a:rPr>
              <a:t>Betreibt</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zentrale</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Plattformen</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wie</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1" i="0" u="none" strike="noStrike" kern="1200" cap="none" spc="0" normalizeH="0" baseline="0" noProof="0">
                <a:ln>
                  <a:noFill/>
                </a:ln>
                <a:solidFill>
                  <a:prstClr val="black"/>
                </a:solidFill>
                <a:effectLst/>
                <a:uLnTx/>
                <a:uFillTx/>
                <a:latin typeface="Calibri"/>
                <a:ea typeface="Calibri"/>
                <a:cs typeface="Calibri"/>
              </a:rPr>
              <a:t>IDM, ServiceNow, OT‑ </a:t>
            </a:r>
            <a:r>
              <a:rPr kumimoji="0" lang="en-US" sz="1000" b="0" i="0" u="none" strike="noStrike" kern="1200" cap="none" spc="0" normalizeH="0" baseline="0" noProof="0">
                <a:ln>
                  <a:noFill/>
                </a:ln>
                <a:solidFill>
                  <a:prstClr val="black"/>
                </a:solidFill>
                <a:effectLst/>
                <a:uLnTx/>
                <a:uFillTx/>
                <a:latin typeface="Calibri"/>
                <a:ea typeface="Calibri"/>
                <a:cs typeface="Calibri"/>
              </a:rPr>
              <a:t>und</a:t>
            </a:r>
            <a:r>
              <a:rPr kumimoji="0" lang="en-US" sz="1000" b="1" i="0" u="none" strike="noStrike" kern="1200" cap="none" spc="0" normalizeH="0" baseline="0" noProof="0">
                <a:ln>
                  <a:noFill/>
                </a:ln>
                <a:solidFill>
                  <a:prstClr val="black"/>
                </a:solidFill>
                <a:effectLst/>
                <a:uLnTx/>
                <a:uFillTx/>
                <a:latin typeface="Calibri"/>
                <a:ea typeface="Calibri"/>
                <a:cs typeface="Calibri"/>
              </a:rPr>
              <a:t> Cloud‑</a:t>
            </a:r>
            <a:r>
              <a:rPr kumimoji="0" lang="en-US" sz="1000" b="1" i="0" u="none" strike="noStrike" kern="1200" cap="none" spc="0" normalizeH="0" baseline="0" noProof="0" err="1">
                <a:ln>
                  <a:noFill/>
                </a:ln>
                <a:solidFill>
                  <a:prstClr val="black"/>
                </a:solidFill>
                <a:effectLst/>
                <a:uLnTx/>
                <a:uFillTx/>
                <a:latin typeface="Calibri"/>
                <a:ea typeface="Calibri"/>
                <a:cs typeface="Calibri"/>
              </a:rPr>
              <a:t>Plattformen</a:t>
            </a:r>
            <a:r>
              <a:rPr kumimoji="0" lang="en-US" sz="1000" b="1" i="0" u="none" strike="noStrike" kern="1200" cap="none" spc="0" normalizeH="0" baseline="0" noProof="0">
                <a:ln>
                  <a:noFill/>
                </a:ln>
                <a:solidFill>
                  <a:prstClr val="black"/>
                </a:solidFill>
                <a:effectLst/>
                <a:uLnTx/>
                <a:uFillTx/>
                <a:latin typeface="Calibri"/>
                <a:ea typeface="Calibri"/>
                <a:cs typeface="Calibri"/>
              </a:rPr>
              <a:t>.</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err="1">
                <a:ln>
                  <a:noFill/>
                </a:ln>
                <a:solidFill>
                  <a:prstClr val="black"/>
                </a:solidFill>
                <a:effectLst/>
                <a:uLnTx/>
                <a:uFillTx/>
                <a:latin typeface="Calibri"/>
                <a:ea typeface="Calibri"/>
                <a:cs typeface="Calibri"/>
              </a:rPr>
              <a:t>Stellt</a:t>
            </a:r>
            <a:r>
              <a:rPr kumimoji="0" lang="en-US" sz="1000" b="0" i="0" u="none" strike="noStrike" kern="1200" cap="none" spc="0" normalizeH="0" baseline="0" noProof="0">
                <a:ln>
                  <a:noFill/>
                </a:ln>
                <a:solidFill>
                  <a:prstClr val="black"/>
                </a:solidFill>
                <a:effectLst/>
                <a:uLnTx/>
                <a:uFillTx/>
                <a:latin typeface="Calibri"/>
                <a:ea typeface="Calibri"/>
                <a:cs typeface="Calibri"/>
              </a:rPr>
              <a:t> stabile </a:t>
            </a:r>
            <a:r>
              <a:rPr kumimoji="0" lang="en-US" sz="1000" b="1" i="0" u="none" strike="noStrike" kern="1200" cap="none" spc="0" normalizeH="0" baseline="0" noProof="0" err="1">
                <a:ln>
                  <a:noFill/>
                </a:ln>
                <a:solidFill>
                  <a:prstClr val="black"/>
                </a:solidFill>
                <a:effectLst/>
                <a:uLnTx/>
                <a:uFillTx/>
                <a:latin typeface="Calibri"/>
                <a:ea typeface="Calibri"/>
                <a:cs typeface="Calibri"/>
              </a:rPr>
              <a:t>Netzwerk</a:t>
            </a:r>
            <a:r>
              <a:rPr kumimoji="0" lang="en-US" sz="1000" b="1" i="0" u="none" strike="noStrike" kern="1200" cap="none" spc="0" normalizeH="0" baseline="0" noProof="0">
                <a:ln>
                  <a:noFill/>
                </a:ln>
                <a:solidFill>
                  <a:prstClr val="black"/>
                </a:solidFill>
                <a:effectLst/>
                <a:uLnTx/>
                <a:uFillTx/>
                <a:latin typeface="Calibri"/>
                <a:ea typeface="Calibri"/>
                <a:cs typeface="Calibri"/>
              </a:rPr>
              <a:t>‑ und </a:t>
            </a:r>
            <a:r>
              <a:rPr kumimoji="0" lang="en-US" sz="1000" b="1" i="0" u="none" strike="noStrike" kern="1200" cap="none" spc="0" normalizeH="0" baseline="0" noProof="0" err="1">
                <a:ln>
                  <a:noFill/>
                </a:ln>
                <a:solidFill>
                  <a:prstClr val="black"/>
                </a:solidFill>
                <a:effectLst/>
                <a:uLnTx/>
                <a:uFillTx/>
                <a:latin typeface="Calibri"/>
                <a:ea typeface="Calibri"/>
                <a:cs typeface="Calibri"/>
              </a:rPr>
              <a:t>Sicherheitsinfrastrukturen</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über</a:t>
            </a:r>
            <a:r>
              <a:rPr kumimoji="0" lang="en-US" sz="1000" b="0" i="0" u="none" strike="noStrike" kern="1200" cap="none" spc="0" normalizeH="0" baseline="0" noProof="0">
                <a:ln>
                  <a:noFill/>
                </a:ln>
                <a:solidFill>
                  <a:prstClr val="black"/>
                </a:solidFill>
                <a:effectLst/>
                <a:uLnTx/>
                <a:uFillTx/>
                <a:latin typeface="Calibri"/>
                <a:ea typeface="Calibri"/>
                <a:cs typeface="Calibri"/>
              </a:rPr>
              <a:t> alle </a:t>
            </a:r>
            <a:r>
              <a:rPr kumimoji="0" lang="en-US" sz="1000" b="0" i="0" u="none" strike="noStrike" kern="1200" cap="none" spc="0" normalizeH="0" baseline="0" noProof="0" err="1">
                <a:ln>
                  <a:noFill/>
                </a:ln>
                <a:solidFill>
                  <a:prstClr val="black"/>
                </a:solidFill>
                <a:effectLst/>
                <a:uLnTx/>
                <a:uFillTx/>
                <a:latin typeface="Calibri"/>
                <a:ea typeface="Calibri"/>
                <a:cs typeface="Calibri"/>
              </a:rPr>
              <a:t>Standorte</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sicher</a:t>
            </a:r>
            <a:r>
              <a:rPr kumimoji="0" lang="en-US" sz="1000" b="0" i="0" u="none" strike="noStrike" kern="1200" cap="none" spc="0" normalizeH="0" baseline="0" noProof="0">
                <a:ln>
                  <a:noFill/>
                </a:ln>
                <a:solidFill>
                  <a:prstClr val="black"/>
                </a:solidFill>
                <a:effectLst/>
                <a:uLnTx/>
                <a:uFillTx/>
                <a:latin typeface="Calibri"/>
                <a:ea typeface="Calibri"/>
                <a:cs typeface="Calibri"/>
              </a:rPr>
              <a:t>.</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err="1">
                <a:ln>
                  <a:noFill/>
                </a:ln>
                <a:solidFill>
                  <a:prstClr val="black"/>
                </a:solidFill>
                <a:effectLst/>
                <a:uLnTx/>
                <a:uFillTx/>
                <a:latin typeface="Calibri"/>
                <a:ea typeface="Calibri"/>
                <a:cs typeface="Calibri"/>
              </a:rPr>
              <a:t>Unterstützt</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lokale</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1" i="0" u="none" strike="noStrike" kern="1200" cap="none" spc="0" normalizeH="0" baseline="0" noProof="0">
                <a:ln>
                  <a:noFill/>
                </a:ln>
                <a:solidFill>
                  <a:prstClr val="black"/>
                </a:solidFill>
                <a:effectLst/>
                <a:uLnTx/>
                <a:uFillTx/>
                <a:latin typeface="Calibri"/>
                <a:ea typeface="Calibri"/>
                <a:cs typeface="Calibri"/>
              </a:rPr>
              <a:t>IT‑Operations, Onsite‑Services</a:t>
            </a:r>
            <a:r>
              <a:rPr kumimoji="0" lang="en-US" sz="1000" b="0" i="0" u="none" strike="noStrike" kern="1200" cap="none" spc="0" normalizeH="0" baseline="0" noProof="0">
                <a:ln>
                  <a:noFill/>
                </a:ln>
                <a:solidFill>
                  <a:prstClr val="black"/>
                </a:solidFill>
                <a:effectLst/>
                <a:uLnTx/>
                <a:uFillTx/>
                <a:latin typeface="Calibri"/>
                <a:ea typeface="Calibri"/>
                <a:cs typeface="Calibri"/>
              </a:rPr>
              <a:t> und die </a:t>
            </a:r>
            <a:r>
              <a:rPr kumimoji="0" lang="en-US" sz="1000" b="0" i="0" u="none" strike="noStrike" kern="1200" cap="none" spc="0" normalizeH="0" baseline="0" noProof="0" err="1">
                <a:ln>
                  <a:noFill/>
                </a:ln>
                <a:solidFill>
                  <a:prstClr val="black"/>
                </a:solidFill>
                <a:effectLst/>
                <a:uLnTx/>
                <a:uFillTx/>
                <a:latin typeface="Calibri"/>
                <a:ea typeface="Calibri"/>
                <a:cs typeface="Calibri"/>
              </a:rPr>
              <a:t>letzte</a:t>
            </a:r>
            <a:r>
              <a:rPr kumimoji="0" lang="en-US" sz="1000" b="0" i="0" u="none" strike="noStrike" kern="1200" cap="none" spc="0" normalizeH="0" baseline="0" noProof="0">
                <a:ln>
                  <a:noFill/>
                </a:ln>
                <a:solidFill>
                  <a:prstClr val="black"/>
                </a:solidFill>
                <a:effectLst/>
                <a:uLnTx/>
                <a:uFillTx/>
                <a:latin typeface="Calibri"/>
                <a:ea typeface="Calibri"/>
                <a:cs typeface="Calibri"/>
              </a:rPr>
              <a:t> Support‑Meile.</a:t>
            </a:r>
          </a:p>
          <a:p>
            <a:pPr marL="171450" marR="0" lvl="0" indent="-171450" algn="l" defTabSz="914400" rtl="0" eaLnBrk="1" fontAlgn="auto" latinLnBrk="0" hangingPunct="1">
              <a:lnSpc>
                <a:spcPct val="100000"/>
              </a:lnSpc>
              <a:spcBef>
                <a:spcPts val="0"/>
              </a:spcBef>
              <a:spcAft>
                <a:spcPts val="0"/>
              </a:spcAft>
              <a:buClrTx/>
              <a:buSzTx/>
              <a:buFont typeface="Arial,Sans-Serif"/>
              <a:buChar char="•"/>
              <a:tabLst/>
              <a:defRPr/>
            </a:pPr>
            <a:r>
              <a:rPr kumimoji="0" lang="en-US" sz="1000" b="0" i="0" u="none" strike="noStrike" kern="1200" cap="none" spc="0" normalizeH="0" baseline="0" noProof="0" err="1">
                <a:ln>
                  <a:noFill/>
                </a:ln>
                <a:solidFill>
                  <a:prstClr val="black"/>
                </a:solidFill>
                <a:effectLst/>
                <a:uLnTx/>
                <a:uFillTx/>
                <a:latin typeface="Calibri"/>
                <a:ea typeface="Calibri"/>
                <a:cs typeface="Calibri"/>
              </a:rPr>
              <a:t>Steuert</a:t>
            </a:r>
            <a:r>
              <a:rPr kumimoji="0" lang="en-US" sz="1000" b="0" i="0" u="none" strike="noStrike" kern="1200" cap="none" spc="0" normalizeH="0" baseline="0" noProof="0">
                <a:ln>
                  <a:noFill/>
                </a:ln>
                <a:solidFill>
                  <a:prstClr val="black"/>
                </a:solidFill>
                <a:effectLst/>
                <a:uLnTx/>
                <a:uFillTx/>
                <a:latin typeface="Calibri"/>
                <a:ea typeface="Calibri"/>
                <a:cs typeface="Calibri"/>
              </a:rPr>
              <a:t> den</a:t>
            </a:r>
            <a:r>
              <a:rPr kumimoji="0" lang="en-US" sz="1000" b="1" i="0" u="none" strike="noStrike" kern="1200" cap="none" spc="0" normalizeH="0" baseline="0" noProof="0">
                <a:ln>
                  <a:noFill/>
                </a:ln>
                <a:solidFill>
                  <a:prstClr val="black"/>
                </a:solidFill>
                <a:effectLst/>
                <a:uLnTx/>
                <a:uFillTx/>
                <a:latin typeface="Calibri"/>
                <a:ea typeface="Calibri"/>
                <a:cs typeface="Calibri"/>
              </a:rPr>
              <a:t> </a:t>
            </a:r>
            <a:r>
              <a:rPr kumimoji="0" lang="en-US" sz="1000" b="1" i="0" u="none" strike="noStrike" kern="1200" cap="none" spc="0" normalizeH="0" baseline="0" noProof="0" err="1">
                <a:ln>
                  <a:noFill/>
                </a:ln>
                <a:solidFill>
                  <a:prstClr val="black"/>
                </a:solidFill>
                <a:effectLst/>
                <a:uLnTx/>
                <a:uFillTx/>
                <a:latin typeface="Calibri"/>
                <a:ea typeface="Calibri"/>
                <a:cs typeface="Calibri"/>
              </a:rPr>
              <a:t>operativen</a:t>
            </a:r>
            <a:r>
              <a:rPr kumimoji="0" lang="en-US" sz="1000" b="1" i="0" u="none" strike="noStrike" kern="1200" cap="none" spc="0" normalizeH="0" baseline="0" noProof="0">
                <a:ln>
                  <a:noFill/>
                </a:ln>
                <a:solidFill>
                  <a:prstClr val="black"/>
                </a:solidFill>
                <a:effectLst/>
                <a:uLnTx/>
                <a:uFillTx/>
                <a:latin typeface="Calibri"/>
                <a:ea typeface="Calibri"/>
                <a:cs typeface="Calibri"/>
              </a:rPr>
              <a:t> </a:t>
            </a:r>
            <a:r>
              <a:rPr kumimoji="0" lang="en-US" sz="1000" b="1" i="0" u="none" strike="noStrike" kern="1200" cap="none" spc="0" normalizeH="0" baseline="0" noProof="0" err="1">
                <a:ln>
                  <a:noFill/>
                </a:ln>
                <a:solidFill>
                  <a:prstClr val="black"/>
                </a:solidFill>
                <a:effectLst/>
                <a:uLnTx/>
                <a:uFillTx/>
                <a:latin typeface="Calibri"/>
                <a:ea typeface="Calibri"/>
                <a:cs typeface="Calibri"/>
              </a:rPr>
              <a:t>Betrieb</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p>
        </p:txBody>
      </p:sp>
      <p:sp>
        <p:nvSpPr>
          <p:cNvPr id="225" name="Rectangle 21">
            <a:extLst>
              <a:ext uri="{FF2B5EF4-FFF2-40B4-BE49-F238E27FC236}">
                <a16:creationId xmlns:a16="http://schemas.microsoft.com/office/drawing/2014/main" id="{1806BB33-6C1D-2ED2-D5EC-B2A243615DB7}"/>
              </a:ext>
            </a:extLst>
          </p:cNvPr>
          <p:cNvSpPr/>
          <p:nvPr/>
        </p:nvSpPr>
        <p:spPr>
          <a:xfrm>
            <a:off x="3138788" y="3138425"/>
            <a:ext cx="2927740" cy="3414284"/>
          </a:xfrm>
          <a:prstGeom prst="rect">
            <a:avLst/>
          </a:prstGeom>
          <a:solidFill>
            <a:schemeClr val="bg1"/>
          </a:solidFill>
          <a:ln w="6350" cap="flat" cmpd="sng" algn="ctr">
            <a:solidFill>
              <a:schemeClr val="accent2">
                <a:lumMod val="60000"/>
                <a:lumOff val="40000"/>
              </a:schemeClr>
            </a:solidFill>
            <a:prstDash val="solid"/>
            <a:round/>
            <a:headEnd type="none" w="med" len="med"/>
            <a:tailEnd type="none" w="med" len="med"/>
          </a:ln>
          <a:effectLst/>
        </p:spPr>
        <p:txBody>
          <a:bodyPr vert="horz" wrap="square" lIns="36000" tIns="108000" rIns="0" bIns="48000" numCol="1" rtlCol="0" anchor="t" anchorCtr="0" compatLnSpc="1">
            <a:prstTxWarp prst="textNoShape">
              <a:avLst/>
            </a:prstTxWarp>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err="1">
                <a:ln>
                  <a:noFill/>
                </a:ln>
                <a:solidFill>
                  <a:prstClr val="black"/>
                </a:solidFill>
                <a:effectLst/>
                <a:uLnTx/>
                <a:uFillTx/>
                <a:latin typeface="Calibri"/>
                <a:ea typeface="Calibri"/>
                <a:cs typeface="Calibri"/>
              </a:rPr>
              <a:t>Entwickelt</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implementiert</a:t>
            </a:r>
            <a:r>
              <a:rPr kumimoji="0" lang="en-US" sz="1000" b="0" i="0" u="none" strike="noStrike" kern="1200" cap="none" spc="0" normalizeH="0" baseline="0" noProof="0">
                <a:ln>
                  <a:noFill/>
                </a:ln>
                <a:solidFill>
                  <a:prstClr val="black"/>
                </a:solidFill>
                <a:effectLst/>
                <a:uLnTx/>
                <a:uFillTx/>
                <a:latin typeface="Calibri"/>
                <a:ea typeface="Calibri"/>
                <a:cs typeface="Calibri"/>
              </a:rPr>
              <a:t> und </a:t>
            </a:r>
            <a:r>
              <a:rPr kumimoji="0" lang="en-US" sz="1000" b="0" i="0" u="none" strike="noStrike" kern="1200" cap="none" spc="0" normalizeH="0" baseline="0" noProof="0" err="1">
                <a:ln>
                  <a:noFill/>
                </a:ln>
                <a:solidFill>
                  <a:prstClr val="black"/>
                </a:solidFill>
                <a:effectLst/>
                <a:uLnTx/>
                <a:uFillTx/>
                <a:latin typeface="Calibri"/>
                <a:ea typeface="Calibri"/>
                <a:cs typeface="Calibri"/>
              </a:rPr>
              <a:t>betreibt</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globale</a:t>
            </a:r>
            <a:r>
              <a:rPr kumimoji="0" lang="en-US" sz="1000" b="0" i="0" u="none" strike="noStrike" kern="1200" cap="none" spc="0" normalizeH="0" baseline="0" noProof="0">
                <a:ln>
                  <a:noFill/>
                </a:ln>
                <a:solidFill>
                  <a:prstClr val="black"/>
                </a:solidFill>
                <a:effectLst/>
                <a:uLnTx/>
                <a:uFillTx/>
                <a:latin typeface="Calibri"/>
                <a:ea typeface="Calibri"/>
                <a:cs typeface="Calibri"/>
              </a:rPr>
              <a:t> und </a:t>
            </a:r>
            <a:r>
              <a:rPr kumimoji="0" lang="en-US" sz="1000" b="0" i="0" u="none" strike="noStrike" kern="1200" cap="none" spc="0" normalizeH="0" baseline="0" noProof="0" err="1">
                <a:ln>
                  <a:noFill/>
                </a:ln>
                <a:solidFill>
                  <a:prstClr val="black"/>
                </a:solidFill>
                <a:effectLst/>
                <a:uLnTx/>
                <a:uFillTx/>
                <a:latin typeface="Calibri"/>
                <a:ea typeface="Calibri"/>
                <a:cs typeface="Calibri"/>
              </a:rPr>
              <a:t>lokale</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1" i="0" u="none" strike="noStrike" kern="1200" cap="none" spc="0" normalizeH="0" baseline="0" noProof="0">
                <a:ln>
                  <a:noFill/>
                </a:ln>
                <a:solidFill>
                  <a:prstClr val="black"/>
                </a:solidFill>
                <a:effectLst/>
                <a:uLnTx/>
                <a:uFillTx/>
                <a:latin typeface="Calibri"/>
                <a:ea typeface="Calibri"/>
                <a:cs typeface="Calibri"/>
              </a:rPr>
              <a:t>Business‑</a:t>
            </a:r>
            <a:r>
              <a:rPr kumimoji="0" lang="en-US" sz="1000" b="1" i="0" u="none" strike="noStrike" kern="1200" cap="none" spc="0" normalizeH="0" baseline="0" noProof="0" err="1">
                <a:ln>
                  <a:noFill/>
                </a:ln>
                <a:solidFill>
                  <a:prstClr val="black"/>
                </a:solidFill>
                <a:effectLst/>
                <a:uLnTx/>
                <a:uFillTx/>
                <a:latin typeface="Calibri"/>
                <a:ea typeface="Calibri"/>
                <a:cs typeface="Calibri"/>
              </a:rPr>
              <a:t>Applikationen</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entlang</a:t>
            </a:r>
            <a:r>
              <a:rPr kumimoji="0" lang="en-US" sz="1000" b="0" i="0" u="none" strike="noStrike" kern="1200" cap="none" spc="0" normalizeH="0" baseline="0" noProof="0">
                <a:ln>
                  <a:noFill/>
                </a:ln>
                <a:solidFill>
                  <a:prstClr val="black"/>
                </a:solidFill>
                <a:effectLst/>
                <a:uLnTx/>
                <a:uFillTx/>
                <a:latin typeface="Calibri"/>
                <a:ea typeface="Calibri"/>
                <a:cs typeface="Calibri"/>
              </a:rPr>
              <a:t> der End‑to‑End‑</a:t>
            </a:r>
            <a:r>
              <a:rPr kumimoji="0" lang="en-US" sz="1000" b="0" i="0" u="none" strike="noStrike" kern="1200" cap="none" spc="0" normalizeH="0" baseline="0" noProof="0" err="1">
                <a:ln>
                  <a:noFill/>
                </a:ln>
                <a:solidFill>
                  <a:prstClr val="black"/>
                </a:solidFill>
                <a:effectLst/>
                <a:uLnTx/>
                <a:uFillTx/>
                <a:latin typeface="Calibri"/>
                <a:ea typeface="Calibri"/>
                <a:cs typeface="Calibri"/>
              </a:rPr>
              <a:t>Prozesse</a:t>
            </a:r>
            <a:r>
              <a:rPr kumimoji="0" lang="en-US" sz="1000" b="0" i="0" u="none" strike="noStrike" kern="1200" cap="none" spc="0" normalizeH="0" baseline="0" noProof="0">
                <a:ln>
                  <a:noFill/>
                </a:ln>
                <a:solidFill>
                  <a:prstClr val="black"/>
                </a:solidFill>
                <a:effectLst/>
                <a:uLnTx/>
                <a:uFillTx/>
                <a:latin typeface="Calibri"/>
                <a:ea typeface="Calibri"/>
                <a:cs typeface="Calibri"/>
              </a:rPr>
              <a:t>.</a:t>
            </a:r>
            <a:endParaRPr kumimoji="0" lang="en-US" sz="1800" b="0" i="0" u="none" strike="noStrike" kern="1200" cap="none" spc="0" normalizeH="0" baseline="0" noProof="0">
              <a:ln>
                <a:noFill/>
              </a:ln>
              <a:solidFill>
                <a:prstClr val="black"/>
              </a:solidFill>
              <a:effectLst/>
              <a:uLnTx/>
              <a:uFillTx/>
              <a:latin typeface="Calibri"/>
              <a:ea typeface="Calibri"/>
              <a:cs typeface="Calibri"/>
            </a:endParaRP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err="1">
                <a:ln>
                  <a:noFill/>
                </a:ln>
                <a:solidFill>
                  <a:prstClr val="black"/>
                </a:solidFill>
                <a:effectLst/>
                <a:uLnTx/>
                <a:uFillTx/>
                <a:latin typeface="Calibri"/>
                <a:ea typeface="Calibri"/>
                <a:cs typeface="Calibri"/>
              </a:rPr>
              <a:t>Verant­wortet</a:t>
            </a:r>
            <a:r>
              <a:rPr kumimoji="0" lang="en-US" sz="1000" b="1" i="0" u="none" strike="noStrike" kern="1200" cap="none" spc="0" normalizeH="0" baseline="0" noProof="0">
                <a:ln>
                  <a:noFill/>
                </a:ln>
                <a:solidFill>
                  <a:prstClr val="black"/>
                </a:solidFill>
                <a:effectLst/>
                <a:uLnTx/>
                <a:uFillTx/>
                <a:latin typeface="Calibri"/>
                <a:ea typeface="Calibri"/>
                <a:cs typeface="Calibri"/>
              </a:rPr>
              <a:t> Solution‑Design</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Lösungsarchitektur</a:t>
            </a:r>
            <a:r>
              <a:rPr kumimoji="0" lang="en-US" sz="1000" b="0" i="0" u="none" strike="noStrike" kern="1200" cap="none" spc="0" normalizeH="0" baseline="0" noProof="0">
                <a:ln>
                  <a:noFill/>
                </a:ln>
                <a:solidFill>
                  <a:prstClr val="black"/>
                </a:solidFill>
                <a:effectLst/>
                <a:uLnTx/>
                <a:uFillTx/>
                <a:latin typeface="Calibri"/>
                <a:ea typeface="Calibri"/>
                <a:cs typeface="Calibri"/>
              </a:rPr>
              <a:t> und Lifecycle‑Management.</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err="1">
                <a:ln>
                  <a:noFill/>
                </a:ln>
                <a:solidFill>
                  <a:prstClr val="black"/>
                </a:solidFill>
                <a:effectLst/>
                <a:uLnTx/>
                <a:uFillTx/>
                <a:latin typeface="Calibri"/>
                <a:ea typeface="Calibri"/>
                <a:cs typeface="Calibri"/>
              </a:rPr>
              <a:t>Steuert</a:t>
            </a:r>
            <a:r>
              <a:rPr kumimoji="0" lang="en-US" sz="1000" b="0" i="0" u="none" strike="noStrike" kern="1200" cap="none" spc="0" normalizeH="0" baseline="0" noProof="0">
                <a:ln>
                  <a:noFill/>
                </a:ln>
                <a:solidFill>
                  <a:prstClr val="black"/>
                </a:solidFill>
                <a:effectLst/>
                <a:uLnTx/>
                <a:uFillTx/>
                <a:latin typeface="Calibri"/>
                <a:ea typeface="Calibri"/>
                <a:cs typeface="Calibri"/>
              </a:rPr>
              <a:t> Second‑/Third‑Level‑ Support und </a:t>
            </a:r>
            <a:r>
              <a:rPr kumimoji="0" lang="en-US" sz="1000" b="0" i="0" u="none" strike="noStrike" kern="1200" cap="none" spc="0" normalizeH="0" baseline="0" noProof="0" err="1">
                <a:ln>
                  <a:noFill/>
                </a:ln>
                <a:solidFill>
                  <a:prstClr val="black"/>
                </a:solidFill>
                <a:effectLst/>
                <a:uLnTx/>
                <a:uFillTx/>
                <a:latin typeface="Calibri"/>
                <a:ea typeface="Calibri"/>
                <a:cs typeface="Calibri"/>
              </a:rPr>
              <a:t>Fehlermanagement</a:t>
            </a:r>
            <a:r>
              <a:rPr kumimoji="0" lang="en-US" sz="1000" b="0" i="0" u="none" strike="noStrike" kern="1200" cap="none" spc="0" normalizeH="0" baseline="0" noProof="0">
                <a:ln>
                  <a:noFill/>
                </a:ln>
                <a:solidFill>
                  <a:prstClr val="black"/>
                </a:solidFill>
                <a:effectLst/>
                <a:uLnTx/>
                <a:uFillTx/>
                <a:latin typeface="Calibri"/>
                <a:ea typeface="Calibri"/>
                <a:cs typeface="Calibri"/>
              </a:rPr>
              <a:t>.</a:t>
            </a:r>
            <a:endParaRPr kumimoji="0" lang="en-US" sz="1800" b="0" i="0" u="none" strike="noStrike" kern="1200" cap="none" spc="0" normalizeH="0" baseline="0" noProof="0">
              <a:ln>
                <a:noFill/>
              </a:ln>
              <a:solidFill>
                <a:prstClr val="black"/>
              </a:solidFill>
              <a:effectLst/>
              <a:uLnTx/>
              <a:uFillTx/>
              <a:latin typeface="STIHL Contraface Tex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a:ln>
                  <a:noFill/>
                </a:ln>
                <a:solidFill>
                  <a:prstClr val="black"/>
                </a:solidFill>
                <a:effectLst/>
                <a:uLnTx/>
                <a:uFillTx/>
                <a:latin typeface="Calibri"/>
                <a:ea typeface="Calibri"/>
                <a:cs typeface="Calibri"/>
              </a:rPr>
              <a:t>Plant und </a:t>
            </a:r>
            <a:r>
              <a:rPr kumimoji="0" lang="en-US" sz="1000" b="1" i="0" u="none" strike="noStrike" kern="1200" cap="none" spc="0" normalizeH="0" baseline="0" noProof="0" err="1">
                <a:ln>
                  <a:noFill/>
                </a:ln>
                <a:solidFill>
                  <a:prstClr val="black"/>
                </a:solidFill>
                <a:effectLst/>
                <a:uLnTx/>
                <a:uFillTx/>
                <a:latin typeface="Calibri"/>
                <a:ea typeface="Calibri"/>
                <a:cs typeface="Calibri"/>
              </a:rPr>
              <a:t>koordiniert</a:t>
            </a:r>
            <a:r>
              <a:rPr kumimoji="0" lang="en-US" sz="1000" b="1" i="0" u="none" strike="noStrike" kern="1200" cap="none" spc="0" normalizeH="0" baseline="0" noProof="0">
                <a:ln>
                  <a:noFill/>
                </a:ln>
                <a:solidFill>
                  <a:prstClr val="black"/>
                </a:solidFill>
                <a:effectLst/>
                <a:uLnTx/>
                <a:uFillTx/>
                <a:latin typeface="Calibri"/>
                <a:ea typeface="Calibri"/>
                <a:cs typeface="Calibri"/>
              </a:rPr>
              <a:t> Releases</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1" i="0" u="none" strike="noStrike" kern="1200" cap="none" spc="0" normalizeH="0" baseline="0" noProof="0" err="1">
                <a:ln>
                  <a:noFill/>
                </a:ln>
                <a:solidFill>
                  <a:prstClr val="black"/>
                </a:solidFill>
                <a:effectLst/>
                <a:uLnTx/>
                <a:uFillTx/>
                <a:latin typeface="Calibri"/>
                <a:ea typeface="Calibri"/>
                <a:cs typeface="Calibri"/>
              </a:rPr>
              <a:t>technische</a:t>
            </a:r>
            <a:r>
              <a:rPr kumimoji="0" lang="en-US" sz="1000" b="1" i="0" u="none" strike="noStrike" kern="1200" cap="none" spc="0" normalizeH="0" baseline="0" noProof="0">
                <a:ln>
                  <a:noFill/>
                </a:ln>
                <a:solidFill>
                  <a:prstClr val="black"/>
                </a:solidFill>
                <a:effectLst/>
                <a:uLnTx/>
                <a:uFillTx/>
                <a:latin typeface="Calibri"/>
                <a:ea typeface="Calibri"/>
                <a:cs typeface="Calibri"/>
              </a:rPr>
              <a:t> </a:t>
            </a:r>
            <a:r>
              <a:rPr kumimoji="0" lang="en-US" sz="1000" b="1" i="0" u="none" strike="noStrike" kern="1200" cap="none" spc="0" normalizeH="0" baseline="0" noProof="0" err="1">
                <a:ln>
                  <a:noFill/>
                </a:ln>
                <a:solidFill>
                  <a:prstClr val="black"/>
                </a:solidFill>
                <a:effectLst/>
                <a:uLnTx/>
                <a:uFillTx/>
                <a:latin typeface="Calibri"/>
                <a:ea typeface="Calibri"/>
                <a:cs typeface="Calibri"/>
              </a:rPr>
              <a:t>Weiterentwicklungen</a:t>
            </a:r>
            <a:r>
              <a:rPr kumimoji="0" lang="en-US" sz="1000" b="0" i="0" u="none" strike="noStrike" kern="1200" cap="none" spc="0" normalizeH="0" baseline="0" noProof="0">
                <a:ln>
                  <a:noFill/>
                </a:ln>
                <a:solidFill>
                  <a:prstClr val="black"/>
                </a:solidFill>
                <a:effectLst/>
                <a:uLnTx/>
                <a:uFillTx/>
                <a:latin typeface="Calibri"/>
                <a:ea typeface="Calibri"/>
                <a:cs typeface="Calibri"/>
              </a:rPr>
              <a:t> und </a:t>
            </a:r>
            <a:r>
              <a:rPr kumimoji="0" lang="en-US" sz="1000" b="0" i="0" u="none" strike="noStrike" kern="1200" cap="none" spc="0" normalizeH="0" baseline="0" noProof="0" err="1">
                <a:ln>
                  <a:noFill/>
                </a:ln>
                <a:solidFill>
                  <a:prstClr val="black"/>
                </a:solidFill>
                <a:effectLst/>
                <a:uLnTx/>
                <a:uFillTx/>
                <a:latin typeface="Calibri"/>
                <a:ea typeface="Calibri"/>
                <a:cs typeface="Calibri"/>
              </a:rPr>
              <a:t>Qualitäts­sicherung</a:t>
            </a:r>
            <a:r>
              <a:rPr kumimoji="0" lang="en-US" sz="1000" b="0" i="0" u="none" strike="noStrike" kern="1200" cap="none" spc="0" normalizeH="0" baseline="0" noProof="0">
                <a:ln>
                  <a:noFill/>
                </a:ln>
                <a:solidFill>
                  <a:prstClr val="black"/>
                </a:solidFill>
                <a:effectLst/>
                <a:uLnTx/>
                <a:uFillTx/>
                <a:latin typeface="Calibri"/>
                <a:ea typeface="Calibri"/>
                <a:cs typeface="Calibri"/>
              </a:rPr>
              <a:t>.</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err="1">
                <a:ln>
                  <a:noFill/>
                </a:ln>
                <a:solidFill>
                  <a:prstClr val="black"/>
                </a:solidFill>
                <a:effectLst/>
                <a:uLnTx/>
                <a:uFillTx/>
                <a:latin typeface="Calibri"/>
                <a:ea typeface="Calibri"/>
                <a:cs typeface="Calibri"/>
              </a:rPr>
              <a:t>Betreibt</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1" i="0" u="none" strike="noStrike" kern="1200" cap="none" spc="0" normalizeH="0" baseline="0" noProof="0">
                <a:ln>
                  <a:noFill/>
                </a:ln>
                <a:solidFill>
                  <a:prstClr val="black"/>
                </a:solidFill>
                <a:effectLst/>
                <a:uLnTx/>
                <a:uFillTx/>
                <a:latin typeface="Calibri"/>
                <a:ea typeface="Calibri"/>
                <a:cs typeface="Calibri"/>
              </a:rPr>
              <a:t>Reporting, Analytics &amp; KI‑</a:t>
            </a:r>
            <a:r>
              <a:rPr kumimoji="0" lang="en-US" sz="1000" b="1" i="0" u="none" strike="noStrike" kern="1200" cap="none" spc="0" normalizeH="0" baseline="0" noProof="0" err="1">
                <a:ln>
                  <a:noFill/>
                </a:ln>
                <a:solidFill>
                  <a:prstClr val="black"/>
                </a:solidFill>
                <a:effectLst/>
                <a:uLnTx/>
                <a:uFillTx/>
                <a:latin typeface="Calibri"/>
                <a:ea typeface="Calibri"/>
                <a:cs typeface="Calibri"/>
              </a:rPr>
              <a:t>Plattformen</a:t>
            </a:r>
            <a:r>
              <a:rPr kumimoji="0" lang="en-US" sz="1000" b="1"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a:ln>
                  <a:noFill/>
                </a:ln>
                <a:solidFill>
                  <a:prstClr val="black"/>
                </a:solidFill>
                <a:effectLst/>
                <a:uLnTx/>
                <a:uFillTx/>
                <a:latin typeface="Calibri"/>
                <a:ea typeface="Calibri"/>
                <a:cs typeface="Calibri"/>
              </a:rPr>
              <a:t>und </a:t>
            </a:r>
            <a:r>
              <a:rPr kumimoji="0" lang="en-US" sz="1000" b="0" i="0" u="none" strike="noStrike" kern="1200" cap="none" spc="0" normalizeH="0" baseline="0" noProof="0" err="1">
                <a:ln>
                  <a:noFill/>
                </a:ln>
                <a:solidFill>
                  <a:prstClr val="black"/>
                </a:solidFill>
                <a:effectLst/>
                <a:uLnTx/>
                <a:uFillTx/>
                <a:latin typeface="Calibri"/>
                <a:ea typeface="Calibri"/>
                <a:cs typeface="Calibri"/>
              </a:rPr>
              <a:t>entwickelt</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datengetriebene</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Lösungen</a:t>
            </a:r>
            <a:r>
              <a:rPr kumimoji="0" lang="en-US" sz="1000" b="0" i="0" u="none" strike="noStrike" kern="1200" cap="none" spc="0" normalizeH="0" baseline="0" noProof="0">
                <a:ln>
                  <a:noFill/>
                </a:ln>
                <a:solidFill>
                  <a:prstClr val="black"/>
                </a:solidFill>
                <a:effectLst/>
                <a:uLnTx/>
                <a:uFillTx/>
                <a:latin typeface="Calibri"/>
                <a:ea typeface="Calibri"/>
                <a:cs typeface="Calibri"/>
              </a:rPr>
              <a:t>.</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err="1">
                <a:ln>
                  <a:noFill/>
                </a:ln>
                <a:solidFill>
                  <a:prstClr val="black"/>
                </a:solidFill>
                <a:effectLst/>
                <a:uLnTx/>
                <a:uFillTx/>
                <a:latin typeface="Calibri"/>
                <a:ea typeface="Calibri"/>
                <a:cs typeface="Calibri"/>
              </a:rPr>
              <a:t>Führt</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1" i="0" u="none" strike="noStrike" kern="1200" cap="none" spc="0" normalizeH="0" baseline="0" noProof="0">
                <a:ln>
                  <a:noFill/>
                </a:ln>
                <a:solidFill>
                  <a:prstClr val="black"/>
                </a:solidFill>
                <a:effectLst/>
                <a:uLnTx/>
                <a:uFillTx/>
                <a:latin typeface="Calibri"/>
                <a:ea typeface="Calibri"/>
                <a:cs typeface="Calibri"/>
              </a:rPr>
              <a:t>SAP Basis, Tech‑Development</a:t>
            </a:r>
            <a:r>
              <a:rPr kumimoji="0" lang="en-US" sz="1000" b="0" i="0" u="none" strike="noStrike" kern="1200" cap="none" spc="0" normalizeH="0" baseline="0" noProof="0">
                <a:ln>
                  <a:noFill/>
                </a:ln>
                <a:solidFill>
                  <a:prstClr val="black"/>
                </a:solidFill>
                <a:effectLst/>
                <a:uLnTx/>
                <a:uFillTx/>
                <a:latin typeface="Calibri"/>
                <a:ea typeface="Calibri"/>
                <a:cs typeface="Calibri"/>
              </a:rPr>
              <a:t> und </a:t>
            </a:r>
            <a:r>
              <a:rPr kumimoji="0" lang="en-US" sz="1000" b="1" i="0" u="none" strike="noStrike" kern="1200" cap="none" spc="0" normalizeH="0" baseline="0" noProof="0">
                <a:ln>
                  <a:noFill/>
                </a:ln>
                <a:solidFill>
                  <a:prstClr val="black"/>
                </a:solidFill>
                <a:effectLst/>
                <a:uLnTx/>
                <a:uFillTx/>
                <a:latin typeface="Calibri"/>
                <a:ea typeface="Calibri"/>
                <a:cs typeface="Calibri"/>
              </a:rPr>
              <a:t>Master Data Management.</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err="1">
                <a:ln>
                  <a:noFill/>
                </a:ln>
                <a:solidFill>
                  <a:prstClr val="black"/>
                </a:solidFill>
                <a:effectLst/>
                <a:uLnTx/>
                <a:uFillTx/>
                <a:latin typeface="Calibri"/>
                <a:ea typeface="Calibri"/>
                <a:cs typeface="Calibri"/>
              </a:rPr>
              <a:t>Unterstützt</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globale</a:t>
            </a:r>
            <a:r>
              <a:rPr kumimoji="0" lang="en-US" sz="1000" b="0" i="0" u="none" strike="noStrike" kern="1200" cap="none" spc="0" normalizeH="0" baseline="0" noProof="0">
                <a:ln>
                  <a:noFill/>
                </a:ln>
                <a:solidFill>
                  <a:prstClr val="black"/>
                </a:solidFill>
                <a:effectLst/>
                <a:uLnTx/>
                <a:uFillTx/>
                <a:latin typeface="Calibri"/>
                <a:ea typeface="Calibri"/>
                <a:cs typeface="Calibri"/>
              </a:rPr>
              <a:t> und </a:t>
            </a:r>
            <a:r>
              <a:rPr kumimoji="0" lang="en-US" sz="1000" b="0" i="0" u="none" strike="noStrike" kern="1200" cap="none" spc="0" normalizeH="0" baseline="0" noProof="0" err="1">
                <a:ln>
                  <a:noFill/>
                </a:ln>
                <a:solidFill>
                  <a:prstClr val="black"/>
                </a:solidFill>
                <a:effectLst/>
                <a:uLnTx/>
                <a:uFillTx/>
                <a:latin typeface="Calibri"/>
                <a:ea typeface="Calibri"/>
                <a:cs typeface="Calibri"/>
              </a:rPr>
              <a:t>lokale</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1" i="0" u="none" strike="noStrike" kern="1200" cap="none" spc="0" normalizeH="0" baseline="0" noProof="0">
                <a:ln>
                  <a:noFill/>
                </a:ln>
                <a:solidFill>
                  <a:prstClr val="black"/>
                </a:solidFill>
                <a:effectLst/>
                <a:uLnTx/>
                <a:uFillTx/>
                <a:latin typeface="Calibri"/>
                <a:ea typeface="Calibri"/>
                <a:cs typeface="Calibri"/>
              </a:rPr>
              <a:t>Business‑Services</a:t>
            </a:r>
            <a:r>
              <a:rPr kumimoji="0" lang="en-US" sz="1000" b="0" i="0" u="none" strike="noStrike" kern="1200" cap="none" spc="0" normalizeH="0" baseline="0" noProof="0">
                <a:ln>
                  <a:noFill/>
                </a:ln>
                <a:solidFill>
                  <a:prstClr val="black"/>
                </a:solidFill>
                <a:effectLst/>
                <a:uLnTx/>
                <a:uFillTx/>
                <a:latin typeface="Calibri"/>
                <a:ea typeface="Calibri"/>
                <a:cs typeface="Calibri"/>
              </a:rPr>
              <a:t> an den </a:t>
            </a:r>
            <a:r>
              <a:rPr kumimoji="0" lang="en-US" sz="1000" b="0" i="0" u="none" strike="noStrike" kern="1200" cap="none" spc="0" normalizeH="0" baseline="0" noProof="0" err="1">
                <a:ln>
                  <a:noFill/>
                </a:ln>
                <a:solidFill>
                  <a:prstClr val="black"/>
                </a:solidFill>
                <a:effectLst/>
                <a:uLnTx/>
                <a:uFillTx/>
                <a:latin typeface="Calibri"/>
                <a:ea typeface="Calibri"/>
                <a:cs typeface="Calibri"/>
              </a:rPr>
              <a:t>Standorten</a:t>
            </a:r>
            <a:r>
              <a:rPr kumimoji="0" lang="en-US" sz="1000" b="0" i="0" u="none" strike="noStrike" kern="1200" cap="none" spc="0" normalizeH="0" baseline="0" noProof="0">
                <a:ln>
                  <a:noFill/>
                </a:ln>
                <a:solidFill>
                  <a:prstClr val="black"/>
                </a:solidFill>
                <a:effectLst/>
                <a:uLnTx/>
                <a:uFillTx/>
                <a:latin typeface="Calibri"/>
                <a:ea typeface="Calibri"/>
                <a:cs typeface="Calibri"/>
              </a:rPr>
              <a:t>.</a:t>
            </a:r>
          </a:p>
        </p:txBody>
      </p:sp>
      <p:sp>
        <p:nvSpPr>
          <p:cNvPr id="224" name="Rectangle 21">
            <a:extLst>
              <a:ext uri="{FF2B5EF4-FFF2-40B4-BE49-F238E27FC236}">
                <a16:creationId xmlns:a16="http://schemas.microsoft.com/office/drawing/2014/main" id="{0CD1AA35-AC38-56C1-B67E-3D2DAEA9E1CE}"/>
              </a:ext>
            </a:extLst>
          </p:cNvPr>
          <p:cNvSpPr/>
          <p:nvPr/>
        </p:nvSpPr>
        <p:spPr>
          <a:xfrm>
            <a:off x="7035409" y="898384"/>
            <a:ext cx="5034028" cy="1370229"/>
          </a:xfrm>
          <a:prstGeom prst="rect">
            <a:avLst/>
          </a:prstGeom>
          <a:solidFill>
            <a:schemeClr val="bg1"/>
          </a:solidFill>
          <a:ln w="6350" cap="flat" cmpd="sng" algn="ctr">
            <a:solidFill>
              <a:schemeClr val="accent2">
                <a:lumMod val="60000"/>
                <a:lumOff val="40000"/>
              </a:schemeClr>
            </a:solidFill>
            <a:prstDash val="solid"/>
            <a:round/>
            <a:headEnd type="none" w="med" len="med"/>
            <a:tailEnd type="none" w="med" len="med"/>
          </a:ln>
          <a:effectLst/>
        </p:spPr>
        <p:txBody>
          <a:bodyPr vert="horz" wrap="square" lIns="36000" tIns="108000" rIns="0" bIns="48000" numCol="1" rtlCol="0" anchor="t" anchorCtr="0" compatLnSpc="1">
            <a:prstTxWarp prst="textNoShape">
              <a:avLst/>
            </a:prstTxWarp>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err="1">
                <a:ln>
                  <a:noFill/>
                </a:ln>
                <a:solidFill>
                  <a:prstClr val="black"/>
                </a:solidFill>
                <a:effectLst/>
                <a:uLnTx/>
                <a:uFillTx/>
                <a:latin typeface="Calibri"/>
                <a:ea typeface="Calibri"/>
                <a:cs typeface="Calibri"/>
              </a:rPr>
              <a:t>Definiert</a:t>
            </a:r>
            <a:r>
              <a:rPr kumimoji="0" lang="en-US" sz="1000" b="0" i="0" u="none" strike="noStrike" kern="1200" cap="none" spc="0" normalizeH="0" baseline="0" noProof="0">
                <a:ln>
                  <a:noFill/>
                </a:ln>
                <a:solidFill>
                  <a:prstClr val="black"/>
                </a:solidFill>
                <a:effectLst/>
                <a:uLnTx/>
                <a:uFillTx/>
                <a:latin typeface="Calibri"/>
                <a:ea typeface="Calibri"/>
                <a:cs typeface="Calibri"/>
              </a:rPr>
              <a:t> die </a:t>
            </a:r>
            <a:r>
              <a:rPr kumimoji="0" lang="en-US" sz="1000" b="0" i="0" u="none" strike="noStrike" kern="1200" cap="none" spc="0" normalizeH="0" baseline="0" noProof="0" err="1">
                <a:ln>
                  <a:noFill/>
                </a:ln>
                <a:solidFill>
                  <a:prstClr val="black"/>
                </a:solidFill>
                <a:effectLst/>
                <a:uLnTx/>
                <a:uFillTx/>
                <a:latin typeface="Calibri"/>
                <a:ea typeface="Calibri"/>
                <a:cs typeface="Calibri"/>
              </a:rPr>
              <a:t>digitale</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1" i="0" u="none" strike="noStrike" kern="1200" cap="none" spc="0" normalizeH="0" baseline="0" noProof="0" err="1">
                <a:ln>
                  <a:noFill/>
                </a:ln>
                <a:solidFill>
                  <a:prstClr val="black"/>
                </a:solidFill>
                <a:effectLst/>
                <a:uLnTx/>
                <a:uFillTx/>
                <a:latin typeface="Calibri"/>
                <a:ea typeface="Calibri"/>
                <a:cs typeface="Calibri"/>
              </a:rPr>
              <a:t>Zielarchitektur</a:t>
            </a:r>
            <a:r>
              <a:rPr kumimoji="0" lang="en-US" sz="1000" b="0" i="0" u="none" strike="noStrike" kern="1200" cap="none" spc="0" normalizeH="0" baseline="0" noProof="0">
                <a:ln>
                  <a:noFill/>
                </a:ln>
                <a:solidFill>
                  <a:prstClr val="black"/>
                </a:solidFill>
                <a:effectLst/>
                <a:uLnTx/>
                <a:uFillTx/>
                <a:latin typeface="Calibri"/>
                <a:ea typeface="Calibri"/>
                <a:cs typeface="Calibri"/>
              </a:rPr>
              <a:t> und </a:t>
            </a:r>
            <a:r>
              <a:rPr kumimoji="0" lang="en-US" sz="1000" b="0" i="0" u="none" strike="noStrike" kern="1200" cap="none" spc="0" normalizeH="0" baseline="0" noProof="0" err="1">
                <a:ln>
                  <a:noFill/>
                </a:ln>
                <a:solidFill>
                  <a:prstClr val="black"/>
                </a:solidFill>
                <a:effectLst/>
                <a:uLnTx/>
                <a:uFillTx/>
                <a:latin typeface="Calibri"/>
                <a:ea typeface="Calibri"/>
                <a:cs typeface="Calibri"/>
              </a:rPr>
              <a:t>setzt</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strategische</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Leitplanken</a:t>
            </a:r>
            <a:r>
              <a:rPr kumimoji="0" lang="en-US" sz="1000" b="0" i="0" u="none" strike="noStrike" kern="1200" cap="none" spc="0" normalizeH="0" baseline="0" noProof="0">
                <a:ln>
                  <a:noFill/>
                </a:ln>
                <a:solidFill>
                  <a:prstClr val="black"/>
                </a:solidFill>
                <a:effectLst/>
                <a:uLnTx/>
                <a:uFillTx/>
                <a:latin typeface="Calibri"/>
                <a:ea typeface="Calibri"/>
                <a:cs typeface="Calibri"/>
              </a:rPr>
              <a:t> für die IPS.</a:t>
            </a:r>
            <a:endParaRPr kumimoji="0" lang="en-US" sz="1800" b="0" i="0" u="none" strike="noStrike" kern="1200" cap="none" spc="0" normalizeH="0" baseline="0" noProof="0">
              <a:ln>
                <a:noFill/>
              </a:ln>
              <a:solidFill>
                <a:prstClr val="black"/>
              </a:solidFill>
              <a:effectLst/>
              <a:uLnTx/>
              <a:uFillTx/>
              <a:latin typeface="Calibri"/>
              <a:ea typeface="Calibri"/>
              <a:cs typeface="Calibri"/>
            </a:endParaRP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err="1">
                <a:ln>
                  <a:noFill/>
                </a:ln>
                <a:solidFill>
                  <a:prstClr val="black"/>
                </a:solidFill>
                <a:effectLst/>
                <a:uLnTx/>
                <a:uFillTx/>
                <a:latin typeface="Calibri"/>
                <a:ea typeface="Calibri"/>
                <a:cs typeface="Calibri"/>
              </a:rPr>
              <a:t>Steuert</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1" i="0" u="none" strike="noStrike" kern="1200" cap="none" spc="0" normalizeH="0" baseline="0" noProof="0">
                <a:ln>
                  <a:noFill/>
                </a:ln>
                <a:solidFill>
                  <a:prstClr val="black"/>
                </a:solidFill>
                <a:effectLst/>
                <a:uLnTx/>
                <a:uFillTx/>
                <a:latin typeface="Calibri"/>
                <a:ea typeface="Calibri"/>
                <a:cs typeface="Calibri"/>
              </a:rPr>
              <a:t>Governance, </a:t>
            </a:r>
            <a:r>
              <a:rPr kumimoji="0" lang="en-US" sz="1000" b="1" i="0" u="none" strike="noStrike" kern="1200" cap="none" spc="0" normalizeH="0" baseline="0" noProof="0" err="1">
                <a:ln>
                  <a:noFill/>
                </a:ln>
                <a:solidFill>
                  <a:prstClr val="black"/>
                </a:solidFill>
                <a:effectLst/>
                <a:uLnTx/>
                <a:uFillTx/>
                <a:latin typeface="Calibri"/>
                <a:ea typeface="Calibri"/>
                <a:cs typeface="Calibri"/>
              </a:rPr>
              <a:t>Richtlinien</a:t>
            </a:r>
            <a:r>
              <a:rPr kumimoji="0" lang="en-US" sz="1000" b="1" i="0" u="none" strike="noStrike" kern="1200" cap="none" spc="0" normalizeH="0" baseline="0" noProof="0">
                <a:ln>
                  <a:noFill/>
                </a:ln>
                <a:solidFill>
                  <a:prstClr val="black"/>
                </a:solidFill>
                <a:effectLst/>
                <a:uLnTx/>
                <a:uFillTx/>
                <a:latin typeface="Calibri"/>
                <a:ea typeface="Calibri"/>
                <a:cs typeface="Calibri"/>
              </a:rPr>
              <a:t>, Standards</a:t>
            </a:r>
            <a:r>
              <a:rPr kumimoji="0" lang="en-US" sz="1000" b="0" i="0" u="none" strike="noStrike" kern="1200" cap="none" spc="0" normalizeH="0" baseline="0" noProof="0">
                <a:ln>
                  <a:noFill/>
                </a:ln>
                <a:solidFill>
                  <a:prstClr val="black"/>
                </a:solidFill>
                <a:effectLst/>
                <a:uLnTx/>
                <a:uFillTx/>
                <a:latin typeface="Calibri"/>
                <a:ea typeface="Calibri"/>
                <a:cs typeface="Calibri"/>
              </a:rPr>
              <a:t> und die </a:t>
            </a:r>
            <a:r>
              <a:rPr kumimoji="0" lang="en-US" sz="1000" b="0" i="0" u="none" strike="noStrike" kern="1200" cap="none" spc="0" normalizeH="0" baseline="0" noProof="0" err="1">
                <a:ln>
                  <a:noFill/>
                </a:ln>
                <a:solidFill>
                  <a:prstClr val="black"/>
                </a:solidFill>
                <a:effectLst/>
                <a:uLnTx/>
                <a:uFillTx/>
                <a:latin typeface="Calibri"/>
                <a:ea typeface="Calibri"/>
                <a:cs typeface="Calibri"/>
              </a:rPr>
              <a:t>strategische</a:t>
            </a:r>
            <a:r>
              <a:rPr kumimoji="0" lang="en-US" sz="1000" b="0" i="0" u="none" strike="noStrike" kern="1200" cap="none" spc="0" normalizeH="0" baseline="0" noProof="0">
                <a:ln>
                  <a:noFill/>
                </a:ln>
                <a:solidFill>
                  <a:prstClr val="black"/>
                </a:solidFill>
                <a:effectLst/>
                <a:uLnTx/>
                <a:uFillTx/>
                <a:latin typeface="Calibri"/>
                <a:ea typeface="Calibri"/>
                <a:cs typeface="Calibri"/>
              </a:rPr>
              <a:t> Tool‑</a:t>
            </a:r>
            <a:r>
              <a:rPr kumimoji="0" lang="en-US" sz="1000" b="0" i="0" u="none" strike="noStrike" kern="1200" cap="none" spc="0" normalizeH="0" baseline="0" noProof="0" err="1">
                <a:ln>
                  <a:noFill/>
                </a:ln>
                <a:solidFill>
                  <a:prstClr val="black"/>
                </a:solidFill>
                <a:effectLst/>
                <a:uLnTx/>
                <a:uFillTx/>
                <a:latin typeface="Calibri"/>
                <a:ea typeface="Calibri"/>
                <a:cs typeface="Calibri"/>
              </a:rPr>
              <a:t>Landschaft</a:t>
            </a:r>
            <a:r>
              <a:rPr kumimoji="0" lang="en-US" sz="1000" b="0" i="0" u="none" strike="noStrike" kern="1200" cap="none" spc="0" normalizeH="0" baseline="0" noProof="0">
                <a:ln>
                  <a:noFill/>
                </a:ln>
                <a:solidFill>
                  <a:prstClr val="black"/>
                </a:solidFill>
                <a:effectLst/>
                <a:uLnTx/>
                <a:uFillTx/>
                <a:latin typeface="Calibri"/>
                <a:ea typeface="Calibri"/>
                <a:cs typeface="Calibri"/>
              </a:rPr>
              <a:t>.</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a:ln>
                  <a:noFill/>
                </a:ln>
                <a:solidFill>
                  <a:prstClr val="black"/>
                </a:solidFill>
                <a:effectLst/>
                <a:uLnTx/>
                <a:uFillTx/>
                <a:latin typeface="Calibri"/>
                <a:ea typeface="Calibri"/>
                <a:cs typeface="Calibri"/>
              </a:rPr>
              <a:t>Plant und </a:t>
            </a:r>
            <a:r>
              <a:rPr kumimoji="0" lang="en-US" sz="1000" b="0" i="0" u="none" strike="noStrike" kern="1200" cap="none" spc="0" normalizeH="0" baseline="0" noProof="0" err="1">
                <a:ln>
                  <a:noFill/>
                </a:ln>
                <a:solidFill>
                  <a:prstClr val="black"/>
                </a:solidFill>
                <a:effectLst/>
                <a:uLnTx/>
                <a:uFillTx/>
                <a:latin typeface="Calibri"/>
                <a:ea typeface="Calibri"/>
                <a:cs typeface="Calibri"/>
              </a:rPr>
              <a:t>steuert</a:t>
            </a:r>
            <a:r>
              <a:rPr kumimoji="0" lang="en-US" sz="1000" b="0" i="0" u="none" strike="noStrike" kern="1200" cap="none" spc="0" normalizeH="0" baseline="0" noProof="0">
                <a:ln>
                  <a:noFill/>
                </a:ln>
                <a:solidFill>
                  <a:prstClr val="black"/>
                </a:solidFill>
                <a:effectLst/>
                <a:uLnTx/>
                <a:uFillTx/>
                <a:latin typeface="Calibri"/>
                <a:ea typeface="Calibri"/>
                <a:cs typeface="Calibri"/>
              </a:rPr>
              <a:t> das </a:t>
            </a:r>
            <a:r>
              <a:rPr kumimoji="0" lang="en-US" sz="1000" b="1" i="0" u="none" strike="noStrike" kern="1200" cap="none" spc="0" normalizeH="0" baseline="0" noProof="0">
                <a:ln>
                  <a:noFill/>
                </a:ln>
                <a:solidFill>
                  <a:prstClr val="black"/>
                </a:solidFill>
                <a:effectLst/>
                <a:uLnTx/>
                <a:uFillTx/>
                <a:latin typeface="Calibri"/>
                <a:ea typeface="Calibri"/>
                <a:cs typeface="Calibri"/>
              </a:rPr>
              <a:t>operative Projekt‑ und Demand‑Portfolio</a:t>
            </a:r>
            <a:r>
              <a:rPr kumimoji="0" lang="en-US" sz="1000" b="0" i="0" u="none" strike="noStrike" kern="1200" cap="none" spc="0" normalizeH="0" baseline="0" noProof="0">
                <a:ln>
                  <a:noFill/>
                </a:ln>
                <a:solidFill>
                  <a:prstClr val="black"/>
                </a:solidFill>
                <a:effectLst/>
                <a:uLnTx/>
                <a:uFillTx/>
                <a:latin typeface="Calibri"/>
                <a:ea typeface="Calibri"/>
                <a:cs typeface="Calibri"/>
              </a:rPr>
              <a:t>.</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a:ln>
                  <a:noFill/>
                </a:ln>
                <a:solidFill>
                  <a:prstClr val="black"/>
                </a:solidFill>
                <a:effectLst/>
                <a:uLnTx/>
                <a:uFillTx/>
                <a:latin typeface="Calibri"/>
                <a:ea typeface="Calibri"/>
                <a:cs typeface="Calibri"/>
              </a:rPr>
              <a:t>Sichert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globale</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Kapazitäts</a:t>
            </a:r>
            <a:r>
              <a:rPr kumimoji="0" lang="en-US" sz="1000" b="0" i="0" u="none" strike="noStrike" kern="1200" cap="none" spc="0" normalizeH="0" baseline="0" noProof="0">
                <a:ln>
                  <a:noFill/>
                </a:ln>
                <a:solidFill>
                  <a:prstClr val="black"/>
                </a:solidFill>
                <a:effectLst/>
                <a:uLnTx/>
                <a:uFillTx/>
                <a:latin typeface="Calibri"/>
                <a:ea typeface="Calibri"/>
                <a:cs typeface="Calibri"/>
              </a:rPr>
              <a:t>‑ und </a:t>
            </a:r>
            <a:r>
              <a:rPr kumimoji="0" lang="en-US" sz="1000" b="1" i="0" u="none" strike="noStrike" kern="1200" cap="none" spc="0" normalizeH="0" baseline="0" noProof="0" err="1">
                <a:ln>
                  <a:noFill/>
                </a:ln>
                <a:solidFill>
                  <a:prstClr val="black"/>
                </a:solidFill>
                <a:effectLst/>
                <a:uLnTx/>
                <a:uFillTx/>
                <a:latin typeface="Calibri"/>
                <a:ea typeface="Calibri"/>
                <a:cs typeface="Calibri"/>
              </a:rPr>
              <a:t>Ressourcenplanung</a:t>
            </a:r>
            <a:r>
              <a:rPr kumimoji="0" lang="en-US" sz="1000" b="0" i="0" u="none" strike="noStrike" kern="1200" cap="none" spc="0" normalizeH="0" baseline="0" noProof="0">
                <a:ln>
                  <a:noFill/>
                </a:ln>
                <a:solidFill>
                  <a:prstClr val="black"/>
                </a:solidFill>
                <a:effectLst/>
                <a:uLnTx/>
                <a:uFillTx/>
                <a:latin typeface="Calibri"/>
                <a:ea typeface="Calibri"/>
                <a:cs typeface="Calibri"/>
              </a:rPr>
              <a:t> I</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err="1">
                <a:ln>
                  <a:noFill/>
                </a:ln>
                <a:solidFill>
                  <a:prstClr val="black"/>
                </a:solidFill>
                <a:effectLst/>
                <a:uLnTx/>
                <a:uFillTx/>
                <a:latin typeface="Calibri"/>
                <a:ea typeface="Calibri"/>
                <a:cs typeface="Calibri"/>
              </a:rPr>
              <a:t>Führt</a:t>
            </a:r>
            <a:r>
              <a:rPr kumimoji="0" lang="en-US" sz="1000" b="0" i="0" u="none" strike="noStrike" kern="1200" cap="none" spc="0" normalizeH="0" baseline="0" noProof="0">
                <a:ln>
                  <a:noFill/>
                </a:ln>
                <a:solidFill>
                  <a:prstClr val="black"/>
                </a:solidFill>
                <a:effectLst/>
                <a:uLnTx/>
                <a:uFillTx/>
                <a:latin typeface="Calibri"/>
                <a:ea typeface="Calibri"/>
                <a:cs typeface="Calibri"/>
              </a:rPr>
              <a:t> das PMO, </a:t>
            </a:r>
            <a:r>
              <a:rPr kumimoji="0" lang="en-US" sz="1000" b="1" i="0" u="none" strike="noStrike" kern="1200" cap="none" spc="0" normalizeH="0" baseline="0" noProof="0" err="1">
                <a:ln>
                  <a:noFill/>
                </a:ln>
                <a:solidFill>
                  <a:prstClr val="black"/>
                </a:solidFill>
                <a:effectLst/>
                <a:uLnTx/>
                <a:uFillTx/>
                <a:latin typeface="Calibri"/>
                <a:ea typeface="Calibri"/>
                <a:cs typeface="Calibri"/>
              </a:rPr>
              <a:t>Testmanagement</a:t>
            </a:r>
            <a:r>
              <a:rPr kumimoji="0" lang="en-US" sz="1000" b="1" i="0" u="none" strike="noStrike" kern="1200" cap="none" spc="0" normalizeH="0" baseline="0" noProof="0">
                <a:ln>
                  <a:noFill/>
                </a:ln>
                <a:solidFill>
                  <a:prstClr val="black"/>
                </a:solidFill>
                <a:effectLst/>
                <a:uLnTx/>
                <a:uFillTx/>
                <a:latin typeface="Calibri"/>
                <a:ea typeface="Calibri"/>
                <a:cs typeface="Calibri"/>
              </a:rPr>
              <a:t>, Financial Management</a:t>
            </a:r>
            <a:r>
              <a:rPr kumimoji="0" lang="en-US" sz="1000" b="0" i="0" u="none" strike="noStrike" kern="1200" cap="none" spc="0" normalizeH="0" baseline="0" noProof="0">
                <a:ln>
                  <a:noFill/>
                </a:ln>
                <a:solidFill>
                  <a:prstClr val="black"/>
                </a:solidFill>
                <a:effectLst/>
                <a:uLnTx/>
                <a:uFillTx/>
                <a:latin typeface="Calibri"/>
                <a:ea typeface="Calibri"/>
                <a:cs typeface="Calibri"/>
              </a:rPr>
              <a:t> und das </a:t>
            </a:r>
            <a:r>
              <a:rPr kumimoji="0" lang="en-US" sz="1000" b="0" i="0" u="none" strike="noStrike" kern="1200" cap="none" spc="0" normalizeH="0" baseline="0" noProof="0" err="1">
                <a:ln>
                  <a:noFill/>
                </a:ln>
                <a:solidFill>
                  <a:prstClr val="black"/>
                </a:solidFill>
                <a:effectLst/>
                <a:uLnTx/>
                <a:uFillTx/>
                <a:latin typeface="Calibri"/>
                <a:ea typeface="Calibri"/>
                <a:cs typeface="Calibri"/>
              </a:rPr>
              <a:t>zentrale</a:t>
            </a:r>
            <a:r>
              <a:rPr kumimoji="0" lang="en-US" sz="1000" b="0" i="0" u="none" strike="noStrike" kern="1200" cap="none" spc="0" normalizeH="0" baseline="0" noProof="0">
                <a:ln>
                  <a:noFill/>
                </a:ln>
                <a:solidFill>
                  <a:prstClr val="black"/>
                </a:solidFill>
                <a:effectLst/>
                <a:uLnTx/>
                <a:uFillTx/>
                <a:latin typeface="Calibri"/>
                <a:ea typeface="Calibri"/>
                <a:cs typeface="Calibri"/>
              </a:rPr>
              <a:t> Lizenzwesen.</a:t>
            </a:r>
            <a:endParaRPr kumimoji="0" lang="en-US" sz="1800" b="0" i="0" u="none" strike="noStrike" kern="1200" cap="none" spc="0" normalizeH="0" baseline="0" noProof="0">
              <a:ln>
                <a:noFill/>
              </a:ln>
              <a:solidFill>
                <a:prstClr val="black"/>
              </a:solidFill>
              <a:effectLst/>
              <a:uLnTx/>
              <a:uFillTx/>
              <a:latin typeface="STIHL Contraface Text"/>
              <a:ea typeface="+mn-ea"/>
              <a:cs typeface="+mn-cs"/>
            </a:endParaRPr>
          </a:p>
        </p:txBody>
      </p:sp>
      <p:sp>
        <p:nvSpPr>
          <p:cNvPr id="223" name="Rectangle 21">
            <a:extLst>
              <a:ext uri="{FF2B5EF4-FFF2-40B4-BE49-F238E27FC236}">
                <a16:creationId xmlns:a16="http://schemas.microsoft.com/office/drawing/2014/main" id="{2AFBC047-1DDD-93D2-1042-05C58DCB2CD9}"/>
              </a:ext>
            </a:extLst>
          </p:cNvPr>
          <p:cNvSpPr/>
          <p:nvPr/>
        </p:nvSpPr>
        <p:spPr>
          <a:xfrm flipH="1">
            <a:off x="117088" y="3122035"/>
            <a:ext cx="2930998" cy="3416109"/>
          </a:xfrm>
          <a:prstGeom prst="rect">
            <a:avLst/>
          </a:prstGeom>
          <a:solidFill>
            <a:schemeClr val="bg1"/>
          </a:solidFill>
          <a:ln w="6350" cap="flat" cmpd="sng" algn="ctr">
            <a:solidFill>
              <a:schemeClr val="accent2">
                <a:lumMod val="60000"/>
                <a:lumOff val="40000"/>
              </a:schemeClr>
            </a:solidFill>
            <a:prstDash val="solid"/>
            <a:round/>
            <a:headEnd type="none" w="med" len="med"/>
            <a:tailEnd type="none" w="med" len="med"/>
          </a:ln>
          <a:effectLst/>
        </p:spPr>
        <p:txBody>
          <a:bodyPr vert="horz" wrap="square" lIns="36000" tIns="108000" rIns="0" bIns="48000" numCol="1" rtlCol="0" anchor="t" anchorCtr="0" compatLnSpc="1">
            <a:prstTxWarp prst="textNoShape">
              <a:avLst/>
            </a:prstTxWarp>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err="1">
                <a:ln>
                  <a:noFill/>
                </a:ln>
                <a:solidFill>
                  <a:prstClr val="black"/>
                </a:solidFill>
                <a:effectLst/>
                <a:uLnTx/>
                <a:uFillTx/>
                <a:latin typeface="Calibri"/>
                <a:ea typeface="Calibri"/>
                <a:cs typeface="Calibri"/>
              </a:rPr>
              <a:t>Steuert</a:t>
            </a:r>
            <a:r>
              <a:rPr kumimoji="0" lang="en-US" sz="1000" b="0" i="0" u="none" strike="noStrike" kern="1200" cap="none" spc="0" normalizeH="0" baseline="0" noProof="0">
                <a:ln>
                  <a:noFill/>
                </a:ln>
                <a:solidFill>
                  <a:prstClr val="black"/>
                </a:solidFill>
                <a:effectLst/>
                <a:uLnTx/>
                <a:uFillTx/>
                <a:latin typeface="Calibri"/>
                <a:ea typeface="Calibri"/>
                <a:cs typeface="Calibri"/>
              </a:rPr>
              <a:t> die </a:t>
            </a:r>
            <a:r>
              <a:rPr kumimoji="0" lang="en-US" sz="1000" b="1" i="0" u="none" strike="noStrike" kern="1200" cap="none" spc="0" normalizeH="0" baseline="0" noProof="0">
                <a:ln>
                  <a:noFill/>
                </a:ln>
                <a:solidFill>
                  <a:prstClr val="black"/>
                </a:solidFill>
                <a:effectLst/>
                <a:uLnTx/>
                <a:uFillTx/>
                <a:latin typeface="Calibri"/>
                <a:ea typeface="Calibri"/>
                <a:cs typeface="Calibri"/>
              </a:rPr>
              <a:t>End‑to‑End‑</a:t>
            </a:r>
            <a:r>
              <a:rPr kumimoji="0" lang="en-US" sz="1000" b="1" i="0" u="none" strike="noStrike" kern="1200" cap="none" spc="0" normalizeH="0" baseline="0" noProof="0" err="1">
                <a:ln>
                  <a:noFill/>
                </a:ln>
                <a:solidFill>
                  <a:prstClr val="black"/>
                </a:solidFill>
                <a:effectLst/>
                <a:uLnTx/>
                <a:uFillTx/>
                <a:latin typeface="Calibri"/>
                <a:ea typeface="Calibri"/>
                <a:cs typeface="Calibri"/>
              </a:rPr>
              <a:t>Prozesslandschaft</a:t>
            </a:r>
            <a:r>
              <a:rPr kumimoji="0" lang="en-US" sz="1000" b="0" i="0" u="none" strike="noStrike" kern="1200" cap="none" spc="0" normalizeH="0" baseline="0" noProof="0">
                <a:ln>
                  <a:noFill/>
                </a:ln>
                <a:solidFill>
                  <a:prstClr val="black"/>
                </a:solidFill>
                <a:effectLst/>
                <a:uLnTx/>
                <a:uFillTx/>
                <a:latin typeface="Calibri"/>
                <a:ea typeface="Calibri"/>
                <a:cs typeface="Calibri"/>
              </a:rPr>
              <a:t> und </a:t>
            </a:r>
            <a:r>
              <a:rPr kumimoji="0" lang="en-US" sz="1000" b="0" i="0" u="none" strike="noStrike" kern="1200" cap="none" spc="0" normalizeH="0" baseline="0" noProof="0" err="1">
                <a:ln>
                  <a:noFill/>
                </a:ln>
                <a:solidFill>
                  <a:prstClr val="black"/>
                </a:solidFill>
                <a:effectLst/>
                <a:uLnTx/>
                <a:uFillTx/>
                <a:latin typeface="Calibri"/>
                <a:ea typeface="Calibri"/>
                <a:cs typeface="Calibri"/>
              </a:rPr>
              <a:t>sichert</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globale</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Prozessharmonisierung</a:t>
            </a:r>
            <a:r>
              <a:rPr kumimoji="0" lang="en-US" sz="1000" b="0" i="0" u="none" strike="noStrike" kern="1200" cap="none" spc="0" normalizeH="0" baseline="0" noProof="0">
                <a:ln>
                  <a:noFill/>
                </a:ln>
                <a:solidFill>
                  <a:prstClr val="black"/>
                </a:solidFill>
                <a:effectLst/>
                <a:uLnTx/>
                <a:uFillTx/>
                <a:latin typeface="Calibri"/>
                <a:ea typeface="Calibri"/>
                <a:cs typeface="Calibri"/>
              </a:rPr>
              <a:t>.</a:t>
            </a:r>
            <a:endParaRPr kumimoji="0" lang="en-US" sz="1800" b="0" i="0" u="none" strike="noStrike" kern="1200" cap="none" spc="0" normalizeH="0" baseline="0" noProof="0">
              <a:ln>
                <a:noFill/>
              </a:ln>
              <a:solidFill>
                <a:prstClr val="black"/>
              </a:solidFill>
              <a:effectLst/>
              <a:uLnTx/>
              <a:uFillTx/>
              <a:latin typeface="Calibri"/>
              <a:ea typeface="Calibri"/>
              <a:cs typeface="Calibri"/>
            </a:endParaRP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err="1">
                <a:ln>
                  <a:noFill/>
                </a:ln>
                <a:solidFill>
                  <a:prstClr val="black"/>
                </a:solidFill>
                <a:effectLst/>
                <a:uLnTx/>
                <a:uFillTx/>
                <a:latin typeface="Calibri"/>
                <a:ea typeface="Calibri"/>
                <a:cs typeface="Calibri"/>
              </a:rPr>
              <a:t>Orchestriert</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1" i="0" u="none" strike="noStrike" kern="1200" cap="none" spc="0" normalizeH="0" baseline="0" noProof="0">
                <a:ln>
                  <a:noFill/>
                </a:ln>
                <a:solidFill>
                  <a:prstClr val="black"/>
                </a:solidFill>
                <a:effectLst/>
                <a:uLnTx/>
                <a:uFillTx/>
                <a:latin typeface="Calibri"/>
                <a:ea typeface="Calibri"/>
                <a:cs typeface="Calibri"/>
              </a:rPr>
              <a:t>Business‑Demands</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bewertet</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Nutzen</a:t>
            </a:r>
            <a:r>
              <a:rPr kumimoji="0" lang="en-US" sz="1000" b="0" i="0" u="none" strike="noStrike" kern="1200" cap="none" spc="0" normalizeH="0" baseline="0" noProof="0">
                <a:ln>
                  <a:noFill/>
                </a:ln>
                <a:solidFill>
                  <a:prstClr val="black"/>
                </a:solidFill>
                <a:effectLst/>
                <a:uLnTx/>
                <a:uFillTx/>
                <a:latin typeface="Calibri"/>
                <a:ea typeface="Calibri"/>
                <a:cs typeface="Calibri"/>
              </a:rPr>
              <a:t> und </a:t>
            </a:r>
            <a:r>
              <a:rPr kumimoji="0" lang="en-US" sz="1000" b="0" i="0" u="none" strike="noStrike" kern="1200" cap="none" spc="0" normalizeH="0" baseline="0" noProof="0" err="1">
                <a:ln>
                  <a:noFill/>
                </a:ln>
                <a:solidFill>
                  <a:prstClr val="black"/>
                </a:solidFill>
                <a:effectLst/>
                <a:uLnTx/>
                <a:uFillTx/>
                <a:latin typeface="Calibri"/>
                <a:ea typeface="Calibri"/>
                <a:cs typeface="Calibri"/>
              </a:rPr>
              <a:t>priorisiert</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entlang</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klarer</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Kriterien</a:t>
            </a:r>
            <a:r>
              <a:rPr kumimoji="0" lang="en-US" sz="1000" b="0" i="0" u="none" strike="noStrike" kern="1200" cap="none" spc="0" normalizeH="0" baseline="0" noProof="0">
                <a:ln>
                  <a:noFill/>
                </a:ln>
                <a:solidFill>
                  <a:prstClr val="black"/>
                </a:solidFill>
                <a:effectLst/>
                <a:uLnTx/>
                <a:uFillTx/>
                <a:latin typeface="Calibri"/>
                <a:ea typeface="Calibri"/>
                <a:cs typeface="Calibri"/>
              </a:rPr>
              <a:t>.</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err="1">
                <a:ln>
                  <a:noFill/>
                </a:ln>
                <a:solidFill>
                  <a:prstClr val="black"/>
                </a:solidFill>
                <a:effectLst/>
                <a:uLnTx/>
                <a:uFillTx/>
                <a:latin typeface="Calibri"/>
                <a:ea typeface="Calibri"/>
                <a:cs typeface="Calibri"/>
              </a:rPr>
              <a:t>Entwickelt</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optimiert</a:t>
            </a:r>
            <a:r>
              <a:rPr kumimoji="0" lang="en-US" sz="1000" b="0" i="0" u="none" strike="noStrike" kern="1200" cap="none" spc="0" normalizeH="0" baseline="0" noProof="0">
                <a:ln>
                  <a:noFill/>
                </a:ln>
                <a:solidFill>
                  <a:prstClr val="black"/>
                </a:solidFill>
                <a:effectLst/>
                <a:uLnTx/>
                <a:uFillTx/>
                <a:latin typeface="Calibri"/>
                <a:ea typeface="Calibri"/>
                <a:cs typeface="Calibri"/>
              </a:rPr>
              <a:t> und </a:t>
            </a:r>
            <a:r>
              <a:rPr kumimoji="0" lang="en-US" sz="1000" b="0" i="0" u="none" strike="noStrike" kern="1200" cap="none" spc="0" normalizeH="0" baseline="0" noProof="0" err="1">
                <a:ln>
                  <a:noFill/>
                </a:ln>
                <a:solidFill>
                  <a:prstClr val="black"/>
                </a:solidFill>
                <a:effectLst/>
                <a:uLnTx/>
                <a:uFillTx/>
                <a:latin typeface="Calibri"/>
                <a:ea typeface="Calibri"/>
                <a:cs typeface="Calibri"/>
              </a:rPr>
              <a:t>integriert</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1" i="0" u="none" strike="noStrike" kern="1200" cap="none" spc="0" normalizeH="0" baseline="0" noProof="0" err="1">
                <a:ln>
                  <a:noFill/>
                </a:ln>
                <a:solidFill>
                  <a:prstClr val="black"/>
                </a:solidFill>
                <a:effectLst/>
                <a:uLnTx/>
                <a:uFillTx/>
                <a:latin typeface="Calibri"/>
                <a:ea typeface="Calibri"/>
                <a:cs typeface="Calibri"/>
              </a:rPr>
              <a:t>Geschäftsprozesse</a:t>
            </a:r>
            <a:r>
              <a:rPr kumimoji="0" lang="en-US" sz="1000" b="1" i="0" u="none" strike="noStrike" kern="1200" cap="none" spc="0" normalizeH="0" baseline="0" noProof="0">
                <a:ln>
                  <a:noFill/>
                </a:ln>
                <a:solidFill>
                  <a:prstClr val="black"/>
                </a:solidFill>
                <a:effectLst/>
                <a:uLnTx/>
                <a:uFillTx/>
                <a:latin typeface="Calibri"/>
                <a:ea typeface="Calibri"/>
                <a:cs typeface="Calibri"/>
              </a:rPr>
              <a:t> </a:t>
            </a:r>
            <a:r>
              <a:rPr kumimoji="0" lang="en-US" sz="1000" b="1" i="0" u="none" strike="noStrike" kern="1200" cap="none" spc="0" normalizeH="0" baseline="0" noProof="0" err="1">
                <a:ln>
                  <a:noFill/>
                </a:ln>
                <a:solidFill>
                  <a:prstClr val="black"/>
                </a:solidFill>
                <a:effectLst/>
                <a:uLnTx/>
                <a:uFillTx/>
                <a:latin typeface="Calibri"/>
                <a:ea typeface="Calibri"/>
                <a:cs typeface="Calibri"/>
              </a:rPr>
              <a:t>über</a:t>
            </a:r>
            <a:r>
              <a:rPr kumimoji="0" lang="en-US" sz="1000" b="1" i="0" u="none" strike="noStrike" kern="1200" cap="none" spc="0" normalizeH="0" baseline="0" noProof="0">
                <a:ln>
                  <a:noFill/>
                </a:ln>
                <a:solidFill>
                  <a:prstClr val="black"/>
                </a:solidFill>
                <a:effectLst/>
                <a:uLnTx/>
                <a:uFillTx/>
                <a:latin typeface="Calibri"/>
                <a:ea typeface="Calibri"/>
                <a:cs typeface="Calibri"/>
              </a:rPr>
              <a:t> alle </a:t>
            </a:r>
            <a:r>
              <a:rPr kumimoji="0" lang="en-US" sz="1000" b="1" i="0" u="none" strike="noStrike" kern="1200" cap="none" spc="0" normalizeH="0" baseline="0" noProof="0" err="1">
                <a:ln>
                  <a:noFill/>
                </a:ln>
                <a:solidFill>
                  <a:prstClr val="black"/>
                </a:solidFill>
                <a:effectLst/>
                <a:uLnTx/>
                <a:uFillTx/>
                <a:latin typeface="Calibri"/>
                <a:ea typeface="Calibri"/>
                <a:cs typeface="Calibri"/>
              </a:rPr>
              <a:t>Wertströme</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hinweg</a:t>
            </a:r>
            <a:r>
              <a:rPr kumimoji="0" lang="en-US" sz="1000" b="0" i="0" u="none" strike="noStrike" kern="1200" cap="none" spc="0" normalizeH="0" baseline="0" noProof="0">
                <a:ln>
                  <a:noFill/>
                </a:ln>
                <a:solidFill>
                  <a:prstClr val="black"/>
                </a:solidFill>
                <a:effectLst/>
                <a:uLnTx/>
                <a:uFillTx/>
                <a:latin typeface="Calibri"/>
                <a:ea typeface="Calibri"/>
                <a:cs typeface="Calibri"/>
              </a:rPr>
              <a:t>.</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err="1">
                <a:ln>
                  <a:noFill/>
                </a:ln>
                <a:solidFill>
                  <a:prstClr val="black"/>
                </a:solidFill>
                <a:effectLst/>
                <a:uLnTx/>
                <a:uFillTx/>
                <a:latin typeface="Calibri"/>
                <a:ea typeface="Calibri"/>
                <a:cs typeface="Calibri"/>
              </a:rPr>
              <a:t>Etabliert</a:t>
            </a:r>
            <a:r>
              <a:rPr kumimoji="0" lang="en-US" sz="1000" b="0" i="0" u="none" strike="noStrike" kern="1200" cap="none" spc="0" normalizeH="0" baseline="0" noProof="0">
                <a:ln>
                  <a:noFill/>
                </a:ln>
                <a:solidFill>
                  <a:prstClr val="black"/>
                </a:solidFill>
                <a:effectLst/>
                <a:uLnTx/>
                <a:uFillTx/>
                <a:latin typeface="Calibri"/>
                <a:ea typeface="Calibri"/>
                <a:cs typeface="Calibri"/>
              </a:rPr>
              <a:t> und </a:t>
            </a:r>
            <a:r>
              <a:rPr kumimoji="0" lang="en-US" sz="1000" b="0" i="0" u="none" strike="noStrike" kern="1200" cap="none" spc="0" normalizeH="0" baseline="0" noProof="0" err="1">
                <a:ln>
                  <a:noFill/>
                </a:ln>
                <a:solidFill>
                  <a:prstClr val="black"/>
                </a:solidFill>
                <a:effectLst/>
                <a:uLnTx/>
                <a:uFillTx/>
                <a:latin typeface="Calibri"/>
                <a:ea typeface="Calibri"/>
                <a:cs typeface="Calibri"/>
              </a:rPr>
              <a:t>führt</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1" i="0" u="none" strike="noStrike" kern="1200" cap="none" spc="0" normalizeH="0" baseline="0" noProof="0" err="1">
                <a:ln>
                  <a:noFill/>
                </a:ln>
                <a:solidFill>
                  <a:prstClr val="black"/>
                </a:solidFill>
                <a:effectLst/>
                <a:uLnTx/>
                <a:uFillTx/>
                <a:latin typeface="Calibri"/>
                <a:ea typeface="Calibri"/>
                <a:cs typeface="Calibri"/>
              </a:rPr>
              <a:t>Prozess</a:t>
            </a:r>
            <a:r>
              <a:rPr kumimoji="0" lang="en-US" sz="1000" b="1" i="0" u="none" strike="noStrike" kern="1200" cap="none" spc="0" normalizeH="0" baseline="0" noProof="0">
                <a:ln>
                  <a:noFill/>
                </a:ln>
                <a:solidFill>
                  <a:prstClr val="black"/>
                </a:solidFill>
                <a:effectLst/>
                <a:uLnTx/>
                <a:uFillTx/>
                <a:latin typeface="Calibri"/>
                <a:ea typeface="Calibri"/>
                <a:cs typeface="Calibri"/>
              </a:rPr>
              <a:t>- und Daten‑Governance</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sowie</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einheitliche</a:t>
            </a:r>
            <a:r>
              <a:rPr kumimoji="0" lang="en-US" sz="1000" b="0" i="0" u="none" strike="noStrike" kern="1200" cap="none" spc="0" normalizeH="0" baseline="0" noProof="0">
                <a:ln>
                  <a:noFill/>
                </a:ln>
                <a:solidFill>
                  <a:prstClr val="black"/>
                </a:solidFill>
                <a:effectLst/>
                <a:uLnTx/>
                <a:uFillTx/>
                <a:latin typeface="Calibri"/>
                <a:ea typeface="Calibri"/>
                <a:cs typeface="Calibri"/>
              </a:rPr>
              <a:t> Standards.</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err="1">
                <a:ln>
                  <a:noFill/>
                </a:ln>
                <a:solidFill>
                  <a:prstClr val="black"/>
                </a:solidFill>
                <a:effectLst/>
                <a:uLnTx/>
                <a:uFillTx/>
                <a:latin typeface="Calibri"/>
                <a:ea typeface="Calibri"/>
                <a:cs typeface="Calibri"/>
              </a:rPr>
              <a:t>Unterstützt</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Programme</a:t>
            </a:r>
            <a:r>
              <a:rPr kumimoji="0" lang="en-US" sz="1000" b="0" i="0" u="none" strike="noStrike" kern="1200" cap="none" spc="0" normalizeH="0" baseline="0" noProof="0">
                <a:ln>
                  <a:noFill/>
                </a:ln>
                <a:solidFill>
                  <a:prstClr val="black"/>
                </a:solidFill>
                <a:effectLst/>
                <a:uLnTx/>
                <a:uFillTx/>
                <a:latin typeface="Calibri"/>
                <a:ea typeface="Calibri"/>
                <a:cs typeface="Calibri"/>
              </a:rPr>
              <a:t> und </a:t>
            </a:r>
            <a:r>
              <a:rPr kumimoji="0" lang="en-US" sz="1000" b="0" i="0" u="none" strike="noStrike" kern="1200" cap="none" spc="0" normalizeH="0" baseline="0" noProof="0" err="1">
                <a:ln>
                  <a:noFill/>
                </a:ln>
                <a:solidFill>
                  <a:prstClr val="black"/>
                </a:solidFill>
                <a:effectLst/>
                <a:uLnTx/>
                <a:uFillTx/>
                <a:latin typeface="Calibri"/>
                <a:ea typeface="Calibri"/>
                <a:cs typeface="Calibri"/>
              </a:rPr>
              <a:t>Großprojekte</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mit</a:t>
            </a:r>
            <a:r>
              <a:rPr kumimoji="0" lang="en-US" sz="1000" b="0" i="0" u="none" strike="noStrike" kern="1200" cap="none" spc="0" normalizeH="0" baseline="0" noProof="0">
                <a:ln>
                  <a:noFill/>
                </a:ln>
                <a:solidFill>
                  <a:prstClr val="black"/>
                </a:solidFill>
                <a:effectLst/>
                <a:uLnTx/>
                <a:uFillTx/>
                <a:latin typeface="Calibri"/>
                <a:ea typeface="Calibri"/>
                <a:cs typeface="Calibri"/>
              </a:rPr>
              <a:t> </a:t>
            </a:r>
            <a:r>
              <a:rPr kumimoji="0" lang="en-US" sz="1000" b="0" i="0" u="none" strike="noStrike" kern="1200" cap="none" spc="0" normalizeH="0" baseline="0" noProof="0" err="1">
                <a:ln>
                  <a:noFill/>
                </a:ln>
                <a:solidFill>
                  <a:prstClr val="black"/>
                </a:solidFill>
                <a:effectLst/>
                <a:uLnTx/>
                <a:uFillTx/>
                <a:latin typeface="Calibri"/>
                <a:ea typeface="Calibri"/>
                <a:cs typeface="Calibri"/>
              </a:rPr>
              <a:t>prozessualer</a:t>
            </a:r>
            <a:r>
              <a:rPr kumimoji="0" lang="en-US" sz="1000" b="0" i="0" u="none" strike="noStrike" kern="1200" cap="none" spc="0" normalizeH="0" baseline="0" noProof="0">
                <a:ln>
                  <a:noFill/>
                </a:ln>
                <a:solidFill>
                  <a:prstClr val="black"/>
                </a:solidFill>
                <a:effectLst/>
                <a:uLnTx/>
                <a:uFillTx/>
                <a:latin typeface="Calibri"/>
                <a:ea typeface="Calibri"/>
                <a:cs typeface="Calibri"/>
              </a:rPr>
              <a:t> Expertise und E2E‑Sicht.</a:t>
            </a:r>
          </a:p>
        </p:txBody>
      </p:sp>
      <p:sp>
        <p:nvSpPr>
          <p:cNvPr id="5" name="Rectangle 30">
            <a:extLst>
              <a:ext uri="{FF2B5EF4-FFF2-40B4-BE49-F238E27FC236}">
                <a16:creationId xmlns:a16="http://schemas.microsoft.com/office/drawing/2014/main" id="{13803494-784A-6FE1-EBD5-D1BD5759576D}"/>
              </a:ext>
            </a:extLst>
          </p:cNvPr>
          <p:cNvSpPr/>
          <p:nvPr/>
        </p:nvSpPr>
        <p:spPr>
          <a:xfrm>
            <a:off x="7028778" y="515618"/>
            <a:ext cx="5022965" cy="364541"/>
          </a:xfrm>
          <a:prstGeom prst="rect">
            <a:avLst/>
          </a:prstGeom>
          <a:solidFill>
            <a:schemeClr val="accent2">
              <a:lumMod val="60000"/>
              <a:lumOff val="40000"/>
            </a:schemeClr>
          </a:solidFill>
          <a:ln w="285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1" i="1" u="none" strike="noStrike" kern="1200" cap="none" spc="0" normalizeH="0" baseline="0" noProof="0">
                <a:ln>
                  <a:noFill/>
                </a:ln>
                <a:solidFill>
                  <a:prstClr val="black"/>
                </a:solidFill>
                <a:effectLst/>
                <a:uLnTx/>
                <a:uFillTx/>
                <a:latin typeface="Calibri"/>
                <a:ea typeface="Calibri"/>
                <a:cs typeface="Calibri"/>
              </a:rPr>
              <a:t>IPS Management Office </a:t>
            </a:r>
          </a:p>
        </p:txBody>
      </p:sp>
      <p:sp>
        <p:nvSpPr>
          <p:cNvPr id="37" name="Rectangle 30">
            <a:extLst>
              <a:ext uri="{FF2B5EF4-FFF2-40B4-BE49-F238E27FC236}">
                <a16:creationId xmlns:a16="http://schemas.microsoft.com/office/drawing/2014/main" id="{62637497-0ECE-6ED8-0ACB-AE4D6A801DCC}"/>
              </a:ext>
            </a:extLst>
          </p:cNvPr>
          <p:cNvSpPr/>
          <p:nvPr/>
        </p:nvSpPr>
        <p:spPr>
          <a:xfrm flipH="1">
            <a:off x="3153767" y="2730541"/>
            <a:ext cx="2927313" cy="364541"/>
          </a:xfrm>
          <a:prstGeom prst="rect">
            <a:avLst/>
          </a:prstGeom>
          <a:solidFill>
            <a:schemeClr val="accent2">
              <a:lumMod val="60000"/>
              <a:lumOff val="40000"/>
            </a:schemeClr>
          </a:solidFill>
          <a:ln w="285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1" i="1" u="none" strike="noStrike" kern="1200" cap="none" spc="0" normalizeH="0" baseline="0" noProof="0">
                <a:ln>
                  <a:noFill/>
                </a:ln>
                <a:solidFill>
                  <a:prstClr val="black"/>
                </a:solidFill>
                <a:effectLst/>
                <a:uLnTx/>
                <a:uFillTx/>
                <a:latin typeface="Calibri"/>
                <a:ea typeface="Calibri"/>
                <a:cs typeface="Calibri"/>
              </a:rPr>
              <a:t>Business Solutions &amp; Services</a:t>
            </a:r>
          </a:p>
        </p:txBody>
      </p:sp>
      <p:sp>
        <p:nvSpPr>
          <p:cNvPr id="65" name="Rectangle 30">
            <a:extLst>
              <a:ext uri="{FF2B5EF4-FFF2-40B4-BE49-F238E27FC236}">
                <a16:creationId xmlns:a16="http://schemas.microsoft.com/office/drawing/2014/main" id="{21E65A50-CF23-1198-8999-33BAC8BE751C}"/>
              </a:ext>
            </a:extLst>
          </p:cNvPr>
          <p:cNvSpPr/>
          <p:nvPr/>
        </p:nvSpPr>
        <p:spPr>
          <a:xfrm>
            <a:off x="145655" y="482636"/>
            <a:ext cx="5036101" cy="364652"/>
          </a:xfrm>
          <a:prstGeom prst="rect">
            <a:avLst/>
          </a:prstGeom>
          <a:solidFill>
            <a:schemeClr val="accent2">
              <a:lumMod val="60000"/>
              <a:lumOff val="40000"/>
            </a:schemeClr>
          </a:solidFill>
          <a:ln w="285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a:ln>
                  <a:noFill/>
                </a:ln>
                <a:solidFill>
                  <a:prstClr val="black"/>
                </a:solidFill>
                <a:effectLst/>
                <a:uLnTx/>
                <a:uFillTx/>
                <a:latin typeface="Calibri"/>
                <a:ea typeface="Calibri"/>
                <a:cs typeface="Calibri"/>
              </a:rPr>
              <a:t>Enterprise Architecture  &amp; Innovation</a:t>
            </a:r>
            <a:endParaRPr kumimoji="0" lang="en-US" sz="900" b="0" i="0" u="none" strike="noStrike" kern="1200" cap="none" spc="0" normalizeH="0" baseline="0" noProof="0" err="1">
              <a:ln>
                <a:noFill/>
              </a:ln>
              <a:solidFill>
                <a:prstClr val="black"/>
              </a:solidFill>
              <a:effectLst/>
              <a:uLnTx/>
              <a:uFillTx/>
              <a:latin typeface="Calibri"/>
              <a:ea typeface="Calibri"/>
              <a:cs typeface="Calibri"/>
            </a:endParaRPr>
          </a:p>
        </p:txBody>
      </p:sp>
      <p:sp>
        <p:nvSpPr>
          <p:cNvPr id="75" name="Rectangle 30">
            <a:extLst>
              <a:ext uri="{FF2B5EF4-FFF2-40B4-BE49-F238E27FC236}">
                <a16:creationId xmlns:a16="http://schemas.microsoft.com/office/drawing/2014/main" id="{2C960353-ED1F-A4DC-B389-89A4DB0C7939}"/>
              </a:ext>
            </a:extLst>
          </p:cNvPr>
          <p:cNvSpPr/>
          <p:nvPr/>
        </p:nvSpPr>
        <p:spPr>
          <a:xfrm rot="10800000" flipV="1">
            <a:off x="9174318" y="2743929"/>
            <a:ext cx="2928287" cy="360448"/>
          </a:xfrm>
          <a:prstGeom prst="rect">
            <a:avLst/>
          </a:prstGeom>
          <a:solidFill>
            <a:schemeClr val="accent2">
              <a:lumMod val="60000"/>
              <a:lumOff val="40000"/>
            </a:schemeClr>
          </a:solidFill>
          <a:ln w="285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a:ln>
                  <a:noFill/>
                </a:ln>
                <a:solidFill>
                  <a:prstClr val="black"/>
                </a:solidFill>
                <a:effectLst/>
                <a:uLnTx/>
                <a:uFillTx/>
                <a:latin typeface="Calibri"/>
                <a:ea typeface="Calibri"/>
                <a:cs typeface="Calibri"/>
              </a:rPr>
              <a:t>Cyber Security</a:t>
            </a:r>
            <a:endParaRPr kumimoji="0" lang="en-US" sz="900" b="0" i="0" u="none" strike="noStrike" kern="1200" cap="none" spc="0" normalizeH="0" baseline="0" noProof="0">
              <a:ln>
                <a:noFill/>
              </a:ln>
              <a:solidFill>
                <a:prstClr val="black"/>
              </a:solidFill>
              <a:effectLst/>
              <a:uLnTx/>
              <a:uFillTx/>
              <a:latin typeface="Calibri"/>
              <a:ea typeface="Calibri"/>
              <a:cs typeface="Calibri"/>
            </a:endParaRPr>
          </a:p>
        </p:txBody>
      </p:sp>
      <p:sp>
        <p:nvSpPr>
          <p:cNvPr id="113" name="Rectangle 30">
            <a:extLst>
              <a:ext uri="{FF2B5EF4-FFF2-40B4-BE49-F238E27FC236}">
                <a16:creationId xmlns:a16="http://schemas.microsoft.com/office/drawing/2014/main" id="{3D16DA7A-3FBD-67B9-4E78-9DAD5BCF0A25}"/>
              </a:ext>
            </a:extLst>
          </p:cNvPr>
          <p:cNvSpPr/>
          <p:nvPr/>
        </p:nvSpPr>
        <p:spPr>
          <a:xfrm flipH="1">
            <a:off x="6160932" y="2734911"/>
            <a:ext cx="2927705" cy="377324"/>
          </a:xfrm>
          <a:prstGeom prst="rect">
            <a:avLst/>
          </a:prstGeom>
          <a:solidFill>
            <a:schemeClr val="accent2">
              <a:lumMod val="60000"/>
              <a:lumOff val="40000"/>
            </a:schemeClr>
          </a:solidFill>
          <a:ln w="285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a:ln>
                  <a:noFill/>
                </a:ln>
                <a:solidFill>
                  <a:prstClr val="black"/>
                </a:solidFill>
                <a:effectLst/>
                <a:uLnTx/>
                <a:uFillTx/>
                <a:latin typeface="Calibri"/>
                <a:ea typeface="Calibri"/>
                <a:cs typeface="Calibri"/>
              </a:rPr>
              <a:t>Technical Solutions &amp; Services</a:t>
            </a:r>
            <a:endParaRPr kumimoji="0" lang="en-US" sz="900" b="0" i="0" u="none" strike="noStrike" kern="1200" cap="none" spc="0" normalizeH="0" baseline="0" noProof="0">
              <a:ln>
                <a:noFill/>
              </a:ln>
              <a:solidFill>
                <a:prstClr val="black"/>
              </a:solidFill>
              <a:effectLst/>
              <a:uLnTx/>
              <a:uFillTx/>
              <a:latin typeface="Calibri"/>
              <a:ea typeface="Calibri"/>
              <a:cs typeface="Calibri"/>
            </a:endParaRPr>
          </a:p>
        </p:txBody>
      </p:sp>
      <p:sp>
        <p:nvSpPr>
          <p:cNvPr id="171" name="Rectangle 48">
            <a:extLst>
              <a:ext uri="{FF2B5EF4-FFF2-40B4-BE49-F238E27FC236}">
                <a16:creationId xmlns:a16="http://schemas.microsoft.com/office/drawing/2014/main" id="{235BF806-B2F7-A964-BEA2-2C26A02218AB}"/>
              </a:ext>
            </a:extLst>
          </p:cNvPr>
          <p:cNvSpPr/>
          <p:nvPr/>
        </p:nvSpPr>
        <p:spPr>
          <a:xfrm>
            <a:off x="5042030" y="105040"/>
            <a:ext cx="2062761" cy="260204"/>
          </a:xfrm>
          <a:prstGeom prst="rect">
            <a:avLst/>
          </a:prstGeom>
          <a:solidFill>
            <a:schemeClr val="accent2"/>
          </a:solidFill>
          <a:ln w="6350">
            <a:solidFill>
              <a:schemeClr val="accent2">
                <a:lumMod val="20000"/>
                <a:lumOff val="8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Calibri"/>
                <a:cs typeface="Calibri"/>
              </a:rPr>
              <a:t>CIO</a:t>
            </a:r>
          </a:p>
        </p:txBody>
      </p:sp>
      <p:sp>
        <p:nvSpPr>
          <p:cNvPr id="173" name="Rectangle 30">
            <a:extLst>
              <a:ext uri="{FF2B5EF4-FFF2-40B4-BE49-F238E27FC236}">
                <a16:creationId xmlns:a16="http://schemas.microsoft.com/office/drawing/2014/main" id="{3BE83811-4BBE-8076-B768-C68A3B3B7316}"/>
              </a:ext>
            </a:extLst>
          </p:cNvPr>
          <p:cNvSpPr/>
          <p:nvPr/>
        </p:nvSpPr>
        <p:spPr>
          <a:xfrm>
            <a:off x="114953" y="2717982"/>
            <a:ext cx="2930246" cy="364541"/>
          </a:xfrm>
          <a:prstGeom prst="rect">
            <a:avLst/>
          </a:prstGeom>
          <a:solidFill>
            <a:schemeClr val="accent2">
              <a:lumMod val="60000"/>
              <a:lumOff val="40000"/>
            </a:schemeClr>
          </a:solidFill>
          <a:ln w="285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a:ln>
                  <a:noFill/>
                </a:ln>
                <a:solidFill>
                  <a:prstClr val="black"/>
                </a:solidFill>
                <a:effectLst/>
                <a:uLnTx/>
                <a:uFillTx/>
                <a:latin typeface="Calibri"/>
                <a:ea typeface="Calibri"/>
                <a:cs typeface="Calibri"/>
              </a:rPr>
              <a:t>Digital Transformation &amp; Process Excellence</a:t>
            </a:r>
            <a:endParaRPr kumimoji="0" lang="en-US" sz="900" b="0" i="0" u="none" strike="noStrike" kern="1200" cap="none" spc="0" normalizeH="0" baseline="0" noProof="0">
              <a:ln>
                <a:noFill/>
              </a:ln>
              <a:solidFill>
                <a:prstClr val="black"/>
              </a:solidFill>
              <a:effectLst/>
              <a:uLnTx/>
              <a:uFillTx/>
              <a:latin typeface="Calibri"/>
              <a:ea typeface="Calibri"/>
              <a:cs typeface="Calibri"/>
            </a:endParaRPr>
          </a:p>
        </p:txBody>
      </p:sp>
      <p:sp>
        <p:nvSpPr>
          <p:cNvPr id="229" name="Rectangle 30">
            <a:extLst>
              <a:ext uri="{FF2B5EF4-FFF2-40B4-BE49-F238E27FC236}">
                <a16:creationId xmlns:a16="http://schemas.microsoft.com/office/drawing/2014/main" id="{AA364B54-07F4-A381-4C09-9B056FF07C03}"/>
              </a:ext>
            </a:extLst>
          </p:cNvPr>
          <p:cNvSpPr/>
          <p:nvPr/>
        </p:nvSpPr>
        <p:spPr>
          <a:xfrm>
            <a:off x="7091670" y="2028817"/>
            <a:ext cx="4937786" cy="216115"/>
          </a:xfrm>
          <a:prstGeom prst="rect">
            <a:avLst/>
          </a:prstGeom>
          <a:solidFill>
            <a:schemeClr val="accent2">
              <a:lumMod val="20000"/>
              <a:lumOff val="80000"/>
            </a:schemeClr>
          </a:solidFill>
          <a:ln w="285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900" b="1" i="1" u="none" strike="noStrike" kern="1200" cap="none" spc="0" normalizeH="0" baseline="0" noProof="0">
              <a:ln>
                <a:noFill/>
              </a:ln>
              <a:solidFill>
                <a:prstClr val="black"/>
              </a:solidFill>
              <a:effectLst/>
              <a:uLnTx/>
              <a:uFillTx/>
              <a:latin typeface="Calibri"/>
              <a:ea typeface="Calibri"/>
              <a:cs typeface="Calibri"/>
            </a:endParaRPr>
          </a:p>
        </p:txBody>
      </p:sp>
      <p:sp>
        <p:nvSpPr>
          <p:cNvPr id="230" name="Rectangle 30">
            <a:extLst>
              <a:ext uri="{FF2B5EF4-FFF2-40B4-BE49-F238E27FC236}">
                <a16:creationId xmlns:a16="http://schemas.microsoft.com/office/drawing/2014/main" id="{2F26824B-B43B-7783-F401-ACD1E1FB4378}"/>
              </a:ext>
            </a:extLst>
          </p:cNvPr>
          <p:cNvSpPr/>
          <p:nvPr/>
        </p:nvSpPr>
        <p:spPr>
          <a:xfrm flipH="1">
            <a:off x="3197477" y="6295461"/>
            <a:ext cx="2831575" cy="216115"/>
          </a:xfrm>
          <a:prstGeom prst="rect">
            <a:avLst/>
          </a:prstGeom>
          <a:solidFill>
            <a:schemeClr val="accent2">
              <a:lumMod val="20000"/>
              <a:lumOff val="80000"/>
            </a:schemeClr>
          </a:solidFill>
          <a:ln w="285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900" b="1" i="1" u="none" strike="noStrike" kern="1200" cap="none" spc="0" normalizeH="0" baseline="0" noProof="0">
              <a:ln>
                <a:noFill/>
              </a:ln>
              <a:solidFill>
                <a:prstClr val="black"/>
              </a:solidFill>
              <a:effectLst/>
              <a:uLnTx/>
              <a:uFillTx/>
              <a:latin typeface="Calibri"/>
              <a:ea typeface="Calibri"/>
              <a:cs typeface="Calibri"/>
            </a:endParaRPr>
          </a:p>
        </p:txBody>
      </p:sp>
      <p:sp>
        <p:nvSpPr>
          <p:cNvPr id="231" name="Rectangle 30">
            <a:extLst>
              <a:ext uri="{FF2B5EF4-FFF2-40B4-BE49-F238E27FC236}">
                <a16:creationId xmlns:a16="http://schemas.microsoft.com/office/drawing/2014/main" id="{328DC1DC-A2E2-91AF-EB54-E168FF0B817D}"/>
              </a:ext>
            </a:extLst>
          </p:cNvPr>
          <p:cNvSpPr/>
          <p:nvPr/>
        </p:nvSpPr>
        <p:spPr>
          <a:xfrm rot="10800000" flipH="1" flipV="1">
            <a:off x="9241131" y="6308188"/>
            <a:ext cx="2837900" cy="220304"/>
          </a:xfrm>
          <a:prstGeom prst="rect">
            <a:avLst/>
          </a:prstGeom>
          <a:solidFill>
            <a:schemeClr val="accent2">
              <a:lumMod val="20000"/>
              <a:lumOff val="80000"/>
            </a:schemeClr>
          </a:solidFill>
          <a:ln w="285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a:ln>
                <a:noFill/>
              </a:ln>
              <a:solidFill>
                <a:prstClr val="black"/>
              </a:solidFill>
              <a:effectLst/>
              <a:uLnTx/>
              <a:uFillTx/>
              <a:latin typeface="Calibri"/>
              <a:ea typeface="Calibri"/>
              <a:cs typeface="Calibri"/>
            </a:endParaRPr>
          </a:p>
        </p:txBody>
      </p:sp>
      <p:sp>
        <p:nvSpPr>
          <p:cNvPr id="232" name="Rectangle 30">
            <a:extLst>
              <a:ext uri="{FF2B5EF4-FFF2-40B4-BE49-F238E27FC236}">
                <a16:creationId xmlns:a16="http://schemas.microsoft.com/office/drawing/2014/main" id="{86DB7D62-B46F-67BC-0251-A4CCA1B1111E}"/>
              </a:ext>
            </a:extLst>
          </p:cNvPr>
          <p:cNvSpPr/>
          <p:nvPr/>
        </p:nvSpPr>
        <p:spPr>
          <a:xfrm>
            <a:off x="6209580" y="6319370"/>
            <a:ext cx="2838482" cy="220615"/>
          </a:xfrm>
          <a:prstGeom prst="rect">
            <a:avLst/>
          </a:prstGeom>
          <a:solidFill>
            <a:schemeClr val="accent2">
              <a:lumMod val="20000"/>
              <a:lumOff val="80000"/>
            </a:schemeClr>
          </a:solidFill>
          <a:ln w="285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a:ln>
                <a:noFill/>
              </a:ln>
              <a:solidFill>
                <a:prstClr val="black"/>
              </a:solidFill>
              <a:effectLst/>
              <a:uLnTx/>
              <a:uFillTx/>
              <a:latin typeface="Calibri"/>
              <a:ea typeface="Calibri"/>
              <a:cs typeface="Calibri"/>
            </a:endParaRPr>
          </a:p>
        </p:txBody>
      </p:sp>
      <p:sp>
        <p:nvSpPr>
          <p:cNvPr id="233" name="Rectangle 30">
            <a:extLst>
              <a:ext uri="{FF2B5EF4-FFF2-40B4-BE49-F238E27FC236}">
                <a16:creationId xmlns:a16="http://schemas.microsoft.com/office/drawing/2014/main" id="{C886A37D-D753-A070-6261-C88D24839457}"/>
              </a:ext>
            </a:extLst>
          </p:cNvPr>
          <p:cNvSpPr/>
          <p:nvPr/>
        </p:nvSpPr>
        <p:spPr>
          <a:xfrm>
            <a:off x="155516" y="6300954"/>
            <a:ext cx="2839198" cy="216115"/>
          </a:xfrm>
          <a:prstGeom prst="rect">
            <a:avLst/>
          </a:prstGeom>
          <a:solidFill>
            <a:schemeClr val="accent2">
              <a:lumMod val="20000"/>
              <a:lumOff val="80000"/>
            </a:schemeClr>
          </a:solidFill>
          <a:ln w="285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a:ln>
                <a:noFill/>
              </a:ln>
              <a:solidFill>
                <a:prstClr val="black"/>
              </a:solidFill>
              <a:effectLst/>
              <a:uLnTx/>
              <a:uFillTx/>
              <a:latin typeface="Calibri"/>
              <a:ea typeface="Calibri"/>
              <a:cs typeface="Calibri"/>
            </a:endParaRPr>
          </a:p>
        </p:txBody>
      </p:sp>
      <p:sp>
        <p:nvSpPr>
          <p:cNvPr id="234" name="Rectangle 30">
            <a:extLst>
              <a:ext uri="{FF2B5EF4-FFF2-40B4-BE49-F238E27FC236}">
                <a16:creationId xmlns:a16="http://schemas.microsoft.com/office/drawing/2014/main" id="{251F8E86-99B1-84A6-A2E1-57A4ECB5A0FC}"/>
              </a:ext>
            </a:extLst>
          </p:cNvPr>
          <p:cNvSpPr/>
          <p:nvPr/>
        </p:nvSpPr>
        <p:spPr>
          <a:xfrm>
            <a:off x="195138" y="1982941"/>
            <a:ext cx="4941758" cy="215454"/>
          </a:xfrm>
          <a:prstGeom prst="rect">
            <a:avLst/>
          </a:prstGeom>
          <a:solidFill>
            <a:schemeClr val="accent2">
              <a:lumMod val="20000"/>
              <a:lumOff val="80000"/>
            </a:schemeClr>
          </a:solidFill>
          <a:ln w="285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900" b="1" i="1" u="none" strike="noStrike" kern="1200" cap="none" spc="0" normalizeH="0" baseline="0" noProof="0">
              <a:ln>
                <a:noFill/>
              </a:ln>
              <a:solidFill>
                <a:prstClr val="black"/>
              </a:solidFill>
              <a:effectLst/>
              <a:uLnTx/>
              <a:uFillTx/>
              <a:latin typeface="Calibri"/>
              <a:ea typeface="Calibri"/>
              <a:cs typeface="Calibri"/>
            </a:endParaRPr>
          </a:p>
        </p:txBody>
      </p:sp>
      <p:cxnSp>
        <p:nvCxnSpPr>
          <p:cNvPr id="3" name="Gerade Verbindung mit Pfeil 2">
            <a:extLst>
              <a:ext uri="{FF2B5EF4-FFF2-40B4-BE49-F238E27FC236}">
                <a16:creationId xmlns:a16="http://schemas.microsoft.com/office/drawing/2014/main" id="{9FEAA97A-3AD6-F1E1-FBD6-83CBCBB2B10C}"/>
              </a:ext>
            </a:extLst>
          </p:cNvPr>
          <p:cNvCxnSpPr>
            <a:cxnSpLocks/>
            <a:stCxn id="171" idx="2"/>
          </p:cNvCxnSpPr>
          <p:nvPr/>
        </p:nvCxnSpPr>
        <p:spPr>
          <a:xfrm flipH="1">
            <a:off x="6070845" y="365244"/>
            <a:ext cx="2566" cy="2188677"/>
          </a:xfrm>
          <a:prstGeom prst="straightConnector1">
            <a:avLst/>
          </a:prstGeom>
          <a:ln/>
        </p:spPr>
        <p:style>
          <a:lnRef idx="2">
            <a:schemeClr val="dk1"/>
          </a:lnRef>
          <a:fillRef idx="0">
            <a:schemeClr val="dk1"/>
          </a:fillRef>
          <a:effectRef idx="1">
            <a:schemeClr val="dk1"/>
          </a:effectRef>
          <a:fontRef idx="minor">
            <a:schemeClr val="tx1"/>
          </a:fontRef>
        </p:style>
      </p:cxnSp>
      <p:sp>
        <p:nvSpPr>
          <p:cNvPr id="197" name="Rechteck: abgerundete Ecken 42">
            <a:extLst>
              <a:ext uri="{FF2B5EF4-FFF2-40B4-BE49-F238E27FC236}">
                <a16:creationId xmlns:a16="http://schemas.microsoft.com/office/drawing/2014/main" id="{8B63FD31-C2D4-D172-964F-8B0255A4B0C2}"/>
              </a:ext>
            </a:extLst>
          </p:cNvPr>
          <p:cNvSpPr/>
          <p:nvPr/>
        </p:nvSpPr>
        <p:spPr bwMode="auto">
          <a:xfrm>
            <a:off x="5500588" y="659848"/>
            <a:ext cx="1116154" cy="281307"/>
          </a:xfrm>
          <a:prstGeom prst="rect">
            <a:avLst/>
          </a:prstGeom>
          <a:solidFill>
            <a:schemeClr val="accent2">
              <a:lumMod val="20000"/>
              <a:lumOff val="80000"/>
            </a:schemeClr>
          </a:solidFill>
          <a:ln w="28575">
            <a:solidFill>
              <a:schemeClr val="bg1"/>
            </a:solidFill>
          </a:ln>
          <a:effectLst/>
        </p:spPr>
        <p:txBody>
          <a:bodyPr lIns="36000" tIns="0" rIns="0" bIns="0" anchor="ctr"/>
          <a:lst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a:lstStyle>
          <a:p>
            <a:pPr marL="0" marR="0" lvl="0" indent="0" algn="ctr" defTabSz="855595"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err="1">
                <a:ln>
                  <a:noFill/>
                </a:ln>
                <a:solidFill>
                  <a:prstClr val="black"/>
                </a:solidFill>
                <a:effectLst/>
                <a:uLnTx/>
                <a:uFillTx/>
                <a:latin typeface="Calibri"/>
                <a:ea typeface="Calibri"/>
                <a:cs typeface="Calibri"/>
              </a:rPr>
              <a:t>Assistenz</a:t>
            </a:r>
            <a:endParaRPr kumimoji="0" lang="en-US" sz="700" b="0" i="0" u="none" strike="noStrike" kern="1200" cap="none" spc="0" normalizeH="0" baseline="0" noProof="0" err="1">
              <a:ln>
                <a:noFill/>
              </a:ln>
              <a:solidFill>
                <a:prstClr val="black"/>
              </a:solidFill>
              <a:effectLst/>
              <a:uLnTx/>
              <a:uFillTx/>
              <a:latin typeface="Calibri"/>
              <a:ea typeface="Calibri"/>
              <a:cs typeface="Calibri"/>
            </a:endParaRPr>
          </a:p>
        </p:txBody>
      </p:sp>
      <p:cxnSp>
        <p:nvCxnSpPr>
          <p:cNvPr id="4" name="Gerade Verbindung mit Pfeil 3">
            <a:extLst>
              <a:ext uri="{FF2B5EF4-FFF2-40B4-BE49-F238E27FC236}">
                <a16:creationId xmlns:a16="http://schemas.microsoft.com/office/drawing/2014/main" id="{05F7F903-E2CC-AC6B-8379-178429BF1357}"/>
              </a:ext>
            </a:extLst>
          </p:cNvPr>
          <p:cNvCxnSpPr>
            <a:cxnSpLocks/>
          </p:cNvCxnSpPr>
          <p:nvPr/>
        </p:nvCxnSpPr>
        <p:spPr>
          <a:xfrm flipH="1" flipV="1">
            <a:off x="5191614" y="1515491"/>
            <a:ext cx="1840522" cy="13676"/>
          </a:xfrm>
          <a:prstGeom prst="straightConnector1">
            <a:avLst/>
          </a:prstGeom>
          <a:ln/>
        </p:spPr>
        <p:style>
          <a:lnRef idx="2">
            <a:schemeClr val="dk1"/>
          </a:lnRef>
          <a:fillRef idx="0">
            <a:schemeClr val="dk1"/>
          </a:fillRef>
          <a:effectRef idx="1">
            <a:schemeClr val="dk1"/>
          </a:effectRef>
          <a:fontRef idx="minor">
            <a:schemeClr val="tx1"/>
          </a:fontRef>
        </p:style>
      </p:cxnSp>
      <p:cxnSp>
        <p:nvCxnSpPr>
          <p:cNvPr id="6" name="Gerade Verbindung mit Pfeil 5">
            <a:extLst>
              <a:ext uri="{FF2B5EF4-FFF2-40B4-BE49-F238E27FC236}">
                <a16:creationId xmlns:a16="http://schemas.microsoft.com/office/drawing/2014/main" id="{D84F78B7-92FC-540A-9DE9-986E8BF7E4F9}"/>
              </a:ext>
            </a:extLst>
          </p:cNvPr>
          <p:cNvCxnSpPr>
            <a:cxnSpLocks/>
          </p:cNvCxnSpPr>
          <p:nvPr/>
        </p:nvCxnSpPr>
        <p:spPr>
          <a:xfrm flipH="1" flipV="1">
            <a:off x="1811462" y="2553920"/>
            <a:ext cx="8845057" cy="23445"/>
          </a:xfrm>
          <a:prstGeom prst="straightConnector1">
            <a:avLst/>
          </a:prstGeom>
          <a:ln/>
        </p:spPr>
        <p:style>
          <a:lnRef idx="2">
            <a:schemeClr val="dk1"/>
          </a:lnRef>
          <a:fillRef idx="0">
            <a:schemeClr val="dk1"/>
          </a:fillRef>
          <a:effectRef idx="1">
            <a:schemeClr val="dk1"/>
          </a:effectRef>
          <a:fontRef idx="minor">
            <a:schemeClr val="tx1"/>
          </a:fontRef>
        </p:style>
      </p:cxnSp>
      <p:cxnSp>
        <p:nvCxnSpPr>
          <p:cNvPr id="8" name="Gerade Verbindung mit Pfeil 7">
            <a:extLst>
              <a:ext uri="{FF2B5EF4-FFF2-40B4-BE49-F238E27FC236}">
                <a16:creationId xmlns:a16="http://schemas.microsoft.com/office/drawing/2014/main" id="{AB262B1B-8FAD-1D14-12C1-AA7982E0CAF6}"/>
              </a:ext>
            </a:extLst>
          </p:cNvPr>
          <p:cNvCxnSpPr/>
          <p:nvPr/>
        </p:nvCxnSpPr>
        <p:spPr>
          <a:xfrm flipV="1">
            <a:off x="1606608" y="-1499949"/>
            <a:ext cx="5862" cy="201930"/>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Gerade Verbindung mit Pfeil 9">
            <a:extLst>
              <a:ext uri="{FF2B5EF4-FFF2-40B4-BE49-F238E27FC236}">
                <a16:creationId xmlns:a16="http://schemas.microsoft.com/office/drawing/2014/main" id="{C25F2189-3F20-556A-1CF2-05865A79F768}"/>
              </a:ext>
            </a:extLst>
          </p:cNvPr>
          <p:cNvCxnSpPr>
            <a:cxnSpLocks/>
          </p:cNvCxnSpPr>
          <p:nvPr/>
        </p:nvCxnSpPr>
        <p:spPr>
          <a:xfrm flipH="1">
            <a:off x="10662383" y="2567597"/>
            <a:ext cx="3907" cy="188353"/>
          </a:xfrm>
          <a:prstGeom prst="straightConnector1">
            <a:avLst/>
          </a:prstGeom>
          <a:ln/>
        </p:spPr>
        <p:style>
          <a:lnRef idx="2">
            <a:schemeClr val="dk1"/>
          </a:lnRef>
          <a:fillRef idx="0">
            <a:schemeClr val="dk1"/>
          </a:fillRef>
          <a:effectRef idx="1">
            <a:schemeClr val="dk1"/>
          </a:effectRef>
          <a:fontRef idx="minor">
            <a:schemeClr val="tx1"/>
          </a:fontRef>
        </p:style>
      </p:cxnSp>
      <p:cxnSp>
        <p:nvCxnSpPr>
          <p:cNvPr id="11" name="Gerade Verbindung mit Pfeil 10">
            <a:extLst>
              <a:ext uri="{FF2B5EF4-FFF2-40B4-BE49-F238E27FC236}">
                <a16:creationId xmlns:a16="http://schemas.microsoft.com/office/drawing/2014/main" id="{3A3C9314-80A6-A930-21A1-FA3B9BB8EA28}"/>
              </a:ext>
            </a:extLst>
          </p:cNvPr>
          <p:cNvCxnSpPr>
            <a:cxnSpLocks/>
          </p:cNvCxnSpPr>
          <p:nvPr/>
        </p:nvCxnSpPr>
        <p:spPr>
          <a:xfrm flipH="1">
            <a:off x="7516690" y="2567597"/>
            <a:ext cx="3907" cy="188353"/>
          </a:xfrm>
          <a:prstGeom prst="straightConnector1">
            <a:avLst/>
          </a:prstGeom>
          <a:ln/>
        </p:spPr>
        <p:style>
          <a:lnRef idx="2">
            <a:schemeClr val="dk1"/>
          </a:lnRef>
          <a:fillRef idx="0">
            <a:schemeClr val="dk1"/>
          </a:fillRef>
          <a:effectRef idx="1">
            <a:schemeClr val="dk1"/>
          </a:effectRef>
          <a:fontRef idx="minor">
            <a:schemeClr val="tx1"/>
          </a:fontRef>
        </p:style>
      </p:cxnSp>
      <p:cxnSp>
        <p:nvCxnSpPr>
          <p:cNvPr id="12" name="Gerade Verbindung mit Pfeil 11">
            <a:extLst>
              <a:ext uri="{FF2B5EF4-FFF2-40B4-BE49-F238E27FC236}">
                <a16:creationId xmlns:a16="http://schemas.microsoft.com/office/drawing/2014/main" id="{926710E9-B5B9-678B-CBAB-7DBCD8EC0B56}"/>
              </a:ext>
            </a:extLst>
          </p:cNvPr>
          <p:cNvCxnSpPr>
            <a:cxnSpLocks/>
          </p:cNvCxnSpPr>
          <p:nvPr/>
        </p:nvCxnSpPr>
        <p:spPr>
          <a:xfrm flipH="1">
            <a:off x="4507766" y="2557827"/>
            <a:ext cx="3907" cy="188353"/>
          </a:xfrm>
          <a:prstGeom prst="straightConnector1">
            <a:avLst/>
          </a:prstGeom>
          <a:ln/>
        </p:spPr>
        <p:style>
          <a:lnRef idx="2">
            <a:schemeClr val="dk1"/>
          </a:lnRef>
          <a:fillRef idx="0">
            <a:schemeClr val="dk1"/>
          </a:fillRef>
          <a:effectRef idx="1">
            <a:schemeClr val="dk1"/>
          </a:effectRef>
          <a:fontRef idx="minor">
            <a:schemeClr val="tx1"/>
          </a:fontRef>
        </p:style>
      </p:cxnSp>
      <p:cxnSp>
        <p:nvCxnSpPr>
          <p:cNvPr id="13" name="Gerade Verbindung mit Pfeil 12">
            <a:extLst>
              <a:ext uri="{FF2B5EF4-FFF2-40B4-BE49-F238E27FC236}">
                <a16:creationId xmlns:a16="http://schemas.microsoft.com/office/drawing/2014/main" id="{10476DED-DC0C-6D41-C2ED-8F7C7A792BFA}"/>
              </a:ext>
            </a:extLst>
          </p:cNvPr>
          <p:cNvCxnSpPr>
            <a:cxnSpLocks/>
          </p:cNvCxnSpPr>
          <p:nvPr/>
        </p:nvCxnSpPr>
        <p:spPr>
          <a:xfrm flipH="1">
            <a:off x="1811458" y="2548057"/>
            <a:ext cx="3907" cy="188353"/>
          </a:xfrm>
          <a:prstGeom prst="straightConnector1">
            <a:avLst/>
          </a:prstGeom>
          <a:ln/>
        </p:spPr>
        <p:style>
          <a:lnRef idx="2">
            <a:schemeClr val="dk1"/>
          </a:lnRef>
          <a:fillRef idx="0">
            <a:schemeClr val="dk1"/>
          </a:fillRef>
          <a:effectRef idx="1">
            <a:schemeClr val="dk1"/>
          </a:effectRef>
          <a:fontRef idx="minor">
            <a:schemeClr val="tx1"/>
          </a:fontRef>
        </p:style>
      </p:cxnSp>
      <p:sp>
        <p:nvSpPr>
          <p:cNvPr id="2" name="Textfeld 1">
            <a:extLst>
              <a:ext uri="{FF2B5EF4-FFF2-40B4-BE49-F238E27FC236}">
                <a16:creationId xmlns:a16="http://schemas.microsoft.com/office/drawing/2014/main" id="{46AEC02B-F15E-D912-CD0D-741A320B9011}"/>
              </a:ext>
            </a:extLst>
          </p:cNvPr>
          <p:cNvSpPr txBox="1"/>
          <p:nvPr/>
        </p:nvSpPr>
        <p:spPr>
          <a:xfrm>
            <a:off x="195138" y="203972"/>
            <a:ext cx="3160571" cy="257951"/>
          </a:xfrm>
          <a:prstGeom prst="rect">
            <a:avLst/>
          </a:prstGeom>
          <a:noFill/>
        </p:spPr>
        <p:txBody>
          <a:bodyPr wrap="square" lIns="18000" tIns="18000" rIns="18000" bIns="18000" rtlCol="0">
            <a:spAutoFit/>
          </a:bodyPr>
          <a:lstStyle/>
          <a:p>
            <a:pPr algn="l">
              <a:lnSpc>
                <a:spcPct val="90000"/>
              </a:lnSpc>
              <a:spcBef>
                <a:spcPts val="400"/>
              </a:spcBef>
            </a:pPr>
            <a:r>
              <a:rPr lang="de-DE" sz="1600" b="1"/>
              <a:t>GLOBALE ORGANISATION IPS</a:t>
            </a:r>
          </a:p>
        </p:txBody>
      </p:sp>
    </p:spTree>
    <p:extLst>
      <p:ext uri="{BB962C8B-B14F-4D97-AF65-F5344CB8AC3E}">
        <p14:creationId xmlns:p14="http://schemas.microsoft.com/office/powerpoint/2010/main" val="3982641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74CAD90-7EE1-50FB-8D7B-7B7973225A72}"/>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60" imgH="360" progId="TCLayout.ActiveDocument.1">
                  <p:embed/>
                </p:oleObj>
              </mc:Choice>
              <mc:Fallback>
                <p:oleObj name="think-cell Folie" r:id="rId4" imgW="360" imgH="360" progId="TCLayout.ActiveDocument.1">
                  <p:embed/>
                  <p:pic>
                    <p:nvPicPr>
                      <p:cNvPr id="4" name="think-cell data - do not delete" hidden="1">
                        <a:extLst>
                          <a:ext uri="{FF2B5EF4-FFF2-40B4-BE49-F238E27FC236}">
                            <a16:creationId xmlns:a16="http://schemas.microsoft.com/office/drawing/2014/main" id="{A74CAD90-7EE1-50FB-8D7B-7B7973225A7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9" name="Rechteck 38">
            <a:extLst>
              <a:ext uri="{FF2B5EF4-FFF2-40B4-BE49-F238E27FC236}">
                <a16:creationId xmlns:a16="http://schemas.microsoft.com/office/drawing/2014/main" id="{F40AD668-1D0A-E927-29CE-074D04D0B266}"/>
              </a:ext>
            </a:extLst>
          </p:cNvPr>
          <p:cNvSpPr/>
          <p:nvPr/>
        </p:nvSpPr>
        <p:spPr>
          <a:xfrm>
            <a:off x="-16305" y="4639036"/>
            <a:ext cx="12192000" cy="2225007"/>
          </a:xfrm>
          <a:prstGeom prst="rect">
            <a:avLst/>
          </a:prstGeom>
          <a:solidFill>
            <a:schemeClr val="accent2">
              <a:lumMod val="40000"/>
              <a:lumOff val="6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de-DE" sz="1600" b="1" i="0" u="none" strike="noStrike" kern="1200" cap="none" spc="0" normalizeH="0" baseline="0" noProof="0">
              <a:ln>
                <a:noFill/>
              </a:ln>
              <a:solidFill>
                <a:prstClr val="black"/>
              </a:solidFill>
              <a:effectLst/>
              <a:uLnTx/>
              <a:uFillTx/>
              <a:latin typeface="STIHL Contraface Text"/>
              <a:ea typeface="+mn-ea"/>
              <a:cs typeface="+mn-cs"/>
            </a:endParaRPr>
          </a:p>
        </p:txBody>
      </p:sp>
      <p:sp>
        <p:nvSpPr>
          <p:cNvPr id="32" name="Oval 26">
            <a:extLst>
              <a:ext uri="{FF2B5EF4-FFF2-40B4-BE49-F238E27FC236}">
                <a16:creationId xmlns:a16="http://schemas.microsoft.com/office/drawing/2014/main" id="{FFABB47A-02A8-6C66-B25E-6178F0C68596}"/>
              </a:ext>
            </a:extLst>
          </p:cNvPr>
          <p:cNvSpPr/>
          <p:nvPr/>
        </p:nvSpPr>
        <p:spPr>
          <a:xfrm>
            <a:off x="9153116" y="4941045"/>
            <a:ext cx="919778" cy="919778"/>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lnSpc>
                <a:spcPct val="90000"/>
              </a:lnSpc>
            </a:pPr>
            <a:endParaRPr lang="de-DE" sz="1600" b="1">
              <a:solidFill>
                <a:schemeClr val="tx1"/>
              </a:solidFill>
            </a:endParaRPr>
          </a:p>
        </p:txBody>
      </p:sp>
      <p:sp>
        <p:nvSpPr>
          <p:cNvPr id="52" name="Rechteck 51">
            <a:extLst>
              <a:ext uri="{FF2B5EF4-FFF2-40B4-BE49-F238E27FC236}">
                <a16:creationId xmlns:a16="http://schemas.microsoft.com/office/drawing/2014/main" id="{2DF849CE-6AD1-D9E7-5664-EA2737677503}"/>
              </a:ext>
            </a:extLst>
          </p:cNvPr>
          <p:cNvSpPr/>
          <p:nvPr/>
        </p:nvSpPr>
        <p:spPr>
          <a:xfrm>
            <a:off x="0" y="-1"/>
            <a:ext cx="12192000" cy="2713703"/>
          </a:xfrm>
          <a:prstGeom prst="rect">
            <a:avLst/>
          </a:prstGeom>
          <a:solidFill>
            <a:srgbClr val="F37A1F"/>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de-DE" sz="1600" b="1" i="0" u="none" strike="noStrike" kern="1200" cap="none" spc="0" normalizeH="0" baseline="0" noProof="0">
              <a:ln>
                <a:noFill/>
              </a:ln>
              <a:solidFill>
                <a:prstClr val="black"/>
              </a:solidFill>
              <a:effectLst/>
              <a:uLnTx/>
              <a:uFillTx/>
              <a:latin typeface="STIHL Contraface Text"/>
              <a:ea typeface="+mn-ea"/>
              <a:cs typeface="+mn-cs"/>
            </a:endParaRPr>
          </a:p>
        </p:txBody>
      </p:sp>
      <p:sp>
        <p:nvSpPr>
          <p:cNvPr id="51" name="Rechteck 50">
            <a:extLst>
              <a:ext uri="{FF2B5EF4-FFF2-40B4-BE49-F238E27FC236}">
                <a16:creationId xmlns:a16="http://schemas.microsoft.com/office/drawing/2014/main" id="{5E41DE46-FE1A-B00F-44CE-0D4B1803BF66}"/>
              </a:ext>
            </a:extLst>
          </p:cNvPr>
          <p:cNvSpPr/>
          <p:nvPr/>
        </p:nvSpPr>
        <p:spPr>
          <a:xfrm>
            <a:off x="-2888" y="2716211"/>
            <a:ext cx="12192000" cy="1927842"/>
          </a:xfrm>
          <a:prstGeom prst="rect">
            <a:avLst/>
          </a:prstGeom>
          <a:solidFill>
            <a:schemeClr val="accent2">
              <a:lumMod val="60000"/>
              <a:lumOff val="4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de-DE" sz="1600" b="1" i="0" u="none" strike="noStrike" kern="1200" cap="none" spc="0" normalizeH="0" baseline="0" noProof="0">
              <a:ln>
                <a:noFill/>
              </a:ln>
              <a:solidFill>
                <a:prstClr val="black"/>
              </a:solidFill>
              <a:effectLst/>
              <a:uLnTx/>
              <a:uFillTx/>
              <a:latin typeface="STIHL Contraface Text"/>
              <a:ea typeface="+mn-ea"/>
              <a:cs typeface="+mn-cs"/>
            </a:endParaRPr>
          </a:p>
        </p:txBody>
      </p:sp>
      <p:sp>
        <p:nvSpPr>
          <p:cNvPr id="7" name="Titel 6">
            <a:extLst>
              <a:ext uri="{FF2B5EF4-FFF2-40B4-BE49-F238E27FC236}">
                <a16:creationId xmlns:a16="http://schemas.microsoft.com/office/drawing/2014/main" id="{4D60EF8B-617F-660F-01B7-6712A31D6FE9}"/>
              </a:ext>
            </a:extLst>
          </p:cNvPr>
          <p:cNvSpPr>
            <a:spLocks noGrp="1"/>
          </p:cNvSpPr>
          <p:nvPr>
            <p:ph type="title"/>
          </p:nvPr>
        </p:nvSpPr>
        <p:spPr>
          <a:xfrm>
            <a:off x="479426" y="503546"/>
            <a:ext cx="9579925" cy="304699"/>
          </a:xfrm>
        </p:spPr>
        <p:txBody>
          <a:bodyPr vert="horz" rIns="0"/>
          <a:lstStyle/>
          <a:p>
            <a:r>
              <a:rPr lang="de-DE" sz="2400">
                <a:solidFill>
                  <a:schemeClr val="bg1"/>
                </a:solidFill>
              </a:rPr>
              <a:t>IPS – Global </a:t>
            </a:r>
            <a:r>
              <a:rPr lang="en-US" sz="2400">
                <a:solidFill>
                  <a:schemeClr val="bg1"/>
                </a:solidFill>
              </a:rPr>
              <a:t>Organization</a:t>
            </a:r>
            <a:r>
              <a:rPr lang="de-DE" sz="2400">
                <a:solidFill>
                  <a:schemeClr val="bg1"/>
                </a:solidFill>
              </a:rPr>
              <a:t> </a:t>
            </a:r>
            <a:r>
              <a:rPr lang="de-DE" sz="2400" err="1">
                <a:solidFill>
                  <a:schemeClr val="bg1"/>
                </a:solidFill>
              </a:rPr>
              <a:t>with</a:t>
            </a:r>
            <a:r>
              <a:rPr lang="de-DE" sz="2400">
                <a:solidFill>
                  <a:schemeClr val="bg1"/>
                </a:solidFill>
              </a:rPr>
              <a:t> </a:t>
            </a:r>
            <a:r>
              <a:rPr lang="en-US" sz="2400">
                <a:solidFill>
                  <a:schemeClr val="bg1"/>
                </a:solidFill>
              </a:rPr>
              <a:t>Process Excellence &amp; IT Integration</a:t>
            </a:r>
            <a:endParaRPr lang="de-DE" sz="2400">
              <a:solidFill>
                <a:schemeClr val="bg1"/>
              </a:solidFill>
            </a:endParaRPr>
          </a:p>
        </p:txBody>
      </p:sp>
      <p:pic>
        <p:nvPicPr>
          <p:cNvPr id="11" name="Google Shape;370;p57">
            <a:extLst>
              <a:ext uri="{FF2B5EF4-FFF2-40B4-BE49-F238E27FC236}">
                <a16:creationId xmlns:a16="http://schemas.microsoft.com/office/drawing/2014/main" id="{C53966E6-F2C0-DB4E-5F62-E8D660E81E9C}"/>
              </a:ext>
            </a:extLst>
          </p:cNvPr>
          <p:cNvPicPr preferRelativeResize="0"/>
          <p:nvPr/>
        </p:nvPicPr>
        <p:blipFill>
          <a:blip r:embed="rId6">
            <a:alphaModFix/>
          </a:blip>
          <a:stretch>
            <a:fillRect/>
          </a:stretch>
        </p:blipFill>
        <p:spPr>
          <a:xfrm>
            <a:off x="10145050" y="258775"/>
            <a:ext cx="1763400" cy="770900"/>
          </a:xfrm>
          <a:prstGeom prst="rect">
            <a:avLst/>
          </a:prstGeom>
          <a:noFill/>
          <a:ln>
            <a:noFill/>
          </a:ln>
        </p:spPr>
      </p:pic>
      <p:sp>
        <p:nvSpPr>
          <p:cNvPr id="24" name="Textfeld 23">
            <a:extLst>
              <a:ext uri="{FF2B5EF4-FFF2-40B4-BE49-F238E27FC236}">
                <a16:creationId xmlns:a16="http://schemas.microsoft.com/office/drawing/2014/main" id="{D23D896F-6356-64E6-F662-BB65CB25421D}"/>
              </a:ext>
            </a:extLst>
          </p:cNvPr>
          <p:cNvSpPr txBox="1"/>
          <p:nvPr/>
        </p:nvSpPr>
        <p:spPr>
          <a:xfrm>
            <a:off x="479425" y="6592970"/>
            <a:ext cx="1453924"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white"/>
                </a:solidFill>
                <a:effectLst/>
                <a:uLnTx/>
                <a:uFillTx/>
                <a:latin typeface="STIHL Contraface Text"/>
                <a:ea typeface="+mn-ea"/>
                <a:cs typeface="+mn-cs"/>
              </a:rPr>
              <a:t>© ANDREAS STIHL AG &amp; Co. KG</a:t>
            </a:r>
          </a:p>
        </p:txBody>
      </p:sp>
      <p:sp>
        <p:nvSpPr>
          <p:cNvPr id="41" name="Textfeld 40">
            <a:extLst>
              <a:ext uri="{FF2B5EF4-FFF2-40B4-BE49-F238E27FC236}">
                <a16:creationId xmlns:a16="http://schemas.microsoft.com/office/drawing/2014/main" id="{51753C91-8F42-064C-85DE-E082A045CC8F}"/>
              </a:ext>
            </a:extLst>
          </p:cNvPr>
          <p:cNvSpPr txBox="1"/>
          <p:nvPr/>
        </p:nvSpPr>
        <p:spPr>
          <a:xfrm rot="16200000">
            <a:off x="381216" y="5454623"/>
            <a:ext cx="735262" cy="313350"/>
          </a:xfrm>
          <a:prstGeom prst="rect">
            <a:avLst/>
          </a:prstGeom>
          <a:noFill/>
        </p:spPr>
        <p:txBody>
          <a:bodyPr wrap="none" lIns="18000" tIns="18000" rIns="18000" bIns="18000" rtlCol="0" anchor="ctr">
            <a:spAutoFit/>
          </a:bodyPr>
          <a:lstStyle/>
          <a:p>
            <a:pPr marL="0" marR="0" lvl="0" indent="0" algn="ctr" defTabSz="914400" rtl="0" eaLnBrk="1" fontAlgn="auto" latinLnBrk="0" hangingPunct="1">
              <a:lnSpc>
                <a:spcPct val="90000"/>
              </a:lnSpc>
              <a:spcBef>
                <a:spcPts val="400"/>
              </a:spcBef>
              <a:spcAft>
                <a:spcPts val="0"/>
              </a:spcAft>
              <a:buClrTx/>
              <a:buSzTx/>
              <a:buFontTx/>
              <a:buNone/>
              <a:tabLst/>
              <a:defRPr/>
            </a:pPr>
            <a:r>
              <a:rPr lang="en-GB" sz="2000" b="1">
                <a:solidFill>
                  <a:prstClr val="black"/>
                </a:solidFill>
                <a:latin typeface="STIHL Contraface Text"/>
              </a:rPr>
              <a:t>Vision</a:t>
            </a:r>
            <a:endParaRPr kumimoji="0" lang="de-DE" sz="2000" b="1" i="0" u="none" strike="noStrike" kern="1200" cap="none" spc="0" normalizeH="0" baseline="0" noProof="0">
              <a:ln>
                <a:noFill/>
              </a:ln>
              <a:solidFill>
                <a:prstClr val="black"/>
              </a:solidFill>
              <a:effectLst/>
              <a:uLnTx/>
              <a:uFillTx/>
              <a:latin typeface="STIHL Contraface Text"/>
              <a:ea typeface="+mn-ea"/>
              <a:cs typeface="+mn-cs"/>
            </a:endParaRPr>
          </a:p>
        </p:txBody>
      </p:sp>
      <p:pic>
        <p:nvPicPr>
          <p:cNvPr id="13" name="Grafik 12">
            <a:extLst>
              <a:ext uri="{FF2B5EF4-FFF2-40B4-BE49-F238E27FC236}">
                <a16:creationId xmlns:a16="http://schemas.microsoft.com/office/drawing/2014/main" id="{4131FDBD-0B4D-4345-9289-AAEFF50D3553}"/>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1167881" y="1447188"/>
            <a:ext cx="448631" cy="598174"/>
          </a:xfrm>
          <a:prstGeom prst="rect">
            <a:avLst/>
          </a:prstGeom>
        </p:spPr>
      </p:pic>
      <p:grpSp>
        <p:nvGrpSpPr>
          <p:cNvPr id="15" name="Gruppieren 14">
            <a:extLst>
              <a:ext uri="{FF2B5EF4-FFF2-40B4-BE49-F238E27FC236}">
                <a16:creationId xmlns:a16="http://schemas.microsoft.com/office/drawing/2014/main" id="{0A5331E4-E9FD-F5C8-D74E-C99B09537E76}"/>
              </a:ext>
            </a:extLst>
          </p:cNvPr>
          <p:cNvGrpSpPr/>
          <p:nvPr/>
        </p:nvGrpSpPr>
        <p:grpSpPr>
          <a:xfrm>
            <a:off x="5314949" y="953707"/>
            <a:ext cx="2505075" cy="1771663"/>
            <a:chOff x="4949506" y="953707"/>
            <a:chExt cx="2505075" cy="1771663"/>
          </a:xfrm>
        </p:grpSpPr>
        <p:pic>
          <p:nvPicPr>
            <p:cNvPr id="8" name="Grafik 7" descr="Ein Bild, das Clipart, Grafiken, Kreis, Logo enthält.&#10;&#10;Automatisch generierte Beschreibung">
              <a:extLst>
                <a:ext uri="{FF2B5EF4-FFF2-40B4-BE49-F238E27FC236}">
                  <a16:creationId xmlns:a16="http://schemas.microsoft.com/office/drawing/2014/main" id="{9F90FA0A-9964-03E9-B775-C97D81DEA80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773551" y="953707"/>
              <a:ext cx="903640" cy="919777"/>
            </a:xfrm>
            <a:prstGeom prst="rect">
              <a:avLst/>
            </a:prstGeom>
          </p:spPr>
        </p:pic>
        <p:sp>
          <p:nvSpPr>
            <p:cNvPr id="31" name="Textfeld 30">
              <a:extLst>
                <a:ext uri="{FF2B5EF4-FFF2-40B4-BE49-F238E27FC236}">
                  <a16:creationId xmlns:a16="http://schemas.microsoft.com/office/drawing/2014/main" id="{83995EC6-DDBA-E3CA-8395-5F447B5C86EF}"/>
                </a:ext>
              </a:extLst>
            </p:cNvPr>
            <p:cNvSpPr txBox="1"/>
            <p:nvPr/>
          </p:nvSpPr>
          <p:spPr>
            <a:xfrm>
              <a:off x="4949506" y="1913421"/>
              <a:ext cx="2505075" cy="811949"/>
            </a:xfrm>
            <a:prstGeom prst="rect">
              <a:avLst/>
            </a:prstGeom>
            <a:noFill/>
          </p:spPr>
          <p:txBody>
            <a:bodyPr wrap="square" lIns="18000" tIns="18000" rIns="18000" bIns="18000" rtlCol="0">
              <a:spAutoFit/>
            </a:bodyPr>
            <a:lstStyle/>
            <a:p>
              <a:pPr marL="0" marR="0" lvl="0" indent="0" algn="ctr" defTabSz="914400" rtl="0" eaLnBrk="1" fontAlgn="auto" latinLnBrk="0" hangingPunct="1">
                <a:lnSpc>
                  <a:spcPct val="90000"/>
                </a:lnSpc>
                <a:spcBef>
                  <a:spcPts val="40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STIHL Contraface Text" panose="020B0503020202020102" pitchFamily="34" charset="0"/>
                  <a:ea typeface="+mn-ea"/>
                  <a:cs typeface="+mn-cs"/>
                </a:rPr>
                <a:t>Harmonization &amp; Standardization of Business Processes, IT Solutions </a:t>
              </a:r>
              <a:r>
                <a:rPr lang="en-US" sz="1400" b="1">
                  <a:solidFill>
                    <a:prstClr val="white"/>
                  </a:solidFill>
                  <a:latin typeface="STIHL Contraface Text" panose="020B0503020202020102" pitchFamily="34" charset="0"/>
                </a:rPr>
                <a:t>, D</a:t>
              </a:r>
              <a:r>
                <a:rPr kumimoji="0" lang="en-US" sz="1400" b="1" i="0" u="none" strike="noStrike" kern="1200" cap="none" spc="0" normalizeH="0" baseline="0" noProof="0" err="1">
                  <a:ln>
                    <a:noFill/>
                  </a:ln>
                  <a:solidFill>
                    <a:prstClr val="white"/>
                  </a:solidFill>
                  <a:effectLst/>
                  <a:uLnTx/>
                  <a:uFillTx/>
                  <a:latin typeface="STIHL Contraface Text" panose="020B0503020202020102" pitchFamily="34" charset="0"/>
                  <a:ea typeface="+mn-ea"/>
                  <a:cs typeface="+mn-cs"/>
                </a:rPr>
                <a:t>ata</a:t>
              </a:r>
              <a:r>
                <a:rPr kumimoji="0" lang="en-US" sz="1400" b="1" i="0" u="none" strike="noStrike" kern="1200" cap="none" spc="0" normalizeH="0" baseline="0" noProof="0">
                  <a:ln>
                    <a:noFill/>
                  </a:ln>
                  <a:solidFill>
                    <a:prstClr val="white"/>
                  </a:solidFill>
                  <a:effectLst/>
                  <a:uLnTx/>
                  <a:uFillTx/>
                  <a:latin typeface="STIHL Contraface Text" panose="020B0503020202020102" pitchFamily="34" charset="0"/>
                  <a:ea typeface="+mn-ea"/>
                  <a:cs typeface="+mn-cs"/>
                </a:rPr>
                <a:t> &amp; Technology</a:t>
              </a:r>
            </a:p>
          </p:txBody>
        </p:sp>
      </p:grpSp>
      <p:sp>
        <p:nvSpPr>
          <p:cNvPr id="26" name="Slide Number">
            <a:extLst>
              <a:ext uri="{FF2B5EF4-FFF2-40B4-BE49-F238E27FC236}">
                <a16:creationId xmlns:a16="http://schemas.microsoft.com/office/drawing/2014/main" id="{ECC02703-24B5-06CA-68F2-6C51281FF678}"/>
              </a:ext>
            </a:extLst>
          </p:cNvPr>
          <p:cNvSpPr txBox="1">
            <a:spLocks noChangeArrowheads="1"/>
          </p:cNvSpPr>
          <p:nvPr/>
        </p:nvSpPr>
        <p:spPr bwMode="auto">
          <a:xfrm>
            <a:off x="11598761" y="6592970"/>
            <a:ext cx="113813" cy="123111"/>
          </a:xfrm>
          <a:prstGeom prst="rect">
            <a:avLst/>
          </a:prstGeom>
          <a:noFill/>
        </p:spPr>
        <p:txBody>
          <a:bodyPr wrap="none" lIns="0" tIns="0" rIns="0" bIns="0" rtlCol="0">
            <a:spAutoFit/>
          </a:bodyPr>
          <a:lstStyle>
            <a:defPPr>
              <a:defRPr lang="de-DE"/>
            </a:defPPr>
            <a:lvl1pPr>
              <a:defRPr sz="800">
                <a:solidFill>
                  <a:schemeClr val="tx2"/>
                </a:solidFill>
              </a:defRPr>
            </a:lvl1pPr>
            <a:lvl2pPr marL="457200" algn="l" rtl="0" fontAlgn="base">
              <a:spcBef>
                <a:spcPct val="0"/>
              </a:spcBef>
              <a:spcAft>
                <a:spcPct val="0"/>
              </a:spcAft>
              <a:defRPr sz="1300" b="1" kern="1200">
                <a:solidFill>
                  <a:schemeClr val="tx1"/>
                </a:solidFill>
                <a:latin typeface="Arial Narrow" charset="0"/>
                <a:ea typeface="+mn-ea"/>
                <a:cs typeface="+mn-cs"/>
              </a:defRPr>
            </a:lvl2pPr>
            <a:lvl3pPr marL="914400" algn="l" rtl="0" fontAlgn="base">
              <a:spcBef>
                <a:spcPct val="0"/>
              </a:spcBef>
              <a:spcAft>
                <a:spcPct val="0"/>
              </a:spcAft>
              <a:defRPr sz="1300" b="1" kern="1200">
                <a:solidFill>
                  <a:schemeClr val="tx1"/>
                </a:solidFill>
                <a:latin typeface="Arial Narrow" charset="0"/>
                <a:ea typeface="+mn-ea"/>
                <a:cs typeface="+mn-cs"/>
              </a:defRPr>
            </a:lvl3pPr>
            <a:lvl4pPr marL="1371600" algn="l" rtl="0" fontAlgn="base">
              <a:spcBef>
                <a:spcPct val="0"/>
              </a:spcBef>
              <a:spcAft>
                <a:spcPct val="0"/>
              </a:spcAft>
              <a:defRPr sz="1300" b="1" kern="1200">
                <a:solidFill>
                  <a:schemeClr val="tx1"/>
                </a:solidFill>
                <a:latin typeface="Arial Narrow" charset="0"/>
                <a:ea typeface="+mn-ea"/>
                <a:cs typeface="+mn-cs"/>
              </a:defRPr>
            </a:lvl4pPr>
            <a:lvl5pPr marL="1828800" algn="l" rtl="0" fontAlgn="base">
              <a:spcBef>
                <a:spcPct val="0"/>
              </a:spcBef>
              <a:spcAft>
                <a:spcPct val="0"/>
              </a:spcAft>
              <a:defRPr sz="1300" b="1" kern="1200">
                <a:solidFill>
                  <a:schemeClr val="tx1"/>
                </a:solidFill>
                <a:latin typeface="Arial Narrow" charset="0"/>
                <a:ea typeface="+mn-ea"/>
                <a:cs typeface="+mn-cs"/>
              </a:defRPr>
            </a:lvl5pPr>
            <a:lvl6pPr marL="2286000" algn="l" defTabSz="914400" rtl="0" eaLnBrk="1" latinLnBrk="0" hangingPunct="1">
              <a:defRPr sz="1300" b="1" kern="1200">
                <a:solidFill>
                  <a:schemeClr val="tx1"/>
                </a:solidFill>
                <a:latin typeface="Arial Narrow" charset="0"/>
                <a:ea typeface="+mn-ea"/>
                <a:cs typeface="+mn-cs"/>
              </a:defRPr>
            </a:lvl6pPr>
            <a:lvl7pPr marL="2743200" algn="l" defTabSz="914400" rtl="0" eaLnBrk="1" latinLnBrk="0" hangingPunct="1">
              <a:defRPr sz="1300" b="1" kern="1200">
                <a:solidFill>
                  <a:schemeClr val="tx1"/>
                </a:solidFill>
                <a:latin typeface="Arial Narrow" charset="0"/>
                <a:ea typeface="+mn-ea"/>
                <a:cs typeface="+mn-cs"/>
              </a:defRPr>
            </a:lvl7pPr>
            <a:lvl8pPr marL="3200400" algn="l" defTabSz="914400" rtl="0" eaLnBrk="1" latinLnBrk="0" hangingPunct="1">
              <a:defRPr sz="1300" b="1" kern="1200">
                <a:solidFill>
                  <a:schemeClr val="tx1"/>
                </a:solidFill>
                <a:latin typeface="Arial Narrow" charset="0"/>
                <a:ea typeface="+mn-ea"/>
                <a:cs typeface="+mn-cs"/>
              </a:defRPr>
            </a:lvl8pPr>
            <a:lvl9pPr marL="3657600" algn="l" defTabSz="914400" rtl="0" eaLnBrk="1" latinLnBrk="0" hangingPunct="1">
              <a:defRPr sz="1300" b="1" kern="1200">
                <a:solidFill>
                  <a:schemeClr val="tx1"/>
                </a:solidFill>
                <a:latin typeface="Arial Narrow" charset="0"/>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AA7B471-74A3-4F5F-8955-6C99E2375CAC}" type="slidenum">
              <a:rPr kumimoji="0" lang="de-DE" sz="800" b="0" i="0" u="none" strike="noStrike" kern="1200" cap="none" spc="0" normalizeH="0" baseline="0" noProof="1" smtClean="0">
                <a:ln>
                  <a:noFill/>
                </a:ln>
                <a:solidFill>
                  <a:prstClr val="white"/>
                </a:solidFill>
                <a:effectLst/>
                <a:uLnTx/>
                <a:uFillTx/>
                <a:latin typeface="STIHL Contraface Text"/>
                <a:ea typeface="+mn-ea"/>
                <a:cs typeface="+mn-cs"/>
                <a:sym typeface="+mn-lt"/>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DE" sz="800" b="0" i="0" u="none" strike="noStrike" kern="1200" cap="none" spc="0" normalizeH="0" baseline="0" noProof="1">
              <a:ln>
                <a:noFill/>
              </a:ln>
              <a:solidFill>
                <a:prstClr val="white"/>
              </a:solidFill>
              <a:effectLst/>
              <a:uLnTx/>
              <a:uFillTx/>
              <a:latin typeface="STIHL Contraface Text"/>
              <a:ea typeface="+mn-ea"/>
              <a:cs typeface="+mn-cs"/>
              <a:sym typeface="+mn-lt"/>
            </a:endParaRPr>
          </a:p>
        </p:txBody>
      </p:sp>
      <p:sp>
        <p:nvSpPr>
          <p:cNvPr id="6" name="Textfeld 5">
            <a:extLst>
              <a:ext uri="{FF2B5EF4-FFF2-40B4-BE49-F238E27FC236}">
                <a16:creationId xmlns:a16="http://schemas.microsoft.com/office/drawing/2014/main" id="{C9081A3F-60DD-3B5B-C479-638A19F24B94}"/>
              </a:ext>
            </a:extLst>
          </p:cNvPr>
          <p:cNvSpPr txBox="1"/>
          <p:nvPr/>
        </p:nvSpPr>
        <p:spPr>
          <a:xfrm rot="16200000">
            <a:off x="466177" y="1593928"/>
            <a:ext cx="565344" cy="313350"/>
          </a:xfrm>
          <a:prstGeom prst="rect">
            <a:avLst/>
          </a:prstGeom>
          <a:noFill/>
        </p:spPr>
        <p:txBody>
          <a:bodyPr wrap="none" lIns="18000" tIns="18000" rIns="18000" bIns="18000" rtlCol="0" anchor="ctr">
            <a:spAutoFit/>
          </a:bodyPr>
          <a:lstStyle/>
          <a:p>
            <a:pPr marL="0" marR="0" lvl="0" indent="0" algn="ctr" defTabSz="914400" rtl="0" eaLnBrk="1" fontAlgn="auto" latinLnBrk="0" hangingPunct="1">
              <a:lnSpc>
                <a:spcPct val="90000"/>
              </a:lnSpc>
              <a:spcBef>
                <a:spcPts val="400"/>
              </a:spcBef>
              <a:spcAft>
                <a:spcPts val="0"/>
              </a:spcAft>
              <a:buClrTx/>
              <a:buSzTx/>
              <a:buFontTx/>
              <a:buNone/>
              <a:tabLst/>
              <a:defRPr/>
            </a:pPr>
            <a:r>
              <a:rPr kumimoji="0" lang="de-DE" sz="2000" b="1" i="0" u="none" strike="noStrike" kern="1200" cap="none" spc="0" normalizeH="0" baseline="0" noProof="0">
                <a:ln>
                  <a:noFill/>
                </a:ln>
                <a:solidFill>
                  <a:prstClr val="black"/>
                </a:solidFill>
                <a:effectLst/>
                <a:uLnTx/>
                <a:uFillTx/>
                <a:latin typeface="STIHL Contraface Text"/>
                <a:ea typeface="+mn-ea"/>
                <a:cs typeface="+mn-cs"/>
              </a:rPr>
              <a:t>Goal</a:t>
            </a:r>
          </a:p>
        </p:txBody>
      </p:sp>
      <p:grpSp>
        <p:nvGrpSpPr>
          <p:cNvPr id="17" name="Gruppieren 16">
            <a:extLst>
              <a:ext uri="{FF2B5EF4-FFF2-40B4-BE49-F238E27FC236}">
                <a16:creationId xmlns:a16="http://schemas.microsoft.com/office/drawing/2014/main" id="{1CD206FF-D5A8-C1FB-4118-BC4F1F320952}"/>
              </a:ext>
            </a:extLst>
          </p:cNvPr>
          <p:cNvGrpSpPr/>
          <p:nvPr/>
        </p:nvGrpSpPr>
        <p:grpSpPr>
          <a:xfrm>
            <a:off x="4324506" y="3001267"/>
            <a:ext cx="4532616" cy="1405751"/>
            <a:chOff x="3958214" y="3001267"/>
            <a:chExt cx="4532616" cy="1405751"/>
          </a:xfrm>
        </p:grpSpPr>
        <p:pic>
          <p:nvPicPr>
            <p:cNvPr id="22" name="Grafik 21" descr="Ein Bild, das Symbol, Kreis, Logo, Grafiken enthält.&#10;&#10;Automatisch generierte Beschreibung">
              <a:extLst>
                <a:ext uri="{FF2B5EF4-FFF2-40B4-BE49-F238E27FC236}">
                  <a16:creationId xmlns:a16="http://schemas.microsoft.com/office/drawing/2014/main" id="{FBC76A5F-D443-C8B8-2F58-BF5C23DC9DE4}"/>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184966" y="3001267"/>
              <a:ext cx="903640" cy="919777"/>
            </a:xfrm>
            <a:prstGeom prst="rect">
              <a:avLst/>
            </a:prstGeom>
          </p:spPr>
        </p:pic>
        <p:sp>
          <p:nvSpPr>
            <p:cNvPr id="28" name="Textfeld 27">
              <a:extLst>
                <a:ext uri="{FF2B5EF4-FFF2-40B4-BE49-F238E27FC236}">
                  <a16:creationId xmlns:a16="http://schemas.microsoft.com/office/drawing/2014/main" id="{6850CDDA-EC38-1869-6FE4-FF142342CBC9}"/>
                </a:ext>
              </a:extLst>
            </p:cNvPr>
            <p:cNvSpPr txBox="1"/>
            <p:nvPr/>
          </p:nvSpPr>
          <p:spPr>
            <a:xfrm>
              <a:off x="3958214" y="3982868"/>
              <a:ext cx="1369760" cy="424150"/>
            </a:xfrm>
            <a:prstGeom prst="rect">
              <a:avLst/>
            </a:prstGeom>
            <a:noFill/>
          </p:spPr>
          <p:txBody>
            <a:bodyPr wrap="square" lIns="18000" tIns="18000" rIns="18000" bIns="18000" rtlCol="0">
              <a:spAutoFit/>
            </a:bodyPr>
            <a:lstStyle/>
            <a:p>
              <a:pPr marL="0" marR="0" lvl="0" indent="0" algn="ctr" defTabSz="914400" rtl="0" eaLnBrk="1" fontAlgn="auto" latinLnBrk="0" hangingPunct="1">
                <a:lnSpc>
                  <a:spcPct val="90000"/>
                </a:lnSpc>
                <a:spcBef>
                  <a:spcPts val="400"/>
                </a:spcBef>
                <a:spcAft>
                  <a:spcPts val="0"/>
                </a:spcAft>
                <a:buClrTx/>
                <a:buSzTx/>
                <a:buFontTx/>
                <a:buNone/>
                <a:tabLst/>
                <a:defRPr/>
              </a:pPr>
              <a:r>
                <a:rPr kumimoji="0" lang="en" sz="1400" b="1" i="0" u="none" strike="noStrike" kern="1200" cap="none" spc="0" normalizeH="0" baseline="0" noProof="0">
                  <a:ln>
                    <a:noFill/>
                  </a:ln>
                  <a:solidFill>
                    <a:prstClr val="white"/>
                  </a:solidFill>
                  <a:effectLst/>
                  <a:uLnTx/>
                  <a:uFillTx/>
                  <a:latin typeface="STIHL Contraface Text" panose="020B0503020202020102" pitchFamily="34" charset="0"/>
                  <a:ea typeface="+mn-ea"/>
                  <a:cs typeface="+mn-cs"/>
                </a:rPr>
                <a:t>Skill </a:t>
              </a:r>
              <a:r>
                <a:rPr lang="en" sz="1400" b="1">
                  <a:solidFill>
                    <a:prstClr val="white"/>
                  </a:solidFill>
                  <a:latin typeface="STIHL Contraface Text" panose="020B0503020202020102" pitchFamily="34" charset="0"/>
                </a:rPr>
                <a:t>S</a:t>
              </a:r>
              <a:r>
                <a:rPr kumimoji="0" lang="en" sz="1400" b="1" i="0" u="none" strike="noStrike" kern="1200" cap="none" spc="0" normalizeH="0" baseline="0" noProof="0">
                  <a:ln>
                    <a:noFill/>
                  </a:ln>
                  <a:solidFill>
                    <a:prstClr val="white"/>
                  </a:solidFill>
                  <a:effectLst/>
                  <a:uLnTx/>
                  <a:uFillTx/>
                  <a:latin typeface="STIHL Contraface Text" panose="020B0503020202020102" pitchFamily="34" charset="0"/>
                  <a:ea typeface="+mn-ea"/>
                  <a:cs typeface="+mn-cs"/>
                </a:rPr>
                <a:t>hortages</a:t>
              </a:r>
              <a:r>
                <a:rPr lang="en" sz="1400" b="1">
                  <a:solidFill>
                    <a:prstClr val="white"/>
                  </a:solidFill>
                  <a:latin typeface="STIHL Contraface Text" panose="020B0503020202020102" pitchFamily="34" charset="0"/>
                </a:rPr>
                <a:t> &amp;</a:t>
              </a:r>
              <a:r>
                <a:rPr kumimoji="0" lang="en" sz="1400" b="1" i="0" u="none" strike="noStrike" kern="1200" cap="none" spc="0" normalizeH="0" baseline="0" noProof="0">
                  <a:ln>
                    <a:noFill/>
                  </a:ln>
                  <a:solidFill>
                    <a:prstClr val="white"/>
                  </a:solidFill>
                  <a:effectLst/>
                  <a:uLnTx/>
                  <a:uFillTx/>
                  <a:latin typeface="STIHL Contraface Text" panose="020B0503020202020102" pitchFamily="34" charset="0"/>
                  <a:ea typeface="+mn-ea"/>
                  <a:cs typeface="+mn-cs"/>
                </a:rPr>
                <a:t> Cyber Threats</a:t>
              </a:r>
            </a:p>
          </p:txBody>
        </p:sp>
        <p:sp>
          <p:nvSpPr>
            <p:cNvPr id="38" name="Textfeld 37">
              <a:extLst>
                <a:ext uri="{FF2B5EF4-FFF2-40B4-BE49-F238E27FC236}">
                  <a16:creationId xmlns:a16="http://schemas.microsoft.com/office/drawing/2014/main" id="{499CA953-88F4-CD3E-D3D6-EA99821BDE42}"/>
                </a:ext>
              </a:extLst>
            </p:cNvPr>
            <p:cNvSpPr txBox="1"/>
            <p:nvPr/>
          </p:nvSpPr>
          <p:spPr>
            <a:xfrm>
              <a:off x="7121070" y="3982868"/>
              <a:ext cx="1369760" cy="424150"/>
            </a:xfrm>
            <a:prstGeom prst="rect">
              <a:avLst/>
            </a:prstGeom>
            <a:noFill/>
          </p:spPr>
          <p:txBody>
            <a:bodyPr wrap="square" lIns="18000" tIns="18000" rIns="18000" bIns="18000" rtlCol="0">
              <a:spAutoFit/>
            </a:bodyPr>
            <a:lstStyle/>
            <a:p>
              <a:pPr lvl="0" algn="ctr">
                <a:lnSpc>
                  <a:spcPct val="90000"/>
                </a:lnSpc>
                <a:spcBef>
                  <a:spcPts val="400"/>
                </a:spcBef>
                <a:defRPr/>
              </a:pPr>
              <a:r>
                <a:rPr lang="en" sz="1400" b="1" noProof="0">
                  <a:solidFill>
                    <a:prstClr val="white"/>
                  </a:solidFill>
                  <a:latin typeface="STIHL Contraface Text" panose="020B0503020202020102" pitchFamily="34" charset="0"/>
                </a:rPr>
                <a:t>Controlling of Cloud Costs</a:t>
              </a:r>
              <a:endParaRPr kumimoji="0" lang="en" sz="1400" b="1" i="0" u="none" strike="noStrike" kern="1200" cap="none" spc="0" normalizeH="0" baseline="0" noProof="0">
                <a:ln>
                  <a:noFill/>
                </a:ln>
                <a:solidFill>
                  <a:prstClr val="white"/>
                </a:solidFill>
                <a:effectLst/>
                <a:uLnTx/>
                <a:uFillTx/>
                <a:latin typeface="STIHL Contraface Text" panose="020B0503020202020102" pitchFamily="34" charset="0"/>
                <a:ea typeface="+mn-ea"/>
                <a:cs typeface="+mn-cs"/>
              </a:endParaRPr>
            </a:p>
          </p:txBody>
        </p:sp>
      </p:grpSp>
      <p:sp>
        <p:nvSpPr>
          <p:cNvPr id="3" name="Textfeld 2">
            <a:extLst>
              <a:ext uri="{FF2B5EF4-FFF2-40B4-BE49-F238E27FC236}">
                <a16:creationId xmlns:a16="http://schemas.microsoft.com/office/drawing/2014/main" id="{61856526-C03F-E821-A0A7-85FEB0E15247}"/>
              </a:ext>
            </a:extLst>
          </p:cNvPr>
          <p:cNvSpPr txBox="1"/>
          <p:nvPr>
            <p:extLst>
              <p:ext uri="{1162E1C5-73C7-4A58-AE30-91384D911F3F}">
                <p184:classification xmlns:p184="http://schemas.microsoft.com/office/powerpoint/2018/4/main" val="hdr"/>
              </p:ext>
            </p:extLst>
          </p:nvPr>
        </p:nvSpPr>
        <p:spPr>
          <a:xfrm>
            <a:off x="5672900" y="63500"/>
            <a:ext cx="881062" cy="152400"/>
          </a:xfrm>
          <a:prstGeom prst="rect">
            <a:avLst/>
          </a:prstGeom>
        </p:spPr>
        <p:txBody>
          <a:bodyPr horzOverflow="overflow" lIns="0" tIns="0" rIns="0" bIns="0">
            <a:spAutoFit/>
          </a:bodyPr>
          <a:lstStyle/>
          <a:p>
            <a:pPr algn="l"/>
            <a:r>
              <a:rPr lang="de-DE" sz="1000">
                <a:solidFill>
                  <a:schemeClr val="bg1"/>
                </a:solidFill>
                <a:latin typeface="Arial" panose="020B0604020202020204" pitchFamily="34" charset="0"/>
                <a:cs typeface="Arial" panose="020B0604020202020204" pitchFamily="34" charset="0"/>
              </a:rPr>
              <a:t>Intern | Internal</a:t>
            </a:r>
          </a:p>
        </p:txBody>
      </p:sp>
      <p:sp>
        <p:nvSpPr>
          <p:cNvPr id="12" name="Textfeld 11">
            <a:extLst>
              <a:ext uri="{FF2B5EF4-FFF2-40B4-BE49-F238E27FC236}">
                <a16:creationId xmlns:a16="http://schemas.microsoft.com/office/drawing/2014/main" id="{18E20969-5CAA-649E-E10F-38CF0C8093F2}"/>
              </a:ext>
            </a:extLst>
          </p:cNvPr>
          <p:cNvSpPr txBox="1"/>
          <p:nvPr/>
        </p:nvSpPr>
        <p:spPr>
          <a:xfrm rot="16200000">
            <a:off x="56611" y="3382449"/>
            <a:ext cx="1384478" cy="590349"/>
          </a:xfrm>
          <a:prstGeom prst="rect">
            <a:avLst/>
          </a:prstGeom>
          <a:noFill/>
        </p:spPr>
        <p:txBody>
          <a:bodyPr wrap="none" lIns="18000" tIns="18000" rIns="18000" bIns="18000" rtlCol="0" anchor="ctr">
            <a:spAutoFit/>
          </a:bodyPr>
          <a:lstStyle/>
          <a:p>
            <a:pPr>
              <a:lnSpc>
                <a:spcPct val="90000"/>
              </a:lnSpc>
            </a:pPr>
            <a:r>
              <a:rPr lang="en" sz="2000" b="1">
                <a:solidFill>
                  <a:prstClr val="black"/>
                </a:solidFill>
                <a:latin typeface="STIHL Contraface Text"/>
              </a:rPr>
              <a:t>IT Market &amp;</a:t>
            </a:r>
          </a:p>
          <a:p>
            <a:pPr>
              <a:lnSpc>
                <a:spcPct val="90000"/>
              </a:lnSpc>
            </a:pPr>
            <a:r>
              <a:rPr lang="en" sz="2000" b="1">
                <a:solidFill>
                  <a:prstClr val="black"/>
                </a:solidFill>
                <a:latin typeface="STIHL Contraface Text"/>
              </a:rPr>
              <a:t> Challenges</a:t>
            </a:r>
            <a:endParaRPr lang="de-DE" sz="2000" b="1">
              <a:solidFill>
                <a:prstClr val="black"/>
              </a:solidFill>
              <a:latin typeface="STIHL Contraface Text"/>
            </a:endParaRPr>
          </a:p>
        </p:txBody>
      </p:sp>
      <p:sp>
        <p:nvSpPr>
          <p:cNvPr id="25" name="Textfeld 24">
            <a:extLst>
              <a:ext uri="{FF2B5EF4-FFF2-40B4-BE49-F238E27FC236}">
                <a16:creationId xmlns:a16="http://schemas.microsoft.com/office/drawing/2014/main" id="{351942A6-95CD-4113-FE10-1A62A544E37B}"/>
              </a:ext>
            </a:extLst>
          </p:cNvPr>
          <p:cNvSpPr txBox="1"/>
          <p:nvPr/>
        </p:nvSpPr>
        <p:spPr>
          <a:xfrm>
            <a:off x="5785189" y="5982935"/>
            <a:ext cx="1611250" cy="424150"/>
          </a:xfrm>
          <a:prstGeom prst="rect">
            <a:avLst/>
          </a:prstGeom>
          <a:noFill/>
        </p:spPr>
        <p:txBody>
          <a:bodyPr wrap="square" lIns="18000" tIns="18000" rIns="18000" bIns="18000" rtlCol="0">
            <a:spAutoFit/>
          </a:bodyPr>
          <a:lstStyle/>
          <a:p>
            <a:pPr marL="0" marR="0" lvl="0" indent="0" algn="ctr" defTabSz="914400" rtl="0" eaLnBrk="1" fontAlgn="auto" latinLnBrk="0" hangingPunct="1">
              <a:lnSpc>
                <a:spcPct val="90000"/>
              </a:lnSpc>
              <a:spcBef>
                <a:spcPts val="400"/>
              </a:spcBef>
              <a:spcAft>
                <a:spcPts val="0"/>
              </a:spcAft>
              <a:buClrTx/>
              <a:buSzTx/>
              <a:buFontTx/>
              <a:buNone/>
              <a:tabLst/>
              <a:defRPr/>
            </a:pPr>
            <a:r>
              <a:rPr kumimoji="0" lang="de-DE" sz="1400" b="1" i="0" u="none" strike="noStrike" kern="1200" cap="none" spc="0" normalizeH="0" baseline="0" noProof="0">
                <a:ln>
                  <a:noFill/>
                </a:ln>
                <a:solidFill>
                  <a:prstClr val="white"/>
                </a:solidFill>
                <a:effectLst/>
                <a:uLnTx/>
                <a:uFillTx/>
                <a:latin typeface="STIHL Contraface Text" panose="020B0503020202020102" pitchFamily="34" charset="0"/>
                <a:ea typeface="+mn-ea"/>
                <a:cs typeface="+mn-cs"/>
              </a:rPr>
              <a:t>Corporate Market &amp;</a:t>
            </a:r>
            <a:r>
              <a:rPr kumimoji="0" lang="en" sz="1400" b="1" i="0" u="none" strike="noStrike" kern="1200" cap="none" spc="0" normalizeH="0" baseline="0" noProof="0">
                <a:ln>
                  <a:noFill/>
                </a:ln>
                <a:solidFill>
                  <a:prstClr val="white"/>
                </a:solidFill>
                <a:effectLst/>
                <a:uLnTx/>
                <a:uFillTx/>
                <a:latin typeface="STIHL Contraface Text" panose="020B0503020202020102" pitchFamily="34" charset="0"/>
                <a:ea typeface="+mn-ea"/>
                <a:cs typeface="+mn-cs"/>
              </a:rPr>
              <a:t> Product </a:t>
            </a:r>
            <a:r>
              <a:rPr kumimoji="0" lang="de-DE" sz="1400" b="1" i="0" u="none" strike="noStrike" kern="1200" cap="none" spc="0" normalizeH="0" baseline="0" noProof="0">
                <a:ln>
                  <a:noFill/>
                </a:ln>
                <a:solidFill>
                  <a:prstClr val="white"/>
                </a:solidFill>
                <a:effectLst/>
                <a:uLnTx/>
                <a:uFillTx/>
                <a:latin typeface="STIHL Contraface Text" panose="020B0503020202020102" pitchFamily="34" charset="0"/>
                <a:ea typeface="+mn-ea"/>
                <a:cs typeface="+mn-cs"/>
              </a:rPr>
              <a:t>Solutions</a:t>
            </a:r>
          </a:p>
        </p:txBody>
      </p:sp>
      <p:sp>
        <p:nvSpPr>
          <p:cNvPr id="40" name="Textfeld 39">
            <a:extLst>
              <a:ext uri="{FF2B5EF4-FFF2-40B4-BE49-F238E27FC236}">
                <a16:creationId xmlns:a16="http://schemas.microsoft.com/office/drawing/2014/main" id="{27E681C8-0C52-8E9F-9044-A95E2064168F}"/>
              </a:ext>
            </a:extLst>
          </p:cNvPr>
          <p:cNvSpPr txBox="1"/>
          <p:nvPr/>
        </p:nvSpPr>
        <p:spPr>
          <a:xfrm>
            <a:off x="9003644" y="5942297"/>
            <a:ext cx="1479432" cy="618049"/>
          </a:xfrm>
          <a:prstGeom prst="rect">
            <a:avLst/>
          </a:prstGeom>
          <a:noFill/>
        </p:spPr>
        <p:txBody>
          <a:bodyPr wrap="square" lIns="18000" tIns="18000" rIns="18000" bIns="18000" rtlCol="0">
            <a:spAutoFit/>
          </a:bodyPr>
          <a:lstStyle/>
          <a:p>
            <a:pPr marL="0" marR="0" lvl="0" indent="0" algn="ctr" defTabSz="914400" rtl="0" eaLnBrk="1" fontAlgn="auto" latinLnBrk="0" hangingPunct="1">
              <a:lnSpc>
                <a:spcPct val="90000"/>
              </a:lnSpc>
              <a:spcBef>
                <a:spcPts val="400"/>
              </a:spcBef>
              <a:spcAft>
                <a:spcPts val="0"/>
              </a:spcAft>
              <a:buClrTx/>
              <a:buSzTx/>
              <a:buFontTx/>
              <a:buNone/>
              <a:tabLst/>
              <a:defRPr/>
            </a:pPr>
            <a:r>
              <a:rPr kumimoji="0" lang="en" sz="1400" b="1" i="0" u="none" strike="noStrike" kern="1200" cap="none" spc="0" normalizeH="0" baseline="0" noProof="0">
                <a:ln>
                  <a:noFill/>
                </a:ln>
                <a:solidFill>
                  <a:prstClr val="white"/>
                </a:solidFill>
                <a:effectLst/>
                <a:uLnTx/>
                <a:uFillTx/>
                <a:latin typeface="STIHL Contraface Text" panose="020B0503020202020102" pitchFamily="34" charset="0"/>
                <a:ea typeface="+mn-ea"/>
                <a:cs typeface="+mn-cs"/>
              </a:rPr>
              <a:t>Time to Market - Fast Integration of Innovations </a:t>
            </a:r>
          </a:p>
        </p:txBody>
      </p:sp>
      <p:sp>
        <p:nvSpPr>
          <p:cNvPr id="46" name="Textfeld 45">
            <a:extLst>
              <a:ext uri="{FF2B5EF4-FFF2-40B4-BE49-F238E27FC236}">
                <a16:creationId xmlns:a16="http://schemas.microsoft.com/office/drawing/2014/main" id="{695128F1-8F3E-883B-7B0B-86F17C31F366}"/>
              </a:ext>
            </a:extLst>
          </p:cNvPr>
          <p:cNvSpPr txBox="1"/>
          <p:nvPr/>
        </p:nvSpPr>
        <p:spPr>
          <a:xfrm>
            <a:off x="3057212" y="5955077"/>
            <a:ext cx="1369760" cy="669345"/>
          </a:xfrm>
          <a:prstGeom prst="rect">
            <a:avLst/>
          </a:prstGeom>
          <a:noFill/>
        </p:spPr>
        <p:txBody>
          <a:bodyPr wrap="square" lIns="18000" tIns="18000" rIns="18000" bIns="18000" rtlCol="0">
            <a:spAutoFit/>
          </a:bodyPr>
          <a:lstStyle/>
          <a:p>
            <a:pPr marL="0" marR="0" lvl="0" indent="0" algn="ctr" defTabSz="914400" rtl="0" eaLnBrk="1" fontAlgn="auto" latinLnBrk="0" hangingPunct="1">
              <a:lnSpc>
                <a:spcPct val="90000"/>
              </a:lnSpc>
              <a:spcBef>
                <a:spcPts val="400"/>
              </a:spcBef>
              <a:spcAft>
                <a:spcPts val="0"/>
              </a:spcAft>
              <a:buClrTx/>
              <a:buSzTx/>
              <a:buFontTx/>
              <a:buNone/>
              <a:tabLst/>
              <a:defRPr/>
            </a:pPr>
            <a:r>
              <a:rPr kumimoji="0" lang="en" sz="1400" b="1" i="0" u="none" strike="noStrike" kern="1200" cap="none" spc="0" normalizeH="0" baseline="0" noProof="0">
                <a:ln>
                  <a:noFill/>
                </a:ln>
                <a:solidFill>
                  <a:prstClr val="white"/>
                </a:solidFill>
                <a:effectLst/>
                <a:uLnTx/>
                <a:uFillTx/>
                <a:latin typeface="STIHL Contraface Text" panose="020B0503020202020102" pitchFamily="34" charset="0"/>
                <a:ea typeface="+mn-ea"/>
                <a:cs typeface="+mn-cs"/>
              </a:rPr>
              <a:t>Clear </a:t>
            </a:r>
            <a:r>
              <a:rPr lang="en" sz="1400" b="1">
                <a:solidFill>
                  <a:prstClr val="white"/>
                </a:solidFill>
                <a:latin typeface="STIHL Contraface Text" panose="020B0503020202020102" pitchFamily="34" charset="0"/>
              </a:rPr>
              <a:t>R</a:t>
            </a:r>
            <a:r>
              <a:rPr kumimoji="0" lang="en" sz="1400" b="1" i="0" u="none" strike="noStrike" kern="1200" cap="none" spc="0" normalizeH="0" baseline="0" noProof="0">
                <a:ln>
                  <a:noFill/>
                </a:ln>
                <a:solidFill>
                  <a:prstClr val="white"/>
                </a:solidFill>
                <a:effectLst/>
                <a:uLnTx/>
                <a:uFillTx/>
                <a:latin typeface="STIHL Contraface Text" panose="020B0503020202020102" pitchFamily="34" charset="0"/>
                <a:ea typeface="+mn-ea"/>
                <a:cs typeface="+mn-cs"/>
              </a:rPr>
              <a:t>ole </a:t>
            </a:r>
            <a:r>
              <a:rPr lang="en" sz="1400" b="1">
                <a:solidFill>
                  <a:prstClr val="white"/>
                </a:solidFill>
                <a:latin typeface="STIHL Contraface Text" panose="020B0503020202020102" pitchFamily="34" charset="0"/>
              </a:rPr>
              <a:t>M</a:t>
            </a:r>
            <a:r>
              <a:rPr kumimoji="0" lang="en" sz="1400" b="1" i="0" u="none" strike="noStrike" kern="1200" cap="none" spc="0" normalizeH="0" baseline="0" noProof="0">
                <a:ln>
                  <a:noFill/>
                </a:ln>
                <a:solidFill>
                  <a:prstClr val="white"/>
                </a:solidFill>
                <a:effectLst/>
                <a:uLnTx/>
                <a:uFillTx/>
                <a:latin typeface="STIHL Contraface Text" panose="020B0503020202020102" pitchFamily="34" charset="0"/>
                <a:ea typeface="+mn-ea"/>
                <a:cs typeface="+mn-cs"/>
              </a:rPr>
              <a:t>odels &amp; </a:t>
            </a:r>
          </a:p>
          <a:p>
            <a:pPr marL="0" marR="0" lvl="0" indent="0" algn="ctr" defTabSz="914400" rtl="0" eaLnBrk="1" fontAlgn="auto" latinLnBrk="0" hangingPunct="1">
              <a:lnSpc>
                <a:spcPct val="90000"/>
              </a:lnSpc>
              <a:spcBef>
                <a:spcPts val="400"/>
              </a:spcBef>
              <a:spcAft>
                <a:spcPts val="0"/>
              </a:spcAft>
              <a:buClrTx/>
              <a:buSzTx/>
              <a:buFontTx/>
              <a:buNone/>
              <a:tabLst/>
              <a:defRPr/>
            </a:pPr>
            <a:r>
              <a:rPr lang="en" sz="1400" b="1">
                <a:solidFill>
                  <a:prstClr val="white"/>
                </a:solidFill>
                <a:latin typeface="STIHL Contraface Text" panose="020B0503020202020102" pitchFamily="34" charset="0"/>
              </a:rPr>
              <a:t>Responsibilities</a:t>
            </a:r>
            <a:endParaRPr kumimoji="0" lang="en" sz="1400" b="1" i="0" u="none" strike="noStrike" kern="1200" cap="none" spc="0" normalizeH="0" baseline="0" noProof="0">
              <a:ln>
                <a:noFill/>
              </a:ln>
              <a:solidFill>
                <a:prstClr val="white"/>
              </a:solidFill>
              <a:effectLst/>
              <a:uLnTx/>
              <a:uFillTx/>
              <a:latin typeface="STIHL Contraface Text" panose="020B0503020202020102" pitchFamily="34" charset="0"/>
              <a:ea typeface="+mn-ea"/>
              <a:cs typeface="+mn-cs"/>
            </a:endParaRPr>
          </a:p>
        </p:txBody>
      </p:sp>
      <p:pic>
        <p:nvPicPr>
          <p:cNvPr id="54" name="Grafik 53" descr="Ein Bild, das Grafiken, Logo, Kreis, Clipart enthält.&#10;&#10;Automatisch generierte Beschreibung">
            <a:extLst>
              <a:ext uri="{FF2B5EF4-FFF2-40B4-BE49-F238E27FC236}">
                <a16:creationId xmlns:a16="http://schemas.microsoft.com/office/drawing/2014/main" id="{6ACE21BF-DED5-57F4-2510-B2EADCD38AE3}"/>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720422" y="2966097"/>
            <a:ext cx="903640" cy="919777"/>
          </a:xfrm>
          <a:prstGeom prst="rect">
            <a:avLst/>
          </a:prstGeom>
        </p:spPr>
      </p:pic>
      <p:pic>
        <p:nvPicPr>
          <p:cNvPr id="2" name="Grafik 1">
            <a:extLst>
              <a:ext uri="{FF2B5EF4-FFF2-40B4-BE49-F238E27FC236}">
                <a16:creationId xmlns:a16="http://schemas.microsoft.com/office/drawing/2014/main" id="{B2BB17F7-A4AF-8E73-FA5C-94C7431F8490}"/>
              </a:ext>
            </a:extLst>
          </p:cNvPr>
          <p:cNvPicPr>
            <a:picLocks noChangeAspect="1"/>
          </p:cNvPicPr>
          <p:nvPr/>
        </p:nvPicPr>
        <p:blipFill>
          <a:blip r:embed="rId11" cstate="print">
            <a:extLst>
              <a:ext uri="{28A0092B-C50C-407E-A947-70E740481C1C}">
                <a14:useLocalDpi xmlns:a14="http://schemas.microsoft.com/office/drawing/2010/main" val="0"/>
              </a:ext>
            </a:extLst>
          </a:blip>
          <a:srcRect/>
          <a:stretch/>
        </p:blipFill>
        <p:spPr>
          <a:xfrm>
            <a:off x="3343340" y="4883508"/>
            <a:ext cx="903639" cy="919776"/>
          </a:xfrm>
          <a:prstGeom prst="rect">
            <a:avLst/>
          </a:prstGeom>
        </p:spPr>
      </p:pic>
      <p:sp>
        <p:nvSpPr>
          <p:cNvPr id="27" name="Oval 26">
            <a:extLst>
              <a:ext uri="{FF2B5EF4-FFF2-40B4-BE49-F238E27FC236}">
                <a16:creationId xmlns:a16="http://schemas.microsoft.com/office/drawing/2014/main" id="{03CD51D2-C0ED-5E5F-8162-A48D718A0E50}"/>
              </a:ext>
            </a:extLst>
          </p:cNvPr>
          <p:cNvSpPr/>
          <p:nvPr/>
        </p:nvSpPr>
        <p:spPr>
          <a:xfrm>
            <a:off x="6079695" y="4965265"/>
            <a:ext cx="919778" cy="919778"/>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lnSpc>
                <a:spcPct val="90000"/>
              </a:lnSpc>
            </a:pPr>
            <a:endParaRPr lang="de-DE" sz="1600" b="1">
              <a:solidFill>
                <a:schemeClr val="tx1"/>
              </a:solidFill>
            </a:endParaRPr>
          </a:p>
        </p:txBody>
      </p:sp>
      <p:pic>
        <p:nvPicPr>
          <p:cNvPr id="10" name="Grafik 9">
            <a:extLst>
              <a:ext uri="{FF2B5EF4-FFF2-40B4-BE49-F238E27FC236}">
                <a16:creationId xmlns:a16="http://schemas.microsoft.com/office/drawing/2014/main" id="{FDF1A36E-B223-4B6F-B191-4998A72F8685}"/>
              </a:ext>
            </a:extLst>
          </p:cNvPr>
          <p:cNvPicPr>
            <a:picLocks noChangeAspect="1"/>
          </p:cNvPicPr>
          <p:nvPr/>
        </p:nvPicPr>
        <p:blipFill>
          <a:blip r:embed="rId12" cstate="print">
            <a:extLst>
              <a:ext uri="{28A0092B-C50C-407E-A947-70E740481C1C}">
                <a14:useLocalDpi xmlns:a14="http://schemas.microsoft.com/office/drawing/2010/main" val="0"/>
              </a:ext>
            </a:extLst>
          </a:blip>
          <a:srcRect l="10438" t="9955" r="10438" b="9955"/>
          <a:stretch/>
        </p:blipFill>
        <p:spPr>
          <a:xfrm>
            <a:off x="6182082" y="5056909"/>
            <a:ext cx="715004" cy="723728"/>
          </a:xfrm>
          <a:prstGeom prst="rect">
            <a:avLst/>
          </a:prstGeom>
        </p:spPr>
      </p:pic>
      <p:sp>
        <p:nvSpPr>
          <p:cNvPr id="23" name="Textfeld 22">
            <a:extLst>
              <a:ext uri="{FF2B5EF4-FFF2-40B4-BE49-F238E27FC236}">
                <a16:creationId xmlns:a16="http://schemas.microsoft.com/office/drawing/2014/main" id="{392E3634-8AA5-0A8C-E15F-3339045EF09E}"/>
              </a:ext>
            </a:extLst>
          </p:cNvPr>
          <p:cNvSpPr txBox="1"/>
          <p:nvPr/>
        </p:nvSpPr>
        <p:spPr>
          <a:xfrm>
            <a:off x="468743" y="852080"/>
            <a:ext cx="1304327" cy="285651"/>
          </a:xfrm>
          <a:prstGeom prst="rect">
            <a:avLst/>
          </a:prstGeom>
          <a:noFill/>
        </p:spPr>
        <p:txBody>
          <a:bodyPr wrap="none" lIns="18000" tIns="18000" rIns="18000" bIns="18000" rtlCol="0" anchor="ctr">
            <a:spAutoFit/>
          </a:bodyPr>
          <a:lstStyle/>
          <a:p>
            <a:pPr marL="0" marR="0" lvl="0" indent="0" defTabSz="914400" rtl="0" eaLnBrk="1" fontAlgn="auto" latinLnBrk="0" hangingPunct="1">
              <a:lnSpc>
                <a:spcPct val="90000"/>
              </a:lnSpc>
              <a:spcBef>
                <a:spcPts val="400"/>
              </a:spcBef>
              <a:spcAft>
                <a:spcPts val="0"/>
              </a:spcAft>
              <a:buClrTx/>
              <a:buSzTx/>
              <a:buFontTx/>
              <a:buNone/>
              <a:tabLst/>
              <a:defRPr/>
            </a:pPr>
            <a:r>
              <a:rPr lang="de-DE" sz="1800" b="0" i="0" u="none" strike="noStrike">
                <a:solidFill>
                  <a:srgbClr val="FFFFFF"/>
                </a:solidFill>
                <a:effectLst/>
                <a:latin typeface="STIHL Contraface Text" panose="020B0503020202020102" pitchFamily="34" charset="0"/>
              </a:rPr>
              <a:t>Focus Areas </a:t>
            </a:r>
            <a:r>
              <a:rPr lang="de-DE" sz="1800" b="0" i="0">
                <a:solidFill>
                  <a:srgbClr val="000000"/>
                </a:solidFill>
                <a:effectLst/>
                <a:latin typeface="STIHL Contraface Text" panose="020B0503020202020102" pitchFamily="34" charset="0"/>
              </a:rPr>
              <a:t>​</a:t>
            </a:r>
            <a:endParaRPr kumimoji="0" lang="de-DE" sz="1400" i="0" u="none" strike="noStrike" kern="1200" cap="none" spc="0" normalizeH="0" baseline="0" noProof="0">
              <a:ln>
                <a:noFill/>
              </a:ln>
              <a:solidFill>
                <a:schemeClr val="bg1"/>
              </a:solidFill>
              <a:effectLst/>
              <a:uLnTx/>
              <a:uFillTx/>
              <a:latin typeface="STIHL Contraface Text"/>
              <a:ea typeface="+mn-ea"/>
              <a:cs typeface="+mn-cs"/>
            </a:endParaRPr>
          </a:p>
        </p:txBody>
      </p:sp>
      <p:pic>
        <p:nvPicPr>
          <p:cNvPr id="14" name="Grafik 3" descr="Recherche mit einfarbiger Füllung">
            <a:extLst>
              <a:ext uri="{FF2B5EF4-FFF2-40B4-BE49-F238E27FC236}">
                <a16:creationId xmlns:a16="http://schemas.microsoft.com/office/drawing/2014/main" id="{802187BB-25CC-B817-6D8E-E3A34BC17D33}"/>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83063" y="3401604"/>
            <a:ext cx="765468" cy="781002"/>
          </a:xfrm>
          <a:prstGeom prst="rect">
            <a:avLst/>
          </a:prstGeom>
        </p:spPr>
      </p:pic>
      <p:pic>
        <p:nvPicPr>
          <p:cNvPr id="18" name="Grafik 12" descr="Handschlag mit einfarbiger Füllung">
            <a:extLst>
              <a:ext uri="{FF2B5EF4-FFF2-40B4-BE49-F238E27FC236}">
                <a16:creationId xmlns:a16="http://schemas.microsoft.com/office/drawing/2014/main" id="{4296C1BB-E945-48CF-972D-139FC8F260B0}"/>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81551" y="5269468"/>
            <a:ext cx="617444" cy="735262"/>
          </a:xfrm>
          <a:prstGeom prst="rect">
            <a:avLst/>
          </a:prstGeom>
        </p:spPr>
      </p:pic>
      <p:pic>
        <p:nvPicPr>
          <p:cNvPr id="20" name="Graphic 3" descr="Gear wheel with single-color filling">
            <a:extLst>
              <a:ext uri="{FF2B5EF4-FFF2-40B4-BE49-F238E27FC236}">
                <a16:creationId xmlns:a16="http://schemas.microsoft.com/office/drawing/2014/main" id="{6E2AE3CB-C360-3FD7-4389-2D7FF68BDD0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9179174" y="4924010"/>
            <a:ext cx="914400" cy="914400"/>
          </a:xfrm>
          <a:prstGeom prst="rect">
            <a:avLst/>
          </a:prstGeom>
        </p:spPr>
      </p:pic>
    </p:spTree>
    <p:extLst>
      <p:ext uri="{BB962C8B-B14F-4D97-AF65-F5344CB8AC3E}">
        <p14:creationId xmlns:p14="http://schemas.microsoft.com/office/powerpoint/2010/main" val="1163314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1554144C-B942-981B-A149-30D88B8DB690}"/>
              </a:ext>
            </a:extLst>
          </p:cNvPr>
          <p:cNvSpPr>
            <a:spLocks noGrp="1"/>
          </p:cNvSpPr>
          <p:nvPr>
            <p:ph type="title" idx="4294967295"/>
          </p:nvPr>
        </p:nvSpPr>
        <p:spPr>
          <a:xfrm>
            <a:off x="562860" y="511587"/>
            <a:ext cx="11142218" cy="311371"/>
          </a:xfrm>
        </p:spPr>
        <p:txBody>
          <a:bodyPr/>
          <a:lstStyle/>
          <a:p>
            <a:r>
              <a:rPr lang="de-DE" noProof="0">
                <a:ea typeface="Verdana"/>
              </a:rPr>
              <a:t>KATEGORIEN VON SYSTEMLÖSUNGEN</a:t>
            </a:r>
            <a:endParaRPr lang="de-DE" noProof="0"/>
          </a:p>
        </p:txBody>
      </p:sp>
      <p:sp>
        <p:nvSpPr>
          <p:cNvPr id="120" name="!! A. Org. Enablement">
            <a:extLst>
              <a:ext uri="{FF2B5EF4-FFF2-40B4-BE49-F238E27FC236}">
                <a16:creationId xmlns:a16="http://schemas.microsoft.com/office/drawing/2014/main" id="{E8B72E1A-FE9A-84EA-6462-A11A0D44F7D2}"/>
              </a:ext>
            </a:extLst>
          </p:cNvPr>
          <p:cNvSpPr/>
          <p:nvPr/>
        </p:nvSpPr>
        <p:spPr>
          <a:xfrm>
            <a:off x="570357" y="3091353"/>
            <a:ext cx="392400" cy="1800000"/>
          </a:xfrm>
          <a:prstGeom prst="roundRect">
            <a:avLst>
              <a:gd name="adj" fmla="val 24308"/>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b"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a:solidFill>
                  <a:schemeClr val="tx2"/>
                </a:solidFill>
              </a:rPr>
              <a:t>A</a:t>
            </a:r>
          </a:p>
        </p:txBody>
      </p:sp>
      <p:sp>
        <p:nvSpPr>
          <p:cNvPr id="41" name="Inhaltsplatzhalter 1">
            <a:extLst>
              <a:ext uri="{FF2B5EF4-FFF2-40B4-BE49-F238E27FC236}">
                <a16:creationId xmlns:a16="http://schemas.microsoft.com/office/drawing/2014/main" id="{23834DFA-12E4-18ED-DE6F-03E57D4BC48B}"/>
              </a:ext>
            </a:extLst>
          </p:cNvPr>
          <p:cNvSpPr txBox="1">
            <a:spLocks/>
          </p:cNvSpPr>
          <p:nvPr/>
        </p:nvSpPr>
        <p:spPr>
          <a:xfrm>
            <a:off x="4392156" y="2510466"/>
            <a:ext cx="7201478" cy="3027260"/>
          </a:xfrm>
          <a:prstGeom prst="rect">
            <a:avLst/>
          </a:prstGeom>
        </p:spPr>
        <p:txBody>
          <a:bodyPr vert="horz" lIns="0" tIns="0" rIns="0" bIns="0" rtlCol="0" anchor="t">
            <a:noAutofit/>
          </a:bodyPr>
          <a:lstStyle>
            <a:lvl1pPr marL="180000" indent="-234000" algn="l" defTabSz="720000" rtl="0" eaLnBrk="1" latinLnBrk="0" hangingPunct="1">
              <a:lnSpc>
                <a:spcPct val="109000"/>
              </a:lnSpc>
              <a:spcBef>
                <a:spcPts val="0"/>
              </a:spcBef>
              <a:spcAft>
                <a:spcPts val="600"/>
              </a:spcAft>
              <a:buClr>
                <a:schemeClr val="accent1"/>
              </a:buClr>
              <a:buSzPct val="125000"/>
              <a:buFont typeface="Arial" panose="020B0604020202020204" pitchFamily="34" charset="0"/>
              <a:buChar char="•"/>
              <a:tabLst/>
              <a:defRPr sz="1600" kern="1200">
                <a:solidFill>
                  <a:schemeClr val="bg1"/>
                </a:solidFill>
                <a:latin typeface="+mn-lt"/>
                <a:ea typeface="+mn-ea"/>
                <a:cs typeface="+mn-cs"/>
              </a:defRPr>
            </a:lvl1pPr>
            <a:lvl2pPr marL="447675" indent="-220663" algn="l" defTabSz="914400" rtl="0" eaLnBrk="1" latinLnBrk="0" hangingPunct="1">
              <a:lnSpc>
                <a:spcPct val="109000"/>
              </a:lnSpc>
              <a:spcBef>
                <a:spcPts val="0"/>
              </a:spcBef>
              <a:spcAft>
                <a:spcPts val="600"/>
              </a:spcAft>
              <a:buClr>
                <a:schemeClr val="bg1"/>
              </a:buClr>
              <a:buSzPct val="120000"/>
              <a:buFont typeface="System Font Regular"/>
              <a:buChar char="◦"/>
              <a:tabLst/>
              <a:defRPr sz="1600" kern="1200">
                <a:solidFill>
                  <a:schemeClr val="bg1"/>
                </a:solidFill>
                <a:latin typeface="+mn-lt"/>
                <a:ea typeface="+mn-ea"/>
                <a:cs typeface="+mn-cs"/>
              </a:defRPr>
            </a:lvl2pPr>
            <a:lvl3pPr marL="711200" indent="-263525" algn="l" defTabSz="914400" rtl="0" eaLnBrk="1" latinLnBrk="0" hangingPunct="1">
              <a:lnSpc>
                <a:spcPct val="109000"/>
              </a:lnSpc>
              <a:spcBef>
                <a:spcPts val="0"/>
              </a:spcBef>
              <a:spcAft>
                <a:spcPts val="600"/>
              </a:spcAft>
              <a:buClr>
                <a:schemeClr val="bg1"/>
              </a:buClr>
              <a:buSzPct val="75000"/>
              <a:buFont typeface=".Lucida Grande UI Regular"/>
              <a:buChar char="►"/>
              <a:tabLst/>
              <a:defRPr sz="1400" kern="1200">
                <a:solidFill>
                  <a:schemeClr val="bg1"/>
                </a:solidFill>
                <a:latin typeface="+mn-lt"/>
                <a:ea typeface="+mn-ea"/>
                <a:cs typeface="+mn-cs"/>
              </a:defRPr>
            </a:lvl3pPr>
            <a:lvl4pPr marL="939800" indent="-228600" algn="l" defTabSz="914400" rtl="0" eaLnBrk="1" latinLnBrk="0" hangingPunct="1">
              <a:lnSpc>
                <a:spcPct val="109000"/>
              </a:lnSpc>
              <a:spcBef>
                <a:spcPts val="0"/>
              </a:spcBef>
              <a:spcAft>
                <a:spcPts val="600"/>
              </a:spcAft>
              <a:buClr>
                <a:schemeClr val="bg1"/>
              </a:buClr>
              <a:buSzPct val="75000"/>
              <a:buFont typeface="System Font Regular"/>
              <a:buChar char="▷"/>
              <a:tabLst/>
              <a:defRPr sz="1400" kern="1200">
                <a:solidFill>
                  <a:schemeClr val="bg1"/>
                </a:solidFill>
                <a:latin typeface="+mn-lt"/>
                <a:ea typeface="+mn-ea"/>
                <a:cs typeface="+mn-cs"/>
              </a:defRPr>
            </a:lvl4pPr>
            <a:lvl5pPr marL="1158875" indent="-219075" algn="l" defTabSz="914400" rtl="0" eaLnBrk="1" latinLnBrk="0" hangingPunct="1">
              <a:lnSpc>
                <a:spcPct val="109000"/>
              </a:lnSpc>
              <a:spcBef>
                <a:spcPts val="0"/>
              </a:spcBef>
              <a:spcAft>
                <a:spcPts val="600"/>
              </a:spcAft>
              <a:buClr>
                <a:schemeClr val="bg1"/>
              </a:buClr>
              <a:buSzPct val="100000"/>
              <a:buFont typeface="System Font Regular"/>
              <a:buChar char="–"/>
              <a:tabLst/>
              <a:defRPr sz="1200" kern="1200">
                <a:solidFill>
                  <a:schemeClr val="bg1"/>
                </a:solidFill>
                <a:latin typeface="+mn-lt"/>
                <a:ea typeface="+mn-ea"/>
                <a:cs typeface="+mn-cs"/>
              </a:defRPr>
            </a:lvl5pPr>
            <a:lvl6pPr marL="711200" indent="-222250" algn="l" defTabSz="914400" rtl="0" eaLnBrk="1" latinLnBrk="0" hangingPunct="1">
              <a:lnSpc>
                <a:spcPct val="109000"/>
              </a:lnSpc>
              <a:spcBef>
                <a:spcPts val="500"/>
              </a:spcBef>
              <a:spcAft>
                <a:spcPts val="200"/>
              </a:spcAft>
              <a:buClr>
                <a:schemeClr val="bg1"/>
              </a:buClr>
              <a:buSzPct val="80000"/>
              <a:buFont typeface="System Font Regular"/>
              <a:buChar char="▷"/>
              <a:tabLst/>
              <a:defRPr sz="1400" kern="1200">
                <a:solidFill>
                  <a:schemeClr val="bg1"/>
                </a:solidFill>
                <a:latin typeface="+mn-lt"/>
                <a:ea typeface="+mn-ea"/>
                <a:cs typeface="+mn-cs"/>
              </a:defRPr>
            </a:lvl6pPr>
            <a:lvl7pPr marL="935038" indent="-223838" algn="l" defTabSz="914400" rtl="0" eaLnBrk="1" latinLnBrk="0" hangingPunct="1">
              <a:lnSpc>
                <a:spcPct val="90000"/>
              </a:lnSpc>
              <a:spcBef>
                <a:spcPts val="500"/>
              </a:spcBef>
              <a:buClr>
                <a:schemeClr val="bg1"/>
              </a:buClr>
              <a:buFont typeface="System Font Regular"/>
              <a:buChar char="–"/>
              <a:tabLst/>
              <a:defRPr sz="1200" kern="1200">
                <a:solidFill>
                  <a:schemeClr val="bg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ts val="1600"/>
              </a:lnSpc>
              <a:spcAft>
                <a:spcPts val="1000"/>
              </a:spcAft>
              <a:buClr>
                <a:schemeClr val="accent1"/>
              </a:buClr>
              <a:buNone/>
            </a:pPr>
            <a:r>
              <a:rPr lang="de-DE" sz="1400" b="1">
                <a:solidFill>
                  <a:schemeClr val="tx1"/>
                </a:solidFill>
                <a:latin typeface="+mj-lt"/>
                <a:cs typeface="Arial"/>
              </a:rPr>
              <a:t>1: </a:t>
            </a:r>
            <a:r>
              <a:rPr lang="de-DE" sz="1400">
                <a:solidFill>
                  <a:schemeClr val="tx1"/>
                </a:solidFill>
                <a:latin typeface="+mj-lt"/>
                <a:cs typeface="Arial"/>
              </a:rPr>
              <a:t>Stabile, sichere Backend-Systeme mit integrierten Prozessen über alle Plattformen hinweg bilden das Rückgrat effizienter Geschäftstransaktionen
</a:t>
            </a:r>
            <a:r>
              <a:rPr lang="de-DE" sz="1400" b="1">
                <a:solidFill>
                  <a:schemeClr val="tx1"/>
                </a:solidFill>
                <a:latin typeface="+mj-lt"/>
                <a:cs typeface="Arial"/>
              </a:rPr>
              <a:t>2: </a:t>
            </a:r>
            <a:r>
              <a:rPr lang="de-DE" sz="1400">
                <a:solidFill>
                  <a:schemeClr val="tx1"/>
                </a:solidFill>
                <a:latin typeface="+mj-lt"/>
                <a:cs typeface="Arial"/>
              </a:rPr>
              <a:t>Kundenorientierte Lösungen sind die Visitenkarte für die Märkte 
</a:t>
            </a:r>
            <a:r>
              <a:rPr lang="de-DE" sz="1400" b="1">
                <a:solidFill>
                  <a:schemeClr val="tx1"/>
                </a:solidFill>
                <a:latin typeface="+mj-lt"/>
                <a:cs typeface="Arial"/>
              </a:rPr>
              <a:t>3: </a:t>
            </a:r>
            <a:r>
              <a:rPr lang="de-DE" sz="1400">
                <a:solidFill>
                  <a:schemeClr val="tx1"/>
                </a:solidFill>
                <a:latin typeface="+mj-lt"/>
                <a:cs typeface="Arial"/>
              </a:rPr>
              <a:t>Smarte Produkte benötigen nahtlose Kommunikation untereinander</a:t>
            </a:r>
          </a:p>
          <a:p>
            <a:pPr marL="0" lvl="1" indent="0">
              <a:lnSpc>
                <a:spcPts val="1600"/>
              </a:lnSpc>
              <a:spcAft>
                <a:spcPts val="1000"/>
              </a:spcAft>
              <a:buClr>
                <a:schemeClr val="accent1"/>
              </a:buClr>
              <a:buNone/>
            </a:pPr>
            <a:endParaRPr lang="de-DE" sz="1400">
              <a:solidFill>
                <a:schemeClr val="tx1"/>
              </a:solidFill>
              <a:latin typeface="+mj-lt"/>
              <a:cs typeface="Arial"/>
            </a:endParaRPr>
          </a:p>
          <a:p>
            <a:pPr marL="0" lvl="1" indent="0">
              <a:lnSpc>
                <a:spcPts val="1600"/>
              </a:lnSpc>
              <a:spcAft>
                <a:spcPts val="1000"/>
              </a:spcAft>
              <a:buClr>
                <a:schemeClr val="accent1"/>
              </a:buClr>
              <a:buNone/>
            </a:pPr>
            <a:r>
              <a:rPr lang="de-DE" sz="1400" b="1">
                <a:solidFill>
                  <a:schemeClr val="tx1"/>
                </a:solidFill>
                <a:latin typeface="+mj-lt"/>
                <a:cs typeface="Arial"/>
              </a:rPr>
              <a:t>A: </a:t>
            </a:r>
            <a:r>
              <a:rPr lang="de-DE" sz="1400">
                <a:solidFill>
                  <a:schemeClr val="tx1"/>
                </a:solidFill>
                <a:latin typeface="+mj-lt"/>
                <a:cs typeface="Arial"/>
              </a:rPr>
              <a:t>Eine moderne Organisation kombiniert Technologie, Daten- und Prozesssteuerung 	und stellt sicher, dass notwendige Fähigkeiten weltweit verfügbar sind
</a:t>
            </a:r>
            <a:r>
              <a:rPr lang="de-DE" sz="1400" b="1">
                <a:solidFill>
                  <a:schemeClr val="tx1"/>
                </a:solidFill>
                <a:latin typeface="+mj-lt"/>
                <a:cs typeface="Arial"/>
              </a:rPr>
              <a:t>B: </a:t>
            </a:r>
            <a:r>
              <a:rPr lang="de-DE" sz="1400">
                <a:solidFill>
                  <a:schemeClr val="tx1"/>
                </a:solidFill>
                <a:latin typeface="+mj-lt"/>
                <a:cs typeface="Arial"/>
              </a:rPr>
              <a:t>KI - oder jede andere neue Technologie - kann nur dann Wert schaffen, wenn sie über alle Systeme und harmonisierte Datensätze hinweg genutzt wird
</a:t>
            </a:r>
            <a:r>
              <a:rPr lang="de-DE" sz="1400" b="1">
                <a:solidFill>
                  <a:schemeClr val="tx1"/>
                </a:solidFill>
                <a:latin typeface="+mj-lt"/>
                <a:cs typeface="Arial"/>
              </a:rPr>
              <a:t>C: </a:t>
            </a:r>
            <a:r>
              <a:rPr lang="de-DE" sz="1400">
                <a:solidFill>
                  <a:schemeClr val="tx1"/>
                </a:solidFill>
                <a:latin typeface="+mj-lt"/>
                <a:cs typeface="Arial"/>
              </a:rPr>
              <a:t>Kostenziele und Kostenreduktionen sind am effizientesten, wenn Abhängigkeiten 	über alle diese Bereiche hinweg berücksichtigt werden</a:t>
            </a:r>
          </a:p>
        </p:txBody>
      </p:sp>
      <p:sp>
        <p:nvSpPr>
          <p:cNvPr id="2" name="Org. Enablement">
            <a:extLst>
              <a:ext uri="{FF2B5EF4-FFF2-40B4-BE49-F238E27FC236}">
                <a16:creationId xmlns:a16="http://schemas.microsoft.com/office/drawing/2014/main" id="{B481E1E1-C6E7-2989-8D15-71D6F932D91B}"/>
              </a:ext>
            </a:extLst>
          </p:cNvPr>
          <p:cNvSpPr/>
          <p:nvPr/>
        </p:nvSpPr>
        <p:spPr>
          <a:xfrm>
            <a:off x="217357" y="5425778"/>
            <a:ext cx="1124067" cy="494570"/>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de-DE" sz="1200" b="1" noProof="0">
                <a:solidFill>
                  <a:schemeClr val="accent2"/>
                </a:solidFill>
                <a:cs typeface="Arial"/>
              </a:rPr>
              <a:t>IPS-Organisation </a:t>
            </a:r>
            <a:r>
              <a:rPr lang="de-DE" sz="1100" noProof="0">
                <a:solidFill>
                  <a:schemeClr val="accent2"/>
                </a:solidFill>
                <a:cs typeface="Arial"/>
              </a:rPr>
              <a:t>(einschließlich Prozesseinhaltung</a:t>
            </a:r>
            <a:r>
              <a:rPr lang="de-DE" sz="1100">
                <a:solidFill>
                  <a:schemeClr val="accent2"/>
                </a:solidFill>
                <a:cs typeface="Arial"/>
              </a:rPr>
              <a:t> und –integrations-knowhow,</a:t>
            </a:r>
            <a:r>
              <a:rPr lang="de-DE" sz="1100" noProof="0">
                <a:solidFill>
                  <a:schemeClr val="accent2"/>
                </a:solidFill>
                <a:cs typeface="Arial"/>
              </a:rPr>
              <a:t> Sicherheits- und </a:t>
            </a:r>
            <a:r>
              <a:rPr lang="de-DE" sz="1100" noProof="0" err="1">
                <a:solidFill>
                  <a:schemeClr val="accent2"/>
                </a:solidFill>
                <a:cs typeface="Arial"/>
              </a:rPr>
              <a:t>Architekturgover-nance</a:t>
            </a:r>
            <a:r>
              <a:rPr lang="de-DE" sz="1100" noProof="0">
                <a:solidFill>
                  <a:schemeClr val="accent2"/>
                </a:solidFill>
                <a:cs typeface="Arial"/>
              </a:rPr>
              <a:t>)</a:t>
            </a:r>
            <a:endParaRPr lang="de-DE" sz="1200" noProof="0">
              <a:solidFill>
                <a:schemeClr val="accent2"/>
              </a:solidFill>
              <a:cs typeface="Arial"/>
            </a:endParaRPr>
          </a:p>
        </p:txBody>
      </p:sp>
      <p:sp>
        <p:nvSpPr>
          <p:cNvPr id="3" name="!! C. Cost Efficiency">
            <a:extLst>
              <a:ext uri="{FF2B5EF4-FFF2-40B4-BE49-F238E27FC236}">
                <a16:creationId xmlns:a16="http://schemas.microsoft.com/office/drawing/2014/main" id="{901169B0-FF42-BDC1-8F5E-EB8587B95DD4}"/>
              </a:ext>
            </a:extLst>
          </p:cNvPr>
          <p:cNvSpPr/>
          <p:nvPr/>
        </p:nvSpPr>
        <p:spPr>
          <a:xfrm>
            <a:off x="2871778" y="3091353"/>
            <a:ext cx="392400" cy="1800000"/>
          </a:xfrm>
          <a:prstGeom prst="roundRect">
            <a:avLst>
              <a:gd name="adj" fmla="val 24308"/>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b"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a:solidFill>
                  <a:schemeClr val="tx2"/>
                </a:solidFill>
              </a:rPr>
              <a:t>C</a:t>
            </a:r>
          </a:p>
        </p:txBody>
      </p:sp>
      <p:sp>
        <p:nvSpPr>
          <p:cNvPr id="8" name="!! B. Artificial Intelligence">
            <a:extLst>
              <a:ext uri="{FF2B5EF4-FFF2-40B4-BE49-F238E27FC236}">
                <a16:creationId xmlns:a16="http://schemas.microsoft.com/office/drawing/2014/main" id="{EDF927FF-3F43-F743-2F60-F648CA79924F}"/>
              </a:ext>
            </a:extLst>
          </p:cNvPr>
          <p:cNvSpPr/>
          <p:nvPr/>
        </p:nvSpPr>
        <p:spPr>
          <a:xfrm>
            <a:off x="1734871" y="3091353"/>
            <a:ext cx="392400" cy="1800000"/>
          </a:xfrm>
          <a:prstGeom prst="roundRect">
            <a:avLst>
              <a:gd name="adj" fmla="val 24308"/>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b"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a:solidFill>
                  <a:schemeClr val="tx2"/>
                </a:solidFill>
              </a:rPr>
              <a:t>B</a:t>
            </a:r>
          </a:p>
        </p:txBody>
      </p:sp>
      <p:sp>
        <p:nvSpPr>
          <p:cNvPr id="6" name="!! Datacenter Strategy">
            <a:extLst>
              <a:ext uri="{FF2B5EF4-FFF2-40B4-BE49-F238E27FC236}">
                <a16:creationId xmlns:a16="http://schemas.microsoft.com/office/drawing/2014/main" id="{EBEA7ED6-612B-FE26-E547-07377A454681}"/>
              </a:ext>
            </a:extLst>
          </p:cNvPr>
          <p:cNvSpPr/>
          <p:nvPr/>
        </p:nvSpPr>
        <p:spPr>
          <a:xfrm>
            <a:off x="388488" y="3265333"/>
            <a:ext cx="3014990" cy="396470"/>
          </a:xfrm>
          <a:prstGeom prst="roundRect">
            <a:avLst>
              <a:gd name="adj" fmla="val 22929"/>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342900" indent="-342900">
              <a:buFont typeface="+mj-lt"/>
              <a:buAutoNum type="arabicPeriod"/>
            </a:pPr>
            <a:r>
              <a:rPr lang="en-US" b="1">
                <a:solidFill>
                  <a:schemeClr val="tx1"/>
                </a:solidFill>
              </a:rPr>
              <a:t>Corporate Solutions</a:t>
            </a:r>
            <a:endParaRPr lang="en-US" b="1">
              <a:solidFill>
                <a:schemeClr val="tx1"/>
              </a:solidFill>
              <a:cs typeface="Arial"/>
            </a:endParaRPr>
          </a:p>
        </p:txBody>
      </p:sp>
      <p:sp>
        <p:nvSpPr>
          <p:cNvPr id="64" name="!! IoT">
            <a:extLst>
              <a:ext uri="{FF2B5EF4-FFF2-40B4-BE49-F238E27FC236}">
                <a16:creationId xmlns:a16="http://schemas.microsoft.com/office/drawing/2014/main" id="{CB6F3350-1D13-0895-1A5C-78964CA7CED5}"/>
              </a:ext>
            </a:extLst>
          </p:cNvPr>
          <p:cNvSpPr/>
          <p:nvPr/>
        </p:nvSpPr>
        <p:spPr>
          <a:xfrm>
            <a:off x="388488" y="4158459"/>
            <a:ext cx="3014990" cy="396470"/>
          </a:xfrm>
          <a:prstGeom prst="roundRect">
            <a:avLst>
              <a:gd name="adj" fmla="val 22929"/>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342900" indent="-342900">
              <a:buFont typeface="+mj-lt"/>
              <a:buAutoNum type="arabicPeriod" startAt="3"/>
            </a:pPr>
            <a:r>
              <a:rPr lang="en-US" b="1">
                <a:solidFill>
                  <a:schemeClr val="tx1"/>
                </a:solidFill>
              </a:rPr>
              <a:t>IoT / Product Solutions</a:t>
            </a:r>
            <a:endParaRPr lang="en-US" b="1">
              <a:solidFill>
                <a:schemeClr val="tx1"/>
              </a:solidFill>
              <a:cs typeface="Arial"/>
            </a:endParaRPr>
          </a:p>
        </p:txBody>
      </p:sp>
      <p:sp>
        <p:nvSpPr>
          <p:cNvPr id="63" name="!! SAP RISE">
            <a:extLst>
              <a:ext uri="{FF2B5EF4-FFF2-40B4-BE49-F238E27FC236}">
                <a16:creationId xmlns:a16="http://schemas.microsoft.com/office/drawing/2014/main" id="{C091ABDA-80C2-15CE-3E09-653187E4AC55}"/>
              </a:ext>
            </a:extLst>
          </p:cNvPr>
          <p:cNvSpPr/>
          <p:nvPr/>
        </p:nvSpPr>
        <p:spPr>
          <a:xfrm>
            <a:off x="388488" y="3719847"/>
            <a:ext cx="3014990" cy="392400"/>
          </a:xfrm>
          <a:prstGeom prst="roundRect">
            <a:avLst>
              <a:gd name="adj" fmla="val 22929"/>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342900" indent="-342900">
              <a:buFont typeface="+mj-lt"/>
              <a:buAutoNum type="arabicPeriod" startAt="2"/>
            </a:pPr>
            <a:r>
              <a:rPr lang="en-US" b="1">
                <a:solidFill>
                  <a:schemeClr val="tx1"/>
                </a:solidFill>
              </a:rPr>
              <a:t>Market Facing Solutions</a:t>
            </a:r>
            <a:endParaRPr lang="en-US" b="1">
              <a:solidFill>
                <a:schemeClr val="tx1"/>
              </a:solidFill>
              <a:cs typeface="Arial"/>
            </a:endParaRPr>
          </a:p>
        </p:txBody>
      </p:sp>
      <p:sp>
        <p:nvSpPr>
          <p:cNvPr id="13" name="Cost Efficiency">
            <a:extLst>
              <a:ext uri="{FF2B5EF4-FFF2-40B4-BE49-F238E27FC236}">
                <a16:creationId xmlns:a16="http://schemas.microsoft.com/office/drawing/2014/main" id="{9AAD0FFB-830A-9972-00FD-001823999AD1}"/>
              </a:ext>
            </a:extLst>
          </p:cNvPr>
          <p:cNvSpPr/>
          <p:nvPr/>
        </p:nvSpPr>
        <p:spPr>
          <a:xfrm>
            <a:off x="2593849" y="5041480"/>
            <a:ext cx="1010516" cy="494570"/>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de-DE" sz="1200" b="1" noProof="0">
                <a:solidFill>
                  <a:schemeClr val="accent2"/>
                </a:solidFill>
                <a:cs typeface="Arial"/>
              </a:rPr>
              <a:t>Kosten-effizienz</a:t>
            </a:r>
          </a:p>
        </p:txBody>
      </p:sp>
      <p:pic>
        <p:nvPicPr>
          <p:cNvPr id="4" name="Graphic 3" descr="Zahnrad mit einfarbiger Füllung">
            <a:extLst>
              <a:ext uri="{FF2B5EF4-FFF2-40B4-BE49-F238E27FC236}">
                <a16:creationId xmlns:a16="http://schemas.microsoft.com/office/drawing/2014/main" id="{81A8BF2E-A5F4-97A5-F2E6-F2DABB6A0A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01207" y="3005504"/>
            <a:ext cx="914400" cy="914400"/>
          </a:xfrm>
          <a:prstGeom prst="rect">
            <a:avLst/>
          </a:prstGeom>
        </p:spPr>
      </p:pic>
      <p:pic>
        <p:nvPicPr>
          <p:cNvPr id="9" name="Graphic 8" descr="Zahnrad mit einfarbiger Füllung">
            <a:extLst>
              <a:ext uri="{FF2B5EF4-FFF2-40B4-BE49-F238E27FC236}">
                <a16:creationId xmlns:a16="http://schemas.microsoft.com/office/drawing/2014/main" id="{F78B405E-ECA2-60AC-8C9D-43C1B2335F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33822" y="3691209"/>
            <a:ext cx="665285" cy="665284"/>
          </a:xfrm>
          <a:prstGeom prst="rect">
            <a:avLst/>
          </a:prstGeom>
        </p:spPr>
      </p:pic>
      <p:pic>
        <p:nvPicPr>
          <p:cNvPr id="11" name="Graphic 10" descr="Zahnrad mit einfarbiger Füllung">
            <a:extLst>
              <a:ext uri="{FF2B5EF4-FFF2-40B4-BE49-F238E27FC236}">
                <a16:creationId xmlns:a16="http://schemas.microsoft.com/office/drawing/2014/main" id="{CBA96C1B-B4F2-FCAC-FA53-84FBEB1BAA2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94522" y="4130536"/>
            <a:ext cx="511420" cy="482111"/>
          </a:xfrm>
          <a:prstGeom prst="rect">
            <a:avLst/>
          </a:prstGeom>
        </p:spPr>
      </p:pic>
      <p:sp>
        <p:nvSpPr>
          <p:cNvPr id="5" name="Artificial Intelligence">
            <a:extLst>
              <a:ext uri="{FF2B5EF4-FFF2-40B4-BE49-F238E27FC236}">
                <a16:creationId xmlns:a16="http://schemas.microsoft.com/office/drawing/2014/main" id="{01E8AFC0-477E-8E55-E192-7A63A9FD493E}"/>
              </a:ext>
            </a:extLst>
          </p:cNvPr>
          <p:cNvSpPr/>
          <p:nvPr/>
        </p:nvSpPr>
        <p:spPr>
          <a:xfrm>
            <a:off x="1441890" y="5245640"/>
            <a:ext cx="1010516" cy="494570"/>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de-DE" sz="1200" b="1" noProof="0">
                <a:solidFill>
                  <a:schemeClr val="accent2"/>
                </a:solidFill>
                <a:cs typeface="Arial"/>
              </a:rPr>
              <a:t>Künstliche Intelligenz </a:t>
            </a:r>
          </a:p>
          <a:p>
            <a:pPr algn="ctr"/>
            <a:r>
              <a:rPr lang="de-DE" sz="1200" b="1" noProof="0">
                <a:solidFill>
                  <a:schemeClr val="accent2"/>
                </a:solidFill>
                <a:cs typeface="Arial"/>
              </a:rPr>
              <a:t>&amp;</a:t>
            </a:r>
          </a:p>
          <a:p>
            <a:pPr algn="ctr"/>
            <a:r>
              <a:rPr lang="de-DE" sz="1200" b="1" noProof="0">
                <a:solidFill>
                  <a:schemeClr val="accent2"/>
                </a:solidFill>
                <a:cs typeface="Arial"/>
              </a:rPr>
              <a:t>Data </a:t>
            </a:r>
            <a:r>
              <a:rPr lang="de-DE" sz="1200" b="1" noProof="0" err="1">
                <a:solidFill>
                  <a:schemeClr val="accent2"/>
                </a:solidFill>
                <a:cs typeface="Arial"/>
              </a:rPr>
              <a:t>Governance</a:t>
            </a:r>
            <a:endParaRPr lang="de-DE" sz="1200" b="1" noProof="0">
              <a:solidFill>
                <a:schemeClr val="accent2"/>
              </a:solidFill>
              <a:cs typeface="Arial"/>
            </a:endParaRPr>
          </a:p>
        </p:txBody>
      </p:sp>
      <p:sp>
        <p:nvSpPr>
          <p:cNvPr id="16" name="Textfeld 15">
            <a:extLst>
              <a:ext uri="{FF2B5EF4-FFF2-40B4-BE49-F238E27FC236}">
                <a16:creationId xmlns:a16="http://schemas.microsoft.com/office/drawing/2014/main" id="{03FB37D0-7B26-0890-674F-C7931D46D719}"/>
              </a:ext>
            </a:extLst>
          </p:cNvPr>
          <p:cNvSpPr txBox="1"/>
          <p:nvPr/>
        </p:nvSpPr>
        <p:spPr>
          <a:xfrm>
            <a:off x="486923" y="1177245"/>
            <a:ext cx="11218156" cy="1323439"/>
          </a:xfrm>
          <a:prstGeom prst="rect">
            <a:avLst/>
          </a:prstGeom>
          <a:noFill/>
        </p:spPr>
        <p:txBody>
          <a:bodyPr wrap="square">
            <a:spAutoFit/>
          </a:bodyPr>
          <a:lstStyle/>
          <a:p>
            <a:pPr marL="0" lvl="1" indent="0">
              <a:lnSpc>
                <a:spcPts val="1600"/>
              </a:lnSpc>
              <a:spcAft>
                <a:spcPts val="1000"/>
              </a:spcAft>
              <a:buClr>
                <a:schemeClr val="accent1"/>
              </a:buClr>
              <a:buNone/>
            </a:pPr>
            <a:r>
              <a:rPr lang="de-DE" sz="1400">
                <a:solidFill>
                  <a:schemeClr val="tx1"/>
                </a:solidFill>
                <a:latin typeface="+mj-lt"/>
                <a:cs typeface="Arial"/>
              </a:rPr>
              <a:t>Als integraler Bestandteil des </a:t>
            </a:r>
            <a:r>
              <a:rPr lang="de-DE" sz="1400" b="1">
                <a:solidFill>
                  <a:schemeClr val="tx1"/>
                </a:solidFill>
                <a:latin typeface="+mj-lt"/>
                <a:cs typeface="Arial"/>
              </a:rPr>
              <a:t>STIHL Trail 2030 </a:t>
            </a:r>
            <a:r>
              <a:rPr lang="de-DE" sz="1400">
                <a:solidFill>
                  <a:schemeClr val="tx1"/>
                </a:solidFill>
                <a:latin typeface="+mj-lt"/>
                <a:cs typeface="Arial"/>
              </a:rPr>
              <a:t>soll die „moderne IT“ Verantwortung für Architektur, Compliance und Steuerung des gesamten globalen technischen Ökosystems und seiner </a:t>
            </a:r>
            <a:r>
              <a:rPr lang="de-DE" sz="1400">
                <a:solidFill>
                  <a:schemeClr val="tx1"/>
                </a:solidFill>
                <a:cs typeface="Arial"/>
              </a:rPr>
              <a:t>implementierten Geschäftsprozesse übernehmen, um die integrierte Basis für agile, sichere und effiziente Geschäftsmodelle bei STIHL zu schaffen. Hinzu kommt, dass Prozesse und Systeme bereits durch die </a:t>
            </a:r>
            <a:r>
              <a:rPr lang="de-DE" sz="1400" b="1">
                <a:solidFill>
                  <a:schemeClr val="tx1"/>
                </a:solidFill>
                <a:cs typeface="Arial"/>
              </a:rPr>
              <a:t>ONE STIHL / ONE SAP SYSTEM </a:t>
            </a:r>
            <a:r>
              <a:rPr lang="de-DE" sz="1400">
                <a:solidFill>
                  <a:schemeClr val="tx1"/>
                </a:solidFill>
                <a:cs typeface="Arial"/>
              </a:rPr>
              <a:t>Strategie die Digitalisierung in diesem Bereich vorangetrieben wird. Um als </a:t>
            </a:r>
            <a:r>
              <a:rPr lang="de-DE" sz="1400" b="1">
                <a:solidFill>
                  <a:schemeClr val="accent2"/>
                </a:solidFill>
                <a:cs typeface="Arial"/>
              </a:rPr>
              <a:t>IPS</a:t>
            </a:r>
            <a:r>
              <a:rPr lang="de-DE" sz="1400">
                <a:solidFill>
                  <a:schemeClr val="tx1"/>
                </a:solidFill>
                <a:cs typeface="Arial"/>
              </a:rPr>
              <a:t> erfolgreich zu sein, </a:t>
            </a:r>
            <a:r>
              <a:rPr lang="de-DE" sz="1400">
                <a:cs typeface="Arial"/>
              </a:rPr>
              <a:t>kommen</a:t>
            </a:r>
            <a:r>
              <a:rPr lang="de-DE" sz="1400">
                <a:solidFill>
                  <a:schemeClr val="tx1"/>
                </a:solidFill>
                <a:cs typeface="Arial"/>
              </a:rPr>
              <a:t> daher integrative Prozessexzellenz in den Kategorien </a:t>
            </a:r>
            <a:r>
              <a:rPr lang="de-DE" sz="1400" b="1"/>
              <a:t>Corporate Lösungen</a:t>
            </a:r>
            <a:r>
              <a:rPr lang="de-DE" sz="1400"/>
              <a:t>, </a:t>
            </a:r>
            <a:r>
              <a:rPr lang="de-DE" sz="1400" b="1"/>
              <a:t>Market </a:t>
            </a:r>
            <a:r>
              <a:rPr lang="de-DE" sz="1400" b="1" err="1"/>
              <a:t>Facing</a:t>
            </a:r>
            <a:r>
              <a:rPr lang="de-DE" sz="1400" b="1"/>
              <a:t> Lösungen</a:t>
            </a:r>
            <a:r>
              <a:rPr lang="de-DE" sz="1400"/>
              <a:t> und </a:t>
            </a:r>
            <a:r>
              <a:rPr lang="de-DE" sz="1400" b="1"/>
              <a:t>Produkt Lösungen </a:t>
            </a:r>
            <a:r>
              <a:rPr lang="de-DE" sz="1400"/>
              <a:t>verbunden mit </a:t>
            </a:r>
            <a:r>
              <a:rPr lang="de-DE" sz="1400" b="1"/>
              <a:t>globaler </a:t>
            </a:r>
            <a:r>
              <a:rPr lang="de-DE" sz="1400" b="1">
                <a:solidFill>
                  <a:schemeClr val="tx1"/>
                </a:solidFill>
                <a:cs typeface="Arial"/>
              </a:rPr>
              <a:t>Technologiekompetenz </a:t>
            </a:r>
            <a:r>
              <a:rPr lang="de-DE" sz="1400">
                <a:solidFill>
                  <a:schemeClr val="tx1"/>
                </a:solidFill>
                <a:cs typeface="Arial"/>
              </a:rPr>
              <a:t>in der neuen Organisation zusammen. </a:t>
            </a:r>
          </a:p>
        </p:txBody>
      </p:sp>
      <p:sp>
        <p:nvSpPr>
          <p:cNvPr id="19" name="Textfeld 18">
            <a:extLst>
              <a:ext uri="{FF2B5EF4-FFF2-40B4-BE49-F238E27FC236}">
                <a16:creationId xmlns:a16="http://schemas.microsoft.com/office/drawing/2014/main" id="{9867513F-5EE7-12D1-85E8-BCFB81F6D879}"/>
              </a:ext>
            </a:extLst>
          </p:cNvPr>
          <p:cNvSpPr txBox="1"/>
          <p:nvPr/>
        </p:nvSpPr>
        <p:spPr>
          <a:xfrm>
            <a:off x="2810656" y="5752692"/>
            <a:ext cx="8810987" cy="913070"/>
          </a:xfrm>
          <a:prstGeom prst="rect">
            <a:avLst/>
          </a:prstGeom>
          <a:noFill/>
        </p:spPr>
        <p:txBody>
          <a:bodyPr wrap="square">
            <a:spAutoFit/>
          </a:bodyPr>
          <a:lstStyle/>
          <a:p>
            <a:pPr marL="0" lvl="1" indent="0">
              <a:lnSpc>
                <a:spcPts val="1600"/>
              </a:lnSpc>
              <a:spcAft>
                <a:spcPts val="1000"/>
              </a:spcAft>
              <a:buClr>
                <a:schemeClr val="accent1"/>
              </a:buClr>
              <a:buNone/>
            </a:pPr>
            <a:r>
              <a:rPr lang="de-DE" sz="1400">
                <a:solidFill>
                  <a:schemeClr val="tx1"/>
                </a:solidFill>
                <a:latin typeface="+mj-lt"/>
                <a:cs typeface="Arial"/>
              </a:rPr>
              <a:t>Alle Bereiche sind </a:t>
            </a:r>
            <a:r>
              <a:rPr lang="de-DE" sz="1400" b="1">
                <a:solidFill>
                  <a:schemeClr val="tx1"/>
                </a:solidFill>
                <a:latin typeface="+mj-lt"/>
                <a:cs typeface="Arial"/>
              </a:rPr>
              <a:t>miteinander verwoben </a:t>
            </a:r>
            <a:r>
              <a:rPr lang="de-DE" sz="1400">
                <a:solidFill>
                  <a:schemeClr val="tx1"/>
                </a:solidFill>
                <a:latin typeface="+mj-lt"/>
                <a:cs typeface="Arial"/>
              </a:rPr>
              <a:t>und müssen parallel, ggf. unterschiedlich schnell, behandelt werden, um einen kosteneffizienten, zukunftsfähigen und konformen Service für das gesamte Unternehmen zu bieten. Die unterschiedlichen Bereiche könnten entsprechend der Prioritäten mit unterschiedlichen Budgets ausgestattet werden.</a:t>
            </a:r>
            <a:endParaRPr lang="en-US" sz="1400">
              <a:solidFill>
                <a:schemeClr val="tx1"/>
              </a:solidFill>
              <a:latin typeface="+mj-lt"/>
              <a:cs typeface="Arial"/>
            </a:endParaRPr>
          </a:p>
        </p:txBody>
      </p:sp>
    </p:spTree>
    <p:extLst>
      <p:ext uri="{BB962C8B-B14F-4D97-AF65-F5344CB8AC3E}">
        <p14:creationId xmlns:p14="http://schemas.microsoft.com/office/powerpoint/2010/main" val="4152041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79426" y="503546"/>
            <a:ext cx="8664574" cy="304699"/>
          </a:xfrm>
        </p:spPr>
        <p:txBody>
          <a:bodyPr/>
          <a:lstStyle/>
          <a:p>
            <a:r>
              <a:rPr lang="de-DE"/>
              <a:t>ANSTEHENDE PROJEKTE IM ÜBERBLICK | IPS ROADMAP </a:t>
            </a:r>
          </a:p>
        </p:txBody>
      </p:sp>
      <p:sp>
        <p:nvSpPr>
          <p:cNvPr id="4" name="Textplatzhalter 3"/>
          <p:cNvSpPr>
            <a:spLocks noGrp="1"/>
          </p:cNvSpPr>
          <p:nvPr>
            <p:ph type="body" sz="quarter" idx="15"/>
          </p:nvPr>
        </p:nvSpPr>
        <p:spPr>
          <a:xfrm>
            <a:off x="479426" y="735883"/>
            <a:ext cx="11233147" cy="5286187"/>
          </a:xfrm>
        </p:spPr>
        <p:txBody>
          <a:bodyPr vert="horz" lIns="0" tIns="0" rIns="0" bIns="0" rtlCol="0" anchor="t">
            <a:noAutofit/>
          </a:bodyPr>
          <a:lstStyle/>
          <a:p>
            <a:endParaRPr lang="de-DE" dirty="0"/>
          </a:p>
          <a:p>
            <a:pPr marL="285750" indent="-285750">
              <a:lnSpc>
                <a:spcPct val="100000"/>
              </a:lnSpc>
              <a:buFont typeface="Arial" panose="020B0604020202020204" pitchFamily="34" charset="0"/>
              <a:buChar char="•"/>
            </a:pPr>
            <a:r>
              <a:rPr lang="en-US" b="1" dirty="0" err="1">
                <a:solidFill>
                  <a:schemeClr val="accent2"/>
                </a:solidFill>
              </a:rPr>
              <a:t>Kooperation</a:t>
            </a:r>
            <a:r>
              <a:rPr lang="en-US" b="1" dirty="0">
                <a:solidFill>
                  <a:schemeClr val="accent2"/>
                </a:solidFill>
              </a:rPr>
              <a:t> </a:t>
            </a:r>
            <a:r>
              <a:rPr lang="en-US" b="1" dirty="0" err="1">
                <a:solidFill>
                  <a:schemeClr val="accent2"/>
                </a:solidFill>
              </a:rPr>
              <a:t>Kärcher</a:t>
            </a:r>
            <a:r>
              <a:rPr lang="en-US" b="1" dirty="0">
                <a:solidFill>
                  <a:schemeClr val="accent2"/>
                </a:solidFill>
              </a:rPr>
              <a:t> (</a:t>
            </a:r>
            <a:r>
              <a:rPr lang="en-US" b="1" dirty="0" err="1">
                <a:solidFill>
                  <a:schemeClr val="accent2"/>
                </a:solidFill>
              </a:rPr>
              <a:t>Fertigung</a:t>
            </a:r>
            <a:r>
              <a:rPr lang="en-US" b="1" dirty="0">
                <a:solidFill>
                  <a:schemeClr val="accent2"/>
                </a:solidFill>
              </a:rPr>
              <a:t> </a:t>
            </a:r>
            <a:r>
              <a:rPr lang="en-US" b="1" dirty="0" err="1">
                <a:solidFill>
                  <a:schemeClr val="accent2"/>
                </a:solidFill>
              </a:rPr>
              <a:t>Blasgeräte</a:t>
            </a:r>
            <a:r>
              <a:rPr lang="en-US" b="1" dirty="0">
                <a:solidFill>
                  <a:schemeClr val="accent2"/>
                </a:solidFill>
              </a:rPr>
              <a:t> in RP für </a:t>
            </a:r>
            <a:r>
              <a:rPr lang="en-US" b="1" dirty="0" err="1">
                <a:solidFill>
                  <a:schemeClr val="accent2"/>
                </a:solidFill>
              </a:rPr>
              <a:t>Kärcher</a:t>
            </a:r>
            <a:r>
              <a:rPr lang="en-US" b="1" dirty="0">
                <a:solidFill>
                  <a:schemeClr val="accent2"/>
                </a:solidFill>
              </a:rPr>
              <a:t>):</a:t>
            </a:r>
            <a:r>
              <a:rPr lang="en-US" dirty="0">
                <a:solidFill>
                  <a:schemeClr val="accent2"/>
                </a:solidFill>
              </a:rPr>
              <a:t> </a:t>
            </a:r>
            <a:r>
              <a:rPr lang="de-DE" dirty="0"/>
              <a:t>Das rumänische Werk wird darauf vorbereitet, ein gelbes Produkt für den externen Kunden Kärcher zu fertigen und zuverlässig zu liefern; demzufolge sind Prozessänderungen im Stammhaus und in Rumänien (Label; Versand- und Lagerlogistik; Handling Kärcher spezifische Stammdaten) erforderlich.</a:t>
            </a:r>
          </a:p>
          <a:p>
            <a:pPr marL="285750" indent="-285750">
              <a:lnSpc>
                <a:spcPct val="100000"/>
              </a:lnSpc>
              <a:buFont typeface="Arial" panose="020B0604020202020204" pitchFamily="34" charset="0"/>
              <a:buChar char="•"/>
            </a:pPr>
            <a:endParaRPr lang="de-DE" sz="800" dirty="0">
              <a:ea typeface="+mn-lt"/>
              <a:cs typeface="+mn-lt"/>
            </a:endParaRPr>
          </a:p>
          <a:p>
            <a:pPr marL="285750" indent="-285750">
              <a:lnSpc>
                <a:spcPct val="100000"/>
              </a:lnSpc>
              <a:buFont typeface="Arial" panose="020B0604020202020204" pitchFamily="34" charset="0"/>
              <a:buChar char="•"/>
            </a:pPr>
            <a:r>
              <a:rPr lang="en-US" b="1" dirty="0">
                <a:solidFill>
                  <a:schemeClr val="accent2"/>
                </a:solidFill>
              </a:rPr>
              <a:t>DE/BR Leftovers </a:t>
            </a:r>
            <a:r>
              <a:rPr lang="en-US" b="1" dirty="0" err="1">
                <a:solidFill>
                  <a:schemeClr val="accent2"/>
                </a:solidFill>
              </a:rPr>
              <a:t>aus</a:t>
            </a:r>
            <a:r>
              <a:rPr lang="en-US" b="1" dirty="0">
                <a:solidFill>
                  <a:schemeClr val="accent2"/>
                </a:solidFill>
              </a:rPr>
              <a:t> dem ONE STIHL Projekt:</a:t>
            </a:r>
            <a:r>
              <a:rPr lang="en-US" dirty="0"/>
              <a:t> Transformation </a:t>
            </a:r>
            <a:r>
              <a:rPr lang="en-US" dirty="0" err="1"/>
              <a:t>ist</a:t>
            </a:r>
            <a:r>
              <a:rPr lang="en-US" dirty="0"/>
              <a:t> </a:t>
            </a:r>
            <a:r>
              <a:rPr lang="en-US" dirty="0" err="1"/>
              <a:t>erfolgt</a:t>
            </a:r>
            <a:r>
              <a:rPr lang="en-US" dirty="0"/>
              <a:t>, System </a:t>
            </a:r>
            <a:r>
              <a:rPr lang="en-US" dirty="0" err="1"/>
              <a:t>funktioniert</a:t>
            </a:r>
            <a:r>
              <a:rPr lang="en-US" dirty="0"/>
              <a:t>; </a:t>
            </a:r>
            <a:r>
              <a:rPr lang="en-US" dirty="0" err="1"/>
              <a:t>offene</a:t>
            </a:r>
            <a:r>
              <a:rPr lang="en-US" dirty="0"/>
              <a:t> </a:t>
            </a:r>
            <a:r>
              <a:rPr lang="en-US" dirty="0" err="1"/>
              <a:t>Themen</a:t>
            </a:r>
            <a:r>
              <a:rPr lang="en-US" dirty="0"/>
              <a:t> </a:t>
            </a:r>
            <a:r>
              <a:rPr lang="en-US" dirty="0" err="1"/>
              <a:t>sind</a:t>
            </a:r>
            <a:r>
              <a:rPr lang="en-US" dirty="0"/>
              <a:t> in </a:t>
            </a:r>
            <a:r>
              <a:rPr lang="en-US" dirty="0" err="1"/>
              <a:t>Abarbeitung</a:t>
            </a:r>
            <a:endParaRPr lang="en-US" dirty="0"/>
          </a:p>
          <a:p>
            <a:pPr marL="285750" indent="-285750">
              <a:lnSpc>
                <a:spcPct val="100000"/>
              </a:lnSpc>
              <a:buFont typeface="Arial" panose="020B0604020202020204" pitchFamily="34" charset="0"/>
              <a:buChar char="•"/>
            </a:pPr>
            <a:endParaRPr lang="de-DE" sz="800" dirty="0"/>
          </a:p>
          <a:p>
            <a:pPr marL="285750" indent="-285750">
              <a:lnSpc>
                <a:spcPct val="100000"/>
              </a:lnSpc>
              <a:buFont typeface="Arial" panose="020B0604020202020204" pitchFamily="34" charset="0"/>
              <a:buChar char="•"/>
            </a:pPr>
            <a:r>
              <a:rPr lang="en-US" b="1" dirty="0">
                <a:solidFill>
                  <a:schemeClr val="accent2"/>
                </a:solidFill>
              </a:rPr>
              <a:t>China </a:t>
            </a:r>
            <a:r>
              <a:rPr lang="en-US" b="1" dirty="0" err="1">
                <a:solidFill>
                  <a:schemeClr val="accent2"/>
                </a:solidFill>
              </a:rPr>
              <a:t>RollOut</a:t>
            </a:r>
            <a:r>
              <a:rPr lang="en-US" b="1" dirty="0">
                <a:solidFill>
                  <a:schemeClr val="accent2"/>
                </a:solidFill>
              </a:rPr>
              <a:t> ONE STIHL 2027:</a:t>
            </a:r>
            <a:r>
              <a:rPr lang="en-US" dirty="0"/>
              <a:t> Transformation der </a:t>
            </a:r>
            <a:r>
              <a:rPr lang="en-US" dirty="0" err="1"/>
              <a:t>Prozesslandschaft</a:t>
            </a:r>
            <a:r>
              <a:rPr lang="en-US" dirty="0"/>
              <a:t> von SAP R3 auf S/4 HANA</a:t>
            </a:r>
          </a:p>
          <a:p>
            <a:pPr marL="285750" indent="-285750">
              <a:lnSpc>
                <a:spcPct val="100000"/>
              </a:lnSpc>
              <a:buFont typeface="Arial" panose="020B0604020202020204" pitchFamily="34" charset="0"/>
              <a:buChar char="•"/>
            </a:pPr>
            <a:endParaRPr lang="de-DE" sz="800" dirty="0"/>
          </a:p>
          <a:p>
            <a:pPr marL="285750" indent="-285750">
              <a:lnSpc>
                <a:spcPct val="100000"/>
              </a:lnSpc>
              <a:buFont typeface="Arial" panose="020B0604020202020204" pitchFamily="34" charset="0"/>
              <a:buChar char="•"/>
            </a:pPr>
            <a:r>
              <a:rPr lang="en-US" b="1" dirty="0" err="1">
                <a:solidFill>
                  <a:schemeClr val="accent2"/>
                </a:solidFill>
              </a:rPr>
              <a:t>Logistikstrategie</a:t>
            </a:r>
            <a:r>
              <a:rPr lang="en-US" b="1" dirty="0">
                <a:solidFill>
                  <a:schemeClr val="accent2"/>
                </a:solidFill>
              </a:rPr>
              <a:t>:</a:t>
            </a:r>
            <a:r>
              <a:rPr lang="en-US" dirty="0">
                <a:solidFill>
                  <a:schemeClr val="accent2"/>
                </a:solidFill>
              </a:rPr>
              <a:t> </a:t>
            </a:r>
            <a:r>
              <a:rPr lang="en-US" dirty="0">
                <a:ea typeface="+mn-lt"/>
                <a:cs typeface="+mn-lt"/>
              </a:rPr>
              <a:t>Neue Logistik </a:t>
            </a:r>
            <a:r>
              <a:rPr lang="en-US" dirty="0" err="1">
                <a:ea typeface="+mn-lt"/>
                <a:cs typeface="+mn-lt"/>
              </a:rPr>
              <a:t>Entität</a:t>
            </a:r>
            <a:r>
              <a:rPr lang="en-US" dirty="0">
                <a:ea typeface="+mn-lt"/>
                <a:cs typeface="+mn-lt"/>
              </a:rPr>
              <a:t>, DE </a:t>
            </a:r>
            <a:r>
              <a:rPr lang="en-US" dirty="0" err="1">
                <a:ea typeface="+mn-lt"/>
                <a:cs typeface="+mn-lt"/>
              </a:rPr>
              <a:t>Exportlager</a:t>
            </a:r>
            <a:r>
              <a:rPr lang="en-US" dirty="0">
                <a:ea typeface="+mn-lt"/>
                <a:cs typeface="+mn-lt"/>
              </a:rPr>
              <a:t>, DV Ersatzteil </a:t>
            </a:r>
            <a:r>
              <a:rPr lang="en-US" dirty="0" err="1">
                <a:ea typeface="+mn-lt"/>
                <a:cs typeface="+mn-lt"/>
              </a:rPr>
              <a:t>Exportprozesse</a:t>
            </a:r>
            <a:endParaRPr lang="en-US" dirty="0">
              <a:ea typeface="+mn-lt"/>
              <a:cs typeface="+mn-lt"/>
            </a:endParaRPr>
          </a:p>
          <a:p>
            <a:pPr marL="285750" indent="-285750">
              <a:lnSpc>
                <a:spcPct val="100000"/>
              </a:lnSpc>
              <a:buFont typeface="Arial" panose="020B0604020202020204" pitchFamily="34" charset="0"/>
              <a:buChar char="•"/>
            </a:pPr>
            <a:endParaRPr lang="de-DE" sz="800" dirty="0">
              <a:ea typeface="+mn-lt"/>
              <a:cs typeface="+mn-lt"/>
            </a:endParaRPr>
          </a:p>
          <a:p>
            <a:pPr marL="285750" indent="-285750">
              <a:lnSpc>
                <a:spcPct val="100000"/>
              </a:lnSpc>
              <a:buFont typeface="Arial" panose="020B0604020202020204" pitchFamily="34" charset="0"/>
              <a:buChar char="•"/>
            </a:pPr>
            <a:r>
              <a:rPr lang="en-US" b="1" dirty="0">
                <a:solidFill>
                  <a:schemeClr val="accent2"/>
                </a:solidFill>
              </a:rPr>
              <a:t>Private Cloud:</a:t>
            </a:r>
            <a:r>
              <a:rPr lang="en-US" b="1" dirty="0"/>
              <a:t> </a:t>
            </a:r>
            <a:r>
              <a:rPr lang="en-US" dirty="0" err="1"/>
              <a:t>Etablierung</a:t>
            </a:r>
            <a:r>
              <a:rPr lang="en-US" dirty="0"/>
              <a:t> </a:t>
            </a:r>
            <a:r>
              <a:rPr lang="en-US" dirty="0" err="1"/>
              <a:t>einer</a:t>
            </a:r>
            <a:r>
              <a:rPr lang="en-US" dirty="0"/>
              <a:t> </a:t>
            </a:r>
            <a:r>
              <a:rPr lang="en-US" dirty="0" err="1"/>
              <a:t>s</a:t>
            </a:r>
            <a:r>
              <a:rPr lang="en-US" dirty="0" err="1">
                <a:solidFill>
                  <a:srgbClr val="252525"/>
                </a:solidFill>
                <a:highlight>
                  <a:srgbClr val="FFFFFF"/>
                </a:highlight>
              </a:rPr>
              <a:t>icheren</a:t>
            </a:r>
            <a:r>
              <a:rPr lang="en-US" dirty="0">
                <a:solidFill>
                  <a:srgbClr val="252525"/>
                </a:solidFill>
                <a:highlight>
                  <a:srgbClr val="FFFFFF"/>
                </a:highlight>
              </a:rPr>
              <a:t> und </a:t>
            </a:r>
            <a:r>
              <a:rPr lang="en-US" dirty="0" err="1">
                <a:solidFill>
                  <a:srgbClr val="252525"/>
                </a:solidFill>
                <a:highlight>
                  <a:srgbClr val="FFFFFF"/>
                </a:highlight>
              </a:rPr>
              <a:t>skalierbaren</a:t>
            </a:r>
            <a:r>
              <a:rPr lang="en-US" dirty="0">
                <a:solidFill>
                  <a:srgbClr val="252525"/>
                </a:solidFill>
                <a:highlight>
                  <a:srgbClr val="FFFFFF"/>
                </a:highlight>
              </a:rPr>
              <a:t> Cloud-</a:t>
            </a:r>
            <a:r>
              <a:rPr lang="en-US" dirty="0" err="1">
                <a:solidFill>
                  <a:srgbClr val="252525"/>
                </a:solidFill>
                <a:highlight>
                  <a:srgbClr val="FFFFFF"/>
                </a:highlight>
              </a:rPr>
              <a:t>Umgebung</a:t>
            </a:r>
            <a:r>
              <a:rPr lang="en-US" dirty="0">
                <a:solidFill>
                  <a:srgbClr val="252525"/>
                </a:solidFill>
                <a:highlight>
                  <a:srgbClr val="FFFFFF"/>
                </a:highlight>
              </a:rPr>
              <a:t>; </a:t>
            </a:r>
            <a:r>
              <a:rPr lang="en-US" dirty="0" err="1">
                <a:solidFill>
                  <a:srgbClr val="252525"/>
                </a:solidFill>
                <a:highlight>
                  <a:srgbClr val="FFFFFF"/>
                </a:highlight>
              </a:rPr>
              <a:t>Erleichterung</a:t>
            </a:r>
            <a:r>
              <a:rPr lang="en-US" dirty="0">
                <a:solidFill>
                  <a:srgbClr val="252525"/>
                </a:solidFill>
                <a:highlight>
                  <a:srgbClr val="FFFFFF"/>
                </a:highlight>
              </a:rPr>
              <a:t> der Migration von Non-SAP-Workloads in der </a:t>
            </a:r>
            <a:r>
              <a:rPr lang="en-US" dirty="0" err="1">
                <a:solidFill>
                  <a:srgbClr val="252525"/>
                </a:solidFill>
                <a:highlight>
                  <a:srgbClr val="FFFFFF"/>
                </a:highlight>
              </a:rPr>
              <a:t>gesamten</a:t>
            </a:r>
            <a:r>
              <a:rPr lang="en-US" dirty="0">
                <a:solidFill>
                  <a:srgbClr val="252525"/>
                </a:solidFill>
                <a:highlight>
                  <a:srgbClr val="FFFFFF"/>
                </a:highlight>
              </a:rPr>
              <a:t> STIHL Gruppe.</a:t>
            </a:r>
          </a:p>
          <a:p>
            <a:pPr marL="285750" indent="-285750">
              <a:lnSpc>
                <a:spcPct val="100000"/>
              </a:lnSpc>
              <a:buFont typeface="Arial" panose="020B0604020202020204" pitchFamily="34" charset="0"/>
              <a:buChar char="•"/>
            </a:pPr>
            <a:endParaRPr lang="en-US" sz="800" dirty="0">
              <a:solidFill>
                <a:srgbClr val="252525"/>
              </a:solidFill>
              <a:highlight>
                <a:srgbClr val="FFFFFF"/>
              </a:highlight>
            </a:endParaRPr>
          </a:p>
          <a:p>
            <a:pPr marL="285750" indent="-285750">
              <a:lnSpc>
                <a:spcPct val="100000"/>
              </a:lnSpc>
              <a:buFont typeface="Arial" panose="020B0604020202020204" pitchFamily="34" charset="0"/>
              <a:buChar char="•"/>
            </a:pPr>
            <a:r>
              <a:rPr lang="de-DE" b="1" dirty="0">
                <a:solidFill>
                  <a:schemeClr val="accent2"/>
                </a:solidFill>
              </a:rPr>
              <a:t>Robotics China:</a:t>
            </a:r>
            <a:r>
              <a:rPr lang="de-DE" dirty="0">
                <a:solidFill>
                  <a:schemeClr val="accent2"/>
                </a:solidFill>
              </a:rPr>
              <a:t> </a:t>
            </a:r>
            <a:r>
              <a:rPr lang="de-DE" dirty="0"/>
              <a:t>Aufbau der Infrastruktur- &amp; Applikationswelt (u.a. DevOps-</a:t>
            </a:r>
            <a:r>
              <a:rPr lang="de-DE" dirty="0" err="1"/>
              <a:t>Toolchain</a:t>
            </a:r>
            <a:r>
              <a:rPr lang="de-DE" dirty="0"/>
              <a:t>) für den Entwicklungshub der </a:t>
            </a:r>
            <a:r>
              <a:rPr lang="de-DE" dirty="0" err="1"/>
              <a:t>Robotikentwicklung</a:t>
            </a:r>
            <a:r>
              <a:rPr lang="de-DE" dirty="0"/>
              <a:t> (u.a. </a:t>
            </a:r>
            <a:r>
              <a:rPr lang="de-DE" dirty="0" err="1"/>
              <a:t>Rasenmäherroboter</a:t>
            </a:r>
            <a:r>
              <a:rPr lang="de-DE" dirty="0"/>
              <a:t>) in Suzhou</a:t>
            </a:r>
          </a:p>
          <a:p>
            <a:pPr marL="285750" indent="-285750">
              <a:lnSpc>
                <a:spcPct val="100000"/>
              </a:lnSpc>
              <a:buFont typeface="Arial" panose="020B0604020202020204" pitchFamily="34" charset="0"/>
              <a:buChar char="•"/>
            </a:pPr>
            <a:endParaRPr lang="de-DE" sz="800" dirty="0"/>
          </a:p>
          <a:p>
            <a:pPr marL="285750" indent="-285750">
              <a:lnSpc>
                <a:spcPct val="100000"/>
              </a:lnSpc>
              <a:buFont typeface="Arial" panose="020B0604020202020204" pitchFamily="34" charset="0"/>
              <a:buChar char="•"/>
            </a:pPr>
            <a:r>
              <a:rPr lang="de-DE" b="1" dirty="0">
                <a:solidFill>
                  <a:schemeClr val="accent2"/>
                </a:solidFill>
              </a:rPr>
              <a:t>B2X (AEM 6.5):</a:t>
            </a:r>
            <a:r>
              <a:rPr lang="de-DE" dirty="0">
                <a:solidFill>
                  <a:schemeClr val="accent2"/>
                </a:solidFill>
              </a:rPr>
              <a:t> </a:t>
            </a:r>
            <a:r>
              <a:rPr lang="de-DE" dirty="0"/>
              <a:t>Ablösung struktureller Limitierungen; Langfristigabsicherung von Performance, Stabilität und Betrieb.</a:t>
            </a:r>
          </a:p>
        </p:txBody>
      </p:sp>
    </p:spTree>
    <p:extLst>
      <p:ext uri="{BB962C8B-B14F-4D97-AF65-F5344CB8AC3E}">
        <p14:creationId xmlns:p14="http://schemas.microsoft.com/office/powerpoint/2010/main" val="3055197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40C0C-603E-BE66-2BF8-77740B58F1F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1D9610E-58CE-9D89-1525-56C848C097C9}"/>
              </a:ext>
            </a:extLst>
          </p:cNvPr>
          <p:cNvSpPr>
            <a:spLocks noGrp="1"/>
          </p:cNvSpPr>
          <p:nvPr>
            <p:ph type="title"/>
          </p:nvPr>
        </p:nvSpPr>
        <p:spPr>
          <a:xfrm>
            <a:off x="479426" y="503546"/>
            <a:ext cx="8664574" cy="304699"/>
          </a:xfrm>
        </p:spPr>
        <p:txBody>
          <a:bodyPr/>
          <a:lstStyle/>
          <a:p>
            <a:r>
              <a:rPr lang="de-DE" sz="2400">
                <a:latin typeface="STIHL Contraface Text" panose="020B0503020202020102" pitchFamily="34" charset="0"/>
              </a:rPr>
              <a:t>ARBEITS- UND GESUNDHEITSSCHUTZ</a:t>
            </a:r>
            <a:endParaRPr lang="de-DE">
              <a:latin typeface="STIHL Contraface Text" panose="020B0503020202020102" pitchFamily="34" charset="0"/>
            </a:endParaRPr>
          </a:p>
        </p:txBody>
      </p:sp>
      <p:pic>
        <p:nvPicPr>
          <p:cNvPr id="5" name="Inhaltsplatzhalter 6" descr="graduation cap, hat with degree paper on wood table, abstract light background Empty ready for your product display or montage.">
            <a:extLst>
              <a:ext uri="{FF2B5EF4-FFF2-40B4-BE49-F238E27FC236}">
                <a16:creationId xmlns:a16="http://schemas.microsoft.com/office/drawing/2014/main" id="{9E585926-1F5E-5154-0165-1765A1A9A3B2}"/>
              </a:ext>
            </a:extLst>
          </p:cNvPr>
          <p:cNvPicPr>
            <a:picLocks noChangeAspect="1"/>
          </p:cNvPicPr>
          <p:nvPr/>
        </p:nvPicPr>
        <p:blipFill>
          <a:blip r:embed="rId2"/>
          <a:stretch>
            <a:fillRect/>
          </a:stretch>
        </p:blipFill>
        <p:spPr>
          <a:xfrm>
            <a:off x="618083" y="1541115"/>
            <a:ext cx="3408312" cy="3408312"/>
          </a:xfrm>
          <a:prstGeom prst="rect">
            <a:avLst/>
          </a:prstGeom>
        </p:spPr>
      </p:pic>
      <p:pic>
        <p:nvPicPr>
          <p:cNvPr id="7" name="Grafik 6" descr="Doctor sitting on the checkmark icon with a list in hand.">
            <a:extLst>
              <a:ext uri="{FF2B5EF4-FFF2-40B4-BE49-F238E27FC236}">
                <a16:creationId xmlns:a16="http://schemas.microsoft.com/office/drawing/2014/main" id="{773EC4E7-6D81-9A1A-0D1E-A4357FA43823}"/>
              </a:ext>
            </a:extLst>
          </p:cNvPr>
          <p:cNvPicPr>
            <a:picLocks noChangeAspect="1"/>
          </p:cNvPicPr>
          <p:nvPr/>
        </p:nvPicPr>
        <p:blipFill>
          <a:blip r:embed="rId3"/>
          <a:stretch>
            <a:fillRect/>
          </a:stretch>
        </p:blipFill>
        <p:spPr>
          <a:xfrm>
            <a:off x="4208859" y="1541115"/>
            <a:ext cx="3408312" cy="3408312"/>
          </a:xfrm>
          <a:prstGeom prst="rect">
            <a:avLst/>
          </a:prstGeom>
        </p:spPr>
      </p:pic>
      <p:pic>
        <p:nvPicPr>
          <p:cNvPr id="9" name="Grafik 8" descr="Computer display with blank white screen, &quot;nComputer monitor isolated on white background with clipping path.">
            <a:extLst>
              <a:ext uri="{FF2B5EF4-FFF2-40B4-BE49-F238E27FC236}">
                <a16:creationId xmlns:a16="http://schemas.microsoft.com/office/drawing/2014/main" id="{200DBEB5-31BE-1E30-A227-49E13F3437E5}"/>
              </a:ext>
            </a:extLst>
          </p:cNvPr>
          <p:cNvPicPr>
            <a:picLocks noChangeAspect="1"/>
          </p:cNvPicPr>
          <p:nvPr/>
        </p:nvPicPr>
        <p:blipFill>
          <a:blip r:embed="rId4"/>
          <a:stretch>
            <a:fillRect/>
          </a:stretch>
        </p:blipFill>
        <p:spPr>
          <a:xfrm>
            <a:off x="7799635" y="1541115"/>
            <a:ext cx="3408312" cy="3408312"/>
          </a:xfrm>
          <a:prstGeom prst="rect">
            <a:avLst/>
          </a:prstGeom>
        </p:spPr>
      </p:pic>
      <p:sp>
        <p:nvSpPr>
          <p:cNvPr id="13" name="Textfeld 12">
            <a:extLst>
              <a:ext uri="{FF2B5EF4-FFF2-40B4-BE49-F238E27FC236}">
                <a16:creationId xmlns:a16="http://schemas.microsoft.com/office/drawing/2014/main" id="{9ADD8EFF-D095-AF5D-0AD7-C673FD2EE70E}"/>
              </a:ext>
            </a:extLst>
          </p:cNvPr>
          <p:cNvSpPr txBox="1"/>
          <p:nvPr/>
        </p:nvSpPr>
        <p:spPr>
          <a:xfrm>
            <a:off x="618083" y="5044678"/>
            <a:ext cx="3408312" cy="1597967"/>
          </a:xfrm>
          <a:prstGeom prst="rect">
            <a:avLst/>
          </a:prstGeom>
          <a:noFill/>
        </p:spPr>
        <p:txBody>
          <a:bodyPr wrap="square" rtlCol="0">
            <a:normAutofit/>
          </a:bodyPr>
          <a:lstStyle/>
          <a:p>
            <a:pPr marL="0" algn="l">
              <a:buNone/>
            </a:pPr>
            <a:r>
              <a:rPr b="1">
                <a:solidFill>
                  <a:srgbClr val="000000"/>
                </a:solidFill>
                <a:effectLst/>
                <a:latin typeface="STIHL Contraface Display Title" panose="02000600040000020004" pitchFamily="2" charset="0"/>
              </a:rPr>
              <a:t>Theor</a:t>
            </a:r>
            <a:r>
              <a:rPr lang="de-DE" b="1">
                <a:solidFill>
                  <a:srgbClr val="000000"/>
                </a:solidFill>
                <a:effectLst/>
                <a:latin typeface="STIHL Contraface Display Title" panose="02000600040000020004" pitchFamily="2" charset="0"/>
              </a:rPr>
              <a:t>etisch</a:t>
            </a:r>
            <a:endParaRPr lang="de-DE">
              <a:effectLst/>
              <a:latin typeface="STIHL Contraface Display Title" panose="02000600040000020004" pitchFamily="2" charset="0"/>
            </a:endParaRPr>
          </a:p>
          <a:p>
            <a:pPr marL="0" algn="l">
              <a:buNone/>
            </a:pPr>
            <a:endParaRPr lang="de-DE" sz="1425" b="0">
              <a:solidFill>
                <a:srgbClr val="000000"/>
              </a:solidFill>
              <a:latin typeface="Avenir"/>
            </a:endParaRPr>
          </a:p>
          <a:p>
            <a:pPr marL="285750" indent="-285750" algn="l">
              <a:buFont typeface="Wingdings" panose="05000000000000000000" pitchFamily="2" charset="2"/>
              <a:buChar char="Ø"/>
            </a:pPr>
            <a:r>
              <a:rPr lang="de-DE" b="0">
                <a:solidFill>
                  <a:srgbClr val="000000"/>
                </a:solidFill>
                <a:latin typeface="STIHL Contraface Text Demi" panose="020B0703020202020102" pitchFamily="34" charset="0"/>
              </a:rPr>
              <a:t>Sicherheitsunterweisung</a:t>
            </a:r>
          </a:p>
          <a:p>
            <a:pPr marL="285750" indent="-285750" algn="l">
              <a:buFont typeface="Wingdings" panose="05000000000000000000" pitchFamily="2" charset="2"/>
              <a:buChar char="Ø"/>
            </a:pPr>
            <a:r>
              <a:rPr lang="de-DE" b="0">
                <a:solidFill>
                  <a:srgbClr val="000000"/>
                </a:solidFill>
                <a:latin typeface="STIHL Contraface Text Demi" panose="020B0703020202020102" pitchFamily="34" charset="0"/>
              </a:rPr>
              <a:t>GBU</a:t>
            </a:r>
          </a:p>
          <a:p>
            <a:pPr marL="285750" indent="-285750" algn="l">
              <a:buFont typeface="Wingdings" panose="05000000000000000000" pitchFamily="2" charset="2"/>
              <a:buChar char="Ø"/>
            </a:pPr>
            <a:endParaRPr lang="de-DE" b="0">
              <a:solidFill>
                <a:srgbClr val="000000"/>
              </a:solidFill>
              <a:latin typeface="STIHL Contraface Text Demi" panose="020B0703020202020102" pitchFamily="34" charset="0"/>
            </a:endParaRPr>
          </a:p>
        </p:txBody>
      </p:sp>
      <p:sp>
        <p:nvSpPr>
          <p:cNvPr id="15" name="Textfeld 14">
            <a:extLst>
              <a:ext uri="{FF2B5EF4-FFF2-40B4-BE49-F238E27FC236}">
                <a16:creationId xmlns:a16="http://schemas.microsoft.com/office/drawing/2014/main" id="{749666C2-2A0E-96ED-9718-D52FB6CAC7FF}"/>
              </a:ext>
            </a:extLst>
          </p:cNvPr>
          <p:cNvSpPr txBox="1"/>
          <p:nvPr/>
        </p:nvSpPr>
        <p:spPr>
          <a:xfrm>
            <a:off x="4208859" y="5044678"/>
            <a:ext cx="3408312" cy="1597967"/>
          </a:xfrm>
          <a:prstGeom prst="rect">
            <a:avLst/>
          </a:prstGeom>
          <a:noFill/>
        </p:spPr>
        <p:txBody>
          <a:bodyPr wrap="square" rtlCol="0">
            <a:normAutofit/>
          </a:bodyPr>
          <a:lstStyle/>
          <a:p>
            <a:pPr marL="0" algn="l">
              <a:buNone/>
            </a:pPr>
            <a:r>
              <a:rPr b="1">
                <a:solidFill>
                  <a:srgbClr val="000000"/>
                </a:solidFill>
                <a:effectLst/>
                <a:latin typeface="STIHL Contraface Display Title" panose="02000600040000020004" pitchFamily="2" charset="0"/>
              </a:rPr>
              <a:t>Pra</a:t>
            </a:r>
            <a:r>
              <a:rPr lang="de-DE" b="1" err="1">
                <a:solidFill>
                  <a:srgbClr val="000000"/>
                </a:solidFill>
                <a:effectLst/>
                <a:latin typeface="STIHL Contraface Display Title" panose="02000600040000020004" pitchFamily="2" charset="0"/>
              </a:rPr>
              <a:t>ktisch</a:t>
            </a:r>
            <a:endParaRPr lang="de-DE" b="1">
              <a:solidFill>
                <a:srgbClr val="000000"/>
              </a:solidFill>
              <a:effectLst/>
              <a:latin typeface="STIHL Contraface Display Title" panose="02000600040000020004" pitchFamily="2" charset="0"/>
            </a:endParaRPr>
          </a:p>
          <a:p>
            <a:pPr marL="0" algn="l">
              <a:buNone/>
            </a:pPr>
            <a:endParaRPr>
              <a:effectLst/>
              <a:latin typeface="STIHL Contraface Display Title" panose="02000600040000020004" pitchFamily="2" charset="0"/>
            </a:endParaRPr>
          </a:p>
          <a:p>
            <a:pPr marL="285750" indent="-285750">
              <a:buFont typeface="Wingdings" panose="05000000000000000000" pitchFamily="2" charset="2"/>
              <a:buChar char="Ø"/>
            </a:pPr>
            <a:r>
              <a:rPr lang="de-DE">
                <a:solidFill>
                  <a:srgbClr val="000000"/>
                </a:solidFill>
                <a:latin typeface="STIHL Contraface Text Demi" panose="020B0703020202020102" pitchFamily="34" charset="0"/>
              </a:rPr>
              <a:t>Ersthelfer Ausbildung</a:t>
            </a:r>
          </a:p>
          <a:p>
            <a:pPr marL="285750" indent="-285750">
              <a:buFont typeface="Wingdings" panose="05000000000000000000" pitchFamily="2" charset="2"/>
              <a:buChar char="Ø"/>
            </a:pPr>
            <a:r>
              <a:rPr lang="de-DE">
                <a:solidFill>
                  <a:srgbClr val="000000"/>
                </a:solidFill>
                <a:latin typeface="STIHL Contraface Text Demi" panose="020B0703020202020102" pitchFamily="34" charset="0"/>
              </a:rPr>
              <a:t>Brandschutzhelfer</a:t>
            </a:r>
            <a:r>
              <a:rPr>
                <a:effectLst/>
                <a:latin typeface="STIHL Contraface Text Demi" panose="020B0703020202020102" pitchFamily="34" charset="0"/>
              </a:rPr>
              <a:t> </a:t>
            </a:r>
            <a:endParaRPr lang="de-DE">
              <a:effectLst/>
              <a:latin typeface="STIHL Contraface Text Demi" panose="020B0703020202020102" pitchFamily="34" charset="0"/>
            </a:endParaRPr>
          </a:p>
          <a:p>
            <a:pPr marL="285750" indent="-285750">
              <a:buFont typeface="Wingdings" panose="05000000000000000000" pitchFamily="2" charset="2"/>
              <a:buChar char="Ø"/>
            </a:pPr>
            <a:r>
              <a:rPr lang="de-DE">
                <a:latin typeface="STIHL Contraface Text Demi" panose="020B0703020202020102" pitchFamily="34" charset="0"/>
              </a:rPr>
              <a:t>Stockwerksbeauftragte</a:t>
            </a:r>
          </a:p>
        </p:txBody>
      </p:sp>
      <p:sp>
        <p:nvSpPr>
          <p:cNvPr id="17" name="Textfeld 16">
            <a:extLst>
              <a:ext uri="{FF2B5EF4-FFF2-40B4-BE49-F238E27FC236}">
                <a16:creationId xmlns:a16="http://schemas.microsoft.com/office/drawing/2014/main" id="{2B6E9581-7BA0-04AF-912D-22EDFE32061A}"/>
              </a:ext>
            </a:extLst>
          </p:cNvPr>
          <p:cNvSpPr txBox="1"/>
          <p:nvPr/>
        </p:nvSpPr>
        <p:spPr>
          <a:xfrm>
            <a:off x="7799635" y="5044678"/>
            <a:ext cx="3408312" cy="1597967"/>
          </a:xfrm>
          <a:prstGeom prst="rect">
            <a:avLst/>
          </a:prstGeom>
          <a:noFill/>
        </p:spPr>
        <p:txBody>
          <a:bodyPr wrap="square" rtlCol="0">
            <a:normAutofit lnSpcReduction="10000"/>
          </a:bodyPr>
          <a:lstStyle/>
          <a:p>
            <a:pPr marL="0" algn="l">
              <a:buNone/>
            </a:pPr>
            <a:r>
              <a:rPr b="1">
                <a:solidFill>
                  <a:srgbClr val="000000"/>
                </a:solidFill>
                <a:effectLst/>
                <a:latin typeface="STIHL Contraface Display Title" panose="02000600040000020004" pitchFamily="2" charset="0"/>
              </a:rPr>
              <a:t>E-Learning &amp; </a:t>
            </a:r>
            <a:r>
              <a:rPr b="1" err="1">
                <a:solidFill>
                  <a:srgbClr val="000000"/>
                </a:solidFill>
                <a:effectLst/>
                <a:latin typeface="STIHL Contraface Display Title" panose="02000600040000020004" pitchFamily="2" charset="0"/>
              </a:rPr>
              <a:t>Sensibilisierung</a:t>
            </a:r>
            <a:r>
              <a:rPr>
                <a:effectLst/>
                <a:latin typeface="STIHL Contraface Display Title" panose="02000600040000020004" pitchFamily="2" charset="0"/>
              </a:rPr>
              <a:t> </a:t>
            </a:r>
          </a:p>
          <a:p>
            <a:pPr marL="285750" indent="-285750" algn="l">
              <a:spcBef>
                <a:spcPts val="900"/>
              </a:spcBef>
              <a:buFont typeface="Wingdings" panose="05000000000000000000" pitchFamily="2" charset="2"/>
              <a:buChar char="Ø"/>
            </a:pPr>
            <a:r>
              <a:rPr lang="de-DE" b="0">
                <a:solidFill>
                  <a:srgbClr val="000000"/>
                </a:solidFill>
                <a:effectLst/>
                <a:latin typeface="STIHL Contraface Text Demi" panose="020B0703020202020102" pitchFamily="34" charset="0"/>
              </a:rPr>
              <a:t>So Safe Security Trainings auf HR Online</a:t>
            </a:r>
          </a:p>
          <a:p>
            <a:pPr marL="285750" indent="-285750" algn="l">
              <a:spcBef>
                <a:spcPts val="900"/>
              </a:spcBef>
              <a:buFont typeface="Wingdings" panose="05000000000000000000" pitchFamily="2" charset="2"/>
              <a:buChar char="Ø"/>
            </a:pPr>
            <a:r>
              <a:rPr lang="de-DE" err="1">
                <a:solidFill>
                  <a:srgbClr val="000000"/>
                </a:solidFill>
                <a:latin typeface="STIHL Contraface Text Demi" panose="020B0703020202020102" pitchFamily="34" charset="0"/>
              </a:rPr>
              <a:t>Cyber</a:t>
            </a:r>
            <a:r>
              <a:rPr lang="de-DE">
                <a:solidFill>
                  <a:srgbClr val="000000"/>
                </a:solidFill>
                <a:latin typeface="STIHL Contraface Text Demi" panose="020B0703020202020102" pitchFamily="34" charset="0"/>
              </a:rPr>
              <a:t> Security </a:t>
            </a:r>
            <a:r>
              <a:rPr lang="de-DE" err="1">
                <a:solidFill>
                  <a:srgbClr val="000000"/>
                </a:solidFill>
                <a:latin typeface="STIHL Contraface Text Demi" panose="020B0703020202020102" pitchFamily="34" charset="0"/>
              </a:rPr>
              <a:t>Month</a:t>
            </a:r>
            <a:endParaRPr lang="de-DE">
              <a:latin typeface="STIHL Contraface Text Demi" panose="020B0703020202020102" pitchFamily="34" charset="0"/>
            </a:endParaRPr>
          </a:p>
        </p:txBody>
      </p:sp>
    </p:spTree>
    <p:extLst>
      <p:ext uri="{BB962C8B-B14F-4D97-AF65-F5344CB8AC3E}">
        <p14:creationId xmlns:p14="http://schemas.microsoft.com/office/powerpoint/2010/main" val="14496568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2F3F4-7ABB-356B-20A9-122710A9767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10B8DE7-8237-906D-7988-2A92000C6C05}"/>
              </a:ext>
            </a:extLst>
          </p:cNvPr>
          <p:cNvSpPr>
            <a:spLocks noGrp="1"/>
          </p:cNvSpPr>
          <p:nvPr>
            <p:ph type="title"/>
          </p:nvPr>
        </p:nvSpPr>
        <p:spPr>
          <a:xfrm>
            <a:off x="479426" y="503546"/>
            <a:ext cx="8664574" cy="304699"/>
          </a:xfrm>
        </p:spPr>
        <p:txBody>
          <a:bodyPr/>
          <a:lstStyle/>
          <a:p>
            <a:r>
              <a:rPr lang="de-DE"/>
              <a:t>E-LEARNING &amp; SENSIBILISIERUNG</a:t>
            </a:r>
          </a:p>
        </p:txBody>
      </p:sp>
      <p:sp>
        <p:nvSpPr>
          <p:cNvPr id="3" name="Textplatzhalter 2">
            <a:extLst>
              <a:ext uri="{FF2B5EF4-FFF2-40B4-BE49-F238E27FC236}">
                <a16:creationId xmlns:a16="http://schemas.microsoft.com/office/drawing/2014/main" id="{78FC35C9-A8B1-2ED8-A869-C935BA79127A}"/>
              </a:ext>
            </a:extLst>
          </p:cNvPr>
          <p:cNvSpPr>
            <a:spLocks noGrp="1"/>
          </p:cNvSpPr>
          <p:nvPr>
            <p:ph type="body" sz="quarter" idx="14"/>
          </p:nvPr>
        </p:nvSpPr>
        <p:spPr/>
        <p:txBody>
          <a:bodyPr/>
          <a:lstStyle/>
          <a:p>
            <a:r>
              <a:rPr lang="de-DE"/>
              <a:t>Cyber Security Awareness Training</a:t>
            </a:r>
          </a:p>
        </p:txBody>
      </p:sp>
      <p:sp>
        <p:nvSpPr>
          <p:cNvPr id="4" name="Textplatzhalter 3">
            <a:extLst>
              <a:ext uri="{FF2B5EF4-FFF2-40B4-BE49-F238E27FC236}">
                <a16:creationId xmlns:a16="http://schemas.microsoft.com/office/drawing/2014/main" id="{75416B28-31CB-D6E0-A5E7-5410808CE8CD}"/>
              </a:ext>
            </a:extLst>
          </p:cNvPr>
          <p:cNvSpPr>
            <a:spLocks noGrp="1"/>
          </p:cNvSpPr>
          <p:nvPr>
            <p:ph type="body" sz="quarter" idx="15"/>
          </p:nvPr>
        </p:nvSpPr>
        <p:spPr/>
        <p:txBody>
          <a:bodyPr/>
          <a:lstStyle/>
          <a:p>
            <a:pPr lvl="1"/>
            <a:r>
              <a:rPr lang="de-DE" b="1">
                <a:latin typeface="STIHL Contraface Text" panose="020B0503020202020102" pitchFamily="34" charset="0"/>
              </a:rPr>
              <a:t>Bestandteil der HR Online Sicherheitsunterweisung</a:t>
            </a:r>
          </a:p>
          <a:p>
            <a:pPr lvl="1"/>
            <a:endParaRPr lang="de-DE" b="1">
              <a:latin typeface="STIHL Contraface Text" panose="020B0503020202020102" pitchFamily="34" charset="0"/>
            </a:endParaRPr>
          </a:p>
          <a:p>
            <a:pPr marL="285750" indent="-285750">
              <a:buFont typeface="Arial" panose="020B0604020202020204" pitchFamily="34" charset="0"/>
              <a:buChar char="•"/>
            </a:pPr>
            <a:r>
              <a:rPr lang="de-DE" b="1">
                <a:latin typeface="STIHL Contraface Text" panose="020B0503020202020102" pitchFamily="34" charset="0"/>
              </a:rPr>
              <a:t>Cyber Security Awareness Training - </a:t>
            </a:r>
            <a:r>
              <a:rPr lang="de-DE" b="1" err="1">
                <a:latin typeface="STIHL Contraface Text" panose="020B0503020202020102" pitchFamily="34" charset="0"/>
              </a:rPr>
              <a:t>E-learning</a:t>
            </a:r>
            <a:r>
              <a:rPr lang="de-DE" b="1">
                <a:latin typeface="STIHL Contraface Text" panose="020B0503020202020102" pitchFamily="34" charset="0"/>
              </a:rPr>
              <a:t> Format</a:t>
            </a:r>
          </a:p>
          <a:p>
            <a:pPr marL="461963" lvl="1" indent="-285750"/>
            <a:r>
              <a:rPr lang="de-DE">
                <a:latin typeface="STIHL Contraface Text" panose="020B0503020202020102" pitchFamily="34" charset="0"/>
              </a:rPr>
              <a:t>Neu in HR Online integriert</a:t>
            </a:r>
          </a:p>
          <a:p>
            <a:pPr marL="461963" lvl="1" indent="-285750"/>
            <a:r>
              <a:rPr lang="de-DE">
                <a:latin typeface="STIHL Contraface Text" panose="020B0503020202020102" pitchFamily="34" charset="0"/>
              </a:rPr>
              <a:t>Pflichtmodul; bei Nichtbeachtung wird der Vorgesetzte aus dem System per Mail informiert</a:t>
            </a:r>
          </a:p>
          <a:p>
            <a:pPr marL="461963" lvl="1" indent="-285750"/>
            <a:endParaRPr lang="de-DE" b="1">
              <a:latin typeface="STIHL Contraface Text" panose="020B0503020202020102" pitchFamily="34" charset="0"/>
            </a:endParaRPr>
          </a:p>
          <a:p>
            <a:pPr marL="285750" indent="-285750">
              <a:buFont typeface="Arial" panose="020B0604020202020204" pitchFamily="34" charset="0"/>
              <a:buChar char="•"/>
            </a:pPr>
            <a:r>
              <a:rPr lang="de-DE" b="1">
                <a:latin typeface="STIHL Contraface Text" panose="020B0503020202020102" pitchFamily="34" charset="0"/>
              </a:rPr>
              <a:t>Cyber Security Awareness Month – jährlich im Oktober</a:t>
            </a:r>
          </a:p>
          <a:p>
            <a:pPr marL="461963" lvl="1" indent="-285750"/>
            <a:r>
              <a:rPr lang="de-DE" b="1">
                <a:latin typeface="STIHL Contraface Text" panose="020B0503020202020102" pitchFamily="34" charset="0"/>
              </a:rPr>
              <a:t>Informative Live Sessions zu Themen, wie Phishing; Voice Phishing; OT Security; NIS 2 Regelwerk; Vorgehensweisen, um sich vor Angriffen zu schützen</a:t>
            </a:r>
          </a:p>
          <a:p>
            <a:pPr marL="461963" lvl="1" indent="-285750"/>
            <a:endParaRPr lang="de-DE" b="1">
              <a:latin typeface="STIHL Contraface Text" panose="020B0503020202020102" pitchFamily="34" charset="0"/>
            </a:endParaRPr>
          </a:p>
          <a:p>
            <a:pPr marL="461963" lvl="1" indent="-285750"/>
            <a:endParaRPr lang="de-DE"/>
          </a:p>
        </p:txBody>
      </p:sp>
      <p:pic>
        <p:nvPicPr>
          <p:cNvPr id="6" name="Grafik 5">
            <a:extLst>
              <a:ext uri="{FF2B5EF4-FFF2-40B4-BE49-F238E27FC236}">
                <a16:creationId xmlns:a16="http://schemas.microsoft.com/office/drawing/2014/main" id="{D80A5337-8CE2-92D2-36C3-FE29ED2F709F}"/>
              </a:ext>
            </a:extLst>
          </p:cNvPr>
          <p:cNvPicPr>
            <a:picLocks noChangeAspect="1"/>
          </p:cNvPicPr>
          <p:nvPr/>
        </p:nvPicPr>
        <p:blipFill>
          <a:blip r:embed="rId2"/>
          <a:stretch>
            <a:fillRect/>
          </a:stretch>
        </p:blipFill>
        <p:spPr>
          <a:xfrm>
            <a:off x="3132306" y="4452705"/>
            <a:ext cx="6011694" cy="2002070"/>
          </a:xfrm>
          <a:prstGeom prst="rect">
            <a:avLst/>
          </a:prstGeom>
        </p:spPr>
      </p:pic>
    </p:spTree>
    <p:extLst>
      <p:ext uri="{BB962C8B-B14F-4D97-AF65-F5344CB8AC3E}">
        <p14:creationId xmlns:p14="http://schemas.microsoft.com/office/powerpoint/2010/main" val="21968522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70410-B710-918E-0F6C-F3829CA5696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B9FC6B2-B9F7-BCEC-CB58-5DC4AD02072C}"/>
              </a:ext>
            </a:extLst>
          </p:cNvPr>
          <p:cNvSpPr>
            <a:spLocks noGrp="1"/>
          </p:cNvSpPr>
          <p:nvPr>
            <p:ph type="title"/>
          </p:nvPr>
        </p:nvSpPr>
        <p:spPr>
          <a:xfrm>
            <a:off x="479426" y="503546"/>
            <a:ext cx="8664574" cy="304699"/>
          </a:xfrm>
        </p:spPr>
        <p:txBody>
          <a:bodyPr/>
          <a:lstStyle/>
          <a:p>
            <a:r>
              <a:rPr lang="de-DE"/>
              <a:t>SICHERHEIT AM ARBEITSPLATZ | DOKUMENTENABLAGE</a:t>
            </a:r>
          </a:p>
        </p:txBody>
      </p:sp>
      <p:sp>
        <p:nvSpPr>
          <p:cNvPr id="3" name="Textplatzhalter 2">
            <a:extLst>
              <a:ext uri="{FF2B5EF4-FFF2-40B4-BE49-F238E27FC236}">
                <a16:creationId xmlns:a16="http://schemas.microsoft.com/office/drawing/2014/main" id="{C9770062-CCF5-293F-4CB6-5855849E5EF6}"/>
              </a:ext>
            </a:extLst>
          </p:cNvPr>
          <p:cNvSpPr>
            <a:spLocks noGrp="1"/>
          </p:cNvSpPr>
          <p:nvPr>
            <p:ph type="body" sz="quarter" idx="14"/>
          </p:nvPr>
        </p:nvSpPr>
        <p:spPr/>
        <p:txBody>
          <a:bodyPr/>
          <a:lstStyle/>
          <a:p>
            <a:r>
              <a:rPr lang="de-DE">
                <a:highlight>
                  <a:srgbClr val="FFFF00"/>
                </a:highlight>
              </a:rPr>
              <a:t>@todo Sabine (Links/ Dokumente anfügen) // bitte schauen ob Dirk Zugriff auf alles hat</a:t>
            </a:r>
          </a:p>
        </p:txBody>
      </p:sp>
      <p:sp>
        <p:nvSpPr>
          <p:cNvPr id="4" name="Textplatzhalter 3">
            <a:extLst>
              <a:ext uri="{FF2B5EF4-FFF2-40B4-BE49-F238E27FC236}">
                <a16:creationId xmlns:a16="http://schemas.microsoft.com/office/drawing/2014/main" id="{DB03EC82-67AA-3F12-CA11-9D1CA93EE551}"/>
              </a:ext>
            </a:extLst>
          </p:cNvPr>
          <p:cNvSpPr>
            <a:spLocks noGrp="1"/>
          </p:cNvSpPr>
          <p:nvPr>
            <p:ph type="body" sz="quarter" idx="15"/>
          </p:nvPr>
        </p:nvSpPr>
        <p:spPr/>
        <p:txBody>
          <a:bodyPr/>
          <a:lstStyle/>
          <a:p>
            <a:endParaRPr lang="de-DE"/>
          </a:p>
          <a:p>
            <a:r>
              <a:rPr lang="de-DE"/>
              <a:t>GBU 2026: </a:t>
            </a:r>
            <a:r>
              <a:rPr lang="de-DE">
                <a:highlight>
                  <a:srgbClr val="FFFF00"/>
                </a:highlight>
              </a:rPr>
              <a:t>Dirk muss noch unterschreiben</a:t>
            </a:r>
          </a:p>
          <a:p>
            <a:endParaRPr lang="de-DE"/>
          </a:p>
          <a:p>
            <a:r>
              <a:rPr lang="de-DE"/>
              <a:t>Sicherheitsunterweisungen 2026: </a:t>
            </a:r>
            <a:r>
              <a:rPr lang="de-DE">
                <a:highlight>
                  <a:srgbClr val="FFFF00"/>
                </a:highlight>
              </a:rPr>
              <a:t>@Sabine – Liste aus </a:t>
            </a:r>
            <a:r>
              <a:rPr lang="de-DE" err="1">
                <a:highlight>
                  <a:srgbClr val="FFFF00"/>
                </a:highlight>
              </a:rPr>
              <a:t>Quentic</a:t>
            </a:r>
            <a:r>
              <a:rPr lang="de-DE">
                <a:highlight>
                  <a:srgbClr val="FFFF00"/>
                </a:highlight>
              </a:rPr>
              <a:t> ziehen</a:t>
            </a:r>
          </a:p>
          <a:p>
            <a:r>
              <a:rPr lang="de-DE"/>
              <a:t>Präsentation Sicherheitsunterweisung: </a:t>
            </a:r>
            <a:r>
              <a:rPr lang="de-DE">
                <a:hlinkClick r:id="rId2"/>
              </a:rPr>
              <a:t>010_Unterweisung_Pflichtmodule_ISS_2026_03.pptx</a:t>
            </a:r>
            <a:endParaRPr lang="de-DE"/>
          </a:p>
          <a:p>
            <a:endParaRPr lang="de-DE"/>
          </a:p>
          <a:p>
            <a:r>
              <a:rPr lang="de-DE"/>
              <a:t>Umweltschutzziele: </a:t>
            </a:r>
            <a:r>
              <a:rPr lang="de-DE">
                <a:hlinkClick r:id="rId3"/>
              </a:rPr>
              <a:t>S_UVV_ZIELE_ISS_2026.xlsx</a:t>
            </a:r>
            <a:endParaRPr lang="de-DE"/>
          </a:p>
          <a:p>
            <a:endParaRPr lang="de-DE"/>
          </a:p>
          <a:p>
            <a:r>
              <a:rPr lang="de-DE"/>
              <a:t>Übersicht Ersthelfer:</a:t>
            </a:r>
          </a:p>
          <a:p>
            <a:endParaRPr lang="de-DE"/>
          </a:p>
          <a:p>
            <a:r>
              <a:rPr lang="de-DE"/>
              <a:t>Übersicht Stockwerksbeauftragte:</a:t>
            </a:r>
          </a:p>
          <a:p>
            <a:endParaRPr lang="de-DE"/>
          </a:p>
          <a:p>
            <a:r>
              <a:rPr lang="de-DE"/>
              <a:t>Übersicht Brandschutzhelfer:</a:t>
            </a:r>
          </a:p>
        </p:txBody>
      </p:sp>
      <p:pic>
        <p:nvPicPr>
          <p:cNvPr id="6" name="Grafik 5">
            <a:extLst>
              <a:ext uri="{FF2B5EF4-FFF2-40B4-BE49-F238E27FC236}">
                <a16:creationId xmlns:a16="http://schemas.microsoft.com/office/drawing/2014/main" id="{3023865D-2822-B09F-D19D-70CC9A35FEC1}"/>
              </a:ext>
            </a:extLst>
          </p:cNvPr>
          <p:cNvPicPr>
            <a:picLocks noChangeAspect="1"/>
          </p:cNvPicPr>
          <p:nvPr/>
        </p:nvPicPr>
        <p:blipFill>
          <a:blip r:embed="rId4"/>
          <a:stretch>
            <a:fillRect/>
          </a:stretch>
        </p:blipFill>
        <p:spPr>
          <a:xfrm>
            <a:off x="4728441" y="1468850"/>
            <a:ext cx="2735117" cy="1131229"/>
          </a:xfrm>
          <a:prstGeom prst="rect">
            <a:avLst/>
          </a:prstGeom>
        </p:spPr>
      </p:pic>
    </p:spTree>
    <p:extLst>
      <p:ext uri="{BB962C8B-B14F-4D97-AF65-F5344CB8AC3E}">
        <p14:creationId xmlns:p14="http://schemas.microsoft.com/office/powerpoint/2010/main" val="1125000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12FEE-E79B-B726-FB8C-051B67E08F6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EF85F53-4ADD-7528-6B66-242549DE8BAA}"/>
              </a:ext>
            </a:extLst>
          </p:cNvPr>
          <p:cNvSpPr>
            <a:spLocks noGrp="1"/>
          </p:cNvSpPr>
          <p:nvPr>
            <p:ph type="title"/>
          </p:nvPr>
        </p:nvSpPr>
        <p:spPr>
          <a:xfrm>
            <a:off x="479426" y="503546"/>
            <a:ext cx="8664574" cy="304699"/>
          </a:xfrm>
        </p:spPr>
        <p:txBody>
          <a:bodyPr/>
          <a:lstStyle/>
          <a:p>
            <a:r>
              <a:rPr lang="de-DE"/>
              <a:t>ZIEL: GANZHEITLICHE SICHERHEITSKULTUR IN DER STIHL GRUPPE FÖRDERN</a:t>
            </a:r>
          </a:p>
        </p:txBody>
      </p:sp>
      <p:pic>
        <p:nvPicPr>
          <p:cNvPr id="8" name="Grafik 7">
            <a:extLst>
              <a:ext uri="{FF2B5EF4-FFF2-40B4-BE49-F238E27FC236}">
                <a16:creationId xmlns:a16="http://schemas.microsoft.com/office/drawing/2014/main" id="{9AE69E45-F8FD-0817-A544-A9AC00859CD1}"/>
              </a:ext>
            </a:extLst>
          </p:cNvPr>
          <p:cNvPicPr>
            <a:picLocks noChangeAspect="1"/>
          </p:cNvPicPr>
          <p:nvPr/>
        </p:nvPicPr>
        <p:blipFill>
          <a:blip r:embed="rId2"/>
          <a:stretch>
            <a:fillRect/>
          </a:stretch>
        </p:blipFill>
        <p:spPr>
          <a:xfrm>
            <a:off x="4512911" y="1814057"/>
            <a:ext cx="3166177" cy="3160523"/>
          </a:xfrm>
          <a:prstGeom prst="rect">
            <a:avLst/>
          </a:prstGeom>
        </p:spPr>
      </p:pic>
      <p:pic>
        <p:nvPicPr>
          <p:cNvPr id="10" name="Grafik 9">
            <a:extLst>
              <a:ext uri="{FF2B5EF4-FFF2-40B4-BE49-F238E27FC236}">
                <a16:creationId xmlns:a16="http://schemas.microsoft.com/office/drawing/2014/main" id="{A69645B4-95F2-A042-F697-5DA15C04B1EF}"/>
              </a:ext>
            </a:extLst>
          </p:cNvPr>
          <p:cNvPicPr>
            <a:picLocks noChangeAspect="1"/>
          </p:cNvPicPr>
          <p:nvPr/>
        </p:nvPicPr>
        <p:blipFill>
          <a:blip r:embed="rId3"/>
          <a:stretch>
            <a:fillRect/>
          </a:stretch>
        </p:blipFill>
        <p:spPr>
          <a:xfrm>
            <a:off x="8206194" y="1980281"/>
            <a:ext cx="3350389" cy="2491624"/>
          </a:xfrm>
          <a:prstGeom prst="rect">
            <a:avLst/>
          </a:prstGeom>
        </p:spPr>
      </p:pic>
      <p:sp>
        <p:nvSpPr>
          <p:cNvPr id="12" name="Textfeld 11">
            <a:extLst>
              <a:ext uri="{FF2B5EF4-FFF2-40B4-BE49-F238E27FC236}">
                <a16:creationId xmlns:a16="http://schemas.microsoft.com/office/drawing/2014/main" id="{7F9F552E-63FA-37FA-55B5-067296070B92}"/>
              </a:ext>
            </a:extLst>
          </p:cNvPr>
          <p:cNvSpPr txBox="1"/>
          <p:nvPr/>
        </p:nvSpPr>
        <p:spPr>
          <a:xfrm>
            <a:off x="583179" y="5043943"/>
            <a:ext cx="3408312" cy="2067966"/>
          </a:xfrm>
          <a:prstGeom prst="rect">
            <a:avLst/>
          </a:prstGeom>
          <a:noFill/>
        </p:spPr>
        <p:txBody>
          <a:bodyPr wrap="square" rtlCol="0">
            <a:normAutofit/>
          </a:bodyPr>
          <a:lstStyle/>
          <a:p>
            <a:pPr marL="0" algn="l">
              <a:buNone/>
            </a:pPr>
            <a:r>
              <a:rPr sz="1650" b="1">
                <a:solidFill>
                  <a:srgbClr val="000000"/>
                </a:solidFill>
                <a:effectLst/>
                <a:latin typeface="Avenir"/>
              </a:rPr>
              <a:t>Integration von </a:t>
            </a:r>
            <a:r>
              <a:rPr sz="1650" b="1" err="1">
                <a:solidFill>
                  <a:srgbClr val="000000"/>
                </a:solidFill>
                <a:effectLst/>
                <a:latin typeface="Avenir"/>
              </a:rPr>
              <a:t>Arbeitssicherheit</a:t>
            </a:r>
            <a:r>
              <a:rPr sz="1650" b="1">
                <a:solidFill>
                  <a:srgbClr val="000000"/>
                </a:solidFill>
                <a:effectLst/>
                <a:latin typeface="Avenir"/>
              </a:rPr>
              <a:t> &amp; Cyber Security</a:t>
            </a:r>
            <a:r>
              <a:rPr>
                <a:effectLst/>
              </a:rPr>
              <a:t> </a:t>
            </a:r>
          </a:p>
          <a:p>
            <a:pPr marL="0" algn="l">
              <a:buNone/>
            </a:pPr>
            <a:r>
              <a:rPr sz="1350" b="0" err="1">
                <a:solidFill>
                  <a:srgbClr val="000000"/>
                </a:solidFill>
                <a:effectLst/>
                <a:latin typeface="Avenir"/>
              </a:rPr>
              <a:t>Sicherheitsmaßnahmen</a:t>
            </a:r>
            <a:r>
              <a:rPr sz="1350" b="0">
                <a:solidFill>
                  <a:srgbClr val="000000"/>
                </a:solidFill>
                <a:effectLst/>
                <a:latin typeface="Avenir"/>
              </a:rPr>
              <a:t> </a:t>
            </a:r>
            <a:r>
              <a:rPr sz="1350" b="0" err="1">
                <a:solidFill>
                  <a:srgbClr val="000000"/>
                </a:solidFill>
                <a:effectLst/>
                <a:latin typeface="Avenir"/>
              </a:rPr>
              <a:t>werden</a:t>
            </a:r>
            <a:r>
              <a:rPr sz="1350" b="0">
                <a:solidFill>
                  <a:srgbClr val="000000"/>
                </a:solidFill>
                <a:effectLst/>
                <a:latin typeface="Avenir"/>
              </a:rPr>
              <a:t> </a:t>
            </a:r>
            <a:r>
              <a:rPr sz="1350" b="0" err="1">
                <a:solidFill>
                  <a:srgbClr val="000000"/>
                </a:solidFill>
                <a:effectLst/>
                <a:latin typeface="Avenir"/>
              </a:rPr>
              <a:t>im</a:t>
            </a:r>
            <a:r>
              <a:rPr sz="1350" b="0">
                <a:solidFill>
                  <a:srgbClr val="000000"/>
                </a:solidFill>
                <a:effectLst/>
                <a:latin typeface="Avenir"/>
              </a:rPr>
              <a:t> </a:t>
            </a:r>
            <a:r>
              <a:rPr sz="1350" b="0" err="1">
                <a:solidFill>
                  <a:srgbClr val="000000"/>
                </a:solidFill>
                <a:effectLst/>
                <a:latin typeface="Avenir"/>
              </a:rPr>
              <a:t>täglichen</a:t>
            </a:r>
            <a:r>
              <a:rPr sz="1350" b="0">
                <a:solidFill>
                  <a:srgbClr val="000000"/>
                </a:solidFill>
                <a:effectLst/>
                <a:latin typeface="Avenir"/>
              </a:rPr>
              <a:t> </a:t>
            </a:r>
            <a:r>
              <a:rPr sz="1350" b="0" err="1">
                <a:solidFill>
                  <a:srgbClr val="000000"/>
                </a:solidFill>
                <a:effectLst/>
                <a:latin typeface="Avenir"/>
              </a:rPr>
              <a:t>Ablauf</a:t>
            </a:r>
            <a:r>
              <a:rPr sz="1350" b="0">
                <a:solidFill>
                  <a:srgbClr val="000000"/>
                </a:solidFill>
                <a:effectLst/>
                <a:latin typeface="Avenir"/>
              </a:rPr>
              <a:t> </a:t>
            </a:r>
            <a:r>
              <a:rPr sz="1350" b="0" err="1">
                <a:solidFill>
                  <a:srgbClr val="000000"/>
                </a:solidFill>
                <a:effectLst/>
                <a:latin typeface="Avenir"/>
              </a:rPr>
              <a:t>verankert</a:t>
            </a:r>
            <a:r>
              <a:rPr sz="1350" b="0">
                <a:solidFill>
                  <a:srgbClr val="000000"/>
                </a:solidFill>
                <a:effectLst/>
                <a:latin typeface="Avenir"/>
              </a:rPr>
              <a:t> und </a:t>
            </a:r>
            <a:r>
              <a:rPr sz="1350" b="0" err="1">
                <a:solidFill>
                  <a:srgbClr val="000000"/>
                </a:solidFill>
                <a:effectLst/>
                <a:latin typeface="Avenir"/>
              </a:rPr>
              <a:t>regelmäßig</a:t>
            </a:r>
            <a:r>
              <a:rPr sz="1350" b="0">
                <a:solidFill>
                  <a:srgbClr val="000000"/>
                </a:solidFill>
                <a:effectLst/>
                <a:latin typeface="Avenir"/>
              </a:rPr>
              <a:t> </a:t>
            </a:r>
            <a:r>
              <a:rPr sz="1350" b="0" err="1">
                <a:solidFill>
                  <a:srgbClr val="000000"/>
                </a:solidFill>
                <a:effectLst/>
                <a:latin typeface="Avenir"/>
              </a:rPr>
              <a:t>überprüft</a:t>
            </a:r>
            <a:r>
              <a:rPr sz="1350" b="0">
                <a:solidFill>
                  <a:srgbClr val="000000"/>
                </a:solidFill>
                <a:effectLst/>
                <a:latin typeface="Avenir"/>
              </a:rPr>
              <a:t>, um </a:t>
            </a:r>
            <a:r>
              <a:rPr sz="1350" b="0" err="1">
                <a:solidFill>
                  <a:srgbClr val="000000"/>
                </a:solidFill>
                <a:effectLst/>
                <a:latin typeface="Avenir"/>
              </a:rPr>
              <a:t>Risiken</a:t>
            </a:r>
            <a:r>
              <a:rPr sz="1350" b="0">
                <a:solidFill>
                  <a:srgbClr val="000000"/>
                </a:solidFill>
                <a:effectLst/>
                <a:latin typeface="Avenir"/>
              </a:rPr>
              <a:t> </a:t>
            </a:r>
            <a:r>
              <a:rPr sz="1350" b="0" err="1">
                <a:solidFill>
                  <a:srgbClr val="000000"/>
                </a:solidFill>
                <a:effectLst/>
                <a:latin typeface="Avenir"/>
              </a:rPr>
              <a:t>zu</a:t>
            </a:r>
            <a:r>
              <a:rPr sz="1350" b="0">
                <a:solidFill>
                  <a:srgbClr val="000000"/>
                </a:solidFill>
                <a:effectLst/>
                <a:latin typeface="Avenir"/>
              </a:rPr>
              <a:t> </a:t>
            </a:r>
            <a:r>
              <a:rPr sz="1350" b="0" err="1">
                <a:solidFill>
                  <a:srgbClr val="000000"/>
                </a:solidFill>
                <a:effectLst/>
                <a:latin typeface="Avenir"/>
              </a:rPr>
              <a:t>minimieren</a:t>
            </a:r>
            <a:r>
              <a:rPr sz="1350" b="0">
                <a:solidFill>
                  <a:srgbClr val="000000"/>
                </a:solidFill>
                <a:effectLst/>
                <a:latin typeface="Avenir"/>
              </a:rPr>
              <a:t> und Compliance </a:t>
            </a:r>
            <a:r>
              <a:rPr sz="1350" b="0" err="1">
                <a:solidFill>
                  <a:srgbClr val="000000"/>
                </a:solidFill>
                <a:effectLst/>
                <a:latin typeface="Avenir"/>
              </a:rPr>
              <a:t>zu</a:t>
            </a:r>
            <a:r>
              <a:rPr lang="de-DE" sz="1350">
                <a:solidFill>
                  <a:srgbClr val="000000"/>
                </a:solidFill>
                <a:latin typeface="Avenir"/>
              </a:rPr>
              <a:t> </a:t>
            </a:r>
            <a:r>
              <a:rPr sz="1350" b="0" err="1">
                <a:solidFill>
                  <a:srgbClr val="000000"/>
                </a:solidFill>
                <a:effectLst/>
                <a:latin typeface="Avenir"/>
              </a:rPr>
              <a:t>gewährleisten</a:t>
            </a:r>
            <a:r>
              <a:rPr sz="1350" b="0">
                <a:solidFill>
                  <a:srgbClr val="000000"/>
                </a:solidFill>
                <a:effectLst/>
                <a:latin typeface="Avenir"/>
              </a:rPr>
              <a:t>.</a:t>
            </a:r>
            <a:r>
              <a:rPr>
                <a:effectLst/>
              </a:rPr>
              <a:t> </a:t>
            </a:r>
            <a:endParaRPr lang="de-DE"/>
          </a:p>
        </p:txBody>
      </p:sp>
      <p:sp>
        <p:nvSpPr>
          <p:cNvPr id="14" name="Textfeld 13">
            <a:extLst>
              <a:ext uri="{FF2B5EF4-FFF2-40B4-BE49-F238E27FC236}">
                <a16:creationId xmlns:a16="http://schemas.microsoft.com/office/drawing/2014/main" id="{8CE59F11-9E0F-6C71-CC27-29F16E367D64}"/>
              </a:ext>
            </a:extLst>
          </p:cNvPr>
          <p:cNvSpPr txBox="1"/>
          <p:nvPr/>
        </p:nvSpPr>
        <p:spPr>
          <a:xfrm>
            <a:off x="4440857" y="5043943"/>
            <a:ext cx="3408312" cy="1325314"/>
          </a:xfrm>
          <a:prstGeom prst="rect">
            <a:avLst/>
          </a:prstGeom>
          <a:noFill/>
        </p:spPr>
        <p:txBody>
          <a:bodyPr wrap="square" rtlCol="0">
            <a:normAutofit lnSpcReduction="10000"/>
          </a:bodyPr>
          <a:lstStyle/>
          <a:p>
            <a:pPr marL="0" algn="l">
              <a:buNone/>
            </a:pPr>
            <a:r>
              <a:rPr sz="1650" b="1">
                <a:solidFill>
                  <a:srgbClr val="000000"/>
                </a:solidFill>
                <a:effectLst/>
                <a:latin typeface="Avenir"/>
              </a:rPr>
              <a:t>Rolle der </a:t>
            </a:r>
            <a:r>
              <a:rPr sz="1650" b="1" err="1">
                <a:solidFill>
                  <a:srgbClr val="000000"/>
                </a:solidFill>
                <a:effectLst/>
                <a:latin typeface="Avenir"/>
              </a:rPr>
              <a:t>Führungskräfte</a:t>
            </a:r>
            <a:r>
              <a:rPr>
                <a:effectLst/>
              </a:rPr>
              <a:t> </a:t>
            </a:r>
          </a:p>
          <a:p>
            <a:pPr marL="0" algn="l">
              <a:spcBef>
                <a:spcPts val="900"/>
              </a:spcBef>
              <a:buNone/>
            </a:pPr>
            <a:r>
              <a:rPr sz="1350" b="0" err="1">
                <a:solidFill>
                  <a:srgbClr val="000000"/>
                </a:solidFill>
                <a:effectLst/>
                <a:latin typeface="Avenir"/>
              </a:rPr>
              <a:t>Führungskräfte</a:t>
            </a:r>
            <a:r>
              <a:rPr sz="1350" b="0">
                <a:solidFill>
                  <a:srgbClr val="000000"/>
                </a:solidFill>
                <a:effectLst/>
                <a:latin typeface="Avenir"/>
              </a:rPr>
              <a:t> leben </a:t>
            </a:r>
            <a:r>
              <a:rPr sz="1350" b="0" err="1">
                <a:solidFill>
                  <a:srgbClr val="000000"/>
                </a:solidFill>
                <a:effectLst/>
                <a:latin typeface="Avenir"/>
              </a:rPr>
              <a:t>Sicherheitsstandards</a:t>
            </a:r>
            <a:r>
              <a:rPr sz="1350" b="0">
                <a:solidFill>
                  <a:srgbClr val="000000"/>
                </a:solidFill>
                <a:effectLst/>
                <a:latin typeface="Avenir"/>
              </a:rPr>
              <a:t> </a:t>
            </a:r>
            <a:r>
              <a:rPr sz="1350" b="0" err="1">
                <a:solidFill>
                  <a:srgbClr val="000000"/>
                </a:solidFill>
                <a:effectLst/>
                <a:latin typeface="Avenir"/>
              </a:rPr>
              <a:t>aktiv</a:t>
            </a:r>
            <a:r>
              <a:rPr sz="1350" b="0">
                <a:solidFill>
                  <a:srgbClr val="000000"/>
                </a:solidFill>
                <a:effectLst/>
                <a:latin typeface="Avenir"/>
              </a:rPr>
              <a:t> </a:t>
            </a:r>
            <a:r>
              <a:rPr sz="1350" b="0" err="1">
                <a:solidFill>
                  <a:srgbClr val="000000"/>
                </a:solidFill>
                <a:effectLst/>
                <a:latin typeface="Avenir"/>
              </a:rPr>
              <a:t>vor</a:t>
            </a:r>
            <a:r>
              <a:rPr sz="1350" b="0">
                <a:solidFill>
                  <a:srgbClr val="000000"/>
                </a:solidFill>
                <a:effectLst/>
                <a:latin typeface="Avenir"/>
              </a:rPr>
              <a:t> und </a:t>
            </a:r>
            <a:r>
              <a:rPr sz="1350" b="0" err="1">
                <a:solidFill>
                  <a:srgbClr val="000000"/>
                </a:solidFill>
                <a:effectLst/>
                <a:latin typeface="Avenir"/>
              </a:rPr>
              <a:t>fördern</a:t>
            </a:r>
            <a:r>
              <a:rPr sz="1350" b="0">
                <a:solidFill>
                  <a:srgbClr val="000000"/>
                </a:solidFill>
                <a:effectLst/>
                <a:latin typeface="Avenir"/>
              </a:rPr>
              <a:t> </a:t>
            </a:r>
            <a:r>
              <a:rPr sz="1350" b="0" err="1">
                <a:solidFill>
                  <a:srgbClr val="000000"/>
                </a:solidFill>
                <a:effectLst/>
                <a:latin typeface="Avenir"/>
              </a:rPr>
              <a:t>eine</a:t>
            </a:r>
            <a:r>
              <a:rPr sz="1350" b="0">
                <a:solidFill>
                  <a:srgbClr val="000000"/>
                </a:solidFill>
                <a:effectLst/>
                <a:latin typeface="Avenir"/>
              </a:rPr>
              <a:t> </a:t>
            </a:r>
            <a:r>
              <a:rPr sz="1350" b="0" err="1">
                <a:solidFill>
                  <a:srgbClr val="000000"/>
                </a:solidFill>
                <a:effectLst/>
                <a:latin typeface="Avenir"/>
              </a:rPr>
              <a:t>offene</a:t>
            </a:r>
            <a:r>
              <a:rPr sz="1350" b="0">
                <a:solidFill>
                  <a:srgbClr val="000000"/>
                </a:solidFill>
                <a:effectLst/>
                <a:latin typeface="Avenir"/>
              </a:rPr>
              <a:t> </a:t>
            </a:r>
            <a:r>
              <a:rPr sz="1350" b="0" err="1">
                <a:solidFill>
                  <a:srgbClr val="000000"/>
                </a:solidFill>
                <a:effectLst/>
                <a:latin typeface="Avenir"/>
              </a:rPr>
              <a:t>Kommunikation</a:t>
            </a:r>
            <a:r>
              <a:rPr sz="1350" b="0">
                <a:solidFill>
                  <a:srgbClr val="000000"/>
                </a:solidFill>
                <a:effectLst/>
                <a:latin typeface="Avenir"/>
              </a:rPr>
              <a:t> </a:t>
            </a:r>
            <a:r>
              <a:rPr sz="1350" b="0" err="1">
                <a:solidFill>
                  <a:srgbClr val="000000"/>
                </a:solidFill>
                <a:effectLst/>
                <a:latin typeface="Avenir"/>
              </a:rPr>
              <a:t>zu</a:t>
            </a:r>
            <a:r>
              <a:rPr sz="1350" b="0">
                <a:solidFill>
                  <a:srgbClr val="000000"/>
                </a:solidFill>
                <a:effectLst/>
                <a:latin typeface="Avenir"/>
              </a:rPr>
              <a:t> </a:t>
            </a:r>
            <a:r>
              <a:rPr sz="1350" b="0" err="1">
                <a:solidFill>
                  <a:srgbClr val="000000"/>
                </a:solidFill>
                <a:effectLst/>
                <a:latin typeface="Avenir"/>
              </a:rPr>
              <a:t>sicherheitsrelevanten</a:t>
            </a:r>
            <a:r>
              <a:rPr sz="1350" b="0">
                <a:solidFill>
                  <a:srgbClr val="000000"/>
                </a:solidFill>
                <a:effectLst/>
                <a:latin typeface="Avenir"/>
              </a:rPr>
              <a:t> </a:t>
            </a:r>
            <a:r>
              <a:rPr sz="1350" b="0" err="1">
                <a:solidFill>
                  <a:srgbClr val="000000"/>
                </a:solidFill>
                <a:effectLst/>
                <a:latin typeface="Avenir"/>
              </a:rPr>
              <a:t>Themen</a:t>
            </a:r>
            <a:r>
              <a:rPr sz="1350" b="0">
                <a:solidFill>
                  <a:srgbClr val="000000"/>
                </a:solidFill>
                <a:effectLst/>
                <a:latin typeface="Avenir"/>
              </a:rPr>
              <a:t>.</a:t>
            </a:r>
            <a:r>
              <a:rPr>
                <a:effectLst/>
              </a:rPr>
              <a:t> </a:t>
            </a:r>
            <a:endParaRPr lang="de-DE"/>
          </a:p>
        </p:txBody>
      </p:sp>
      <p:sp>
        <p:nvSpPr>
          <p:cNvPr id="16" name="Textfeld 15">
            <a:extLst>
              <a:ext uri="{FF2B5EF4-FFF2-40B4-BE49-F238E27FC236}">
                <a16:creationId xmlns:a16="http://schemas.microsoft.com/office/drawing/2014/main" id="{BC10EB6F-9A1D-221C-AACA-755876BA0DA8}"/>
              </a:ext>
            </a:extLst>
          </p:cNvPr>
          <p:cNvSpPr txBox="1"/>
          <p:nvPr/>
        </p:nvSpPr>
        <p:spPr>
          <a:xfrm>
            <a:off x="8438370" y="4997613"/>
            <a:ext cx="3408312" cy="1565225"/>
          </a:xfrm>
          <a:prstGeom prst="rect">
            <a:avLst/>
          </a:prstGeom>
          <a:noFill/>
        </p:spPr>
        <p:txBody>
          <a:bodyPr wrap="square" rtlCol="0">
            <a:normAutofit/>
          </a:bodyPr>
          <a:lstStyle/>
          <a:p>
            <a:pPr marL="0" algn="l">
              <a:buNone/>
            </a:pPr>
            <a:r>
              <a:rPr sz="1650" b="1" err="1">
                <a:solidFill>
                  <a:srgbClr val="000000"/>
                </a:solidFill>
                <a:effectLst/>
                <a:latin typeface="Avenir"/>
              </a:rPr>
              <a:t>Kampagnen</a:t>
            </a:r>
            <a:r>
              <a:rPr sz="1650" b="1">
                <a:solidFill>
                  <a:srgbClr val="000000"/>
                </a:solidFill>
                <a:effectLst/>
                <a:latin typeface="Avenir"/>
              </a:rPr>
              <a:t> &amp; </a:t>
            </a:r>
            <a:r>
              <a:rPr sz="1650" b="1" err="1">
                <a:solidFill>
                  <a:srgbClr val="000000"/>
                </a:solidFill>
                <a:effectLst/>
                <a:latin typeface="Avenir"/>
              </a:rPr>
              <a:t>Anreizsysteme</a:t>
            </a:r>
            <a:r>
              <a:rPr>
                <a:effectLst/>
              </a:rPr>
              <a:t> </a:t>
            </a:r>
          </a:p>
          <a:p>
            <a:pPr marL="0" algn="l">
              <a:buNone/>
            </a:pPr>
            <a:r>
              <a:rPr sz="1350" b="0" err="1">
                <a:solidFill>
                  <a:srgbClr val="000000"/>
                </a:solidFill>
                <a:effectLst/>
                <a:latin typeface="Avenir"/>
              </a:rPr>
              <a:t>Unternehmensweite</a:t>
            </a:r>
            <a:r>
              <a:rPr sz="1350" b="0">
                <a:solidFill>
                  <a:srgbClr val="000000"/>
                </a:solidFill>
                <a:effectLst/>
                <a:latin typeface="Avenir"/>
              </a:rPr>
              <a:t> </a:t>
            </a:r>
            <a:r>
              <a:rPr sz="1350" b="0" err="1">
                <a:solidFill>
                  <a:srgbClr val="000000"/>
                </a:solidFill>
                <a:effectLst/>
                <a:latin typeface="Avenir"/>
              </a:rPr>
              <a:t>Initiativen</a:t>
            </a:r>
            <a:r>
              <a:rPr sz="1350" b="0">
                <a:solidFill>
                  <a:srgbClr val="000000"/>
                </a:solidFill>
                <a:effectLst/>
                <a:latin typeface="Avenir"/>
              </a:rPr>
              <a:t> und </a:t>
            </a:r>
            <a:r>
              <a:rPr sz="1350" b="0" err="1">
                <a:solidFill>
                  <a:srgbClr val="000000"/>
                </a:solidFill>
                <a:effectLst/>
                <a:latin typeface="Avenir"/>
              </a:rPr>
              <a:t>Belohnungssysteme</a:t>
            </a:r>
            <a:r>
              <a:rPr sz="1350" b="0">
                <a:solidFill>
                  <a:srgbClr val="000000"/>
                </a:solidFill>
                <a:effectLst/>
                <a:latin typeface="Avenir"/>
              </a:rPr>
              <a:t> </a:t>
            </a:r>
            <a:r>
              <a:rPr sz="1350" b="0" err="1">
                <a:solidFill>
                  <a:srgbClr val="000000"/>
                </a:solidFill>
                <a:effectLst/>
                <a:latin typeface="Avenir"/>
              </a:rPr>
              <a:t>motivieren</a:t>
            </a:r>
            <a:r>
              <a:rPr sz="1350" b="0">
                <a:solidFill>
                  <a:srgbClr val="000000"/>
                </a:solidFill>
                <a:effectLst/>
                <a:latin typeface="Avenir"/>
              </a:rPr>
              <a:t> </a:t>
            </a:r>
            <a:r>
              <a:rPr sz="1350" b="0" err="1">
                <a:solidFill>
                  <a:srgbClr val="000000"/>
                </a:solidFill>
                <a:effectLst/>
                <a:latin typeface="Avenir"/>
              </a:rPr>
              <a:t>Mitarbeitende</a:t>
            </a:r>
            <a:r>
              <a:rPr sz="1350" b="0">
                <a:solidFill>
                  <a:srgbClr val="000000"/>
                </a:solidFill>
                <a:effectLst/>
                <a:latin typeface="Avenir"/>
              </a:rPr>
              <a:t>, </a:t>
            </a:r>
            <a:r>
              <a:rPr sz="1350" b="0" err="1">
                <a:solidFill>
                  <a:srgbClr val="000000"/>
                </a:solidFill>
                <a:effectLst/>
                <a:latin typeface="Avenir"/>
              </a:rPr>
              <a:t>sich</a:t>
            </a:r>
            <a:r>
              <a:rPr sz="1350" b="0">
                <a:solidFill>
                  <a:srgbClr val="000000"/>
                </a:solidFill>
                <a:effectLst/>
                <a:latin typeface="Avenir"/>
              </a:rPr>
              <a:t> </a:t>
            </a:r>
            <a:r>
              <a:rPr sz="1350" b="0" err="1">
                <a:solidFill>
                  <a:srgbClr val="000000"/>
                </a:solidFill>
                <a:effectLst/>
                <a:latin typeface="Avenir"/>
              </a:rPr>
              <a:t>aktiv</a:t>
            </a:r>
            <a:r>
              <a:rPr sz="1350" b="0">
                <a:solidFill>
                  <a:srgbClr val="000000"/>
                </a:solidFill>
                <a:effectLst/>
                <a:latin typeface="Avenir"/>
              </a:rPr>
              <a:t> für Sicherheit </a:t>
            </a:r>
            <a:r>
              <a:rPr sz="1350" b="0" err="1">
                <a:solidFill>
                  <a:srgbClr val="000000"/>
                </a:solidFill>
                <a:effectLst/>
                <a:latin typeface="Avenir"/>
              </a:rPr>
              <a:t>einzusetzen</a:t>
            </a:r>
            <a:r>
              <a:rPr sz="1350" b="0">
                <a:solidFill>
                  <a:srgbClr val="000000"/>
                </a:solidFill>
                <a:effectLst/>
                <a:latin typeface="Avenir"/>
              </a:rPr>
              <a:t> und </a:t>
            </a:r>
            <a:r>
              <a:rPr sz="1350" b="0" err="1">
                <a:solidFill>
                  <a:srgbClr val="000000"/>
                </a:solidFill>
                <a:effectLst/>
                <a:latin typeface="Avenir"/>
              </a:rPr>
              <a:t>kontinuierlich</a:t>
            </a:r>
            <a:r>
              <a:rPr sz="1350" b="0">
                <a:solidFill>
                  <a:srgbClr val="000000"/>
                </a:solidFill>
                <a:effectLst/>
                <a:latin typeface="Avenir"/>
              </a:rPr>
              <a:t> </a:t>
            </a:r>
            <a:r>
              <a:rPr sz="1350" b="0" err="1">
                <a:solidFill>
                  <a:srgbClr val="000000"/>
                </a:solidFill>
                <a:effectLst/>
                <a:latin typeface="Avenir"/>
              </a:rPr>
              <a:t>dazuzulernen</a:t>
            </a:r>
            <a:r>
              <a:rPr sz="1350" b="0">
                <a:solidFill>
                  <a:srgbClr val="000000"/>
                </a:solidFill>
                <a:effectLst/>
                <a:latin typeface="Avenir"/>
              </a:rPr>
              <a:t>.</a:t>
            </a:r>
            <a:endParaRPr lang="de-DE" sz="1350" b="0">
              <a:solidFill>
                <a:srgbClr val="000000"/>
              </a:solidFill>
              <a:effectLst/>
              <a:latin typeface="Avenir"/>
            </a:endParaRPr>
          </a:p>
          <a:p>
            <a:pPr marL="0" algn="l">
              <a:buNone/>
            </a:pPr>
            <a:r>
              <a:rPr>
                <a:effectLst/>
              </a:rPr>
              <a:t> </a:t>
            </a:r>
            <a:endParaRPr lang="de-DE"/>
          </a:p>
        </p:txBody>
      </p:sp>
      <p:pic>
        <p:nvPicPr>
          <p:cNvPr id="20" name="Grafik 19">
            <a:extLst>
              <a:ext uri="{FF2B5EF4-FFF2-40B4-BE49-F238E27FC236}">
                <a16:creationId xmlns:a16="http://schemas.microsoft.com/office/drawing/2014/main" id="{A97E22EE-9E03-9579-9010-D3DD3293B20B}"/>
              </a:ext>
            </a:extLst>
          </p:cNvPr>
          <p:cNvPicPr>
            <a:picLocks noChangeAspect="1"/>
          </p:cNvPicPr>
          <p:nvPr/>
        </p:nvPicPr>
        <p:blipFill>
          <a:blip r:embed="rId4"/>
          <a:stretch>
            <a:fillRect/>
          </a:stretch>
        </p:blipFill>
        <p:spPr>
          <a:xfrm>
            <a:off x="577494" y="1980281"/>
            <a:ext cx="3408312" cy="2364740"/>
          </a:xfrm>
          <a:prstGeom prst="rect">
            <a:avLst/>
          </a:prstGeom>
        </p:spPr>
      </p:pic>
    </p:spTree>
    <p:extLst>
      <p:ext uri="{BB962C8B-B14F-4D97-AF65-F5344CB8AC3E}">
        <p14:creationId xmlns:p14="http://schemas.microsoft.com/office/powerpoint/2010/main" val="1515715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C7404-C8E9-B60A-4E14-C94AA11D132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1DEA0B6-6FD3-BFEB-85BB-19783F7F60BE}"/>
              </a:ext>
            </a:extLst>
          </p:cNvPr>
          <p:cNvSpPr>
            <a:spLocks noGrp="1"/>
          </p:cNvSpPr>
          <p:nvPr>
            <p:ph type="title"/>
          </p:nvPr>
        </p:nvSpPr>
        <p:spPr>
          <a:xfrm>
            <a:off x="479426" y="503546"/>
            <a:ext cx="8664574" cy="304699"/>
          </a:xfrm>
        </p:spPr>
        <p:txBody>
          <a:bodyPr/>
          <a:lstStyle/>
          <a:p>
            <a:r>
              <a:rPr lang="de-DE">
                <a:highlight>
                  <a:srgbClr val="FFFF00"/>
                </a:highlight>
              </a:rPr>
              <a:t>Anforderung, die mit dem Auditteam besprochen wurde.</a:t>
            </a:r>
          </a:p>
        </p:txBody>
      </p:sp>
      <p:sp>
        <p:nvSpPr>
          <p:cNvPr id="3" name="Textplatzhalter 2">
            <a:extLst>
              <a:ext uri="{FF2B5EF4-FFF2-40B4-BE49-F238E27FC236}">
                <a16:creationId xmlns:a16="http://schemas.microsoft.com/office/drawing/2014/main" id="{F69CF02A-1B73-D8B7-F629-9D1C718CD15D}"/>
              </a:ext>
            </a:extLst>
          </p:cNvPr>
          <p:cNvSpPr>
            <a:spLocks noGrp="1"/>
          </p:cNvSpPr>
          <p:nvPr>
            <p:ph type="body" sz="quarter" idx="14"/>
          </p:nvPr>
        </p:nvSpPr>
        <p:spPr/>
        <p:txBody>
          <a:bodyPr/>
          <a:lstStyle/>
          <a:p>
            <a:r>
              <a:rPr lang="de-DE"/>
              <a:t>Bei Fragen bei Katja Ehrenfeuchter melden. Sie ist unsere Auditbetreuerin und weiß, dass ihr euch ggf. bei Fragen melden werdet.</a:t>
            </a:r>
          </a:p>
          <a:p>
            <a:endParaRPr lang="de-DE"/>
          </a:p>
          <a:p>
            <a:endParaRPr lang="de-DE"/>
          </a:p>
        </p:txBody>
      </p:sp>
      <p:sp>
        <p:nvSpPr>
          <p:cNvPr id="4" name="Textplatzhalter 3">
            <a:extLst>
              <a:ext uri="{FF2B5EF4-FFF2-40B4-BE49-F238E27FC236}">
                <a16:creationId xmlns:a16="http://schemas.microsoft.com/office/drawing/2014/main" id="{4FB8B662-F57F-3F05-1B87-DB6766C69024}"/>
              </a:ext>
            </a:extLst>
          </p:cNvPr>
          <p:cNvSpPr>
            <a:spLocks noGrp="1"/>
          </p:cNvSpPr>
          <p:nvPr>
            <p:ph type="body" sz="quarter" idx="15"/>
          </p:nvPr>
        </p:nvSpPr>
        <p:spPr/>
        <p:txBody>
          <a:bodyPr/>
          <a:lstStyle/>
          <a:p>
            <a:endParaRPr lang="de-DE"/>
          </a:p>
          <a:p>
            <a:r>
              <a:rPr lang="de-DE"/>
              <a:t>30 min pro Thema (Alex P. , Flo, Michael)</a:t>
            </a:r>
          </a:p>
          <a:p>
            <a:r>
              <a:rPr lang="de-DE"/>
              <a:t> </a:t>
            </a:r>
          </a:p>
          <a:p>
            <a:pPr marL="342900" indent="-342900" fontAlgn="ctr">
              <a:buFont typeface="+mj-lt"/>
              <a:buAutoNum type="arabicPeriod"/>
            </a:pPr>
            <a:r>
              <a:rPr lang="de-DE"/>
              <a:t>Wer sind wir und was machen wir </a:t>
            </a:r>
            <a:r>
              <a:rPr lang="de-DE">
                <a:sym typeface="Wingdings" panose="05000000000000000000" pitchFamily="2" charset="2"/>
              </a:rPr>
              <a:t> </a:t>
            </a:r>
            <a:r>
              <a:rPr lang="de-DE" b="1">
                <a:sym typeface="Wingdings" panose="05000000000000000000" pitchFamily="2" charset="2"/>
              </a:rPr>
              <a:t>Startfolie schon unter jeden Abschnitt kopiert, bitte ausfüllen</a:t>
            </a:r>
            <a:endParaRPr lang="de-DE" b="1"/>
          </a:p>
          <a:p>
            <a:pPr marL="342900" indent="-342900" fontAlgn="ctr">
              <a:buFont typeface="+mj-lt"/>
              <a:buAutoNum type="arabicPeriod"/>
            </a:pPr>
            <a:r>
              <a:rPr lang="de-DE"/>
              <a:t>Aktuelle Projekte rausgreifen</a:t>
            </a:r>
          </a:p>
          <a:p>
            <a:pPr marL="342900" indent="-342900" fontAlgn="ctr">
              <a:buFont typeface="+mj-lt"/>
              <a:buAutoNum type="arabicPeriod"/>
            </a:pPr>
            <a:r>
              <a:rPr lang="de-DE"/>
              <a:t>Was ist unser Prozess, wie ist sichergestellt, dass wir diesen Prozess einhalten / dass er funktioniert (Regelungen)</a:t>
            </a:r>
          </a:p>
          <a:p>
            <a:pPr marL="342900" indent="-342900" fontAlgn="ctr">
              <a:buFont typeface="+mj-lt"/>
              <a:buAutoNum type="arabicPeriod"/>
            </a:pPr>
            <a:r>
              <a:rPr lang="de-DE">
                <a:sym typeface="Wingdings" panose="05000000000000000000" pitchFamily="2" charset="2"/>
              </a:rPr>
              <a:t>Bitte eure Dashboards aufzeigen, wenn ihr welche habt // KPI Tracking ganz wichtig</a:t>
            </a:r>
            <a:endParaRPr lang="de-DE"/>
          </a:p>
          <a:p>
            <a:pPr fontAlgn="ctr"/>
            <a:endParaRPr lang="de-DE"/>
          </a:p>
          <a:p>
            <a:pPr fontAlgn="ctr"/>
            <a:r>
              <a:rPr lang="de-DE"/>
              <a:t>Auditor stellt z.B. Frage zu einem Thema und möchte wissen, wo das geregelt ist, ggf. in welchem GS das niedergelegt wurde/ob das getrackt wird</a:t>
            </a:r>
          </a:p>
          <a:p>
            <a:pPr fontAlgn="ctr"/>
            <a:endParaRPr lang="de-DE">
              <a:sym typeface="Wingdings" panose="05000000000000000000" pitchFamily="2" charset="2"/>
            </a:endParaRPr>
          </a:p>
          <a:p>
            <a:endParaRPr lang="de-DE"/>
          </a:p>
        </p:txBody>
      </p:sp>
    </p:spTree>
    <p:extLst>
      <p:ext uri="{BB962C8B-B14F-4D97-AF65-F5344CB8AC3E}">
        <p14:creationId xmlns:p14="http://schemas.microsoft.com/office/powerpoint/2010/main" val="19232248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55FAF-5883-7DE1-B939-A367267AB1A2}"/>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4E8B24FF-BE85-6BD6-8461-A5D994DEC772}"/>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27" imgH="327" progId="TCLayout.ActiveDocument.1">
                  <p:embed/>
                </p:oleObj>
              </mc:Choice>
              <mc:Fallback>
                <p:oleObj name="think-cell Folie" r:id="rId4" imgW="327" imgH="327" progId="TCLayout.ActiveDocument.1">
                  <p:embed/>
                  <p:pic>
                    <p:nvPicPr>
                      <p:cNvPr id="8" name="think-cell data - do not delete" hidden="1">
                        <a:extLst>
                          <a:ext uri="{FF2B5EF4-FFF2-40B4-BE49-F238E27FC236}">
                            <a16:creationId xmlns:a16="http://schemas.microsoft.com/office/drawing/2014/main" id="{4E8B24FF-BE85-6BD6-8461-A5D994DEC77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cxnSp>
        <p:nvCxnSpPr>
          <p:cNvPr id="9" name="Gerader Verbinder 8">
            <a:extLst>
              <a:ext uri="{FF2B5EF4-FFF2-40B4-BE49-F238E27FC236}">
                <a16:creationId xmlns:a16="http://schemas.microsoft.com/office/drawing/2014/main" id="{670E50F5-E703-587B-6B6D-EB21ECCD4CBE}"/>
              </a:ext>
            </a:extLst>
          </p:cNvPr>
          <p:cNvCxnSpPr>
            <a:cxnSpLocks/>
          </p:cNvCxnSpPr>
          <p:nvPr/>
        </p:nvCxnSpPr>
        <p:spPr>
          <a:xfrm>
            <a:off x="3276934" y="160019"/>
            <a:ext cx="0" cy="3240000"/>
          </a:xfrm>
          <a:prstGeom prst="line">
            <a:avLst/>
          </a:prstGeom>
          <a:ln w="25400">
            <a:solidFill>
              <a:schemeClr val="tx1">
                <a:alpha val="99000"/>
              </a:schemeClr>
            </a:solidFill>
            <a:prstDash val="sysDot"/>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0A9586-FEF5-A100-DA16-FA2C44A229E5}"/>
              </a:ext>
            </a:extLst>
          </p:cNvPr>
          <p:cNvSpPr>
            <a:spLocks noGrp="1"/>
          </p:cNvSpPr>
          <p:nvPr>
            <p:ph type="title"/>
          </p:nvPr>
        </p:nvSpPr>
        <p:spPr>
          <a:xfrm>
            <a:off x="368214" y="408241"/>
            <a:ext cx="2927036" cy="780628"/>
          </a:xfrm>
        </p:spPr>
        <p:txBody>
          <a:bodyPr vert="horz" rIns="0"/>
          <a:lstStyle/>
          <a:p>
            <a:r>
              <a:rPr lang="de-DE" sz="2800">
                <a:latin typeface="STIHL Contraface Display Title" panose="02000600040000020004" pitchFamily="50" charset="0"/>
              </a:rPr>
              <a:t>Wer wir Sind</a:t>
            </a:r>
            <a:br>
              <a:rPr lang="de-DE" sz="3000">
                <a:latin typeface="STIHL Contraface Display Title" panose="02000600040000020004" pitchFamily="50" charset="0"/>
              </a:rPr>
            </a:br>
            <a:endParaRPr lang="en-US" sz="2000" b="0">
              <a:solidFill>
                <a:schemeClr val="accent2"/>
              </a:solidFill>
              <a:latin typeface="+mn-lt"/>
              <a:ea typeface="+mn-ea"/>
              <a:cs typeface="+mn-cs"/>
            </a:endParaRPr>
          </a:p>
        </p:txBody>
      </p:sp>
      <p:pic>
        <p:nvPicPr>
          <p:cNvPr id="29" name="Grafik 28" descr="Ein Bild, das Werkzeug, Design enthält.&#10;&#10;KI-generierte Inhalte können fehlerhaft sein.">
            <a:extLst>
              <a:ext uri="{FF2B5EF4-FFF2-40B4-BE49-F238E27FC236}">
                <a16:creationId xmlns:a16="http://schemas.microsoft.com/office/drawing/2014/main" id="{98DE4A38-A542-3045-C012-BD780CD8459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20939143">
            <a:off x="4913697" y="456924"/>
            <a:ext cx="1090779" cy="1090779"/>
          </a:xfrm>
          <a:prstGeom prst="rect">
            <a:avLst/>
          </a:prstGeom>
        </p:spPr>
      </p:pic>
      <p:cxnSp>
        <p:nvCxnSpPr>
          <p:cNvPr id="25" name="Gerader Verbinder 24">
            <a:extLst>
              <a:ext uri="{FF2B5EF4-FFF2-40B4-BE49-F238E27FC236}">
                <a16:creationId xmlns:a16="http://schemas.microsoft.com/office/drawing/2014/main" id="{7740B276-BFA9-3611-9D1C-9E8942629A0D}"/>
              </a:ext>
            </a:extLst>
          </p:cNvPr>
          <p:cNvCxnSpPr>
            <a:cxnSpLocks/>
          </p:cNvCxnSpPr>
          <p:nvPr/>
        </p:nvCxnSpPr>
        <p:spPr>
          <a:xfrm flipV="1">
            <a:off x="479426" y="1892671"/>
            <a:ext cx="11177529" cy="32810"/>
          </a:xfrm>
          <a:prstGeom prst="line">
            <a:avLst/>
          </a:prstGeom>
          <a:ln w="25400">
            <a:solidFill>
              <a:schemeClr val="tx1">
                <a:alpha val="99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Gerader Verbinder 36">
            <a:extLst>
              <a:ext uri="{FF2B5EF4-FFF2-40B4-BE49-F238E27FC236}">
                <a16:creationId xmlns:a16="http://schemas.microsoft.com/office/drawing/2014/main" id="{D06B06DC-1FB7-A1A4-99A0-6919853F209F}"/>
              </a:ext>
            </a:extLst>
          </p:cNvPr>
          <p:cNvCxnSpPr>
            <a:cxnSpLocks/>
          </p:cNvCxnSpPr>
          <p:nvPr/>
        </p:nvCxnSpPr>
        <p:spPr>
          <a:xfrm flipV="1">
            <a:off x="479426" y="3400019"/>
            <a:ext cx="5616572" cy="12932"/>
          </a:xfrm>
          <a:prstGeom prst="line">
            <a:avLst/>
          </a:prstGeom>
          <a:ln w="25400">
            <a:solidFill>
              <a:schemeClr val="tx1">
                <a:alpha val="99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49" name="Grafik 48" descr="Aktualisieren Silhouette">
            <a:extLst>
              <a:ext uri="{FF2B5EF4-FFF2-40B4-BE49-F238E27FC236}">
                <a16:creationId xmlns:a16="http://schemas.microsoft.com/office/drawing/2014/main" id="{7B75564A-32DC-6407-F94A-2BB90CCEA4C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7700810">
            <a:off x="1312816" y="863004"/>
            <a:ext cx="842496" cy="922423"/>
          </a:xfrm>
          <a:prstGeom prst="rect">
            <a:avLst/>
          </a:prstGeom>
        </p:spPr>
      </p:pic>
      <p:grpSp>
        <p:nvGrpSpPr>
          <p:cNvPr id="14" name="Gruppieren 13">
            <a:extLst>
              <a:ext uri="{FF2B5EF4-FFF2-40B4-BE49-F238E27FC236}">
                <a16:creationId xmlns:a16="http://schemas.microsoft.com/office/drawing/2014/main" id="{5DD207B4-9BA5-423A-781F-EEEAAD99436F}"/>
              </a:ext>
            </a:extLst>
          </p:cNvPr>
          <p:cNvGrpSpPr/>
          <p:nvPr/>
        </p:nvGrpSpPr>
        <p:grpSpPr>
          <a:xfrm>
            <a:off x="1406256" y="997984"/>
            <a:ext cx="686676" cy="680490"/>
            <a:chOff x="6941577" y="4658080"/>
            <a:chExt cx="1148613" cy="1148613"/>
          </a:xfrm>
        </p:grpSpPr>
        <p:pic>
          <p:nvPicPr>
            <p:cNvPr id="47" name="Grafik 46" descr="Erde Silhouette">
              <a:extLst>
                <a:ext uri="{FF2B5EF4-FFF2-40B4-BE49-F238E27FC236}">
                  <a16:creationId xmlns:a16="http://schemas.microsoft.com/office/drawing/2014/main" id="{6251C98A-7880-09A9-CBCE-EE847449353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941577" y="4658080"/>
              <a:ext cx="1148613" cy="1148613"/>
            </a:xfrm>
            <a:prstGeom prst="rect">
              <a:avLst/>
            </a:prstGeom>
          </p:spPr>
        </p:pic>
        <p:pic>
          <p:nvPicPr>
            <p:cNvPr id="51" name="Grafik 50" descr="Mann mit einfarbiger Füllung">
              <a:extLst>
                <a:ext uri="{FF2B5EF4-FFF2-40B4-BE49-F238E27FC236}">
                  <a16:creationId xmlns:a16="http://schemas.microsoft.com/office/drawing/2014/main" id="{B0FD1E3F-DDCD-32EF-D3F9-B0F4012CB88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278761" y="4813213"/>
              <a:ext cx="247692" cy="247692"/>
            </a:xfrm>
            <a:prstGeom prst="rect">
              <a:avLst/>
            </a:prstGeom>
          </p:spPr>
        </p:pic>
        <p:pic>
          <p:nvPicPr>
            <p:cNvPr id="52" name="Grafik 51" descr="Mann mit einfarbiger Füllung">
              <a:extLst>
                <a:ext uri="{FF2B5EF4-FFF2-40B4-BE49-F238E27FC236}">
                  <a16:creationId xmlns:a16="http://schemas.microsoft.com/office/drawing/2014/main" id="{6E9186C3-F48C-E577-925B-CB744F0FAE2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384770" y="5164081"/>
              <a:ext cx="247692" cy="247692"/>
            </a:xfrm>
            <a:prstGeom prst="rect">
              <a:avLst/>
            </a:prstGeom>
          </p:spPr>
        </p:pic>
        <p:pic>
          <p:nvPicPr>
            <p:cNvPr id="53" name="Grafik 52" descr="Mann mit einfarbiger Füllung">
              <a:extLst>
                <a:ext uri="{FF2B5EF4-FFF2-40B4-BE49-F238E27FC236}">
                  <a16:creationId xmlns:a16="http://schemas.microsoft.com/office/drawing/2014/main" id="{6473EA9C-1DB7-C2FB-1B6E-DEDEB37E881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608872" y="4813213"/>
              <a:ext cx="247692" cy="247692"/>
            </a:xfrm>
            <a:prstGeom prst="rect">
              <a:avLst/>
            </a:prstGeom>
          </p:spPr>
        </p:pic>
        <p:pic>
          <p:nvPicPr>
            <p:cNvPr id="54" name="Grafik 53" descr="Mann mit einfarbiger Füllung">
              <a:extLst>
                <a:ext uri="{FF2B5EF4-FFF2-40B4-BE49-F238E27FC236}">
                  <a16:creationId xmlns:a16="http://schemas.microsoft.com/office/drawing/2014/main" id="{D77DF5A1-4B01-A45E-225D-C123784DC8D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608872" y="5283295"/>
              <a:ext cx="233413" cy="233413"/>
            </a:xfrm>
            <a:prstGeom prst="rect">
              <a:avLst/>
            </a:prstGeom>
          </p:spPr>
        </p:pic>
        <p:pic>
          <p:nvPicPr>
            <p:cNvPr id="55" name="Grafik 54" descr="Mann mit einfarbiger Füllung">
              <a:extLst>
                <a:ext uri="{FF2B5EF4-FFF2-40B4-BE49-F238E27FC236}">
                  <a16:creationId xmlns:a16="http://schemas.microsoft.com/office/drawing/2014/main" id="{9486DC4E-5755-EAB1-E21D-36C62792D54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111997" y="5172653"/>
              <a:ext cx="247692" cy="247692"/>
            </a:xfrm>
            <a:prstGeom prst="rect">
              <a:avLst/>
            </a:prstGeom>
          </p:spPr>
        </p:pic>
      </p:grpSp>
      <p:pic>
        <p:nvPicPr>
          <p:cNvPr id="64" name="Grafik 63" descr="Ein Bild, das Karte, Entwurf, Schwarzweiß, Silhouette enthält.&#10;&#10;KI-generierte Inhalte können fehlerhaft sein.">
            <a:extLst>
              <a:ext uri="{FF2B5EF4-FFF2-40B4-BE49-F238E27FC236}">
                <a16:creationId xmlns:a16="http://schemas.microsoft.com/office/drawing/2014/main" id="{481E051E-D424-AE6A-0002-3416DF5914A7}"/>
              </a:ext>
            </a:extLst>
          </p:cNvPr>
          <p:cNvPicPr>
            <a:picLocks noChangeAspect="1"/>
          </p:cNvPicPr>
          <p:nvPr/>
        </p:nvPicPr>
        <p:blipFill>
          <a:blip r:embed="rId10" cstate="print">
            <a:extLst>
              <a:ext uri="{28A0092B-C50C-407E-A947-70E740481C1C}">
                <a14:useLocalDpi xmlns:a14="http://schemas.microsoft.com/office/drawing/2010/main" val="0"/>
              </a:ext>
            </a:extLst>
          </a:blip>
          <a:srcRect t="10020"/>
          <a:stretch/>
        </p:blipFill>
        <p:spPr>
          <a:xfrm>
            <a:off x="1202036" y="3472750"/>
            <a:ext cx="4149796" cy="2489340"/>
          </a:xfrm>
          <a:prstGeom prst="rect">
            <a:avLst/>
          </a:prstGeom>
        </p:spPr>
      </p:pic>
      <p:sp>
        <p:nvSpPr>
          <p:cNvPr id="58" name="Textfeld 57">
            <a:extLst>
              <a:ext uri="{FF2B5EF4-FFF2-40B4-BE49-F238E27FC236}">
                <a16:creationId xmlns:a16="http://schemas.microsoft.com/office/drawing/2014/main" id="{5E1B9000-16C2-5DFF-9F78-0C608A65086B}"/>
              </a:ext>
            </a:extLst>
          </p:cNvPr>
          <p:cNvSpPr txBox="1"/>
          <p:nvPr/>
        </p:nvSpPr>
        <p:spPr>
          <a:xfrm>
            <a:off x="478703" y="5841959"/>
            <a:ext cx="1817338" cy="692497"/>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STIHL Contraface Text"/>
                <a:ea typeface="+mn-ea"/>
                <a:cs typeface="+mn-cs"/>
              </a:rPr>
              <a:t>IT Regional Center in</a:t>
            </a:r>
          </a:p>
          <a:p>
            <a:pPr marL="0" marR="0" lvl="0" indent="0" algn="ctr" defTabSz="914400" rtl="0" eaLnBrk="1" fontAlgn="auto" latinLnBrk="0" hangingPunct="1">
              <a:lnSpc>
                <a:spcPct val="90000"/>
              </a:lnSpc>
              <a:spcBef>
                <a:spcPts val="0"/>
              </a:spcBef>
              <a:spcAft>
                <a:spcPts val="0"/>
              </a:spcAft>
              <a:buClrTx/>
              <a:buSzTx/>
              <a:buFontTx/>
              <a:buNone/>
              <a:tabLst/>
              <a:defRPr/>
            </a:pPr>
            <a:r>
              <a:rPr lang="de-DE" sz="3000" b="1" err="1">
                <a:solidFill>
                  <a:srgbClr val="F37A1F"/>
                </a:solidFill>
                <a:latin typeface="STIHL Contraface Text"/>
              </a:rPr>
              <a:t>xxxx</a:t>
            </a:r>
            <a:endParaRPr kumimoji="0" lang="de-DE" sz="3000" b="1" i="0" u="none" strike="noStrike" kern="1200" cap="none" spc="0" normalizeH="0" baseline="0" noProof="0">
              <a:ln>
                <a:noFill/>
              </a:ln>
              <a:solidFill>
                <a:srgbClr val="F37A1F"/>
              </a:solidFill>
              <a:effectLst/>
              <a:uLnTx/>
              <a:uFillTx/>
              <a:latin typeface="STIHL Contraface Text"/>
              <a:ea typeface="+mn-ea"/>
              <a:cs typeface="+mn-cs"/>
            </a:endParaRPr>
          </a:p>
          <a:p>
            <a:pPr marL="0" marR="0" lvl="0" indent="0" algn="ctr" defTabSz="914400" rtl="0" eaLnBrk="1" fontAlgn="auto" latinLnBrk="0" hangingPunct="1">
              <a:lnSpc>
                <a:spcPct val="90000"/>
              </a:lnSpc>
              <a:spcBef>
                <a:spcPts val="0"/>
              </a:spcBef>
              <a:spcAft>
                <a:spcPts val="0"/>
              </a:spcAft>
              <a:buClrTx/>
              <a:buSzTx/>
              <a:buFontTx/>
              <a:buNone/>
              <a:tabLst/>
              <a:defRPr/>
            </a:pPr>
            <a:r>
              <a:rPr lang="de-DE" sz="1000">
                <a:solidFill>
                  <a:prstClr val="black"/>
                </a:solidFill>
                <a:latin typeface="STIHL Contraface Text"/>
              </a:rPr>
              <a:t>Ländern</a:t>
            </a:r>
            <a:endParaRPr kumimoji="0" lang="de-DE" sz="500" b="0" i="0" u="none" strike="noStrike" kern="1200" cap="none" spc="0" normalizeH="0" baseline="0" noProof="0">
              <a:ln>
                <a:noFill/>
              </a:ln>
              <a:solidFill>
                <a:prstClr val="black"/>
              </a:solidFill>
              <a:effectLst/>
              <a:uLnTx/>
              <a:uFillTx/>
              <a:latin typeface="STIHL Contraface Text"/>
              <a:ea typeface="+mn-ea"/>
              <a:cs typeface="+mn-cs"/>
            </a:endParaRPr>
          </a:p>
        </p:txBody>
      </p:sp>
      <p:sp>
        <p:nvSpPr>
          <p:cNvPr id="59" name="Textfeld 58">
            <a:extLst>
              <a:ext uri="{FF2B5EF4-FFF2-40B4-BE49-F238E27FC236}">
                <a16:creationId xmlns:a16="http://schemas.microsoft.com/office/drawing/2014/main" id="{B09F809D-3589-5674-F916-39F5759F76BC}"/>
              </a:ext>
            </a:extLst>
          </p:cNvPr>
          <p:cNvSpPr txBox="1"/>
          <p:nvPr/>
        </p:nvSpPr>
        <p:spPr>
          <a:xfrm>
            <a:off x="4038548" y="5847322"/>
            <a:ext cx="1817338" cy="692497"/>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STIHL Contraface Text"/>
                <a:ea typeface="+mn-ea"/>
                <a:cs typeface="+mn-cs"/>
              </a:rPr>
              <a:t>und</a:t>
            </a:r>
          </a:p>
          <a:p>
            <a:pPr marL="0" marR="0" lvl="0" indent="0" algn="ctr" defTabSz="914400" rtl="0" eaLnBrk="1" fontAlgn="auto" latinLnBrk="0" hangingPunct="1">
              <a:lnSpc>
                <a:spcPct val="90000"/>
              </a:lnSpc>
              <a:spcBef>
                <a:spcPts val="0"/>
              </a:spcBef>
              <a:spcAft>
                <a:spcPts val="0"/>
              </a:spcAft>
              <a:buClrTx/>
              <a:buSzTx/>
              <a:buFontTx/>
              <a:buNone/>
              <a:tabLst/>
              <a:defRPr/>
            </a:pPr>
            <a:r>
              <a:rPr lang="de-DE" sz="3000" b="1">
                <a:solidFill>
                  <a:srgbClr val="F37A1F"/>
                </a:solidFill>
                <a:latin typeface="STIHL Contraface Text"/>
              </a:rPr>
              <a:t>xxx</a:t>
            </a:r>
            <a:endParaRPr kumimoji="0" lang="de-DE" sz="3000" b="1" i="0" u="none" strike="noStrike" kern="1200" cap="none" spc="0" normalizeH="0" baseline="0" noProof="0">
              <a:ln>
                <a:noFill/>
              </a:ln>
              <a:solidFill>
                <a:srgbClr val="F37A1F"/>
              </a:solidFill>
              <a:effectLst/>
              <a:uLnTx/>
              <a:uFillTx/>
              <a:latin typeface="STIHL Contraface Text"/>
              <a:ea typeface="+mn-ea"/>
              <a:cs typeface="+mn-cs"/>
            </a:endParaRP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STIHL Contraface Text"/>
                <a:ea typeface="+mn-ea"/>
                <a:cs typeface="+mn-cs"/>
              </a:rPr>
              <a:t>Globale IT Mitarbeitende</a:t>
            </a:r>
            <a:endParaRPr kumimoji="0" lang="de-DE" sz="500" b="0" i="0" u="none" strike="noStrike" kern="1200" cap="none" spc="0" normalizeH="0" baseline="0" noProof="0">
              <a:ln>
                <a:noFill/>
              </a:ln>
              <a:solidFill>
                <a:prstClr val="black"/>
              </a:solidFill>
              <a:effectLst/>
              <a:uLnTx/>
              <a:uFillTx/>
              <a:latin typeface="STIHL Contraface Text"/>
              <a:ea typeface="+mn-ea"/>
              <a:cs typeface="+mn-cs"/>
            </a:endParaRPr>
          </a:p>
        </p:txBody>
      </p:sp>
      <p:sp>
        <p:nvSpPr>
          <p:cNvPr id="66" name="Träne 65">
            <a:extLst>
              <a:ext uri="{FF2B5EF4-FFF2-40B4-BE49-F238E27FC236}">
                <a16:creationId xmlns:a16="http://schemas.microsoft.com/office/drawing/2014/main" id="{679F1DE6-3354-49BC-1AF2-B4D8A871F8BE}"/>
              </a:ext>
            </a:extLst>
          </p:cNvPr>
          <p:cNvSpPr/>
          <p:nvPr/>
        </p:nvSpPr>
        <p:spPr>
          <a:xfrm rot="8363439">
            <a:off x="2038686" y="4020104"/>
            <a:ext cx="172742" cy="172742"/>
          </a:xfrm>
          <a:prstGeom prst="teardrop">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sp>
        <p:nvSpPr>
          <p:cNvPr id="67" name="Ellipse 66">
            <a:extLst>
              <a:ext uri="{FF2B5EF4-FFF2-40B4-BE49-F238E27FC236}">
                <a16:creationId xmlns:a16="http://schemas.microsoft.com/office/drawing/2014/main" id="{065EFD0F-2738-01F1-B9F5-35340B0BA752}"/>
              </a:ext>
            </a:extLst>
          </p:cNvPr>
          <p:cNvSpPr/>
          <p:nvPr/>
        </p:nvSpPr>
        <p:spPr>
          <a:xfrm>
            <a:off x="2080246" y="4061664"/>
            <a:ext cx="89622" cy="89622"/>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grpSp>
        <p:nvGrpSpPr>
          <p:cNvPr id="70" name="Gruppieren 69">
            <a:extLst>
              <a:ext uri="{FF2B5EF4-FFF2-40B4-BE49-F238E27FC236}">
                <a16:creationId xmlns:a16="http://schemas.microsoft.com/office/drawing/2014/main" id="{ADB13567-CC1D-F23A-CE46-F0FCE469A8C8}"/>
              </a:ext>
            </a:extLst>
          </p:cNvPr>
          <p:cNvGrpSpPr/>
          <p:nvPr/>
        </p:nvGrpSpPr>
        <p:grpSpPr>
          <a:xfrm>
            <a:off x="3076075" y="3850512"/>
            <a:ext cx="172742" cy="172742"/>
            <a:chOff x="935444" y="4146329"/>
            <a:chExt cx="172742" cy="172742"/>
          </a:xfrm>
        </p:grpSpPr>
        <p:sp>
          <p:nvSpPr>
            <p:cNvPr id="68" name="Träne 67">
              <a:extLst>
                <a:ext uri="{FF2B5EF4-FFF2-40B4-BE49-F238E27FC236}">
                  <a16:creationId xmlns:a16="http://schemas.microsoft.com/office/drawing/2014/main" id="{77A1143C-D827-DEBF-90D0-754D3FC3CD43}"/>
                </a:ext>
              </a:extLst>
            </p:cNvPr>
            <p:cNvSpPr/>
            <p:nvPr/>
          </p:nvSpPr>
          <p:spPr>
            <a:xfrm rot="8363439">
              <a:off x="935444" y="4146329"/>
              <a:ext cx="172742" cy="172742"/>
            </a:xfrm>
            <a:prstGeom prst="teardrop">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sp>
          <p:nvSpPr>
            <p:cNvPr id="69" name="Ellipse 68">
              <a:extLst>
                <a:ext uri="{FF2B5EF4-FFF2-40B4-BE49-F238E27FC236}">
                  <a16:creationId xmlns:a16="http://schemas.microsoft.com/office/drawing/2014/main" id="{9056D7B0-9F71-5168-94D4-C92B3DD3DC00}"/>
                </a:ext>
              </a:extLst>
            </p:cNvPr>
            <p:cNvSpPr/>
            <p:nvPr/>
          </p:nvSpPr>
          <p:spPr>
            <a:xfrm>
              <a:off x="977004" y="4187889"/>
              <a:ext cx="89622" cy="89622"/>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grpSp>
      <p:sp>
        <p:nvSpPr>
          <p:cNvPr id="71" name="Textfeld 70">
            <a:extLst>
              <a:ext uri="{FF2B5EF4-FFF2-40B4-BE49-F238E27FC236}">
                <a16:creationId xmlns:a16="http://schemas.microsoft.com/office/drawing/2014/main" id="{21E203CC-2AAE-297D-F1BB-74BF3F168590}"/>
              </a:ext>
            </a:extLst>
          </p:cNvPr>
          <p:cNvSpPr txBox="1"/>
          <p:nvPr/>
        </p:nvSpPr>
        <p:spPr>
          <a:xfrm>
            <a:off x="1918206" y="3826084"/>
            <a:ext cx="413701" cy="221599"/>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400"/>
              </a:spcBef>
              <a:spcAft>
                <a:spcPts val="0"/>
              </a:spcAft>
              <a:buClrTx/>
              <a:buSzTx/>
              <a:buFontTx/>
              <a:buNone/>
              <a:tabLst/>
              <a:defRPr/>
            </a:pPr>
            <a:r>
              <a:rPr kumimoji="0" lang="de-DE" sz="1600" b="1" i="0" u="none" strike="noStrike" kern="1200" cap="none" spc="0" normalizeH="0" baseline="0" noProof="0">
                <a:ln>
                  <a:noFill/>
                </a:ln>
                <a:solidFill>
                  <a:srgbClr val="F37A1F"/>
                </a:solidFill>
                <a:effectLst/>
                <a:uLnTx/>
                <a:uFillTx/>
                <a:latin typeface="STIHL Contraface Text"/>
                <a:ea typeface="+mn-ea"/>
                <a:cs typeface="+mn-cs"/>
              </a:rPr>
              <a:t>USA</a:t>
            </a:r>
            <a:endParaRPr kumimoji="0" lang="en-US" sz="1600" b="1" i="0" u="none" strike="noStrike" kern="1200" cap="none" spc="0" normalizeH="0" baseline="0" noProof="0" err="1">
              <a:ln>
                <a:noFill/>
              </a:ln>
              <a:solidFill>
                <a:srgbClr val="F37A1F"/>
              </a:solidFill>
              <a:effectLst/>
              <a:uLnTx/>
              <a:uFillTx/>
              <a:latin typeface="STIHL Contraface Text"/>
              <a:ea typeface="+mn-ea"/>
              <a:cs typeface="+mn-cs"/>
            </a:endParaRPr>
          </a:p>
        </p:txBody>
      </p:sp>
      <p:grpSp>
        <p:nvGrpSpPr>
          <p:cNvPr id="72" name="Gruppieren 71">
            <a:extLst>
              <a:ext uri="{FF2B5EF4-FFF2-40B4-BE49-F238E27FC236}">
                <a16:creationId xmlns:a16="http://schemas.microsoft.com/office/drawing/2014/main" id="{73B77E08-8966-819D-991B-B0BDC7D9AFC0}"/>
              </a:ext>
            </a:extLst>
          </p:cNvPr>
          <p:cNvGrpSpPr/>
          <p:nvPr/>
        </p:nvGrpSpPr>
        <p:grpSpPr>
          <a:xfrm rot="15908353">
            <a:off x="2920911" y="3997647"/>
            <a:ext cx="172742" cy="172742"/>
            <a:chOff x="935444" y="4146329"/>
            <a:chExt cx="172742" cy="172742"/>
          </a:xfrm>
        </p:grpSpPr>
        <p:sp>
          <p:nvSpPr>
            <p:cNvPr id="73" name="Träne 72">
              <a:extLst>
                <a:ext uri="{FF2B5EF4-FFF2-40B4-BE49-F238E27FC236}">
                  <a16:creationId xmlns:a16="http://schemas.microsoft.com/office/drawing/2014/main" id="{74572B0F-5F3B-D076-A1DC-854F1B5D5E3F}"/>
                </a:ext>
              </a:extLst>
            </p:cNvPr>
            <p:cNvSpPr/>
            <p:nvPr/>
          </p:nvSpPr>
          <p:spPr>
            <a:xfrm rot="8363439">
              <a:off x="935444" y="4146329"/>
              <a:ext cx="172742" cy="172742"/>
            </a:xfrm>
            <a:prstGeom prst="teardrop">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sp>
          <p:nvSpPr>
            <p:cNvPr id="74" name="Ellipse 73">
              <a:extLst>
                <a:ext uri="{FF2B5EF4-FFF2-40B4-BE49-F238E27FC236}">
                  <a16:creationId xmlns:a16="http://schemas.microsoft.com/office/drawing/2014/main" id="{DF6AD00B-AB12-56D0-3617-BFF22CA1848B}"/>
                </a:ext>
              </a:extLst>
            </p:cNvPr>
            <p:cNvSpPr/>
            <p:nvPr/>
          </p:nvSpPr>
          <p:spPr>
            <a:xfrm>
              <a:off x="977004" y="4187889"/>
              <a:ext cx="89622" cy="89622"/>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grpSp>
      <p:grpSp>
        <p:nvGrpSpPr>
          <p:cNvPr id="78" name="Gruppieren 77">
            <a:extLst>
              <a:ext uri="{FF2B5EF4-FFF2-40B4-BE49-F238E27FC236}">
                <a16:creationId xmlns:a16="http://schemas.microsoft.com/office/drawing/2014/main" id="{44238CDF-875B-D49A-E095-E0CC3F5919D8}"/>
              </a:ext>
            </a:extLst>
          </p:cNvPr>
          <p:cNvGrpSpPr/>
          <p:nvPr/>
        </p:nvGrpSpPr>
        <p:grpSpPr>
          <a:xfrm rot="5691647" flipH="1">
            <a:off x="3216228" y="3997513"/>
            <a:ext cx="172742" cy="172742"/>
            <a:chOff x="935444" y="4146329"/>
            <a:chExt cx="172742" cy="172742"/>
          </a:xfrm>
        </p:grpSpPr>
        <p:sp>
          <p:nvSpPr>
            <p:cNvPr id="79" name="Träne 78">
              <a:extLst>
                <a:ext uri="{FF2B5EF4-FFF2-40B4-BE49-F238E27FC236}">
                  <a16:creationId xmlns:a16="http://schemas.microsoft.com/office/drawing/2014/main" id="{620C134C-CDDD-D270-CAE1-44487406A1B3}"/>
                </a:ext>
              </a:extLst>
            </p:cNvPr>
            <p:cNvSpPr/>
            <p:nvPr/>
          </p:nvSpPr>
          <p:spPr>
            <a:xfrm rot="8363439">
              <a:off x="935444" y="4146329"/>
              <a:ext cx="172742" cy="172742"/>
            </a:xfrm>
            <a:prstGeom prst="teardrop">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sp>
          <p:nvSpPr>
            <p:cNvPr id="80" name="Ellipse 79">
              <a:extLst>
                <a:ext uri="{FF2B5EF4-FFF2-40B4-BE49-F238E27FC236}">
                  <a16:creationId xmlns:a16="http://schemas.microsoft.com/office/drawing/2014/main" id="{5179FAFC-EF73-AB6E-14F3-F0F86B95283E}"/>
                </a:ext>
              </a:extLst>
            </p:cNvPr>
            <p:cNvSpPr/>
            <p:nvPr/>
          </p:nvSpPr>
          <p:spPr>
            <a:xfrm>
              <a:off x="977004" y="4187889"/>
              <a:ext cx="89622" cy="89622"/>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grpSp>
      <p:sp>
        <p:nvSpPr>
          <p:cNvPr id="82" name="Textfeld 81">
            <a:extLst>
              <a:ext uri="{FF2B5EF4-FFF2-40B4-BE49-F238E27FC236}">
                <a16:creationId xmlns:a16="http://schemas.microsoft.com/office/drawing/2014/main" id="{DFC94302-F032-88C7-299E-AE883D3D23E0}"/>
              </a:ext>
            </a:extLst>
          </p:cNvPr>
          <p:cNvSpPr txBox="1"/>
          <p:nvPr/>
        </p:nvSpPr>
        <p:spPr>
          <a:xfrm>
            <a:off x="3040657" y="3657884"/>
            <a:ext cx="287437" cy="221599"/>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400"/>
              </a:spcBef>
              <a:spcAft>
                <a:spcPts val="0"/>
              </a:spcAft>
              <a:buClrTx/>
              <a:buSzTx/>
              <a:buFontTx/>
              <a:buNone/>
              <a:tabLst/>
              <a:defRPr/>
            </a:pPr>
            <a:r>
              <a:rPr kumimoji="0" lang="de-DE" sz="1600" b="1" i="0" u="none" strike="noStrike" kern="1200" cap="none" spc="0" normalizeH="0" baseline="0" noProof="0">
                <a:ln>
                  <a:noFill/>
                </a:ln>
                <a:solidFill>
                  <a:srgbClr val="F37A1F"/>
                </a:solidFill>
                <a:effectLst/>
                <a:uLnTx/>
                <a:uFillTx/>
                <a:latin typeface="STIHL Contraface Text"/>
                <a:ea typeface="+mn-ea"/>
                <a:cs typeface="+mn-cs"/>
              </a:rPr>
              <a:t>DE</a:t>
            </a:r>
            <a:endParaRPr kumimoji="0" lang="en-US" sz="1600" b="1" i="0" u="none" strike="noStrike" kern="1200" cap="none" spc="0" normalizeH="0" baseline="0" noProof="0" err="1">
              <a:ln>
                <a:noFill/>
              </a:ln>
              <a:solidFill>
                <a:srgbClr val="F37A1F"/>
              </a:solidFill>
              <a:effectLst/>
              <a:uLnTx/>
              <a:uFillTx/>
              <a:latin typeface="STIHL Contraface Text"/>
              <a:ea typeface="+mn-ea"/>
              <a:cs typeface="+mn-cs"/>
            </a:endParaRPr>
          </a:p>
        </p:txBody>
      </p:sp>
      <p:sp>
        <p:nvSpPr>
          <p:cNvPr id="83" name="Textfeld 82">
            <a:extLst>
              <a:ext uri="{FF2B5EF4-FFF2-40B4-BE49-F238E27FC236}">
                <a16:creationId xmlns:a16="http://schemas.microsoft.com/office/drawing/2014/main" id="{7BC514AB-703B-2F3D-6DD0-330857831554}"/>
              </a:ext>
            </a:extLst>
          </p:cNvPr>
          <p:cNvSpPr txBox="1"/>
          <p:nvPr/>
        </p:nvSpPr>
        <p:spPr>
          <a:xfrm>
            <a:off x="2606370" y="3995675"/>
            <a:ext cx="321046" cy="221599"/>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400"/>
              </a:spcBef>
              <a:spcAft>
                <a:spcPts val="0"/>
              </a:spcAft>
              <a:buClrTx/>
              <a:buSzTx/>
              <a:buFontTx/>
              <a:buNone/>
              <a:tabLst/>
              <a:defRPr/>
            </a:pPr>
            <a:r>
              <a:rPr kumimoji="0" lang="de-DE" sz="1600" b="1" i="0" u="none" strike="noStrike" kern="1200" cap="none" spc="0" normalizeH="0" baseline="0" noProof="0">
                <a:ln>
                  <a:noFill/>
                </a:ln>
                <a:solidFill>
                  <a:srgbClr val="F37A1F"/>
                </a:solidFill>
                <a:effectLst/>
                <a:uLnTx/>
                <a:uFillTx/>
                <a:latin typeface="STIHL Contraface Text"/>
                <a:ea typeface="+mn-ea"/>
                <a:cs typeface="+mn-cs"/>
              </a:rPr>
              <a:t>CH</a:t>
            </a:r>
            <a:endParaRPr kumimoji="0" lang="en-US" sz="1600" b="1" i="0" u="none" strike="noStrike" kern="1200" cap="none" spc="0" normalizeH="0" baseline="0" noProof="0" err="1">
              <a:ln>
                <a:noFill/>
              </a:ln>
              <a:solidFill>
                <a:srgbClr val="F37A1F"/>
              </a:solidFill>
              <a:effectLst/>
              <a:uLnTx/>
              <a:uFillTx/>
              <a:latin typeface="STIHL Contraface Text"/>
              <a:ea typeface="+mn-ea"/>
              <a:cs typeface="+mn-cs"/>
            </a:endParaRPr>
          </a:p>
        </p:txBody>
      </p:sp>
      <p:sp>
        <p:nvSpPr>
          <p:cNvPr id="84" name="Textfeld 83">
            <a:extLst>
              <a:ext uri="{FF2B5EF4-FFF2-40B4-BE49-F238E27FC236}">
                <a16:creationId xmlns:a16="http://schemas.microsoft.com/office/drawing/2014/main" id="{941716D2-649E-4611-1582-D76B8B9649BF}"/>
              </a:ext>
            </a:extLst>
          </p:cNvPr>
          <p:cNvSpPr txBox="1"/>
          <p:nvPr/>
        </p:nvSpPr>
        <p:spPr>
          <a:xfrm>
            <a:off x="3411093" y="3984428"/>
            <a:ext cx="321046" cy="221599"/>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400"/>
              </a:spcBef>
              <a:spcAft>
                <a:spcPts val="0"/>
              </a:spcAft>
              <a:buClrTx/>
              <a:buSzTx/>
              <a:buFontTx/>
              <a:buNone/>
              <a:tabLst/>
              <a:defRPr/>
            </a:pPr>
            <a:r>
              <a:rPr kumimoji="0" lang="de-DE" sz="1600" b="1" i="0" u="none" strike="noStrike" kern="1200" cap="none" spc="0" normalizeH="0" baseline="0" noProof="0">
                <a:ln>
                  <a:noFill/>
                </a:ln>
                <a:solidFill>
                  <a:srgbClr val="F37A1F"/>
                </a:solidFill>
                <a:effectLst/>
                <a:uLnTx/>
                <a:uFillTx/>
                <a:latin typeface="STIHL Contraface Text"/>
                <a:ea typeface="+mn-ea"/>
                <a:cs typeface="+mn-cs"/>
              </a:rPr>
              <a:t>AT</a:t>
            </a:r>
            <a:endParaRPr kumimoji="0" lang="en-US" sz="1600" b="1" i="0" u="none" strike="noStrike" kern="1200" cap="none" spc="0" normalizeH="0" baseline="0" noProof="0">
              <a:ln>
                <a:noFill/>
              </a:ln>
              <a:solidFill>
                <a:srgbClr val="F37A1F"/>
              </a:solidFill>
              <a:effectLst/>
              <a:uLnTx/>
              <a:uFillTx/>
              <a:latin typeface="STIHL Contraface Text"/>
              <a:ea typeface="+mn-ea"/>
              <a:cs typeface="+mn-cs"/>
            </a:endParaRPr>
          </a:p>
        </p:txBody>
      </p:sp>
      <p:grpSp>
        <p:nvGrpSpPr>
          <p:cNvPr id="85" name="Gruppieren 84">
            <a:extLst>
              <a:ext uri="{FF2B5EF4-FFF2-40B4-BE49-F238E27FC236}">
                <a16:creationId xmlns:a16="http://schemas.microsoft.com/office/drawing/2014/main" id="{5FF1FC3C-AF1E-697F-C315-0298E4D728F2}"/>
              </a:ext>
            </a:extLst>
          </p:cNvPr>
          <p:cNvGrpSpPr/>
          <p:nvPr/>
        </p:nvGrpSpPr>
        <p:grpSpPr>
          <a:xfrm>
            <a:off x="4376369" y="4114148"/>
            <a:ext cx="172742" cy="172742"/>
            <a:chOff x="935444" y="4146329"/>
            <a:chExt cx="172742" cy="172742"/>
          </a:xfrm>
        </p:grpSpPr>
        <p:sp>
          <p:nvSpPr>
            <p:cNvPr id="86" name="Träne 85">
              <a:extLst>
                <a:ext uri="{FF2B5EF4-FFF2-40B4-BE49-F238E27FC236}">
                  <a16:creationId xmlns:a16="http://schemas.microsoft.com/office/drawing/2014/main" id="{EE7954E8-7B8E-4707-B262-CD8AD574AE0F}"/>
                </a:ext>
              </a:extLst>
            </p:cNvPr>
            <p:cNvSpPr/>
            <p:nvPr/>
          </p:nvSpPr>
          <p:spPr>
            <a:xfrm rot="8363439">
              <a:off x="935444" y="4146329"/>
              <a:ext cx="172742" cy="172742"/>
            </a:xfrm>
            <a:prstGeom prst="teardrop">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sp>
          <p:nvSpPr>
            <p:cNvPr id="87" name="Ellipse 86">
              <a:extLst>
                <a:ext uri="{FF2B5EF4-FFF2-40B4-BE49-F238E27FC236}">
                  <a16:creationId xmlns:a16="http://schemas.microsoft.com/office/drawing/2014/main" id="{E7535151-9F09-B761-6BA7-F545E476A230}"/>
                </a:ext>
              </a:extLst>
            </p:cNvPr>
            <p:cNvSpPr/>
            <p:nvPr/>
          </p:nvSpPr>
          <p:spPr>
            <a:xfrm>
              <a:off x="977004" y="4187889"/>
              <a:ext cx="89622" cy="89622"/>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grpSp>
      <p:grpSp>
        <p:nvGrpSpPr>
          <p:cNvPr id="88" name="Gruppieren 87">
            <a:extLst>
              <a:ext uri="{FF2B5EF4-FFF2-40B4-BE49-F238E27FC236}">
                <a16:creationId xmlns:a16="http://schemas.microsoft.com/office/drawing/2014/main" id="{67BDF165-B616-FDAC-3B3D-1EB8D3F2BA23}"/>
              </a:ext>
            </a:extLst>
          </p:cNvPr>
          <p:cNvGrpSpPr/>
          <p:nvPr/>
        </p:nvGrpSpPr>
        <p:grpSpPr>
          <a:xfrm>
            <a:off x="4526336" y="4482518"/>
            <a:ext cx="172742" cy="172742"/>
            <a:chOff x="935444" y="4146329"/>
            <a:chExt cx="172742" cy="172742"/>
          </a:xfrm>
        </p:grpSpPr>
        <p:sp>
          <p:nvSpPr>
            <p:cNvPr id="89" name="Träne 88">
              <a:extLst>
                <a:ext uri="{FF2B5EF4-FFF2-40B4-BE49-F238E27FC236}">
                  <a16:creationId xmlns:a16="http://schemas.microsoft.com/office/drawing/2014/main" id="{887896A0-93E1-C920-8D3F-538BC6FE957C}"/>
                </a:ext>
              </a:extLst>
            </p:cNvPr>
            <p:cNvSpPr/>
            <p:nvPr/>
          </p:nvSpPr>
          <p:spPr>
            <a:xfrm rot="8363439">
              <a:off x="935444" y="4146329"/>
              <a:ext cx="172742" cy="172742"/>
            </a:xfrm>
            <a:prstGeom prst="teardrop">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sp>
          <p:nvSpPr>
            <p:cNvPr id="90" name="Ellipse 89">
              <a:extLst>
                <a:ext uri="{FF2B5EF4-FFF2-40B4-BE49-F238E27FC236}">
                  <a16:creationId xmlns:a16="http://schemas.microsoft.com/office/drawing/2014/main" id="{3DCA8F2C-B4D2-3813-1899-AD7230F0573F}"/>
                </a:ext>
              </a:extLst>
            </p:cNvPr>
            <p:cNvSpPr/>
            <p:nvPr/>
          </p:nvSpPr>
          <p:spPr>
            <a:xfrm>
              <a:off x="977004" y="4187889"/>
              <a:ext cx="89622" cy="89622"/>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grpSp>
      <p:sp>
        <p:nvSpPr>
          <p:cNvPr id="91" name="Textfeld 90">
            <a:extLst>
              <a:ext uri="{FF2B5EF4-FFF2-40B4-BE49-F238E27FC236}">
                <a16:creationId xmlns:a16="http://schemas.microsoft.com/office/drawing/2014/main" id="{CAEC01DF-C7A0-020D-2DF4-3ABEF582FCB4}"/>
              </a:ext>
            </a:extLst>
          </p:cNvPr>
          <p:cNvSpPr txBox="1"/>
          <p:nvPr/>
        </p:nvSpPr>
        <p:spPr>
          <a:xfrm>
            <a:off x="4738263" y="4502900"/>
            <a:ext cx="438151" cy="221599"/>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400"/>
              </a:spcBef>
              <a:spcAft>
                <a:spcPts val="0"/>
              </a:spcAft>
              <a:buClrTx/>
              <a:buSzTx/>
              <a:buFontTx/>
              <a:buNone/>
              <a:tabLst/>
              <a:defRPr/>
            </a:pPr>
            <a:r>
              <a:rPr kumimoji="0" lang="de-DE" sz="1600" b="1" i="0" u="none" strike="noStrike" kern="1200" cap="none" spc="0" normalizeH="0" baseline="0" noProof="0">
                <a:ln>
                  <a:noFill/>
                </a:ln>
                <a:solidFill>
                  <a:srgbClr val="F37A1F"/>
                </a:solidFill>
                <a:effectLst/>
                <a:uLnTx/>
                <a:uFillTx/>
                <a:latin typeface="STIHL Contraface Text"/>
                <a:ea typeface="+mn-ea"/>
                <a:cs typeface="+mn-cs"/>
              </a:rPr>
              <a:t>PHL</a:t>
            </a:r>
            <a:endParaRPr kumimoji="0" lang="en-US" sz="1600" b="1" i="0" u="none" strike="noStrike" kern="1200" cap="none" spc="0" normalizeH="0" baseline="0" noProof="0">
              <a:ln>
                <a:noFill/>
              </a:ln>
              <a:solidFill>
                <a:srgbClr val="F37A1F"/>
              </a:solidFill>
              <a:effectLst/>
              <a:uLnTx/>
              <a:uFillTx/>
              <a:latin typeface="STIHL Contraface Text"/>
              <a:ea typeface="+mn-ea"/>
              <a:cs typeface="+mn-cs"/>
            </a:endParaRPr>
          </a:p>
        </p:txBody>
      </p:sp>
      <p:sp>
        <p:nvSpPr>
          <p:cNvPr id="92" name="Textfeld 91">
            <a:extLst>
              <a:ext uri="{FF2B5EF4-FFF2-40B4-BE49-F238E27FC236}">
                <a16:creationId xmlns:a16="http://schemas.microsoft.com/office/drawing/2014/main" id="{CE3F6491-20B1-32E0-0F59-2D7B5603BA66}"/>
              </a:ext>
            </a:extLst>
          </p:cNvPr>
          <p:cNvSpPr txBox="1"/>
          <p:nvPr/>
        </p:nvSpPr>
        <p:spPr>
          <a:xfrm>
            <a:off x="4311531" y="3910732"/>
            <a:ext cx="358773" cy="221599"/>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400"/>
              </a:spcBef>
              <a:spcAft>
                <a:spcPts val="0"/>
              </a:spcAft>
              <a:buClrTx/>
              <a:buSzTx/>
              <a:buFontTx/>
              <a:buNone/>
              <a:tabLst/>
              <a:defRPr/>
            </a:pPr>
            <a:r>
              <a:rPr kumimoji="0" lang="de-DE" sz="1600" b="1" i="0" u="none" strike="noStrike" kern="1200" cap="none" spc="0" normalizeH="0" baseline="0" noProof="0">
                <a:ln>
                  <a:noFill/>
                </a:ln>
                <a:solidFill>
                  <a:srgbClr val="F37A1F"/>
                </a:solidFill>
                <a:effectLst/>
                <a:uLnTx/>
                <a:uFillTx/>
                <a:latin typeface="STIHL Contraface Text"/>
                <a:ea typeface="+mn-ea"/>
                <a:cs typeface="+mn-cs"/>
              </a:rPr>
              <a:t>CN</a:t>
            </a:r>
            <a:endParaRPr kumimoji="0" lang="en-US" sz="1600" b="1" i="0" u="none" strike="noStrike" kern="1200" cap="none" spc="0" normalizeH="0" baseline="0" noProof="0" err="1">
              <a:ln>
                <a:noFill/>
              </a:ln>
              <a:solidFill>
                <a:srgbClr val="F37A1F"/>
              </a:solidFill>
              <a:effectLst/>
              <a:uLnTx/>
              <a:uFillTx/>
              <a:latin typeface="STIHL Contraface Text"/>
              <a:ea typeface="+mn-ea"/>
              <a:cs typeface="+mn-cs"/>
            </a:endParaRPr>
          </a:p>
        </p:txBody>
      </p:sp>
      <p:grpSp>
        <p:nvGrpSpPr>
          <p:cNvPr id="93" name="Gruppieren 92">
            <a:extLst>
              <a:ext uri="{FF2B5EF4-FFF2-40B4-BE49-F238E27FC236}">
                <a16:creationId xmlns:a16="http://schemas.microsoft.com/office/drawing/2014/main" id="{986540A7-AE21-8D1D-0B86-04D858D1BFE8}"/>
              </a:ext>
            </a:extLst>
          </p:cNvPr>
          <p:cNvGrpSpPr/>
          <p:nvPr/>
        </p:nvGrpSpPr>
        <p:grpSpPr>
          <a:xfrm>
            <a:off x="2400084" y="4959050"/>
            <a:ext cx="172742" cy="172742"/>
            <a:chOff x="935444" y="4146329"/>
            <a:chExt cx="172742" cy="172742"/>
          </a:xfrm>
        </p:grpSpPr>
        <p:sp>
          <p:nvSpPr>
            <p:cNvPr id="94" name="Träne 93">
              <a:extLst>
                <a:ext uri="{FF2B5EF4-FFF2-40B4-BE49-F238E27FC236}">
                  <a16:creationId xmlns:a16="http://schemas.microsoft.com/office/drawing/2014/main" id="{934C91DF-038C-F242-379E-33F510413C2D}"/>
                </a:ext>
              </a:extLst>
            </p:cNvPr>
            <p:cNvSpPr/>
            <p:nvPr/>
          </p:nvSpPr>
          <p:spPr>
            <a:xfrm rot="8363439">
              <a:off x="935444" y="4146329"/>
              <a:ext cx="172742" cy="172742"/>
            </a:xfrm>
            <a:prstGeom prst="teardrop">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sp>
          <p:nvSpPr>
            <p:cNvPr id="95" name="Ellipse 94">
              <a:extLst>
                <a:ext uri="{FF2B5EF4-FFF2-40B4-BE49-F238E27FC236}">
                  <a16:creationId xmlns:a16="http://schemas.microsoft.com/office/drawing/2014/main" id="{1EFE9C83-F8A9-32CA-6661-1A897E7C223D}"/>
                </a:ext>
              </a:extLst>
            </p:cNvPr>
            <p:cNvSpPr/>
            <p:nvPr/>
          </p:nvSpPr>
          <p:spPr>
            <a:xfrm>
              <a:off x="977004" y="4187889"/>
              <a:ext cx="89622" cy="89622"/>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grpSp>
      <p:sp>
        <p:nvSpPr>
          <p:cNvPr id="96" name="Textfeld 95">
            <a:extLst>
              <a:ext uri="{FF2B5EF4-FFF2-40B4-BE49-F238E27FC236}">
                <a16:creationId xmlns:a16="http://schemas.microsoft.com/office/drawing/2014/main" id="{B6AEB1A2-46CB-AB01-22DA-5AB607AC1162}"/>
              </a:ext>
            </a:extLst>
          </p:cNvPr>
          <p:cNvSpPr txBox="1"/>
          <p:nvPr/>
        </p:nvSpPr>
        <p:spPr>
          <a:xfrm>
            <a:off x="2350893" y="4749111"/>
            <a:ext cx="271124" cy="221599"/>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400"/>
              </a:spcBef>
              <a:spcAft>
                <a:spcPts val="0"/>
              </a:spcAft>
              <a:buClrTx/>
              <a:buSzTx/>
              <a:buFontTx/>
              <a:buNone/>
              <a:tabLst/>
              <a:defRPr/>
            </a:pPr>
            <a:r>
              <a:rPr kumimoji="0" lang="de-DE" sz="1600" b="1" i="0" u="none" strike="noStrike" kern="1200" cap="none" spc="0" normalizeH="0" baseline="0" noProof="0">
                <a:ln>
                  <a:noFill/>
                </a:ln>
                <a:solidFill>
                  <a:srgbClr val="F37A1F"/>
                </a:solidFill>
                <a:effectLst/>
                <a:uLnTx/>
                <a:uFillTx/>
                <a:latin typeface="STIHL Contraface Text"/>
                <a:ea typeface="+mn-ea"/>
                <a:cs typeface="+mn-cs"/>
              </a:rPr>
              <a:t>BR</a:t>
            </a:r>
            <a:endParaRPr kumimoji="0" lang="en-US" sz="1600" b="1" i="0" u="none" strike="noStrike" kern="1200" cap="none" spc="0" normalizeH="0" baseline="0" noProof="0" err="1">
              <a:ln>
                <a:noFill/>
              </a:ln>
              <a:solidFill>
                <a:srgbClr val="F37A1F"/>
              </a:solidFill>
              <a:effectLst/>
              <a:uLnTx/>
              <a:uFillTx/>
              <a:latin typeface="STIHL Contraface Text"/>
              <a:ea typeface="+mn-ea"/>
              <a:cs typeface="+mn-cs"/>
            </a:endParaRPr>
          </a:p>
        </p:txBody>
      </p:sp>
      <p:sp>
        <p:nvSpPr>
          <p:cNvPr id="3" name="Rechteck 2">
            <a:extLst>
              <a:ext uri="{FF2B5EF4-FFF2-40B4-BE49-F238E27FC236}">
                <a16:creationId xmlns:a16="http://schemas.microsoft.com/office/drawing/2014/main" id="{37BE2FDF-E15C-34EC-73F4-CBFA627C8B1B}"/>
              </a:ext>
            </a:extLst>
          </p:cNvPr>
          <p:cNvSpPr/>
          <p:nvPr/>
        </p:nvSpPr>
        <p:spPr>
          <a:xfrm>
            <a:off x="5679586" y="-2916"/>
            <a:ext cx="858334" cy="170554"/>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cxnSp>
        <p:nvCxnSpPr>
          <p:cNvPr id="12" name="Gerader Verbinder 11">
            <a:extLst>
              <a:ext uri="{FF2B5EF4-FFF2-40B4-BE49-F238E27FC236}">
                <a16:creationId xmlns:a16="http://schemas.microsoft.com/office/drawing/2014/main" id="{85DBB767-B583-A319-56D5-6A951F522315}"/>
              </a:ext>
            </a:extLst>
          </p:cNvPr>
          <p:cNvCxnSpPr/>
          <p:nvPr/>
        </p:nvCxnSpPr>
        <p:spPr>
          <a:xfrm>
            <a:off x="6096000" y="167638"/>
            <a:ext cx="0" cy="6120000"/>
          </a:xfrm>
          <a:prstGeom prst="line">
            <a:avLst/>
          </a:prstGeom>
          <a:ln w="25400">
            <a:solidFill>
              <a:schemeClr val="tx1">
                <a:alpha val="99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4" name="Gruppieren 3">
            <a:extLst>
              <a:ext uri="{FF2B5EF4-FFF2-40B4-BE49-F238E27FC236}">
                <a16:creationId xmlns:a16="http://schemas.microsoft.com/office/drawing/2014/main" id="{8022B8F3-196F-CBF0-16B0-93A491E9F5FA}"/>
              </a:ext>
            </a:extLst>
          </p:cNvPr>
          <p:cNvGrpSpPr/>
          <p:nvPr/>
        </p:nvGrpSpPr>
        <p:grpSpPr>
          <a:xfrm rot="5691647" flipH="1">
            <a:off x="3342621" y="4164371"/>
            <a:ext cx="172742" cy="172742"/>
            <a:chOff x="935444" y="4146329"/>
            <a:chExt cx="172742" cy="172742"/>
          </a:xfrm>
        </p:grpSpPr>
        <p:sp>
          <p:nvSpPr>
            <p:cNvPr id="5" name="Träne 4">
              <a:extLst>
                <a:ext uri="{FF2B5EF4-FFF2-40B4-BE49-F238E27FC236}">
                  <a16:creationId xmlns:a16="http://schemas.microsoft.com/office/drawing/2014/main" id="{D80706F5-82D4-AA30-8961-879481653278}"/>
                </a:ext>
              </a:extLst>
            </p:cNvPr>
            <p:cNvSpPr/>
            <p:nvPr/>
          </p:nvSpPr>
          <p:spPr>
            <a:xfrm rot="8363439">
              <a:off x="935444" y="4146329"/>
              <a:ext cx="172742" cy="172742"/>
            </a:xfrm>
            <a:prstGeom prst="teardrop">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sp>
          <p:nvSpPr>
            <p:cNvPr id="6" name="Ellipse 5">
              <a:extLst>
                <a:ext uri="{FF2B5EF4-FFF2-40B4-BE49-F238E27FC236}">
                  <a16:creationId xmlns:a16="http://schemas.microsoft.com/office/drawing/2014/main" id="{C830DA15-2078-488E-0477-C3676233FD67}"/>
                </a:ext>
              </a:extLst>
            </p:cNvPr>
            <p:cNvSpPr/>
            <p:nvPr/>
          </p:nvSpPr>
          <p:spPr>
            <a:xfrm>
              <a:off x="977004" y="4187889"/>
              <a:ext cx="89622" cy="89622"/>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grpSp>
      <p:sp>
        <p:nvSpPr>
          <p:cNvPr id="7" name="Textfeld 6">
            <a:extLst>
              <a:ext uri="{FF2B5EF4-FFF2-40B4-BE49-F238E27FC236}">
                <a16:creationId xmlns:a16="http://schemas.microsoft.com/office/drawing/2014/main" id="{B34AACE2-4B15-D16F-F75C-C8E3FF1D2FC8}"/>
              </a:ext>
            </a:extLst>
          </p:cNvPr>
          <p:cNvSpPr txBox="1"/>
          <p:nvPr/>
        </p:nvSpPr>
        <p:spPr>
          <a:xfrm>
            <a:off x="3537486" y="4151286"/>
            <a:ext cx="321046" cy="221599"/>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400"/>
              </a:spcBef>
              <a:spcAft>
                <a:spcPts val="0"/>
              </a:spcAft>
              <a:buClrTx/>
              <a:buSzTx/>
              <a:buFontTx/>
              <a:buNone/>
              <a:tabLst/>
              <a:defRPr/>
            </a:pPr>
            <a:r>
              <a:rPr kumimoji="0" lang="de-DE" sz="1600" b="1" i="0" u="none" strike="noStrike" kern="1200" cap="none" spc="0" normalizeH="0" baseline="0" noProof="0">
                <a:ln>
                  <a:noFill/>
                </a:ln>
                <a:solidFill>
                  <a:srgbClr val="F37A1F"/>
                </a:solidFill>
                <a:effectLst/>
                <a:uLnTx/>
                <a:uFillTx/>
                <a:latin typeface="STIHL Contraface Text"/>
                <a:ea typeface="+mn-ea"/>
                <a:cs typeface="+mn-cs"/>
              </a:rPr>
              <a:t>RP</a:t>
            </a:r>
            <a:endParaRPr kumimoji="0" lang="en-US" sz="1600" b="1" i="0" u="none" strike="noStrike" kern="1200" cap="none" spc="0" normalizeH="0" baseline="0" noProof="0">
              <a:ln>
                <a:noFill/>
              </a:ln>
              <a:solidFill>
                <a:srgbClr val="F37A1F"/>
              </a:solidFill>
              <a:effectLst/>
              <a:uLnTx/>
              <a:uFillTx/>
              <a:latin typeface="STIHL Contraface Text"/>
              <a:ea typeface="+mn-ea"/>
              <a:cs typeface="+mn-cs"/>
            </a:endParaRPr>
          </a:p>
        </p:txBody>
      </p:sp>
      <p:sp>
        <p:nvSpPr>
          <p:cNvPr id="16" name="Textfeld 15">
            <a:extLst>
              <a:ext uri="{FF2B5EF4-FFF2-40B4-BE49-F238E27FC236}">
                <a16:creationId xmlns:a16="http://schemas.microsoft.com/office/drawing/2014/main" id="{2CA49E11-0C7C-A226-0389-B64C16287A57}"/>
              </a:ext>
            </a:extLst>
          </p:cNvPr>
          <p:cNvSpPr txBox="1"/>
          <p:nvPr/>
        </p:nvSpPr>
        <p:spPr>
          <a:xfrm>
            <a:off x="3504988" y="2005021"/>
            <a:ext cx="2305059" cy="193899"/>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400"/>
              </a:spcBef>
              <a:spcAft>
                <a:spcPts val="0"/>
              </a:spcAft>
              <a:buClrTx/>
              <a:buSzTx/>
              <a:buFontTx/>
              <a:buNone/>
              <a:tabLst/>
              <a:defRPr/>
            </a:pPr>
            <a:r>
              <a:rPr lang="de-DE" sz="1400" b="1" err="1">
                <a:solidFill>
                  <a:prstClr val="black"/>
                </a:solidFill>
                <a:latin typeface="STIHL Contraface Text"/>
              </a:rPr>
              <a:t>xxxxx</a:t>
            </a:r>
            <a:endParaRPr kumimoji="0" lang="de-DE" b="1" i="0" u="none" strike="noStrike" kern="1200" cap="none" spc="0" normalizeH="0" baseline="0" noProof="0">
              <a:ln>
                <a:noFill/>
              </a:ln>
              <a:solidFill>
                <a:srgbClr val="F37A1F"/>
              </a:solidFill>
              <a:effectLst/>
              <a:uLnTx/>
              <a:uFillTx/>
              <a:latin typeface="STIHL Contraface Text"/>
              <a:ea typeface="+mn-ea"/>
              <a:cs typeface="+mn-cs"/>
            </a:endParaRPr>
          </a:p>
        </p:txBody>
      </p:sp>
      <p:sp>
        <p:nvSpPr>
          <p:cNvPr id="10" name="Textfeld 9">
            <a:extLst>
              <a:ext uri="{FF2B5EF4-FFF2-40B4-BE49-F238E27FC236}">
                <a16:creationId xmlns:a16="http://schemas.microsoft.com/office/drawing/2014/main" id="{D792779B-B4C6-462C-8C33-690CD6771076}"/>
              </a:ext>
            </a:extLst>
          </p:cNvPr>
          <p:cNvSpPr txBox="1"/>
          <p:nvPr/>
        </p:nvSpPr>
        <p:spPr>
          <a:xfrm>
            <a:off x="3477439" y="434502"/>
            <a:ext cx="1516093" cy="1144347"/>
          </a:xfrm>
          <a:prstGeom prst="rect">
            <a:avLst/>
          </a:prstGeom>
          <a:noFill/>
        </p:spPr>
        <p:txBody>
          <a:bodyPr wrap="square" lIns="18000" tIns="18000" rIns="18000" bIns="18000" rtlCol="0">
            <a:spAutoFit/>
          </a:bodyPr>
          <a:lstStyle/>
          <a:p>
            <a:pPr>
              <a:lnSpc>
                <a:spcPct val="90000"/>
              </a:lnSpc>
              <a:spcBef>
                <a:spcPts val="400"/>
              </a:spcBef>
            </a:pPr>
            <a:r>
              <a:rPr lang="de-DE" sz="2000" b="1">
                <a:solidFill>
                  <a:schemeClr val="accent2"/>
                </a:solidFill>
              </a:rPr>
              <a:t>IPS: </a:t>
            </a:r>
            <a:br>
              <a:rPr lang="de-DE" sz="2000" b="1">
                <a:solidFill>
                  <a:schemeClr val="accent2"/>
                </a:solidFill>
              </a:rPr>
            </a:br>
            <a:r>
              <a:rPr lang="de-DE" sz="2000" b="1">
                <a:solidFill>
                  <a:schemeClr val="accent2"/>
                </a:solidFill>
              </a:rPr>
              <a:t>EFFICIENT.</a:t>
            </a:r>
            <a:br>
              <a:rPr lang="de-DE" sz="2000" b="1">
                <a:solidFill>
                  <a:schemeClr val="accent2"/>
                </a:solidFill>
              </a:rPr>
            </a:br>
            <a:r>
              <a:rPr lang="de-DE" sz="2000" b="1">
                <a:solidFill>
                  <a:schemeClr val="accent2"/>
                </a:solidFill>
              </a:rPr>
              <a:t>RELIABLE.</a:t>
            </a:r>
            <a:br>
              <a:rPr lang="de-DE" sz="2000" b="1">
                <a:solidFill>
                  <a:schemeClr val="accent2"/>
                </a:solidFill>
              </a:rPr>
            </a:br>
            <a:r>
              <a:rPr lang="de-DE" sz="2000" b="1">
                <a:solidFill>
                  <a:schemeClr val="accent2"/>
                </a:solidFill>
              </a:rPr>
              <a:t>SECURE.</a:t>
            </a:r>
            <a:endParaRPr lang="de-DE" sz="2000" b="1"/>
          </a:p>
        </p:txBody>
      </p:sp>
      <p:sp>
        <p:nvSpPr>
          <p:cNvPr id="18" name="Textfeld 17">
            <a:extLst>
              <a:ext uri="{FF2B5EF4-FFF2-40B4-BE49-F238E27FC236}">
                <a16:creationId xmlns:a16="http://schemas.microsoft.com/office/drawing/2014/main" id="{1A093807-0021-20D1-B413-5A0BB42C3EAD}"/>
              </a:ext>
            </a:extLst>
          </p:cNvPr>
          <p:cNvSpPr txBox="1"/>
          <p:nvPr/>
        </p:nvSpPr>
        <p:spPr>
          <a:xfrm>
            <a:off x="561701" y="2186897"/>
            <a:ext cx="2305059" cy="997196"/>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90000"/>
              </a:lnSpc>
              <a:spcBef>
                <a:spcPts val="400"/>
              </a:spcBef>
              <a:spcAft>
                <a:spcPts val="0"/>
              </a:spcAft>
              <a:buClrTx/>
              <a:buSzTx/>
              <a:buFontTx/>
              <a:buNone/>
              <a:tabLst/>
              <a:defRPr/>
            </a:pPr>
            <a:r>
              <a:rPr kumimoji="0" lang="de-DE" sz="2400" b="1" i="0" u="none" strike="noStrike" kern="1200" cap="none" spc="0" normalizeH="0" baseline="0" noProof="0">
                <a:ln>
                  <a:noFill/>
                </a:ln>
                <a:solidFill>
                  <a:schemeClr val="accent2"/>
                </a:solidFill>
                <a:effectLst/>
                <a:uLnTx/>
                <a:uFillTx/>
                <a:latin typeface="STIHL Contraface Text"/>
                <a:ea typeface="+mn-ea"/>
                <a:cs typeface="+mn-cs"/>
              </a:rPr>
              <a:t>Global AI &amp; Analytics Hub @STIHL</a:t>
            </a:r>
            <a:endParaRPr kumimoji="0" lang="de-DE" sz="4400" b="1" i="0" u="none" strike="noStrike" kern="1200" cap="none" spc="0" normalizeH="0" baseline="0" noProof="0">
              <a:ln>
                <a:noFill/>
              </a:ln>
              <a:solidFill>
                <a:schemeClr val="accent2"/>
              </a:solidFill>
              <a:effectLst/>
              <a:uLnTx/>
              <a:uFillTx/>
              <a:latin typeface="STIHL Contraface Text"/>
              <a:ea typeface="+mn-ea"/>
              <a:cs typeface="+mn-cs"/>
            </a:endParaRPr>
          </a:p>
        </p:txBody>
      </p:sp>
      <p:sp>
        <p:nvSpPr>
          <p:cNvPr id="28" name="Title 1">
            <a:extLst>
              <a:ext uri="{FF2B5EF4-FFF2-40B4-BE49-F238E27FC236}">
                <a16:creationId xmlns:a16="http://schemas.microsoft.com/office/drawing/2014/main" id="{B55929BC-9F90-8881-B80B-D9C806223825}"/>
              </a:ext>
            </a:extLst>
          </p:cNvPr>
          <p:cNvSpPr txBox="1">
            <a:spLocks/>
          </p:cNvSpPr>
          <p:nvPr/>
        </p:nvSpPr>
        <p:spPr>
          <a:xfrm>
            <a:off x="7198469" y="368670"/>
            <a:ext cx="2927036" cy="780628"/>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de-DE" sz="2200" b="1" kern="1200" cap="none" baseline="0" dirty="0">
                <a:solidFill>
                  <a:schemeClr val="tx1"/>
                </a:solidFill>
                <a:latin typeface="+mj-lt"/>
                <a:ea typeface="+mj-ea"/>
                <a:cs typeface="+mj-cs"/>
              </a:defRPr>
            </a:lvl1pPr>
          </a:lstStyle>
          <a:p>
            <a:r>
              <a:rPr lang="de-DE" sz="2800">
                <a:latin typeface="STIHL Contraface Display Title" panose="02000600040000020004" pitchFamily="50" charset="0"/>
              </a:rPr>
              <a:t>STRATEGIE</a:t>
            </a:r>
            <a:endParaRPr lang="de-DE" sz="2000" b="0">
              <a:solidFill>
                <a:schemeClr val="accent2"/>
              </a:solidFill>
              <a:latin typeface="+mn-lt"/>
              <a:ea typeface="+mn-ea"/>
              <a:cs typeface="+mn-cs"/>
            </a:endParaRPr>
          </a:p>
        </p:txBody>
      </p:sp>
      <p:grpSp>
        <p:nvGrpSpPr>
          <p:cNvPr id="63" name="METRO ICON - target">
            <a:extLst>
              <a:ext uri="{FF2B5EF4-FFF2-40B4-BE49-F238E27FC236}">
                <a16:creationId xmlns:a16="http://schemas.microsoft.com/office/drawing/2014/main" id="{651DB05D-322F-69AA-331D-D2C5C46DDC90}"/>
              </a:ext>
            </a:extLst>
          </p:cNvPr>
          <p:cNvGrpSpPr>
            <a:grpSpLocks noChangeAspect="1"/>
          </p:cNvGrpSpPr>
          <p:nvPr/>
        </p:nvGrpSpPr>
        <p:grpSpPr bwMode="gray">
          <a:xfrm flipH="1">
            <a:off x="6269988" y="221683"/>
            <a:ext cx="770201" cy="665880"/>
            <a:chOff x="7062583" y="1558958"/>
            <a:chExt cx="632912" cy="540715"/>
          </a:xfrm>
          <a:solidFill>
            <a:schemeClr val="accent2"/>
          </a:solidFill>
        </p:grpSpPr>
        <p:sp>
          <p:nvSpPr>
            <p:cNvPr id="65" name="Freeform 6">
              <a:extLst>
                <a:ext uri="{FF2B5EF4-FFF2-40B4-BE49-F238E27FC236}">
                  <a16:creationId xmlns:a16="http://schemas.microsoft.com/office/drawing/2014/main" id="{BD363D8F-5428-8121-CBF5-C53EC4A70D8C}"/>
                </a:ext>
              </a:extLst>
            </p:cNvPr>
            <p:cNvSpPr>
              <a:spLocks/>
            </p:cNvSpPr>
            <p:nvPr/>
          </p:nvSpPr>
          <p:spPr bwMode="gray">
            <a:xfrm>
              <a:off x="7062583" y="1558958"/>
              <a:ext cx="528257" cy="540715"/>
            </a:xfrm>
            <a:custGeom>
              <a:avLst/>
              <a:gdLst>
                <a:gd name="T0" fmla="*/ 286 w 298"/>
                <a:gd name="T1" fmla="*/ 124 h 303"/>
                <a:gd name="T2" fmla="*/ 205 w 298"/>
                <a:gd name="T3" fmla="*/ 276 h 303"/>
                <a:gd name="T4" fmla="*/ 33 w 298"/>
                <a:gd name="T5" fmla="*/ 215 h 303"/>
                <a:gd name="T6" fmla="*/ 77 w 298"/>
                <a:gd name="T7" fmla="*/ 38 h 303"/>
                <a:gd name="T8" fmla="*/ 244 w 298"/>
                <a:gd name="T9" fmla="*/ 50 h 303"/>
                <a:gd name="T10" fmla="*/ 227 w 298"/>
                <a:gd name="T11" fmla="*/ 69 h 303"/>
                <a:gd name="T12" fmla="*/ 205 w 298"/>
                <a:gd name="T13" fmla="*/ 55 h 303"/>
                <a:gd name="T14" fmla="*/ 100 w 298"/>
                <a:gd name="T15" fmla="*/ 55 h 303"/>
                <a:gd name="T16" fmla="*/ 45 w 298"/>
                <a:gd name="T17" fmla="*/ 130 h 303"/>
                <a:gd name="T18" fmla="*/ 126 w 298"/>
                <a:gd name="T19" fmla="*/ 256 h 303"/>
                <a:gd name="T20" fmla="*/ 261 w 298"/>
                <a:gd name="T21" fmla="*/ 167 h 303"/>
                <a:gd name="T22" fmla="*/ 260 w 298"/>
                <a:gd name="T23" fmla="*/ 132 h 303"/>
                <a:gd name="T24" fmla="*/ 263 w 298"/>
                <a:gd name="T25" fmla="*/ 127 h 303"/>
                <a:gd name="T26" fmla="*/ 286 w 298"/>
                <a:gd name="T27" fmla="*/ 124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8" h="303">
                  <a:moveTo>
                    <a:pt x="286" y="124"/>
                  </a:moveTo>
                  <a:cubicBezTo>
                    <a:pt x="298" y="182"/>
                    <a:pt x="268" y="249"/>
                    <a:pt x="205" y="276"/>
                  </a:cubicBezTo>
                  <a:cubicBezTo>
                    <a:pt x="141" y="303"/>
                    <a:pt x="66" y="276"/>
                    <a:pt x="33" y="215"/>
                  </a:cubicBezTo>
                  <a:cubicBezTo>
                    <a:pt x="0" y="154"/>
                    <a:pt x="18" y="79"/>
                    <a:pt x="77" y="38"/>
                  </a:cubicBezTo>
                  <a:cubicBezTo>
                    <a:pt x="133" y="0"/>
                    <a:pt x="203" y="12"/>
                    <a:pt x="244" y="50"/>
                  </a:cubicBezTo>
                  <a:cubicBezTo>
                    <a:pt x="239" y="60"/>
                    <a:pt x="234" y="65"/>
                    <a:pt x="227" y="69"/>
                  </a:cubicBezTo>
                  <a:cubicBezTo>
                    <a:pt x="220" y="64"/>
                    <a:pt x="212" y="59"/>
                    <a:pt x="205" y="55"/>
                  </a:cubicBezTo>
                  <a:cubicBezTo>
                    <a:pt x="170" y="36"/>
                    <a:pt x="135" y="36"/>
                    <a:pt x="100" y="55"/>
                  </a:cubicBezTo>
                  <a:cubicBezTo>
                    <a:pt x="70" y="71"/>
                    <a:pt x="52" y="97"/>
                    <a:pt x="45" y="130"/>
                  </a:cubicBezTo>
                  <a:cubicBezTo>
                    <a:pt x="35" y="187"/>
                    <a:pt x="70" y="242"/>
                    <a:pt x="126" y="256"/>
                  </a:cubicBezTo>
                  <a:cubicBezTo>
                    <a:pt x="189" y="272"/>
                    <a:pt x="251" y="231"/>
                    <a:pt x="261" y="167"/>
                  </a:cubicBezTo>
                  <a:cubicBezTo>
                    <a:pt x="263" y="155"/>
                    <a:pt x="263" y="144"/>
                    <a:pt x="260" y="132"/>
                  </a:cubicBezTo>
                  <a:cubicBezTo>
                    <a:pt x="260" y="129"/>
                    <a:pt x="260" y="128"/>
                    <a:pt x="263" y="127"/>
                  </a:cubicBezTo>
                  <a:cubicBezTo>
                    <a:pt x="271" y="124"/>
                    <a:pt x="278" y="124"/>
                    <a:pt x="286" y="124"/>
                  </a:cubicBezTo>
                  <a:close/>
                </a:path>
              </a:pathLst>
            </a:custGeom>
            <a:grp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5" name="Freeform 6">
              <a:extLst>
                <a:ext uri="{FF2B5EF4-FFF2-40B4-BE49-F238E27FC236}">
                  <a16:creationId xmlns:a16="http://schemas.microsoft.com/office/drawing/2014/main" id="{1A47D0F2-79B5-35C1-B0F3-EA8B44341983}"/>
                </a:ext>
              </a:extLst>
            </p:cNvPr>
            <p:cNvSpPr>
              <a:spLocks/>
            </p:cNvSpPr>
            <p:nvPr/>
          </p:nvSpPr>
          <p:spPr bwMode="gray">
            <a:xfrm>
              <a:off x="7279367" y="1591352"/>
              <a:ext cx="416128" cy="291537"/>
            </a:xfrm>
            <a:custGeom>
              <a:avLst/>
              <a:gdLst>
                <a:gd name="T0" fmla="*/ 205 w 234"/>
                <a:gd name="T1" fmla="*/ 0 h 164"/>
                <a:gd name="T2" fmla="*/ 194 w 234"/>
                <a:gd name="T3" fmla="*/ 42 h 164"/>
                <a:gd name="T4" fmla="*/ 234 w 234"/>
                <a:gd name="T5" fmla="*/ 54 h 164"/>
                <a:gd name="T6" fmla="*/ 232 w 234"/>
                <a:gd name="T7" fmla="*/ 56 h 164"/>
                <a:gd name="T8" fmla="*/ 176 w 234"/>
                <a:gd name="T9" fmla="*/ 87 h 164"/>
                <a:gd name="T10" fmla="*/ 171 w 234"/>
                <a:gd name="T11" fmla="*/ 88 h 164"/>
                <a:gd name="T12" fmla="*/ 124 w 234"/>
                <a:gd name="T13" fmla="*/ 95 h 164"/>
                <a:gd name="T14" fmla="*/ 62 w 234"/>
                <a:gd name="T15" fmla="*/ 130 h 164"/>
                <a:gd name="T16" fmla="*/ 60 w 234"/>
                <a:gd name="T17" fmla="*/ 134 h 164"/>
                <a:gd name="T18" fmla="*/ 38 w 234"/>
                <a:gd name="T19" fmla="*/ 160 h 164"/>
                <a:gd name="T20" fmla="*/ 8 w 234"/>
                <a:gd name="T21" fmla="*/ 150 h 164"/>
                <a:gd name="T22" fmla="*/ 9 w 234"/>
                <a:gd name="T23" fmla="*/ 114 h 164"/>
                <a:gd name="T24" fmla="*/ 44 w 234"/>
                <a:gd name="T25" fmla="*/ 107 h 164"/>
                <a:gd name="T26" fmla="*/ 50 w 234"/>
                <a:gd name="T27" fmla="*/ 108 h 164"/>
                <a:gd name="T28" fmla="*/ 113 w 234"/>
                <a:gd name="T29" fmla="*/ 72 h 164"/>
                <a:gd name="T30" fmla="*/ 142 w 234"/>
                <a:gd name="T31" fmla="*/ 38 h 164"/>
                <a:gd name="T32" fmla="*/ 147 w 234"/>
                <a:gd name="T33" fmla="*/ 32 h 164"/>
                <a:gd name="T34" fmla="*/ 201 w 234"/>
                <a:gd name="T35" fmla="*/ 2 h 164"/>
                <a:gd name="T36" fmla="*/ 205 w 234"/>
                <a:gd name="T37"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4" h="164">
                  <a:moveTo>
                    <a:pt x="205" y="0"/>
                  </a:moveTo>
                  <a:cubicBezTo>
                    <a:pt x="201" y="15"/>
                    <a:pt x="197" y="28"/>
                    <a:pt x="194" y="42"/>
                  </a:cubicBezTo>
                  <a:cubicBezTo>
                    <a:pt x="207" y="46"/>
                    <a:pt x="221" y="50"/>
                    <a:pt x="234" y="54"/>
                  </a:cubicBezTo>
                  <a:cubicBezTo>
                    <a:pt x="233" y="55"/>
                    <a:pt x="232" y="55"/>
                    <a:pt x="232" y="56"/>
                  </a:cubicBezTo>
                  <a:cubicBezTo>
                    <a:pt x="213" y="66"/>
                    <a:pt x="195" y="76"/>
                    <a:pt x="176" y="87"/>
                  </a:cubicBezTo>
                  <a:cubicBezTo>
                    <a:pt x="175" y="88"/>
                    <a:pt x="173" y="88"/>
                    <a:pt x="171" y="88"/>
                  </a:cubicBezTo>
                  <a:cubicBezTo>
                    <a:pt x="155" y="84"/>
                    <a:pt x="139" y="87"/>
                    <a:pt x="124" y="95"/>
                  </a:cubicBezTo>
                  <a:cubicBezTo>
                    <a:pt x="103" y="107"/>
                    <a:pt x="83" y="118"/>
                    <a:pt x="62" y="130"/>
                  </a:cubicBezTo>
                  <a:cubicBezTo>
                    <a:pt x="61" y="131"/>
                    <a:pt x="60" y="133"/>
                    <a:pt x="60" y="134"/>
                  </a:cubicBezTo>
                  <a:cubicBezTo>
                    <a:pt x="58" y="147"/>
                    <a:pt x="50" y="157"/>
                    <a:pt x="38" y="160"/>
                  </a:cubicBezTo>
                  <a:cubicBezTo>
                    <a:pt x="27" y="164"/>
                    <a:pt x="15" y="159"/>
                    <a:pt x="8" y="150"/>
                  </a:cubicBezTo>
                  <a:cubicBezTo>
                    <a:pt x="0" y="139"/>
                    <a:pt x="0" y="124"/>
                    <a:pt x="9" y="114"/>
                  </a:cubicBezTo>
                  <a:cubicBezTo>
                    <a:pt x="18" y="103"/>
                    <a:pt x="33" y="101"/>
                    <a:pt x="44" y="107"/>
                  </a:cubicBezTo>
                  <a:cubicBezTo>
                    <a:pt x="46" y="108"/>
                    <a:pt x="48" y="109"/>
                    <a:pt x="50" y="108"/>
                  </a:cubicBezTo>
                  <a:cubicBezTo>
                    <a:pt x="71" y="96"/>
                    <a:pt x="92" y="84"/>
                    <a:pt x="113" y="72"/>
                  </a:cubicBezTo>
                  <a:cubicBezTo>
                    <a:pt x="127" y="64"/>
                    <a:pt x="136" y="52"/>
                    <a:pt x="142" y="38"/>
                  </a:cubicBezTo>
                  <a:cubicBezTo>
                    <a:pt x="143" y="36"/>
                    <a:pt x="145" y="33"/>
                    <a:pt x="147" y="32"/>
                  </a:cubicBezTo>
                  <a:cubicBezTo>
                    <a:pt x="165" y="22"/>
                    <a:pt x="183" y="12"/>
                    <a:pt x="201" y="2"/>
                  </a:cubicBezTo>
                  <a:cubicBezTo>
                    <a:pt x="202" y="2"/>
                    <a:pt x="203" y="1"/>
                    <a:pt x="205" y="0"/>
                  </a:cubicBezTo>
                  <a:close/>
                </a:path>
              </a:pathLst>
            </a:custGeom>
            <a:grp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6" name="Freeform 6">
              <a:extLst>
                <a:ext uri="{FF2B5EF4-FFF2-40B4-BE49-F238E27FC236}">
                  <a16:creationId xmlns:a16="http://schemas.microsoft.com/office/drawing/2014/main" id="{5F2A2D7D-1377-0F05-97F8-51D2F601EAC5}"/>
                </a:ext>
              </a:extLst>
            </p:cNvPr>
            <p:cNvSpPr>
              <a:spLocks/>
            </p:cNvSpPr>
            <p:nvPr/>
          </p:nvSpPr>
          <p:spPr bwMode="gray">
            <a:xfrm>
              <a:off x="7172221" y="1671089"/>
              <a:ext cx="311473" cy="316455"/>
            </a:xfrm>
            <a:custGeom>
              <a:avLst/>
              <a:gdLst>
                <a:gd name="T0" fmla="*/ 172 w 176"/>
                <a:gd name="T1" fmla="*/ 80 h 179"/>
                <a:gd name="T2" fmla="*/ 116 w 176"/>
                <a:gd name="T3" fmla="*/ 167 h 179"/>
                <a:gd name="T4" fmla="*/ 18 w 176"/>
                <a:gd name="T5" fmla="*/ 127 h 179"/>
                <a:gd name="T6" fmla="*/ 38 w 176"/>
                <a:gd name="T7" fmla="*/ 25 h 179"/>
                <a:gd name="T8" fmla="*/ 139 w 176"/>
                <a:gd name="T9" fmla="*/ 22 h 179"/>
                <a:gd name="T10" fmla="*/ 136 w 176"/>
                <a:gd name="T11" fmla="*/ 24 h 179"/>
                <a:gd name="T12" fmla="*/ 126 w 176"/>
                <a:gd name="T13" fmla="*/ 30 h 179"/>
                <a:gd name="T14" fmla="*/ 102 w 176"/>
                <a:gd name="T15" fmla="*/ 34 h 179"/>
                <a:gd name="T16" fmla="*/ 36 w 176"/>
                <a:gd name="T17" fmla="*/ 78 h 179"/>
                <a:gd name="T18" fmla="*/ 81 w 176"/>
                <a:gd name="T19" fmla="*/ 144 h 179"/>
                <a:gd name="T20" fmla="*/ 145 w 176"/>
                <a:gd name="T21" fmla="*/ 99 h 179"/>
                <a:gd name="T22" fmla="*/ 150 w 176"/>
                <a:gd name="T23" fmla="*/ 93 h 179"/>
                <a:gd name="T24" fmla="*/ 172 w 176"/>
                <a:gd name="T25" fmla="*/ 80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6" h="179">
                  <a:moveTo>
                    <a:pt x="172" y="80"/>
                  </a:moveTo>
                  <a:cubicBezTo>
                    <a:pt x="176" y="121"/>
                    <a:pt x="151" y="156"/>
                    <a:pt x="116" y="167"/>
                  </a:cubicBezTo>
                  <a:cubicBezTo>
                    <a:pt x="77" y="179"/>
                    <a:pt x="37" y="162"/>
                    <a:pt x="18" y="127"/>
                  </a:cubicBezTo>
                  <a:cubicBezTo>
                    <a:pt x="0" y="92"/>
                    <a:pt x="8" y="51"/>
                    <a:pt x="38" y="25"/>
                  </a:cubicBezTo>
                  <a:cubicBezTo>
                    <a:pt x="66" y="1"/>
                    <a:pt x="111" y="0"/>
                    <a:pt x="139" y="22"/>
                  </a:cubicBezTo>
                  <a:cubicBezTo>
                    <a:pt x="138" y="23"/>
                    <a:pt x="137" y="24"/>
                    <a:pt x="136" y="24"/>
                  </a:cubicBezTo>
                  <a:cubicBezTo>
                    <a:pt x="133" y="26"/>
                    <a:pt x="129" y="28"/>
                    <a:pt x="126" y="30"/>
                  </a:cubicBezTo>
                  <a:cubicBezTo>
                    <a:pt x="118" y="35"/>
                    <a:pt x="111" y="37"/>
                    <a:pt x="102" y="34"/>
                  </a:cubicBezTo>
                  <a:cubicBezTo>
                    <a:pt x="72" y="27"/>
                    <a:pt x="42" y="48"/>
                    <a:pt x="36" y="78"/>
                  </a:cubicBezTo>
                  <a:cubicBezTo>
                    <a:pt x="30" y="108"/>
                    <a:pt x="51" y="138"/>
                    <a:pt x="81" y="144"/>
                  </a:cubicBezTo>
                  <a:cubicBezTo>
                    <a:pt x="111" y="149"/>
                    <a:pt x="140" y="129"/>
                    <a:pt x="145" y="99"/>
                  </a:cubicBezTo>
                  <a:cubicBezTo>
                    <a:pt x="146" y="96"/>
                    <a:pt x="147" y="94"/>
                    <a:pt x="150" y="93"/>
                  </a:cubicBezTo>
                  <a:cubicBezTo>
                    <a:pt x="157" y="89"/>
                    <a:pt x="165" y="85"/>
                    <a:pt x="172" y="80"/>
                  </a:cubicBezTo>
                  <a:close/>
                </a:path>
              </a:pathLst>
            </a:custGeom>
            <a:grp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81" name="Textframe 10">
            <a:extLst>
              <a:ext uri="{FF2B5EF4-FFF2-40B4-BE49-F238E27FC236}">
                <a16:creationId xmlns:a16="http://schemas.microsoft.com/office/drawing/2014/main" id="{262D9F4C-53BA-92C0-A87C-25DBA0598E5D}"/>
              </a:ext>
            </a:extLst>
          </p:cNvPr>
          <p:cNvSpPr txBox="1"/>
          <p:nvPr/>
        </p:nvSpPr>
        <p:spPr>
          <a:xfrm>
            <a:off x="6278187" y="1251870"/>
            <a:ext cx="7260606" cy="439095"/>
          </a:xfrm>
          <a:prstGeom prst="rect">
            <a:avLst/>
          </a:prstGeom>
          <a:noFill/>
          <a:ln w="9525">
            <a:noFill/>
          </a:ln>
        </p:spPr>
        <p:txBody>
          <a:bodyPr vert="horz" wrap="square" lIns="0" tIns="0" rIns="0" bIns="0" rtlCol="0" anchor="ctr">
            <a:spAutoFit/>
          </a:bodyPr>
          <a:lstStyle/>
          <a:p>
            <a:pPr marL="285750" indent="-285750">
              <a:lnSpc>
                <a:spcPct val="90000"/>
              </a:lnSpc>
              <a:spcBef>
                <a:spcPts val="400"/>
              </a:spcBef>
              <a:buSzPct val="105000"/>
              <a:buBlip>
                <a:blip>
                  <a:extLst>
                    <a:ext uri="{96DAC541-7B7A-43D3-8B79-37D633B846F1}">
                      <asvg:svgBlip xmlns:asvg="http://schemas.microsoft.com/office/drawing/2016/SVG/main" r:embed="rId11"/>
                    </a:ext>
                  </a:extLst>
                </a:blip>
              </a:buBlip>
            </a:pPr>
            <a:r>
              <a:rPr lang="de-DE" sz="1400" b="1" err="1"/>
              <a:t>xxxxxxxxx</a:t>
            </a:r>
            <a:endParaRPr lang="de-DE" sz="1400" b="1"/>
          </a:p>
          <a:p>
            <a:pPr>
              <a:lnSpc>
                <a:spcPct val="90000"/>
              </a:lnSpc>
              <a:spcBef>
                <a:spcPts val="400"/>
              </a:spcBef>
              <a:buSzPct val="105000"/>
            </a:pPr>
            <a:endParaRPr lang="de-DE" sz="1400" b="1"/>
          </a:p>
        </p:txBody>
      </p:sp>
      <p:sp>
        <p:nvSpPr>
          <p:cNvPr id="101" name="Textfeld 100">
            <a:extLst>
              <a:ext uri="{FF2B5EF4-FFF2-40B4-BE49-F238E27FC236}">
                <a16:creationId xmlns:a16="http://schemas.microsoft.com/office/drawing/2014/main" id="{F22D6F67-8FBA-BB44-D529-68E64AE09EE0}"/>
              </a:ext>
            </a:extLst>
          </p:cNvPr>
          <p:cNvSpPr txBox="1"/>
          <p:nvPr/>
        </p:nvSpPr>
        <p:spPr>
          <a:xfrm>
            <a:off x="6278037" y="2055272"/>
            <a:ext cx="5346609" cy="307777"/>
          </a:xfrm>
          <a:prstGeom prst="rect">
            <a:avLst/>
          </a:prstGeom>
          <a:noFill/>
        </p:spPr>
        <p:txBody>
          <a:bodyPr wrap="square">
            <a:spAutoFit/>
          </a:bodyPr>
          <a:lstStyle/>
          <a:p>
            <a:r>
              <a:rPr lang="de-DE" sz="1400" noProof="0"/>
              <a:t>KI Strategie ……..</a:t>
            </a:r>
          </a:p>
        </p:txBody>
      </p:sp>
      <p:sp>
        <p:nvSpPr>
          <p:cNvPr id="11" name="Textfeld 10">
            <a:extLst>
              <a:ext uri="{FF2B5EF4-FFF2-40B4-BE49-F238E27FC236}">
                <a16:creationId xmlns:a16="http://schemas.microsoft.com/office/drawing/2014/main" id="{5DB8F679-E30F-CA1C-7281-78BB117C0435}"/>
              </a:ext>
            </a:extLst>
          </p:cNvPr>
          <p:cNvSpPr txBox="1"/>
          <p:nvPr/>
        </p:nvSpPr>
        <p:spPr>
          <a:xfrm>
            <a:off x="478703" y="4795666"/>
            <a:ext cx="1128022" cy="922748"/>
          </a:xfrm>
          <a:prstGeom prst="rect">
            <a:avLst/>
          </a:prstGeom>
          <a:noFill/>
        </p:spPr>
        <p:txBody>
          <a:bodyPr wrap="square" lIns="18000" tIns="18000" rIns="18000" bIns="18000" rtlCol="0">
            <a:spAutoFit/>
          </a:bodyPr>
          <a:lstStyle/>
          <a:p>
            <a:pPr algn="l">
              <a:lnSpc>
                <a:spcPct val="90000"/>
              </a:lnSpc>
              <a:spcBef>
                <a:spcPts val="400"/>
              </a:spcBef>
            </a:pPr>
            <a:r>
              <a:rPr lang="de-DE" sz="1600"/>
              <a:t>Evtl. Regional Center auflisten</a:t>
            </a:r>
          </a:p>
        </p:txBody>
      </p:sp>
      <p:sp>
        <p:nvSpPr>
          <p:cNvPr id="13" name="Textfeld 12">
            <a:extLst>
              <a:ext uri="{FF2B5EF4-FFF2-40B4-BE49-F238E27FC236}">
                <a16:creationId xmlns:a16="http://schemas.microsoft.com/office/drawing/2014/main" id="{A62C7514-EFAC-ECBC-A11E-0A50B24DC5A2}"/>
              </a:ext>
            </a:extLst>
          </p:cNvPr>
          <p:cNvSpPr txBox="1"/>
          <p:nvPr/>
        </p:nvSpPr>
        <p:spPr>
          <a:xfrm>
            <a:off x="6776381" y="3019494"/>
            <a:ext cx="2867577" cy="922748"/>
          </a:xfrm>
          <a:prstGeom prst="rect">
            <a:avLst/>
          </a:prstGeom>
          <a:noFill/>
        </p:spPr>
        <p:txBody>
          <a:bodyPr wrap="square" lIns="18000" tIns="18000" rIns="18000" bIns="18000" rtlCol="0">
            <a:spAutoFit/>
          </a:bodyPr>
          <a:lstStyle/>
          <a:p>
            <a:pPr algn="l">
              <a:lnSpc>
                <a:spcPct val="90000"/>
              </a:lnSpc>
              <a:spcBef>
                <a:spcPts val="400"/>
              </a:spcBef>
            </a:pPr>
            <a:r>
              <a:rPr lang="de-DE" sz="1600">
                <a:highlight>
                  <a:srgbClr val="FFFF00"/>
                </a:highlight>
              </a:rPr>
              <a:t>KI Dashboard (</a:t>
            </a:r>
            <a:r>
              <a:rPr lang="de-DE" sz="1600" err="1">
                <a:highlight>
                  <a:srgbClr val="FFFF00"/>
                </a:highlight>
              </a:rPr>
              <a:t>KPI‘s</a:t>
            </a:r>
            <a:r>
              <a:rPr lang="de-DE" sz="1600">
                <a:highlight>
                  <a:srgbClr val="FFFF00"/>
                </a:highlight>
              </a:rPr>
              <a:t>)auf den nächsten Folien einbringen; SPO Übersicht über KI Systeme/Innovationen</a:t>
            </a:r>
          </a:p>
        </p:txBody>
      </p:sp>
    </p:spTree>
    <p:extLst>
      <p:ext uri="{BB962C8B-B14F-4D97-AF65-F5344CB8AC3E}">
        <p14:creationId xmlns:p14="http://schemas.microsoft.com/office/powerpoint/2010/main" val="3291143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1E537-CC5C-276C-9B33-348398CC7B4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D5B7A5D-DA4B-9F65-60DE-E2916B97AA2D}"/>
              </a:ext>
            </a:extLst>
          </p:cNvPr>
          <p:cNvSpPr>
            <a:spLocks noGrp="1"/>
          </p:cNvSpPr>
          <p:nvPr>
            <p:ph type="title"/>
          </p:nvPr>
        </p:nvSpPr>
        <p:spPr>
          <a:xfrm>
            <a:off x="479426" y="503546"/>
            <a:ext cx="8664574" cy="304699"/>
          </a:xfrm>
        </p:spPr>
        <p:txBody>
          <a:bodyPr/>
          <a:lstStyle/>
          <a:p>
            <a:endParaRPr lang="de-DE"/>
          </a:p>
        </p:txBody>
      </p:sp>
      <p:sp>
        <p:nvSpPr>
          <p:cNvPr id="3" name="Textplatzhalter 2">
            <a:extLst>
              <a:ext uri="{FF2B5EF4-FFF2-40B4-BE49-F238E27FC236}">
                <a16:creationId xmlns:a16="http://schemas.microsoft.com/office/drawing/2014/main" id="{37FA92A1-2AB6-EF7F-D933-E7E149D49A36}"/>
              </a:ext>
            </a:extLst>
          </p:cNvPr>
          <p:cNvSpPr>
            <a:spLocks noGrp="1"/>
          </p:cNvSpPr>
          <p:nvPr>
            <p:ph type="body" sz="quarter" idx="14"/>
          </p:nvPr>
        </p:nvSpPr>
        <p:spPr/>
        <p:txBody>
          <a:bodyPr/>
          <a:lstStyle/>
          <a:p>
            <a:endParaRPr lang="de-DE"/>
          </a:p>
        </p:txBody>
      </p:sp>
      <p:sp>
        <p:nvSpPr>
          <p:cNvPr id="4" name="Textplatzhalter 3">
            <a:extLst>
              <a:ext uri="{FF2B5EF4-FFF2-40B4-BE49-F238E27FC236}">
                <a16:creationId xmlns:a16="http://schemas.microsoft.com/office/drawing/2014/main" id="{5A3D83DD-D9E9-DFCC-EDC3-6AE7B3334720}"/>
              </a:ext>
            </a:extLst>
          </p:cNvPr>
          <p:cNvSpPr>
            <a:spLocks noGrp="1"/>
          </p:cNvSpPr>
          <p:nvPr>
            <p:ph type="body" sz="quarter" idx="15"/>
          </p:nvPr>
        </p:nvSpPr>
        <p:spPr/>
        <p:txBody>
          <a:bodyPr/>
          <a:lstStyle/>
          <a:p>
            <a:endParaRPr lang="de-DE"/>
          </a:p>
        </p:txBody>
      </p:sp>
    </p:spTree>
    <p:extLst>
      <p:ext uri="{BB962C8B-B14F-4D97-AF65-F5344CB8AC3E}">
        <p14:creationId xmlns:p14="http://schemas.microsoft.com/office/powerpoint/2010/main" val="3906736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3AC67-FD89-1BF8-C4F2-0AC1AAE013AC}"/>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2C5F2A6-C436-1D33-9A35-93ACC06EF331}"/>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27" imgH="327" progId="TCLayout.ActiveDocument.1">
                  <p:embed/>
                </p:oleObj>
              </mc:Choice>
              <mc:Fallback>
                <p:oleObj name="think-cell Folie" r:id="rId4" imgW="327" imgH="327" progId="TCLayout.ActiveDocument.1">
                  <p:embed/>
                  <p:pic>
                    <p:nvPicPr>
                      <p:cNvPr id="8" name="think-cell data - do not delete" hidden="1">
                        <a:extLst>
                          <a:ext uri="{FF2B5EF4-FFF2-40B4-BE49-F238E27FC236}">
                            <a16:creationId xmlns:a16="http://schemas.microsoft.com/office/drawing/2014/main" id="{32C5F2A6-C436-1D33-9A35-93ACC06EF33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cxnSp>
        <p:nvCxnSpPr>
          <p:cNvPr id="9" name="Gerader Verbinder 8">
            <a:extLst>
              <a:ext uri="{FF2B5EF4-FFF2-40B4-BE49-F238E27FC236}">
                <a16:creationId xmlns:a16="http://schemas.microsoft.com/office/drawing/2014/main" id="{71E795B1-DE06-3FE9-56AE-8BAE6AAA1B93}"/>
              </a:ext>
            </a:extLst>
          </p:cNvPr>
          <p:cNvCxnSpPr>
            <a:cxnSpLocks/>
          </p:cNvCxnSpPr>
          <p:nvPr/>
        </p:nvCxnSpPr>
        <p:spPr>
          <a:xfrm>
            <a:off x="3276934" y="160019"/>
            <a:ext cx="0" cy="1732652"/>
          </a:xfrm>
          <a:prstGeom prst="line">
            <a:avLst/>
          </a:prstGeom>
          <a:ln w="25400">
            <a:solidFill>
              <a:schemeClr val="tx1">
                <a:alpha val="99000"/>
              </a:schemeClr>
            </a:solidFill>
            <a:prstDash val="sysDot"/>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C7EB6B7-87C4-F94A-7559-D3D549B2FA92}"/>
              </a:ext>
            </a:extLst>
          </p:cNvPr>
          <p:cNvSpPr>
            <a:spLocks noGrp="1"/>
          </p:cNvSpPr>
          <p:nvPr>
            <p:ph type="title"/>
          </p:nvPr>
        </p:nvSpPr>
        <p:spPr>
          <a:xfrm>
            <a:off x="368214" y="408241"/>
            <a:ext cx="2927036" cy="780628"/>
          </a:xfrm>
        </p:spPr>
        <p:txBody>
          <a:bodyPr vert="horz" rIns="0"/>
          <a:lstStyle/>
          <a:p>
            <a:r>
              <a:rPr lang="de-DE" sz="2800">
                <a:latin typeface="STIHL Contraface Display Title" panose="02000600040000020004" pitchFamily="50" charset="0"/>
              </a:rPr>
              <a:t>Wer wir Sind</a:t>
            </a:r>
            <a:br>
              <a:rPr lang="de-DE" sz="3000">
                <a:latin typeface="STIHL Contraface Display Title" panose="02000600040000020004" pitchFamily="50" charset="0"/>
              </a:rPr>
            </a:br>
            <a:endParaRPr lang="en-US" sz="2000" b="0">
              <a:solidFill>
                <a:schemeClr val="accent2"/>
              </a:solidFill>
              <a:latin typeface="+mn-lt"/>
              <a:ea typeface="+mn-ea"/>
              <a:cs typeface="+mn-cs"/>
            </a:endParaRPr>
          </a:p>
        </p:txBody>
      </p:sp>
      <p:pic>
        <p:nvPicPr>
          <p:cNvPr id="29" name="Grafik 28" descr="Ein Bild, das Werkzeug, Design enthält.&#10;&#10;KI-generierte Inhalte können fehlerhaft sein.">
            <a:extLst>
              <a:ext uri="{FF2B5EF4-FFF2-40B4-BE49-F238E27FC236}">
                <a16:creationId xmlns:a16="http://schemas.microsoft.com/office/drawing/2014/main" id="{C8FD2479-A8A8-EBD9-392A-D8A9230A632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20939143">
            <a:off x="4913697" y="456924"/>
            <a:ext cx="1090779" cy="1090779"/>
          </a:xfrm>
          <a:prstGeom prst="rect">
            <a:avLst/>
          </a:prstGeom>
        </p:spPr>
      </p:pic>
      <p:cxnSp>
        <p:nvCxnSpPr>
          <p:cNvPr id="25" name="Gerader Verbinder 24">
            <a:extLst>
              <a:ext uri="{FF2B5EF4-FFF2-40B4-BE49-F238E27FC236}">
                <a16:creationId xmlns:a16="http://schemas.microsoft.com/office/drawing/2014/main" id="{B4861B8C-240D-4B06-25AA-E1078826650B}"/>
              </a:ext>
            </a:extLst>
          </p:cNvPr>
          <p:cNvCxnSpPr>
            <a:cxnSpLocks/>
          </p:cNvCxnSpPr>
          <p:nvPr/>
        </p:nvCxnSpPr>
        <p:spPr>
          <a:xfrm>
            <a:off x="479426" y="1925481"/>
            <a:ext cx="5616572" cy="7083"/>
          </a:xfrm>
          <a:prstGeom prst="line">
            <a:avLst/>
          </a:prstGeom>
          <a:ln w="25400">
            <a:solidFill>
              <a:schemeClr val="tx1">
                <a:alpha val="99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Gerader Verbinder 36">
            <a:extLst>
              <a:ext uri="{FF2B5EF4-FFF2-40B4-BE49-F238E27FC236}">
                <a16:creationId xmlns:a16="http://schemas.microsoft.com/office/drawing/2014/main" id="{7FDCFDFF-0080-FA61-45E5-8F2EB35BF1E0}"/>
              </a:ext>
            </a:extLst>
          </p:cNvPr>
          <p:cNvCxnSpPr>
            <a:cxnSpLocks/>
          </p:cNvCxnSpPr>
          <p:nvPr/>
        </p:nvCxnSpPr>
        <p:spPr>
          <a:xfrm flipV="1">
            <a:off x="479426" y="3400019"/>
            <a:ext cx="5616572" cy="12932"/>
          </a:xfrm>
          <a:prstGeom prst="line">
            <a:avLst/>
          </a:prstGeom>
          <a:ln w="25400">
            <a:solidFill>
              <a:schemeClr val="tx1">
                <a:alpha val="99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49" name="Grafik 48" descr="Aktualisieren Silhouette">
            <a:extLst>
              <a:ext uri="{FF2B5EF4-FFF2-40B4-BE49-F238E27FC236}">
                <a16:creationId xmlns:a16="http://schemas.microsoft.com/office/drawing/2014/main" id="{DE72712C-AF4E-5C71-098E-D052AD05CC1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7700810">
            <a:off x="1312816" y="863004"/>
            <a:ext cx="842496" cy="922423"/>
          </a:xfrm>
          <a:prstGeom prst="rect">
            <a:avLst/>
          </a:prstGeom>
        </p:spPr>
      </p:pic>
      <p:grpSp>
        <p:nvGrpSpPr>
          <p:cNvPr id="14" name="Gruppieren 13">
            <a:extLst>
              <a:ext uri="{FF2B5EF4-FFF2-40B4-BE49-F238E27FC236}">
                <a16:creationId xmlns:a16="http://schemas.microsoft.com/office/drawing/2014/main" id="{02FCF85A-6254-31D5-E0AE-36F1CCD54F88}"/>
              </a:ext>
            </a:extLst>
          </p:cNvPr>
          <p:cNvGrpSpPr/>
          <p:nvPr/>
        </p:nvGrpSpPr>
        <p:grpSpPr>
          <a:xfrm>
            <a:off x="1406256" y="997984"/>
            <a:ext cx="686676" cy="680490"/>
            <a:chOff x="6941577" y="4658080"/>
            <a:chExt cx="1148613" cy="1148613"/>
          </a:xfrm>
        </p:grpSpPr>
        <p:pic>
          <p:nvPicPr>
            <p:cNvPr id="47" name="Grafik 46" descr="Erde Silhouette">
              <a:extLst>
                <a:ext uri="{FF2B5EF4-FFF2-40B4-BE49-F238E27FC236}">
                  <a16:creationId xmlns:a16="http://schemas.microsoft.com/office/drawing/2014/main" id="{9E3F14F8-3AA9-B257-D40D-60969DF009E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941577" y="4658080"/>
              <a:ext cx="1148613" cy="1148613"/>
            </a:xfrm>
            <a:prstGeom prst="rect">
              <a:avLst/>
            </a:prstGeom>
          </p:spPr>
        </p:pic>
        <p:pic>
          <p:nvPicPr>
            <p:cNvPr id="51" name="Grafik 50" descr="Mann mit einfarbiger Füllung">
              <a:extLst>
                <a:ext uri="{FF2B5EF4-FFF2-40B4-BE49-F238E27FC236}">
                  <a16:creationId xmlns:a16="http://schemas.microsoft.com/office/drawing/2014/main" id="{735A9B61-677D-064A-B0DF-78E58491C91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278761" y="4813213"/>
              <a:ext cx="247692" cy="247692"/>
            </a:xfrm>
            <a:prstGeom prst="rect">
              <a:avLst/>
            </a:prstGeom>
          </p:spPr>
        </p:pic>
        <p:pic>
          <p:nvPicPr>
            <p:cNvPr id="52" name="Grafik 51" descr="Mann mit einfarbiger Füllung">
              <a:extLst>
                <a:ext uri="{FF2B5EF4-FFF2-40B4-BE49-F238E27FC236}">
                  <a16:creationId xmlns:a16="http://schemas.microsoft.com/office/drawing/2014/main" id="{CB893D85-1E4C-AA9D-F3D3-A9AAB97D78D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384770" y="5164081"/>
              <a:ext cx="247692" cy="247692"/>
            </a:xfrm>
            <a:prstGeom prst="rect">
              <a:avLst/>
            </a:prstGeom>
          </p:spPr>
        </p:pic>
        <p:pic>
          <p:nvPicPr>
            <p:cNvPr id="53" name="Grafik 52" descr="Mann mit einfarbiger Füllung">
              <a:extLst>
                <a:ext uri="{FF2B5EF4-FFF2-40B4-BE49-F238E27FC236}">
                  <a16:creationId xmlns:a16="http://schemas.microsoft.com/office/drawing/2014/main" id="{572972B3-99BE-3901-B07B-9339AE2D5D2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608872" y="4813213"/>
              <a:ext cx="247692" cy="247692"/>
            </a:xfrm>
            <a:prstGeom prst="rect">
              <a:avLst/>
            </a:prstGeom>
          </p:spPr>
        </p:pic>
        <p:pic>
          <p:nvPicPr>
            <p:cNvPr id="54" name="Grafik 53" descr="Mann mit einfarbiger Füllung">
              <a:extLst>
                <a:ext uri="{FF2B5EF4-FFF2-40B4-BE49-F238E27FC236}">
                  <a16:creationId xmlns:a16="http://schemas.microsoft.com/office/drawing/2014/main" id="{E62369F2-A86C-A45E-FCDB-B8B8837B541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608872" y="5283295"/>
              <a:ext cx="233413" cy="233413"/>
            </a:xfrm>
            <a:prstGeom prst="rect">
              <a:avLst/>
            </a:prstGeom>
          </p:spPr>
        </p:pic>
        <p:pic>
          <p:nvPicPr>
            <p:cNvPr id="55" name="Grafik 54" descr="Mann mit einfarbiger Füllung">
              <a:extLst>
                <a:ext uri="{FF2B5EF4-FFF2-40B4-BE49-F238E27FC236}">
                  <a16:creationId xmlns:a16="http://schemas.microsoft.com/office/drawing/2014/main" id="{13EF2FFF-2054-DD89-8B5C-692C3BC73D8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111997" y="5172653"/>
              <a:ext cx="247692" cy="247692"/>
            </a:xfrm>
            <a:prstGeom prst="rect">
              <a:avLst/>
            </a:prstGeom>
          </p:spPr>
        </p:pic>
      </p:grpSp>
      <p:pic>
        <p:nvPicPr>
          <p:cNvPr id="64" name="Grafik 63" descr="Ein Bild, das Karte, Entwurf, Schwarzweiß, Silhouette enthält.&#10;&#10;KI-generierte Inhalte können fehlerhaft sein.">
            <a:extLst>
              <a:ext uri="{FF2B5EF4-FFF2-40B4-BE49-F238E27FC236}">
                <a16:creationId xmlns:a16="http://schemas.microsoft.com/office/drawing/2014/main" id="{AB17287E-8A80-05DD-1253-EEA6E520191F}"/>
              </a:ext>
            </a:extLst>
          </p:cNvPr>
          <p:cNvPicPr>
            <a:picLocks noChangeAspect="1"/>
          </p:cNvPicPr>
          <p:nvPr/>
        </p:nvPicPr>
        <p:blipFill>
          <a:blip r:embed="rId10" cstate="print">
            <a:extLst>
              <a:ext uri="{28A0092B-C50C-407E-A947-70E740481C1C}">
                <a14:useLocalDpi xmlns:a14="http://schemas.microsoft.com/office/drawing/2010/main" val="0"/>
              </a:ext>
            </a:extLst>
          </a:blip>
          <a:srcRect t="10020"/>
          <a:stretch/>
        </p:blipFill>
        <p:spPr>
          <a:xfrm>
            <a:off x="1202036" y="3472750"/>
            <a:ext cx="4149796" cy="2489340"/>
          </a:xfrm>
          <a:prstGeom prst="rect">
            <a:avLst/>
          </a:prstGeom>
        </p:spPr>
      </p:pic>
      <p:sp>
        <p:nvSpPr>
          <p:cNvPr id="58" name="Textfeld 57">
            <a:extLst>
              <a:ext uri="{FF2B5EF4-FFF2-40B4-BE49-F238E27FC236}">
                <a16:creationId xmlns:a16="http://schemas.microsoft.com/office/drawing/2014/main" id="{C4BA3D5A-46A7-718C-ADF1-4018075E2F32}"/>
              </a:ext>
            </a:extLst>
          </p:cNvPr>
          <p:cNvSpPr txBox="1"/>
          <p:nvPr/>
        </p:nvSpPr>
        <p:spPr>
          <a:xfrm>
            <a:off x="478703" y="5841959"/>
            <a:ext cx="1817338" cy="692497"/>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STIHL Contraface Text"/>
                <a:ea typeface="+mn-ea"/>
                <a:cs typeface="+mn-cs"/>
              </a:rPr>
              <a:t>IT Regional Center in</a:t>
            </a:r>
          </a:p>
          <a:p>
            <a:pPr marL="0" marR="0" lvl="0" indent="0" algn="ctr" defTabSz="914400" rtl="0" eaLnBrk="1" fontAlgn="auto" latinLnBrk="0" hangingPunct="1">
              <a:lnSpc>
                <a:spcPct val="90000"/>
              </a:lnSpc>
              <a:spcBef>
                <a:spcPts val="0"/>
              </a:spcBef>
              <a:spcAft>
                <a:spcPts val="0"/>
              </a:spcAft>
              <a:buClrTx/>
              <a:buSzTx/>
              <a:buFontTx/>
              <a:buNone/>
              <a:tabLst/>
              <a:defRPr/>
            </a:pPr>
            <a:r>
              <a:rPr lang="de-DE" sz="3000" b="1">
                <a:solidFill>
                  <a:srgbClr val="F37A1F"/>
                </a:solidFill>
                <a:latin typeface="STIHL Contraface Text"/>
              </a:rPr>
              <a:t>2</a:t>
            </a:r>
            <a:endParaRPr kumimoji="0" lang="de-DE" sz="3000" b="1" i="0" u="none" strike="noStrike" kern="1200" cap="none" spc="0" normalizeH="0" baseline="0" noProof="0">
              <a:ln>
                <a:noFill/>
              </a:ln>
              <a:solidFill>
                <a:srgbClr val="F37A1F"/>
              </a:solidFill>
              <a:effectLst/>
              <a:uLnTx/>
              <a:uFillTx/>
              <a:latin typeface="STIHL Contraface Text"/>
              <a:ea typeface="+mn-ea"/>
              <a:cs typeface="+mn-cs"/>
            </a:endParaRPr>
          </a:p>
          <a:p>
            <a:pPr marL="0" marR="0" lvl="0" indent="0" algn="ctr" defTabSz="914400" rtl="0" eaLnBrk="1" fontAlgn="auto" latinLnBrk="0" hangingPunct="1">
              <a:lnSpc>
                <a:spcPct val="90000"/>
              </a:lnSpc>
              <a:spcBef>
                <a:spcPts val="0"/>
              </a:spcBef>
              <a:spcAft>
                <a:spcPts val="0"/>
              </a:spcAft>
              <a:buClrTx/>
              <a:buSzTx/>
              <a:buFontTx/>
              <a:buNone/>
              <a:tabLst/>
              <a:defRPr/>
            </a:pPr>
            <a:r>
              <a:rPr lang="de-DE" sz="1000">
                <a:solidFill>
                  <a:prstClr val="black"/>
                </a:solidFill>
                <a:latin typeface="STIHL Contraface Text"/>
              </a:rPr>
              <a:t>Ländern</a:t>
            </a:r>
            <a:endParaRPr kumimoji="0" lang="de-DE" sz="500" b="0" i="0" u="none" strike="noStrike" kern="1200" cap="none" spc="0" normalizeH="0" baseline="0" noProof="0">
              <a:ln>
                <a:noFill/>
              </a:ln>
              <a:solidFill>
                <a:prstClr val="black"/>
              </a:solidFill>
              <a:effectLst/>
              <a:uLnTx/>
              <a:uFillTx/>
              <a:latin typeface="STIHL Contraface Text"/>
              <a:ea typeface="+mn-ea"/>
              <a:cs typeface="+mn-cs"/>
            </a:endParaRPr>
          </a:p>
        </p:txBody>
      </p:sp>
      <p:sp>
        <p:nvSpPr>
          <p:cNvPr id="59" name="Textfeld 58">
            <a:extLst>
              <a:ext uri="{FF2B5EF4-FFF2-40B4-BE49-F238E27FC236}">
                <a16:creationId xmlns:a16="http://schemas.microsoft.com/office/drawing/2014/main" id="{16C2D2BA-AB61-FEFD-100E-C1BDF31475F3}"/>
              </a:ext>
            </a:extLst>
          </p:cNvPr>
          <p:cNvSpPr txBox="1"/>
          <p:nvPr/>
        </p:nvSpPr>
        <p:spPr>
          <a:xfrm>
            <a:off x="4038548" y="5847322"/>
            <a:ext cx="1817338" cy="692497"/>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STIHL Contraface Text"/>
                <a:ea typeface="+mn-ea"/>
                <a:cs typeface="+mn-cs"/>
              </a:rPr>
              <a:t>und</a:t>
            </a:r>
          </a:p>
          <a:p>
            <a:pPr marL="0" marR="0" lvl="0" indent="0" algn="ctr" defTabSz="914400" rtl="0" eaLnBrk="1" fontAlgn="auto" latinLnBrk="0" hangingPunct="1">
              <a:lnSpc>
                <a:spcPct val="90000"/>
              </a:lnSpc>
              <a:spcBef>
                <a:spcPts val="0"/>
              </a:spcBef>
              <a:spcAft>
                <a:spcPts val="0"/>
              </a:spcAft>
              <a:buClrTx/>
              <a:buSzTx/>
              <a:buFontTx/>
              <a:buNone/>
              <a:tabLst/>
              <a:defRPr/>
            </a:pPr>
            <a:r>
              <a:rPr lang="de-DE" sz="3000" b="1">
                <a:solidFill>
                  <a:srgbClr val="F37A1F"/>
                </a:solidFill>
                <a:latin typeface="STIHL Contraface Text"/>
              </a:rPr>
              <a:t>10</a:t>
            </a:r>
            <a:endParaRPr kumimoji="0" lang="de-DE" sz="3000" b="1" i="0" u="none" strike="noStrike" kern="1200" cap="none" spc="0" normalizeH="0" baseline="0" noProof="0">
              <a:ln>
                <a:noFill/>
              </a:ln>
              <a:solidFill>
                <a:srgbClr val="F37A1F"/>
              </a:solidFill>
              <a:effectLst/>
              <a:uLnTx/>
              <a:uFillTx/>
              <a:latin typeface="STIHL Contraface Text"/>
              <a:ea typeface="+mn-ea"/>
              <a:cs typeface="+mn-cs"/>
            </a:endParaRP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STIHL Contraface Text"/>
                <a:ea typeface="+mn-ea"/>
                <a:cs typeface="+mn-cs"/>
              </a:rPr>
              <a:t>Globale IT Mitarbeitende</a:t>
            </a:r>
            <a:endParaRPr kumimoji="0" lang="de-DE" sz="500" b="0" i="0" u="none" strike="noStrike" kern="1200" cap="none" spc="0" normalizeH="0" baseline="0" noProof="0">
              <a:ln>
                <a:noFill/>
              </a:ln>
              <a:solidFill>
                <a:prstClr val="black"/>
              </a:solidFill>
              <a:effectLst/>
              <a:uLnTx/>
              <a:uFillTx/>
              <a:latin typeface="STIHL Contraface Text"/>
              <a:ea typeface="+mn-ea"/>
              <a:cs typeface="+mn-cs"/>
            </a:endParaRPr>
          </a:p>
        </p:txBody>
      </p:sp>
      <p:grpSp>
        <p:nvGrpSpPr>
          <p:cNvPr id="70" name="Gruppieren 69">
            <a:extLst>
              <a:ext uri="{FF2B5EF4-FFF2-40B4-BE49-F238E27FC236}">
                <a16:creationId xmlns:a16="http://schemas.microsoft.com/office/drawing/2014/main" id="{66DA975D-C2F8-74AC-3B24-4482D06CC575}"/>
              </a:ext>
            </a:extLst>
          </p:cNvPr>
          <p:cNvGrpSpPr/>
          <p:nvPr/>
        </p:nvGrpSpPr>
        <p:grpSpPr>
          <a:xfrm>
            <a:off x="3076075" y="3850512"/>
            <a:ext cx="172742" cy="172742"/>
            <a:chOff x="935444" y="4146329"/>
            <a:chExt cx="172742" cy="172742"/>
          </a:xfrm>
        </p:grpSpPr>
        <p:sp>
          <p:nvSpPr>
            <p:cNvPr id="68" name="Träne 67">
              <a:extLst>
                <a:ext uri="{FF2B5EF4-FFF2-40B4-BE49-F238E27FC236}">
                  <a16:creationId xmlns:a16="http://schemas.microsoft.com/office/drawing/2014/main" id="{E246A174-84EE-5307-935F-3C185A41F6E6}"/>
                </a:ext>
              </a:extLst>
            </p:cNvPr>
            <p:cNvSpPr/>
            <p:nvPr/>
          </p:nvSpPr>
          <p:spPr>
            <a:xfrm rot="8363439">
              <a:off x="935444" y="4146329"/>
              <a:ext cx="172742" cy="172742"/>
            </a:xfrm>
            <a:prstGeom prst="teardrop">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sp>
          <p:nvSpPr>
            <p:cNvPr id="69" name="Ellipse 68">
              <a:extLst>
                <a:ext uri="{FF2B5EF4-FFF2-40B4-BE49-F238E27FC236}">
                  <a16:creationId xmlns:a16="http://schemas.microsoft.com/office/drawing/2014/main" id="{E62C0F5A-4B16-3B62-D1B0-92CD6EEAFE78}"/>
                </a:ext>
              </a:extLst>
            </p:cNvPr>
            <p:cNvSpPr/>
            <p:nvPr/>
          </p:nvSpPr>
          <p:spPr>
            <a:xfrm>
              <a:off x="977004" y="4187889"/>
              <a:ext cx="89622" cy="89622"/>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grpSp>
      <p:sp>
        <p:nvSpPr>
          <p:cNvPr id="82" name="Textfeld 81">
            <a:extLst>
              <a:ext uri="{FF2B5EF4-FFF2-40B4-BE49-F238E27FC236}">
                <a16:creationId xmlns:a16="http://schemas.microsoft.com/office/drawing/2014/main" id="{1E0EFEC9-D14C-7311-A5C8-1BD6E52C4361}"/>
              </a:ext>
            </a:extLst>
          </p:cNvPr>
          <p:cNvSpPr txBox="1"/>
          <p:nvPr/>
        </p:nvSpPr>
        <p:spPr>
          <a:xfrm>
            <a:off x="3040657" y="3657884"/>
            <a:ext cx="287437" cy="221599"/>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400"/>
              </a:spcBef>
              <a:spcAft>
                <a:spcPts val="0"/>
              </a:spcAft>
              <a:buClrTx/>
              <a:buSzTx/>
              <a:buFontTx/>
              <a:buNone/>
              <a:tabLst/>
              <a:defRPr/>
            </a:pPr>
            <a:r>
              <a:rPr kumimoji="0" lang="de-DE" sz="1600" b="1" i="0" u="none" strike="noStrike" kern="1200" cap="none" spc="0" normalizeH="0" baseline="0" noProof="0">
                <a:ln>
                  <a:noFill/>
                </a:ln>
                <a:solidFill>
                  <a:srgbClr val="F37A1F"/>
                </a:solidFill>
                <a:effectLst/>
                <a:uLnTx/>
                <a:uFillTx/>
                <a:latin typeface="STIHL Contraface Text"/>
                <a:ea typeface="+mn-ea"/>
                <a:cs typeface="+mn-cs"/>
              </a:rPr>
              <a:t>DE</a:t>
            </a:r>
            <a:endParaRPr kumimoji="0" lang="en-US" sz="1600" b="1" i="0" u="none" strike="noStrike" kern="1200" cap="none" spc="0" normalizeH="0" baseline="0" noProof="0" err="1">
              <a:ln>
                <a:noFill/>
              </a:ln>
              <a:solidFill>
                <a:srgbClr val="F37A1F"/>
              </a:solidFill>
              <a:effectLst/>
              <a:uLnTx/>
              <a:uFillTx/>
              <a:latin typeface="STIHL Contraface Text"/>
              <a:ea typeface="+mn-ea"/>
              <a:cs typeface="+mn-cs"/>
            </a:endParaRPr>
          </a:p>
        </p:txBody>
      </p:sp>
      <p:grpSp>
        <p:nvGrpSpPr>
          <p:cNvPr id="88" name="Gruppieren 87">
            <a:extLst>
              <a:ext uri="{FF2B5EF4-FFF2-40B4-BE49-F238E27FC236}">
                <a16:creationId xmlns:a16="http://schemas.microsoft.com/office/drawing/2014/main" id="{757A355B-5BC4-441E-141D-2C5D5466E47A}"/>
              </a:ext>
            </a:extLst>
          </p:cNvPr>
          <p:cNvGrpSpPr/>
          <p:nvPr/>
        </p:nvGrpSpPr>
        <p:grpSpPr>
          <a:xfrm>
            <a:off x="4526336" y="4482518"/>
            <a:ext cx="172742" cy="172742"/>
            <a:chOff x="935444" y="4146329"/>
            <a:chExt cx="172742" cy="172742"/>
          </a:xfrm>
        </p:grpSpPr>
        <p:sp>
          <p:nvSpPr>
            <p:cNvPr id="89" name="Träne 88">
              <a:extLst>
                <a:ext uri="{FF2B5EF4-FFF2-40B4-BE49-F238E27FC236}">
                  <a16:creationId xmlns:a16="http://schemas.microsoft.com/office/drawing/2014/main" id="{A797E8EB-ECA9-0EBA-22D7-60F1124479A3}"/>
                </a:ext>
              </a:extLst>
            </p:cNvPr>
            <p:cNvSpPr/>
            <p:nvPr/>
          </p:nvSpPr>
          <p:spPr>
            <a:xfrm rot="8363439">
              <a:off x="935444" y="4146329"/>
              <a:ext cx="172742" cy="172742"/>
            </a:xfrm>
            <a:prstGeom prst="teardrop">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sp>
          <p:nvSpPr>
            <p:cNvPr id="90" name="Ellipse 89">
              <a:extLst>
                <a:ext uri="{FF2B5EF4-FFF2-40B4-BE49-F238E27FC236}">
                  <a16:creationId xmlns:a16="http://schemas.microsoft.com/office/drawing/2014/main" id="{096DEA02-0221-7020-967A-6A33E19F881D}"/>
                </a:ext>
              </a:extLst>
            </p:cNvPr>
            <p:cNvSpPr/>
            <p:nvPr/>
          </p:nvSpPr>
          <p:spPr>
            <a:xfrm>
              <a:off x="977004" y="4187889"/>
              <a:ext cx="89622" cy="89622"/>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grpSp>
      <p:sp>
        <p:nvSpPr>
          <p:cNvPr id="91" name="Textfeld 90">
            <a:extLst>
              <a:ext uri="{FF2B5EF4-FFF2-40B4-BE49-F238E27FC236}">
                <a16:creationId xmlns:a16="http://schemas.microsoft.com/office/drawing/2014/main" id="{0829E32D-1671-800D-44E2-35B9600774D6}"/>
              </a:ext>
            </a:extLst>
          </p:cNvPr>
          <p:cNvSpPr txBox="1"/>
          <p:nvPr/>
        </p:nvSpPr>
        <p:spPr>
          <a:xfrm>
            <a:off x="4738263" y="4502900"/>
            <a:ext cx="438151" cy="221599"/>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400"/>
              </a:spcBef>
              <a:spcAft>
                <a:spcPts val="0"/>
              </a:spcAft>
              <a:buClrTx/>
              <a:buSzTx/>
              <a:buFontTx/>
              <a:buNone/>
              <a:tabLst/>
              <a:defRPr/>
            </a:pPr>
            <a:r>
              <a:rPr kumimoji="0" lang="de-DE" sz="1600" b="1" i="0" u="none" strike="noStrike" kern="1200" cap="none" spc="0" normalizeH="0" baseline="0" noProof="0">
                <a:ln>
                  <a:noFill/>
                </a:ln>
                <a:solidFill>
                  <a:srgbClr val="F37A1F"/>
                </a:solidFill>
                <a:effectLst/>
                <a:uLnTx/>
                <a:uFillTx/>
                <a:latin typeface="STIHL Contraface Text"/>
                <a:ea typeface="+mn-ea"/>
                <a:cs typeface="+mn-cs"/>
              </a:rPr>
              <a:t>PHL</a:t>
            </a:r>
            <a:endParaRPr kumimoji="0" lang="en-US" sz="1600" b="1" i="0" u="none" strike="noStrike" kern="1200" cap="none" spc="0" normalizeH="0" baseline="0" noProof="0">
              <a:ln>
                <a:noFill/>
              </a:ln>
              <a:solidFill>
                <a:srgbClr val="F37A1F"/>
              </a:solidFill>
              <a:effectLst/>
              <a:uLnTx/>
              <a:uFillTx/>
              <a:latin typeface="STIHL Contraface Text"/>
              <a:ea typeface="+mn-ea"/>
              <a:cs typeface="+mn-cs"/>
            </a:endParaRPr>
          </a:p>
        </p:txBody>
      </p:sp>
      <p:grpSp>
        <p:nvGrpSpPr>
          <p:cNvPr id="93" name="Gruppieren 92">
            <a:extLst>
              <a:ext uri="{FF2B5EF4-FFF2-40B4-BE49-F238E27FC236}">
                <a16:creationId xmlns:a16="http://schemas.microsoft.com/office/drawing/2014/main" id="{4214D80E-2DBB-6438-C0AF-C44E20CDDFF1}"/>
              </a:ext>
            </a:extLst>
          </p:cNvPr>
          <p:cNvGrpSpPr/>
          <p:nvPr/>
        </p:nvGrpSpPr>
        <p:grpSpPr>
          <a:xfrm>
            <a:off x="2400084" y="4959050"/>
            <a:ext cx="172742" cy="172742"/>
            <a:chOff x="935444" y="4146329"/>
            <a:chExt cx="172742" cy="172742"/>
          </a:xfrm>
        </p:grpSpPr>
        <p:sp>
          <p:nvSpPr>
            <p:cNvPr id="94" name="Träne 93">
              <a:extLst>
                <a:ext uri="{FF2B5EF4-FFF2-40B4-BE49-F238E27FC236}">
                  <a16:creationId xmlns:a16="http://schemas.microsoft.com/office/drawing/2014/main" id="{5E6087F7-4A1F-B2AA-819C-291ED7DE2614}"/>
                </a:ext>
              </a:extLst>
            </p:cNvPr>
            <p:cNvSpPr/>
            <p:nvPr/>
          </p:nvSpPr>
          <p:spPr>
            <a:xfrm rot="8363439">
              <a:off x="935444" y="4146329"/>
              <a:ext cx="172742" cy="172742"/>
            </a:xfrm>
            <a:prstGeom prst="teardrop">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sp>
          <p:nvSpPr>
            <p:cNvPr id="95" name="Ellipse 94">
              <a:extLst>
                <a:ext uri="{FF2B5EF4-FFF2-40B4-BE49-F238E27FC236}">
                  <a16:creationId xmlns:a16="http://schemas.microsoft.com/office/drawing/2014/main" id="{26CD4BD5-0877-1E1F-8638-12436FBC003A}"/>
                </a:ext>
              </a:extLst>
            </p:cNvPr>
            <p:cNvSpPr/>
            <p:nvPr/>
          </p:nvSpPr>
          <p:spPr>
            <a:xfrm>
              <a:off x="977004" y="4187889"/>
              <a:ext cx="89622" cy="89622"/>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grpSp>
      <p:sp>
        <p:nvSpPr>
          <p:cNvPr id="96" name="Textfeld 95">
            <a:extLst>
              <a:ext uri="{FF2B5EF4-FFF2-40B4-BE49-F238E27FC236}">
                <a16:creationId xmlns:a16="http://schemas.microsoft.com/office/drawing/2014/main" id="{FB1C86CA-BEA1-6FA0-79B6-C48A7C0015B3}"/>
              </a:ext>
            </a:extLst>
          </p:cNvPr>
          <p:cNvSpPr txBox="1"/>
          <p:nvPr/>
        </p:nvSpPr>
        <p:spPr>
          <a:xfrm>
            <a:off x="2350893" y="4749111"/>
            <a:ext cx="271124" cy="221599"/>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400"/>
              </a:spcBef>
              <a:spcAft>
                <a:spcPts val="0"/>
              </a:spcAft>
              <a:buClrTx/>
              <a:buSzTx/>
              <a:buFontTx/>
              <a:buNone/>
              <a:tabLst/>
              <a:defRPr/>
            </a:pPr>
            <a:r>
              <a:rPr kumimoji="0" lang="de-DE" sz="1600" b="1" i="0" u="none" strike="noStrike" kern="1200" cap="none" spc="0" normalizeH="0" baseline="0" noProof="0">
                <a:ln>
                  <a:noFill/>
                </a:ln>
                <a:solidFill>
                  <a:srgbClr val="F37A1F"/>
                </a:solidFill>
                <a:effectLst/>
                <a:uLnTx/>
                <a:uFillTx/>
                <a:latin typeface="STIHL Contraface Text"/>
                <a:ea typeface="+mn-ea"/>
                <a:cs typeface="+mn-cs"/>
              </a:rPr>
              <a:t>BR</a:t>
            </a:r>
            <a:endParaRPr kumimoji="0" lang="en-US" sz="1600" b="1" i="0" u="none" strike="noStrike" kern="1200" cap="none" spc="0" normalizeH="0" baseline="0" noProof="0" err="1">
              <a:ln>
                <a:noFill/>
              </a:ln>
              <a:solidFill>
                <a:srgbClr val="F37A1F"/>
              </a:solidFill>
              <a:effectLst/>
              <a:uLnTx/>
              <a:uFillTx/>
              <a:latin typeface="STIHL Contraface Text"/>
              <a:ea typeface="+mn-ea"/>
              <a:cs typeface="+mn-cs"/>
            </a:endParaRPr>
          </a:p>
        </p:txBody>
      </p:sp>
      <p:sp>
        <p:nvSpPr>
          <p:cNvPr id="3" name="Rechteck 2">
            <a:extLst>
              <a:ext uri="{FF2B5EF4-FFF2-40B4-BE49-F238E27FC236}">
                <a16:creationId xmlns:a16="http://schemas.microsoft.com/office/drawing/2014/main" id="{02A66904-8B93-EB49-95F3-76E9BAB32B37}"/>
              </a:ext>
            </a:extLst>
          </p:cNvPr>
          <p:cNvSpPr/>
          <p:nvPr/>
        </p:nvSpPr>
        <p:spPr>
          <a:xfrm>
            <a:off x="5679586" y="-2916"/>
            <a:ext cx="858334" cy="170554"/>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cxnSp>
        <p:nvCxnSpPr>
          <p:cNvPr id="12" name="Gerader Verbinder 11">
            <a:extLst>
              <a:ext uri="{FF2B5EF4-FFF2-40B4-BE49-F238E27FC236}">
                <a16:creationId xmlns:a16="http://schemas.microsoft.com/office/drawing/2014/main" id="{D371C63A-C1A5-D1E5-D16B-E292912ECA87}"/>
              </a:ext>
            </a:extLst>
          </p:cNvPr>
          <p:cNvCxnSpPr/>
          <p:nvPr/>
        </p:nvCxnSpPr>
        <p:spPr>
          <a:xfrm>
            <a:off x="6096000" y="167638"/>
            <a:ext cx="0" cy="6120000"/>
          </a:xfrm>
          <a:prstGeom prst="line">
            <a:avLst/>
          </a:prstGeom>
          <a:ln w="25400">
            <a:solidFill>
              <a:schemeClr val="tx1">
                <a:alpha val="99000"/>
              </a:schemeClr>
            </a:solidFill>
            <a:prstDash val="sysDot"/>
          </a:ln>
        </p:spPr>
        <p:style>
          <a:lnRef idx="1">
            <a:schemeClr val="accent1"/>
          </a:lnRef>
          <a:fillRef idx="0">
            <a:schemeClr val="accent1"/>
          </a:fillRef>
          <a:effectRef idx="0">
            <a:schemeClr val="accent1"/>
          </a:effectRef>
          <a:fontRef idx="minor">
            <a:schemeClr val="tx1"/>
          </a:fontRef>
        </p:style>
      </p:cxnSp>
      <p:sp>
        <p:nvSpPr>
          <p:cNvPr id="10" name="Textfeld 9">
            <a:extLst>
              <a:ext uri="{FF2B5EF4-FFF2-40B4-BE49-F238E27FC236}">
                <a16:creationId xmlns:a16="http://schemas.microsoft.com/office/drawing/2014/main" id="{DB3EABD6-D52B-6D99-9EE9-682DC241852F}"/>
              </a:ext>
            </a:extLst>
          </p:cNvPr>
          <p:cNvSpPr txBox="1"/>
          <p:nvPr/>
        </p:nvSpPr>
        <p:spPr>
          <a:xfrm>
            <a:off x="3477439" y="434502"/>
            <a:ext cx="1516093" cy="1144347"/>
          </a:xfrm>
          <a:prstGeom prst="rect">
            <a:avLst/>
          </a:prstGeom>
          <a:noFill/>
        </p:spPr>
        <p:txBody>
          <a:bodyPr wrap="square" lIns="18000" tIns="18000" rIns="18000" bIns="18000" rtlCol="0">
            <a:spAutoFit/>
          </a:bodyPr>
          <a:lstStyle/>
          <a:p>
            <a:pPr>
              <a:lnSpc>
                <a:spcPct val="90000"/>
              </a:lnSpc>
              <a:spcBef>
                <a:spcPts val="400"/>
              </a:spcBef>
            </a:pPr>
            <a:r>
              <a:rPr lang="de-DE" sz="2000" b="1">
                <a:solidFill>
                  <a:schemeClr val="accent2"/>
                </a:solidFill>
              </a:rPr>
              <a:t>IPS: </a:t>
            </a:r>
            <a:br>
              <a:rPr lang="de-DE" sz="2000" b="1">
                <a:solidFill>
                  <a:schemeClr val="accent2"/>
                </a:solidFill>
              </a:rPr>
            </a:br>
            <a:r>
              <a:rPr lang="de-DE" sz="2000" b="1">
                <a:solidFill>
                  <a:schemeClr val="accent2"/>
                </a:solidFill>
              </a:rPr>
              <a:t>EFFICIENT.</a:t>
            </a:r>
            <a:br>
              <a:rPr lang="de-DE" sz="2000" b="1">
                <a:solidFill>
                  <a:schemeClr val="accent2"/>
                </a:solidFill>
              </a:rPr>
            </a:br>
            <a:r>
              <a:rPr lang="de-DE" sz="2000" b="1">
                <a:solidFill>
                  <a:schemeClr val="accent2"/>
                </a:solidFill>
              </a:rPr>
              <a:t>RELIABLE.</a:t>
            </a:r>
            <a:br>
              <a:rPr lang="de-DE" sz="2000" b="1">
                <a:solidFill>
                  <a:schemeClr val="accent2"/>
                </a:solidFill>
              </a:rPr>
            </a:br>
            <a:r>
              <a:rPr lang="de-DE" sz="2000" b="1">
                <a:solidFill>
                  <a:schemeClr val="accent2"/>
                </a:solidFill>
              </a:rPr>
              <a:t>SECURE.</a:t>
            </a:r>
            <a:endParaRPr lang="de-DE" sz="2000" b="1"/>
          </a:p>
        </p:txBody>
      </p:sp>
      <p:sp>
        <p:nvSpPr>
          <p:cNvPr id="28" name="Title 1">
            <a:extLst>
              <a:ext uri="{FF2B5EF4-FFF2-40B4-BE49-F238E27FC236}">
                <a16:creationId xmlns:a16="http://schemas.microsoft.com/office/drawing/2014/main" id="{20BE23AB-1F3F-E8D3-FD82-9074F2C20B40}"/>
              </a:ext>
            </a:extLst>
          </p:cNvPr>
          <p:cNvSpPr txBox="1">
            <a:spLocks/>
          </p:cNvSpPr>
          <p:nvPr/>
        </p:nvSpPr>
        <p:spPr>
          <a:xfrm>
            <a:off x="7198469" y="368670"/>
            <a:ext cx="2927036" cy="780628"/>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de-DE" sz="2200" b="1" kern="1200" cap="none" baseline="0" dirty="0">
                <a:solidFill>
                  <a:schemeClr val="tx1"/>
                </a:solidFill>
                <a:latin typeface="+mj-lt"/>
                <a:ea typeface="+mj-ea"/>
                <a:cs typeface="+mj-cs"/>
              </a:defRPr>
            </a:lvl1pPr>
          </a:lstStyle>
          <a:p>
            <a:r>
              <a:rPr lang="de-DE" sz="2800">
                <a:latin typeface="STIHL Contraface Display Title" panose="02000600040000020004" pitchFamily="50" charset="0"/>
              </a:rPr>
              <a:t>STRATEGIE</a:t>
            </a:r>
            <a:endParaRPr lang="de-DE" sz="2000" b="0">
              <a:solidFill>
                <a:schemeClr val="accent2"/>
              </a:solidFill>
              <a:latin typeface="+mn-lt"/>
              <a:ea typeface="+mn-ea"/>
              <a:cs typeface="+mn-cs"/>
            </a:endParaRPr>
          </a:p>
        </p:txBody>
      </p:sp>
      <p:grpSp>
        <p:nvGrpSpPr>
          <p:cNvPr id="63" name="METRO ICON - target">
            <a:extLst>
              <a:ext uri="{FF2B5EF4-FFF2-40B4-BE49-F238E27FC236}">
                <a16:creationId xmlns:a16="http://schemas.microsoft.com/office/drawing/2014/main" id="{6D0778F6-591A-4328-2FCD-CCEA7C8D2E42}"/>
              </a:ext>
            </a:extLst>
          </p:cNvPr>
          <p:cNvGrpSpPr>
            <a:grpSpLocks noChangeAspect="1"/>
          </p:cNvGrpSpPr>
          <p:nvPr/>
        </p:nvGrpSpPr>
        <p:grpSpPr bwMode="gray">
          <a:xfrm flipH="1">
            <a:off x="6265971" y="221683"/>
            <a:ext cx="770201" cy="665880"/>
            <a:chOff x="7062583" y="1558958"/>
            <a:chExt cx="632912" cy="540715"/>
          </a:xfrm>
          <a:solidFill>
            <a:schemeClr val="accent2"/>
          </a:solidFill>
        </p:grpSpPr>
        <p:sp>
          <p:nvSpPr>
            <p:cNvPr id="65" name="Freeform 6">
              <a:extLst>
                <a:ext uri="{FF2B5EF4-FFF2-40B4-BE49-F238E27FC236}">
                  <a16:creationId xmlns:a16="http://schemas.microsoft.com/office/drawing/2014/main" id="{2115BCC9-F126-4ECF-286F-6551AC94F936}"/>
                </a:ext>
              </a:extLst>
            </p:cNvPr>
            <p:cNvSpPr>
              <a:spLocks/>
            </p:cNvSpPr>
            <p:nvPr/>
          </p:nvSpPr>
          <p:spPr bwMode="gray">
            <a:xfrm>
              <a:off x="7062583" y="1558958"/>
              <a:ext cx="528257" cy="540715"/>
            </a:xfrm>
            <a:custGeom>
              <a:avLst/>
              <a:gdLst>
                <a:gd name="T0" fmla="*/ 286 w 298"/>
                <a:gd name="T1" fmla="*/ 124 h 303"/>
                <a:gd name="T2" fmla="*/ 205 w 298"/>
                <a:gd name="T3" fmla="*/ 276 h 303"/>
                <a:gd name="T4" fmla="*/ 33 w 298"/>
                <a:gd name="T5" fmla="*/ 215 h 303"/>
                <a:gd name="T6" fmla="*/ 77 w 298"/>
                <a:gd name="T7" fmla="*/ 38 h 303"/>
                <a:gd name="T8" fmla="*/ 244 w 298"/>
                <a:gd name="T9" fmla="*/ 50 h 303"/>
                <a:gd name="T10" fmla="*/ 227 w 298"/>
                <a:gd name="T11" fmla="*/ 69 h 303"/>
                <a:gd name="T12" fmla="*/ 205 w 298"/>
                <a:gd name="T13" fmla="*/ 55 h 303"/>
                <a:gd name="T14" fmla="*/ 100 w 298"/>
                <a:gd name="T15" fmla="*/ 55 h 303"/>
                <a:gd name="T16" fmla="*/ 45 w 298"/>
                <a:gd name="T17" fmla="*/ 130 h 303"/>
                <a:gd name="T18" fmla="*/ 126 w 298"/>
                <a:gd name="T19" fmla="*/ 256 h 303"/>
                <a:gd name="T20" fmla="*/ 261 w 298"/>
                <a:gd name="T21" fmla="*/ 167 h 303"/>
                <a:gd name="T22" fmla="*/ 260 w 298"/>
                <a:gd name="T23" fmla="*/ 132 h 303"/>
                <a:gd name="T24" fmla="*/ 263 w 298"/>
                <a:gd name="T25" fmla="*/ 127 h 303"/>
                <a:gd name="T26" fmla="*/ 286 w 298"/>
                <a:gd name="T27" fmla="*/ 124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8" h="303">
                  <a:moveTo>
                    <a:pt x="286" y="124"/>
                  </a:moveTo>
                  <a:cubicBezTo>
                    <a:pt x="298" y="182"/>
                    <a:pt x="268" y="249"/>
                    <a:pt x="205" y="276"/>
                  </a:cubicBezTo>
                  <a:cubicBezTo>
                    <a:pt x="141" y="303"/>
                    <a:pt x="66" y="276"/>
                    <a:pt x="33" y="215"/>
                  </a:cubicBezTo>
                  <a:cubicBezTo>
                    <a:pt x="0" y="154"/>
                    <a:pt x="18" y="79"/>
                    <a:pt x="77" y="38"/>
                  </a:cubicBezTo>
                  <a:cubicBezTo>
                    <a:pt x="133" y="0"/>
                    <a:pt x="203" y="12"/>
                    <a:pt x="244" y="50"/>
                  </a:cubicBezTo>
                  <a:cubicBezTo>
                    <a:pt x="239" y="60"/>
                    <a:pt x="234" y="65"/>
                    <a:pt x="227" y="69"/>
                  </a:cubicBezTo>
                  <a:cubicBezTo>
                    <a:pt x="220" y="64"/>
                    <a:pt x="212" y="59"/>
                    <a:pt x="205" y="55"/>
                  </a:cubicBezTo>
                  <a:cubicBezTo>
                    <a:pt x="170" y="36"/>
                    <a:pt x="135" y="36"/>
                    <a:pt x="100" y="55"/>
                  </a:cubicBezTo>
                  <a:cubicBezTo>
                    <a:pt x="70" y="71"/>
                    <a:pt x="52" y="97"/>
                    <a:pt x="45" y="130"/>
                  </a:cubicBezTo>
                  <a:cubicBezTo>
                    <a:pt x="35" y="187"/>
                    <a:pt x="70" y="242"/>
                    <a:pt x="126" y="256"/>
                  </a:cubicBezTo>
                  <a:cubicBezTo>
                    <a:pt x="189" y="272"/>
                    <a:pt x="251" y="231"/>
                    <a:pt x="261" y="167"/>
                  </a:cubicBezTo>
                  <a:cubicBezTo>
                    <a:pt x="263" y="155"/>
                    <a:pt x="263" y="144"/>
                    <a:pt x="260" y="132"/>
                  </a:cubicBezTo>
                  <a:cubicBezTo>
                    <a:pt x="260" y="129"/>
                    <a:pt x="260" y="128"/>
                    <a:pt x="263" y="127"/>
                  </a:cubicBezTo>
                  <a:cubicBezTo>
                    <a:pt x="271" y="124"/>
                    <a:pt x="278" y="124"/>
                    <a:pt x="286" y="124"/>
                  </a:cubicBezTo>
                  <a:close/>
                </a:path>
              </a:pathLst>
            </a:custGeom>
            <a:grp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5" name="Freeform 6">
              <a:extLst>
                <a:ext uri="{FF2B5EF4-FFF2-40B4-BE49-F238E27FC236}">
                  <a16:creationId xmlns:a16="http://schemas.microsoft.com/office/drawing/2014/main" id="{A159192C-BCAC-E436-FD28-CC5D7849DEE1}"/>
                </a:ext>
              </a:extLst>
            </p:cNvPr>
            <p:cNvSpPr>
              <a:spLocks/>
            </p:cNvSpPr>
            <p:nvPr/>
          </p:nvSpPr>
          <p:spPr bwMode="gray">
            <a:xfrm>
              <a:off x="7279367" y="1591352"/>
              <a:ext cx="416128" cy="291537"/>
            </a:xfrm>
            <a:custGeom>
              <a:avLst/>
              <a:gdLst>
                <a:gd name="T0" fmla="*/ 205 w 234"/>
                <a:gd name="T1" fmla="*/ 0 h 164"/>
                <a:gd name="T2" fmla="*/ 194 w 234"/>
                <a:gd name="T3" fmla="*/ 42 h 164"/>
                <a:gd name="T4" fmla="*/ 234 w 234"/>
                <a:gd name="T5" fmla="*/ 54 h 164"/>
                <a:gd name="T6" fmla="*/ 232 w 234"/>
                <a:gd name="T7" fmla="*/ 56 h 164"/>
                <a:gd name="T8" fmla="*/ 176 w 234"/>
                <a:gd name="T9" fmla="*/ 87 h 164"/>
                <a:gd name="T10" fmla="*/ 171 w 234"/>
                <a:gd name="T11" fmla="*/ 88 h 164"/>
                <a:gd name="T12" fmla="*/ 124 w 234"/>
                <a:gd name="T13" fmla="*/ 95 h 164"/>
                <a:gd name="T14" fmla="*/ 62 w 234"/>
                <a:gd name="T15" fmla="*/ 130 h 164"/>
                <a:gd name="T16" fmla="*/ 60 w 234"/>
                <a:gd name="T17" fmla="*/ 134 h 164"/>
                <a:gd name="T18" fmla="*/ 38 w 234"/>
                <a:gd name="T19" fmla="*/ 160 h 164"/>
                <a:gd name="T20" fmla="*/ 8 w 234"/>
                <a:gd name="T21" fmla="*/ 150 h 164"/>
                <a:gd name="T22" fmla="*/ 9 w 234"/>
                <a:gd name="T23" fmla="*/ 114 h 164"/>
                <a:gd name="T24" fmla="*/ 44 w 234"/>
                <a:gd name="T25" fmla="*/ 107 h 164"/>
                <a:gd name="T26" fmla="*/ 50 w 234"/>
                <a:gd name="T27" fmla="*/ 108 h 164"/>
                <a:gd name="T28" fmla="*/ 113 w 234"/>
                <a:gd name="T29" fmla="*/ 72 h 164"/>
                <a:gd name="T30" fmla="*/ 142 w 234"/>
                <a:gd name="T31" fmla="*/ 38 h 164"/>
                <a:gd name="T32" fmla="*/ 147 w 234"/>
                <a:gd name="T33" fmla="*/ 32 h 164"/>
                <a:gd name="T34" fmla="*/ 201 w 234"/>
                <a:gd name="T35" fmla="*/ 2 h 164"/>
                <a:gd name="T36" fmla="*/ 205 w 234"/>
                <a:gd name="T37"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4" h="164">
                  <a:moveTo>
                    <a:pt x="205" y="0"/>
                  </a:moveTo>
                  <a:cubicBezTo>
                    <a:pt x="201" y="15"/>
                    <a:pt x="197" y="28"/>
                    <a:pt x="194" y="42"/>
                  </a:cubicBezTo>
                  <a:cubicBezTo>
                    <a:pt x="207" y="46"/>
                    <a:pt x="221" y="50"/>
                    <a:pt x="234" y="54"/>
                  </a:cubicBezTo>
                  <a:cubicBezTo>
                    <a:pt x="233" y="55"/>
                    <a:pt x="232" y="55"/>
                    <a:pt x="232" y="56"/>
                  </a:cubicBezTo>
                  <a:cubicBezTo>
                    <a:pt x="213" y="66"/>
                    <a:pt x="195" y="76"/>
                    <a:pt x="176" y="87"/>
                  </a:cubicBezTo>
                  <a:cubicBezTo>
                    <a:pt x="175" y="88"/>
                    <a:pt x="173" y="88"/>
                    <a:pt x="171" y="88"/>
                  </a:cubicBezTo>
                  <a:cubicBezTo>
                    <a:pt x="155" y="84"/>
                    <a:pt x="139" y="87"/>
                    <a:pt x="124" y="95"/>
                  </a:cubicBezTo>
                  <a:cubicBezTo>
                    <a:pt x="103" y="107"/>
                    <a:pt x="83" y="118"/>
                    <a:pt x="62" y="130"/>
                  </a:cubicBezTo>
                  <a:cubicBezTo>
                    <a:pt x="61" y="131"/>
                    <a:pt x="60" y="133"/>
                    <a:pt x="60" y="134"/>
                  </a:cubicBezTo>
                  <a:cubicBezTo>
                    <a:pt x="58" y="147"/>
                    <a:pt x="50" y="157"/>
                    <a:pt x="38" y="160"/>
                  </a:cubicBezTo>
                  <a:cubicBezTo>
                    <a:pt x="27" y="164"/>
                    <a:pt x="15" y="159"/>
                    <a:pt x="8" y="150"/>
                  </a:cubicBezTo>
                  <a:cubicBezTo>
                    <a:pt x="0" y="139"/>
                    <a:pt x="0" y="124"/>
                    <a:pt x="9" y="114"/>
                  </a:cubicBezTo>
                  <a:cubicBezTo>
                    <a:pt x="18" y="103"/>
                    <a:pt x="33" y="101"/>
                    <a:pt x="44" y="107"/>
                  </a:cubicBezTo>
                  <a:cubicBezTo>
                    <a:pt x="46" y="108"/>
                    <a:pt x="48" y="109"/>
                    <a:pt x="50" y="108"/>
                  </a:cubicBezTo>
                  <a:cubicBezTo>
                    <a:pt x="71" y="96"/>
                    <a:pt x="92" y="84"/>
                    <a:pt x="113" y="72"/>
                  </a:cubicBezTo>
                  <a:cubicBezTo>
                    <a:pt x="127" y="64"/>
                    <a:pt x="136" y="52"/>
                    <a:pt x="142" y="38"/>
                  </a:cubicBezTo>
                  <a:cubicBezTo>
                    <a:pt x="143" y="36"/>
                    <a:pt x="145" y="33"/>
                    <a:pt x="147" y="32"/>
                  </a:cubicBezTo>
                  <a:cubicBezTo>
                    <a:pt x="165" y="22"/>
                    <a:pt x="183" y="12"/>
                    <a:pt x="201" y="2"/>
                  </a:cubicBezTo>
                  <a:cubicBezTo>
                    <a:pt x="202" y="2"/>
                    <a:pt x="203" y="1"/>
                    <a:pt x="205" y="0"/>
                  </a:cubicBezTo>
                  <a:close/>
                </a:path>
              </a:pathLst>
            </a:custGeom>
            <a:grp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6" name="Freeform 6">
              <a:extLst>
                <a:ext uri="{FF2B5EF4-FFF2-40B4-BE49-F238E27FC236}">
                  <a16:creationId xmlns:a16="http://schemas.microsoft.com/office/drawing/2014/main" id="{356E6833-BA5E-97E7-E813-CBFD4E8E9D8B}"/>
                </a:ext>
              </a:extLst>
            </p:cNvPr>
            <p:cNvSpPr>
              <a:spLocks/>
            </p:cNvSpPr>
            <p:nvPr/>
          </p:nvSpPr>
          <p:spPr bwMode="gray">
            <a:xfrm>
              <a:off x="7172221" y="1671089"/>
              <a:ext cx="311473" cy="316455"/>
            </a:xfrm>
            <a:custGeom>
              <a:avLst/>
              <a:gdLst>
                <a:gd name="T0" fmla="*/ 172 w 176"/>
                <a:gd name="T1" fmla="*/ 80 h 179"/>
                <a:gd name="T2" fmla="*/ 116 w 176"/>
                <a:gd name="T3" fmla="*/ 167 h 179"/>
                <a:gd name="T4" fmla="*/ 18 w 176"/>
                <a:gd name="T5" fmla="*/ 127 h 179"/>
                <a:gd name="T6" fmla="*/ 38 w 176"/>
                <a:gd name="T7" fmla="*/ 25 h 179"/>
                <a:gd name="T8" fmla="*/ 139 w 176"/>
                <a:gd name="T9" fmla="*/ 22 h 179"/>
                <a:gd name="T10" fmla="*/ 136 w 176"/>
                <a:gd name="T11" fmla="*/ 24 h 179"/>
                <a:gd name="T12" fmla="*/ 126 w 176"/>
                <a:gd name="T13" fmla="*/ 30 h 179"/>
                <a:gd name="T14" fmla="*/ 102 w 176"/>
                <a:gd name="T15" fmla="*/ 34 h 179"/>
                <a:gd name="T16" fmla="*/ 36 w 176"/>
                <a:gd name="T17" fmla="*/ 78 h 179"/>
                <a:gd name="T18" fmla="*/ 81 w 176"/>
                <a:gd name="T19" fmla="*/ 144 h 179"/>
                <a:gd name="T20" fmla="*/ 145 w 176"/>
                <a:gd name="T21" fmla="*/ 99 h 179"/>
                <a:gd name="T22" fmla="*/ 150 w 176"/>
                <a:gd name="T23" fmla="*/ 93 h 179"/>
                <a:gd name="T24" fmla="*/ 172 w 176"/>
                <a:gd name="T25" fmla="*/ 80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6" h="179">
                  <a:moveTo>
                    <a:pt x="172" y="80"/>
                  </a:moveTo>
                  <a:cubicBezTo>
                    <a:pt x="176" y="121"/>
                    <a:pt x="151" y="156"/>
                    <a:pt x="116" y="167"/>
                  </a:cubicBezTo>
                  <a:cubicBezTo>
                    <a:pt x="77" y="179"/>
                    <a:pt x="37" y="162"/>
                    <a:pt x="18" y="127"/>
                  </a:cubicBezTo>
                  <a:cubicBezTo>
                    <a:pt x="0" y="92"/>
                    <a:pt x="8" y="51"/>
                    <a:pt x="38" y="25"/>
                  </a:cubicBezTo>
                  <a:cubicBezTo>
                    <a:pt x="66" y="1"/>
                    <a:pt x="111" y="0"/>
                    <a:pt x="139" y="22"/>
                  </a:cubicBezTo>
                  <a:cubicBezTo>
                    <a:pt x="138" y="23"/>
                    <a:pt x="137" y="24"/>
                    <a:pt x="136" y="24"/>
                  </a:cubicBezTo>
                  <a:cubicBezTo>
                    <a:pt x="133" y="26"/>
                    <a:pt x="129" y="28"/>
                    <a:pt x="126" y="30"/>
                  </a:cubicBezTo>
                  <a:cubicBezTo>
                    <a:pt x="118" y="35"/>
                    <a:pt x="111" y="37"/>
                    <a:pt x="102" y="34"/>
                  </a:cubicBezTo>
                  <a:cubicBezTo>
                    <a:pt x="72" y="27"/>
                    <a:pt x="42" y="48"/>
                    <a:pt x="36" y="78"/>
                  </a:cubicBezTo>
                  <a:cubicBezTo>
                    <a:pt x="30" y="108"/>
                    <a:pt x="51" y="138"/>
                    <a:pt x="81" y="144"/>
                  </a:cubicBezTo>
                  <a:cubicBezTo>
                    <a:pt x="111" y="149"/>
                    <a:pt x="140" y="129"/>
                    <a:pt x="145" y="99"/>
                  </a:cubicBezTo>
                  <a:cubicBezTo>
                    <a:pt x="146" y="96"/>
                    <a:pt x="147" y="94"/>
                    <a:pt x="150" y="93"/>
                  </a:cubicBezTo>
                  <a:cubicBezTo>
                    <a:pt x="157" y="89"/>
                    <a:pt x="165" y="85"/>
                    <a:pt x="172" y="80"/>
                  </a:cubicBezTo>
                  <a:close/>
                </a:path>
              </a:pathLst>
            </a:custGeom>
            <a:grp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pic>
        <p:nvPicPr>
          <p:cNvPr id="15" name="Picture 14">
            <a:extLst>
              <a:ext uri="{FF2B5EF4-FFF2-40B4-BE49-F238E27FC236}">
                <a16:creationId xmlns:a16="http://schemas.microsoft.com/office/drawing/2014/main" id="{FA6975BB-0C60-8991-D519-2F3978ED8755}"/>
              </a:ext>
            </a:extLst>
          </p:cNvPr>
          <p:cNvPicPr>
            <a:picLocks noChangeAspect="1"/>
          </p:cNvPicPr>
          <p:nvPr/>
        </p:nvPicPr>
        <p:blipFill>
          <a:blip r:embed="rId11"/>
          <a:stretch>
            <a:fillRect/>
          </a:stretch>
        </p:blipFill>
        <p:spPr>
          <a:xfrm>
            <a:off x="6314190" y="2767302"/>
            <a:ext cx="5368488" cy="1559146"/>
          </a:xfrm>
          <a:prstGeom prst="rect">
            <a:avLst/>
          </a:prstGeom>
        </p:spPr>
      </p:pic>
      <p:pic>
        <p:nvPicPr>
          <p:cNvPr id="19" name="Picture 18">
            <a:extLst>
              <a:ext uri="{FF2B5EF4-FFF2-40B4-BE49-F238E27FC236}">
                <a16:creationId xmlns:a16="http://schemas.microsoft.com/office/drawing/2014/main" id="{798218AF-52C4-90DC-E37E-15151929AF75}"/>
              </a:ext>
            </a:extLst>
          </p:cNvPr>
          <p:cNvPicPr>
            <a:picLocks noChangeAspect="1"/>
          </p:cNvPicPr>
          <p:nvPr/>
        </p:nvPicPr>
        <p:blipFill>
          <a:blip r:embed="rId12"/>
          <a:stretch>
            <a:fillRect/>
          </a:stretch>
        </p:blipFill>
        <p:spPr>
          <a:xfrm>
            <a:off x="6349341" y="4395491"/>
            <a:ext cx="5363233" cy="2111264"/>
          </a:xfrm>
          <a:prstGeom prst="rect">
            <a:avLst/>
          </a:prstGeom>
        </p:spPr>
      </p:pic>
      <p:pic>
        <p:nvPicPr>
          <p:cNvPr id="13" name="Grafik 12">
            <a:extLst>
              <a:ext uri="{FF2B5EF4-FFF2-40B4-BE49-F238E27FC236}">
                <a16:creationId xmlns:a16="http://schemas.microsoft.com/office/drawing/2014/main" id="{2D1E977F-6760-8C09-E6F2-C11E0B4901F6}"/>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15136" y="2228680"/>
            <a:ext cx="5523596" cy="819116"/>
          </a:xfrm>
          <a:prstGeom prst="rect">
            <a:avLst/>
          </a:prstGeom>
        </p:spPr>
      </p:pic>
      <p:pic>
        <p:nvPicPr>
          <p:cNvPr id="26" name="Grafik 25">
            <a:extLst>
              <a:ext uri="{FF2B5EF4-FFF2-40B4-BE49-F238E27FC236}">
                <a16:creationId xmlns:a16="http://schemas.microsoft.com/office/drawing/2014/main" id="{B8B26A82-E37B-B473-5168-176CA24ABC85}"/>
              </a:ext>
            </a:extLst>
          </p:cNvPr>
          <p:cNvPicPr>
            <a:picLocks noChangeAspect="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6314190" y="940849"/>
            <a:ext cx="5354176" cy="1757411"/>
          </a:xfrm>
          <a:prstGeom prst="rect">
            <a:avLst/>
          </a:prstGeom>
          <a:noFill/>
        </p:spPr>
      </p:pic>
    </p:spTree>
    <p:extLst>
      <p:ext uri="{BB962C8B-B14F-4D97-AF65-F5344CB8AC3E}">
        <p14:creationId xmlns:p14="http://schemas.microsoft.com/office/powerpoint/2010/main" val="13935353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B439D-8299-1BD6-AE8C-1B6A0BF9501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65CFD9C-DFFB-DD9D-EAEA-71FCA75BA8A5}"/>
              </a:ext>
            </a:extLst>
          </p:cNvPr>
          <p:cNvSpPr>
            <a:spLocks noGrp="1"/>
          </p:cNvSpPr>
          <p:nvPr>
            <p:ph type="title"/>
          </p:nvPr>
        </p:nvSpPr>
        <p:spPr>
          <a:xfrm>
            <a:off x="479426" y="503546"/>
            <a:ext cx="8664574" cy="304699"/>
          </a:xfrm>
        </p:spPr>
        <p:txBody>
          <a:bodyPr/>
          <a:lstStyle/>
          <a:p>
            <a:r>
              <a:rPr lang="de-DE"/>
              <a:t>CYBER SECURITY</a:t>
            </a:r>
          </a:p>
        </p:txBody>
      </p:sp>
      <p:sp>
        <p:nvSpPr>
          <p:cNvPr id="3" name="Textplatzhalter 2">
            <a:extLst>
              <a:ext uri="{FF2B5EF4-FFF2-40B4-BE49-F238E27FC236}">
                <a16:creationId xmlns:a16="http://schemas.microsoft.com/office/drawing/2014/main" id="{E14CD6CF-2D5A-5230-A1D2-19E69EAE4C74}"/>
              </a:ext>
            </a:extLst>
          </p:cNvPr>
          <p:cNvSpPr>
            <a:spLocks noGrp="1"/>
          </p:cNvSpPr>
          <p:nvPr>
            <p:ph type="body" sz="quarter" idx="14"/>
          </p:nvPr>
        </p:nvSpPr>
        <p:spPr/>
        <p:txBody>
          <a:bodyPr/>
          <a:lstStyle/>
          <a:p>
            <a:r>
              <a:rPr lang="de-DE"/>
              <a:t>People – </a:t>
            </a:r>
            <a:r>
              <a:rPr lang="de-DE" err="1"/>
              <a:t>Process</a:t>
            </a:r>
            <a:r>
              <a:rPr lang="de-DE"/>
              <a:t> – Technology </a:t>
            </a:r>
          </a:p>
        </p:txBody>
      </p:sp>
      <p:pic>
        <p:nvPicPr>
          <p:cNvPr id="7" name="Grafik 6" descr="Ein Bild, das Text, Screenshot enthält.&#10;&#10;KI-generierte Inhalte können fehlerhaft sein.">
            <a:extLst>
              <a:ext uri="{FF2B5EF4-FFF2-40B4-BE49-F238E27FC236}">
                <a16:creationId xmlns:a16="http://schemas.microsoft.com/office/drawing/2014/main" id="{CC422B34-08B6-7665-CC88-7958C3E693A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26" y="1605435"/>
            <a:ext cx="11184594" cy="4749019"/>
          </a:xfrm>
          <a:prstGeom prst="rect">
            <a:avLst/>
          </a:prstGeom>
          <a:noFill/>
        </p:spPr>
      </p:pic>
    </p:spTree>
    <p:extLst>
      <p:ext uri="{BB962C8B-B14F-4D97-AF65-F5344CB8AC3E}">
        <p14:creationId xmlns:p14="http://schemas.microsoft.com/office/powerpoint/2010/main" val="37321396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21D4F-EBFC-5B1E-6BF7-FD7A4F9BB32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D02BD72-EE5B-766A-3DC3-70AEA6B56FF9}"/>
              </a:ext>
            </a:extLst>
          </p:cNvPr>
          <p:cNvSpPr>
            <a:spLocks noGrp="1"/>
          </p:cNvSpPr>
          <p:nvPr>
            <p:ph type="title"/>
          </p:nvPr>
        </p:nvSpPr>
        <p:spPr>
          <a:xfrm>
            <a:off x="479426" y="503546"/>
            <a:ext cx="8664574" cy="304699"/>
          </a:xfrm>
        </p:spPr>
        <p:txBody>
          <a:bodyPr/>
          <a:lstStyle/>
          <a:p>
            <a:r>
              <a:rPr lang="de-DE"/>
              <a:t>CYBER SECURITY</a:t>
            </a:r>
          </a:p>
        </p:txBody>
      </p:sp>
      <p:sp>
        <p:nvSpPr>
          <p:cNvPr id="3" name="Textplatzhalter 2">
            <a:extLst>
              <a:ext uri="{FF2B5EF4-FFF2-40B4-BE49-F238E27FC236}">
                <a16:creationId xmlns:a16="http://schemas.microsoft.com/office/drawing/2014/main" id="{E2D3BD4A-25E5-CDAB-E390-57306B793BFE}"/>
              </a:ext>
            </a:extLst>
          </p:cNvPr>
          <p:cNvSpPr>
            <a:spLocks noGrp="1"/>
          </p:cNvSpPr>
          <p:nvPr>
            <p:ph type="body" sz="quarter" idx="14"/>
          </p:nvPr>
        </p:nvSpPr>
        <p:spPr/>
        <p:txBody>
          <a:bodyPr/>
          <a:lstStyle/>
          <a:p>
            <a:r>
              <a:rPr lang="de-DE"/>
              <a:t>People – </a:t>
            </a:r>
            <a:r>
              <a:rPr lang="de-DE" err="1"/>
              <a:t>Process</a:t>
            </a:r>
            <a:r>
              <a:rPr lang="de-DE"/>
              <a:t> – Technology </a:t>
            </a:r>
          </a:p>
        </p:txBody>
      </p:sp>
      <p:pic>
        <p:nvPicPr>
          <p:cNvPr id="8" name="Grafik 7">
            <a:extLst>
              <a:ext uri="{FF2B5EF4-FFF2-40B4-BE49-F238E27FC236}">
                <a16:creationId xmlns:a16="http://schemas.microsoft.com/office/drawing/2014/main" id="{3307CC95-0259-D1AC-1D3B-5331B6FEEFDF}"/>
              </a:ext>
            </a:extLst>
          </p:cNvPr>
          <p:cNvPicPr>
            <a:picLocks noChangeAspect="1"/>
          </p:cNvPicPr>
          <p:nvPr/>
        </p:nvPicPr>
        <p:blipFill>
          <a:blip r:embed="rId2"/>
          <a:stretch>
            <a:fillRect/>
          </a:stretch>
        </p:blipFill>
        <p:spPr>
          <a:xfrm>
            <a:off x="479426" y="1605435"/>
            <a:ext cx="8182187" cy="2676417"/>
          </a:xfrm>
          <a:prstGeom prst="rect">
            <a:avLst/>
          </a:prstGeom>
        </p:spPr>
      </p:pic>
      <p:pic>
        <p:nvPicPr>
          <p:cNvPr id="11" name="Grafik 10">
            <a:extLst>
              <a:ext uri="{FF2B5EF4-FFF2-40B4-BE49-F238E27FC236}">
                <a16:creationId xmlns:a16="http://schemas.microsoft.com/office/drawing/2014/main" id="{4294C210-D131-A45D-E31A-67A56CF89394}"/>
              </a:ext>
            </a:extLst>
          </p:cNvPr>
          <p:cNvPicPr>
            <a:picLocks noChangeAspect="1"/>
          </p:cNvPicPr>
          <p:nvPr/>
        </p:nvPicPr>
        <p:blipFill>
          <a:blip r:embed="rId3"/>
          <a:stretch>
            <a:fillRect/>
          </a:stretch>
        </p:blipFill>
        <p:spPr>
          <a:xfrm>
            <a:off x="198816" y="2603573"/>
            <a:ext cx="4262422" cy="3693087"/>
          </a:xfrm>
          <a:prstGeom prst="rect">
            <a:avLst/>
          </a:prstGeom>
        </p:spPr>
      </p:pic>
      <p:sp>
        <p:nvSpPr>
          <p:cNvPr id="13" name="Textfeld 12">
            <a:extLst>
              <a:ext uri="{FF2B5EF4-FFF2-40B4-BE49-F238E27FC236}">
                <a16:creationId xmlns:a16="http://schemas.microsoft.com/office/drawing/2014/main" id="{FF8E9109-25D2-E2FE-4B85-CDCAB680A8D4}"/>
              </a:ext>
            </a:extLst>
          </p:cNvPr>
          <p:cNvSpPr txBox="1"/>
          <p:nvPr/>
        </p:nvSpPr>
        <p:spPr>
          <a:xfrm>
            <a:off x="576580" y="6296660"/>
            <a:ext cx="6211146" cy="184666"/>
          </a:xfrm>
          <a:prstGeom prst="rect">
            <a:avLst/>
          </a:prstGeom>
          <a:noFill/>
        </p:spPr>
        <p:txBody>
          <a:bodyPr wrap="square">
            <a:spAutoFit/>
          </a:bodyPr>
          <a:lstStyle/>
          <a:p>
            <a:r>
              <a:rPr lang="de-DE" sz="600" b="1">
                <a:hlinkClick r:id="rId4">
                  <a:extLst>
                    <a:ext uri="{A12FA001-AC4F-418D-AE19-62706E023703}">
                      <ahyp:hlinkClr xmlns:ahyp="http://schemas.microsoft.com/office/drawing/2018/hyperlinkcolor" val="tx"/>
                    </a:ext>
                  </a:extLst>
                </a:hlinkClick>
              </a:rPr>
              <a:t>INFOSESSIONS | CYBER SECURITY MONTH OKTOBER 2025</a:t>
            </a:r>
            <a:endParaRPr lang="de-DE" sz="600" b="1"/>
          </a:p>
        </p:txBody>
      </p:sp>
      <p:sp>
        <p:nvSpPr>
          <p:cNvPr id="15" name="Textfeld 14">
            <a:extLst>
              <a:ext uri="{FF2B5EF4-FFF2-40B4-BE49-F238E27FC236}">
                <a16:creationId xmlns:a16="http://schemas.microsoft.com/office/drawing/2014/main" id="{FECF3F17-FFBF-83B9-B8B4-FE9F8F89091B}"/>
              </a:ext>
            </a:extLst>
          </p:cNvPr>
          <p:cNvSpPr txBox="1"/>
          <p:nvPr/>
        </p:nvSpPr>
        <p:spPr>
          <a:xfrm>
            <a:off x="4311650" y="4342394"/>
            <a:ext cx="6210300" cy="215444"/>
          </a:xfrm>
          <a:prstGeom prst="rect">
            <a:avLst/>
          </a:prstGeom>
          <a:noFill/>
        </p:spPr>
        <p:txBody>
          <a:bodyPr wrap="square">
            <a:spAutoFit/>
          </a:bodyPr>
          <a:lstStyle/>
          <a:p>
            <a:r>
              <a:rPr lang="de-DE" sz="800" b="1">
                <a:hlinkClick r:id="rId5">
                  <a:extLst>
                    <a:ext uri="{A12FA001-AC4F-418D-AE19-62706E023703}">
                      <ahyp:hlinkClr xmlns:ahyp="http://schemas.microsoft.com/office/drawing/2018/hyperlinkcolor" val="tx"/>
                    </a:ext>
                  </a:extLst>
                </a:hlinkClick>
              </a:rPr>
              <a:t>Cyber Security @STIHL - Homepage</a:t>
            </a:r>
            <a:endParaRPr lang="de-DE" sz="800" b="1"/>
          </a:p>
        </p:txBody>
      </p:sp>
      <p:pic>
        <p:nvPicPr>
          <p:cNvPr id="17" name="Grafik 16">
            <a:extLst>
              <a:ext uri="{FF2B5EF4-FFF2-40B4-BE49-F238E27FC236}">
                <a16:creationId xmlns:a16="http://schemas.microsoft.com/office/drawing/2014/main" id="{676EF5DF-2F68-9283-FD47-34A85E3242E5}"/>
              </a:ext>
            </a:extLst>
          </p:cNvPr>
          <p:cNvPicPr>
            <a:picLocks noChangeAspect="1"/>
          </p:cNvPicPr>
          <p:nvPr/>
        </p:nvPicPr>
        <p:blipFill>
          <a:blip r:embed="rId6"/>
          <a:stretch>
            <a:fillRect/>
          </a:stretch>
        </p:blipFill>
        <p:spPr>
          <a:xfrm>
            <a:off x="6320573" y="3927089"/>
            <a:ext cx="4262423" cy="2303906"/>
          </a:xfrm>
          <a:prstGeom prst="rect">
            <a:avLst/>
          </a:prstGeom>
        </p:spPr>
      </p:pic>
    </p:spTree>
    <p:extLst>
      <p:ext uri="{BB962C8B-B14F-4D97-AF65-F5344CB8AC3E}">
        <p14:creationId xmlns:p14="http://schemas.microsoft.com/office/powerpoint/2010/main" val="33352566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F4B15-84BA-62BB-CF4A-07509FE514D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95B124E-DB25-6056-9794-0159ABC55929}"/>
              </a:ext>
            </a:extLst>
          </p:cNvPr>
          <p:cNvSpPr>
            <a:spLocks noGrp="1"/>
          </p:cNvSpPr>
          <p:nvPr>
            <p:ph type="title"/>
          </p:nvPr>
        </p:nvSpPr>
        <p:spPr>
          <a:xfrm>
            <a:off x="479426" y="503546"/>
            <a:ext cx="8664574" cy="304699"/>
          </a:xfrm>
        </p:spPr>
        <p:txBody>
          <a:bodyPr/>
          <a:lstStyle/>
          <a:p>
            <a:r>
              <a:rPr lang="de-DE"/>
              <a:t>CYBER SECURITY</a:t>
            </a:r>
          </a:p>
        </p:txBody>
      </p:sp>
      <p:sp>
        <p:nvSpPr>
          <p:cNvPr id="3" name="Textplatzhalter 2">
            <a:extLst>
              <a:ext uri="{FF2B5EF4-FFF2-40B4-BE49-F238E27FC236}">
                <a16:creationId xmlns:a16="http://schemas.microsoft.com/office/drawing/2014/main" id="{7922206E-DDD9-6723-39AE-3503B8C99B58}"/>
              </a:ext>
            </a:extLst>
          </p:cNvPr>
          <p:cNvSpPr>
            <a:spLocks noGrp="1"/>
          </p:cNvSpPr>
          <p:nvPr>
            <p:ph type="body" sz="quarter" idx="14"/>
          </p:nvPr>
        </p:nvSpPr>
        <p:spPr/>
        <p:txBody>
          <a:bodyPr/>
          <a:lstStyle/>
          <a:p>
            <a:r>
              <a:rPr lang="de-DE"/>
              <a:t>At least </a:t>
            </a:r>
            <a:r>
              <a:rPr lang="de-DE" err="1"/>
              <a:t>quarterly</a:t>
            </a:r>
            <a:r>
              <a:rPr lang="de-DE"/>
              <a:t> </a:t>
            </a:r>
            <a:r>
              <a:rPr lang="de-DE" err="1"/>
              <a:t>reporting</a:t>
            </a:r>
            <a:r>
              <a:rPr lang="de-DE"/>
              <a:t> to Management Board</a:t>
            </a:r>
          </a:p>
        </p:txBody>
      </p:sp>
      <p:pic>
        <p:nvPicPr>
          <p:cNvPr id="6" name="Grafik 5">
            <a:extLst>
              <a:ext uri="{FF2B5EF4-FFF2-40B4-BE49-F238E27FC236}">
                <a16:creationId xmlns:a16="http://schemas.microsoft.com/office/drawing/2014/main" id="{74532E03-B81B-F597-78E4-077214D19426}"/>
              </a:ext>
            </a:extLst>
          </p:cNvPr>
          <p:cNvPicPr>
            <a:picLocks noChangeAspect="1"/>
          </p:cNvPicPr>
          <p:nvPr/>
        </p:nvPicPr>
        <p:blipFill>
          <a:blip r:embed="rId2"/>
          <a:stretch>
            <a:fillRect/>
          </a:stretch>
        </p:blipFill>
        <p:spPr>
          <a:xfrm>
            <a:off x="479425" y="1605435"/>
            <a:ext cx="8640457" cy="4749019"/>
          </a:xfrm>
          <a:prstGeom prst="rect">
            <a:avLst/>
          </a:prstGeom>
        </p:spPr>
      </p:pic>
    </p:spTree>
    <p:extLst>
      <p:ext uri="{BB962C8B-B14F-4D97-AF65-F5344CB8AC3E}">
        <p14:creationId xmlns:p14="http://schemas.microsoft.com/office/powerpoint/2010/main" val="29794645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CEC39-2DE4-8FBD-5FCE-E83AEC61E5AE}"/>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9CA86A2A-254E-2AD5-A4F3-4DE60A635A0C}"/>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27" imgH="327" progId="TCLayout.ActiveDocument.1">
                  <p:embed/>
                </p:oleObj>
              </mc:Choice>
              <mc:Fallback>
                <p:oleObj name="think-cell Folie" r:id="rId4" imgW="327" imgH="327" progId="TCLayout.ActiveDocument.1">
                  <p:embed/>
                  <p:pic>
                    <p:nvPicPr>
                      <p:cNvPr id="8" name="think-cell data - do not delete" hidden="1">
                        <a:extLst>
                          <a:ext uri="{FF2B5EF4-FFF2-40B4-BE49-F238E27FC236}">
                            <a16:creationId xmlns:a16="http://schemas.microsoft.com/office/drawing/2014/main" id="{9CA86A2A-254E-2AD5-A4F3-4DE60A635A0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cxnSp>
        <p:nvCxnSpPr>
          <p:cNvPr id="9" name="Gerader Verbinder 8">
            <a:extLst>
              <a:ext uri="{FF2B5EF4-FFF2-40B4-BE49-F238E27FC236}">
                <a16:creationId xmlns:a16="http://schemas.microsoft.com/office/drawing/2014/main" id="{B5AB10C0-9C5E-807A-39CD-5D0BB354DDF8}"/>
              </a:ext>
            </a:extLst>
          </p:cNvPr>
          <p:cNvCxnSpPr>
            <a:cxnSpLocks/>
          </p:cNvCxnSpPr>
          <p:nvPr/>
        </p:nvCxnSpPr>
        <p:spPr>
          <a:xfrm>
            <a:off x="3276934" y="160019"/>
            <a:ext cx="0" cy="3240000"/>
          </a:xfrm>
          <a:prstGeom prst="line">
            <a:avLst/>
          </a:prstGeom>
          <a:ln w="25400">
            <a:solidFill>
              <a:schemeClr val="tx1">
                <a:alpha val="99000"/>
              </a:schemeClr>
            </a:solidFill>
            <a:prstDash val="sysDot"/>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DF4A2A7-9680-5924-4718-B8B7CBC5AEA8}"/>
              </a:ext>
            </a:extLst>
          </p:cNvPr>
          <p:cNvSpPr>
            <a:spLocks noGrp="1"/>
          </p:cNvSpPr>
          <p:nvPr>
            <p:ph type="title"/>
          </p:nvPr>
        </p:nvSpPr>
        <p:spPr>
          <a:xfrm>
            <a:off x="368214" y="408241"/>
            <a:ext cx="2927036" cy="780628"/>
          </a:xfrm>
        </p:spPr>
        <p:txBody>
          <a:bodyPr vert="horz" rIns="0"/>
          <a:lstStyle/>
          <a:p>
            <a:r>
              <a:rPr lang="de-DE" sz="2800">
                <a:latin typeface="STIHL Contraface Display Title" panose="02000600040000020004" pitchFamily="50" charset="0"/>
              </a:rPr>
              <a:t>Wer wir Sind</a:t>
            </a:r>
            <a:br>
              <a:rPr lang="de-DE" sz="3000">
                <a:latin typeface="STIHL Contraface Display Title" panose="02000600040000020004" pitchFamily="50" charset="0"/>
              </a:rPr>
            </a:br>
            <a:endParaRPr lang="en-US" sz="2000" b="0">
              <a:solidFill>
                <a:schemeClr val="accent2"/>
              </a:solidFill>
              <a:latin typeface="+mn-lt"/>
              <a:ea typeface="+mn-ea"/>
              <a:cs typeface="+mn-cs"/>
            </a:endParaRPr>
          </a:p>
        </p:txBody>
      </p:sp>
      <p:pic>
        <p:nvPicPr>
          <p:cNvPr id="29" name="Grafik 28" descr="Ein Bild, das Werkzeug, Design enthält.&#10;&#10;KI-generierte Inhalte können fehlerhaft sein.">
            <a:extLst>
              <a:ext uri="{FF2B5EF4-FFF2-40B4-BE49-F238E27FC236}">
                <a16:creationId xmlns:a16="http://schemas.microsoft.com/office/drawing/2014/main" id="{458A47D7-CC77-3C65-D24F-AF11072DF00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20939143">
            <a:off x="4913697" y="456924"/>
            <a:ext cx="1090779" cy="1090779"/>
          </a:xfrm>
          <a:prstGeom prst="rect">
            <a:avLst/>
          </a:prstGeom>
        </p:spPr>
      </p:pic>
      <p:cxnSp>
        <p:nvCxnSpPr>
          <p:cNvPr id="25" name="Gerader Verbinder 24">
            <a:extLst>
              <a:ext uri="{FF2B5EF4-FFF2-40B4-BE49-F238E27FC236}">
                <a16:creationId xmlns:a16="http://schemas.microsoft.com/office/drawing/2014/main" id="{FE5BBD7D-848C-1ECA-0873-A2BA6FE5C055}"/>
              </a:ext>
            </a:extLst>
          </p:cNvPr>
          <p:cNvCxnSpPr>
            <a:cxnSpLocks/>
          </p:cNvCxnSpPr>
          <p:nvPr/>
        </p:nvCxnSpPr>
        <p:spPr>
          <a:xfrm flipV="1">
            <a:off x="479426" y="1892671"/>
            <a:ext cx="11177529" cy="32810"/>
          </a:xfrm>
          <a:prstGeom prst="line">
            <a:avLst/>
          </a:prstGeom>
          <a:ln w="25400">
            <a:solidFill>
              <a:schemeClr val="tx1">
                <a:alpha val="99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Gerader Verbinder 36">
            <a:extLst>
              <a:ext uri="{FF2B5EF4-FFF2-40B4-BE49-F238E27FC236}">
                <a16:creationId xmlns:a16="http://schemas.microsoft.com/office/drawing/2014/main" id="{9FDD1CF7-367C-44FA-AE9C-3D8CFDE504A0}"/>
              </a:ext>
            </a:extLst>
          </p:cNvPr>
          <p:cNvCxnSpPr>
            <a:cxnSpLocks/>
          </p:cNvCxnSpPr>
          <p:nvPr/>
        </p:nvCxnSpPr>
        <p:spPr>
          <a:xfrm flipV="1">
            <a:off x="479426" y="3400019"/>
            <a:ext cx="5616572" cy="12932"/>
          </a:xfrm>
          <a:prstGeom prst="line">
            <a:avLst/>
          </a:prstGeom>
          <a:ln w="25400">
            <a:solidFill>
              <a:schemeClr val="tx1">
                <a:alpha val="99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49" name="Grafik 48" descr="Aktualisieren Silhouette">
            <a:extLst>
              <a:ext uri="{FF2B5EF4-FFF2-40B4-BE49-F238E27FC236}">
                <a16:creationId xmlns:a16="http://schemas.microsoft.com/office/drawing/2014/main" id="{2B4E7238-19B7-DB3A-E765-057BF5AC17F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7700810">
            <a:off x="1312816" y="863004"/>
            <a:ext cx="842496" cy="922423"/>
          </a:xfrm>
          <a:prstGeom prst="rect">
            <a:avLst/>
          </a:prstGeom>
        </p:spPr>
      </p:pic>
      <p:grpSp>
        <p:nvGrpSpPr>
          <p:cNvPr id="14" name="Gruppieren 13">
            <a:extLst>
              <a:ext uri="{FF2B5EF4-FFF2-40B4-BE49-F238E27FC236}">
                <a16:creationId xmlns:a16="http://schemas.microsoft.com/office/drawing/2014/main" id="{C852974D-EBF4-06C9-D8CE-60EEAD4705CF}"/>
              </a:ext>
            </a:extLst>
          </p:cNvPr>
          <p:cNvGrpSpPr/>
          <p:nvPr/>
        </p:nvGrpSpPr>
        <p:grpSpPr>
          <a:xfrm>
            <a:off x="1406256" y="997984"/>
            <a:ext cx="686676" cy="680490"/>
            <a:chOff x="6941577" y="4658080"/>
            <a:chExt cx="1148613" cy="1148613"/>
          </a:xfrm>
        </p:grpSpPr>
        <p:pic>
          <p:nvPicPr>
            <p:cNvPr id="47" name="Grafik 46" descr="Erde Silhouette">
              <a:extLst>
                <a:ext uri="{FF2B5EF4-FFF2-40B4-BE49-F238E27FC236}">
                  <a16:creationId xmlns:a16="http://schemas.microsoft.com/office/drawing/2014/main" id="{725BBB08-FAC9-1B20-4028-90DA91719E0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941577" y="4658080"/>
              <a:ext cx="1148613" cy="1148613"/>
            </a:xfrm>
            <a:prstGeom prst="rect">
              <a:avLst/>
            </a:prstGeom>
          </p:spPr>
        </p:pic>
        <p:pic>
          <p:nvPicPr>
            <p:cNvPr id="51" name="Grafik 50" descr="Mann mit einfarbiger Füllung">
              <a:extLst>
                <a:ext uri="{FF2B5EF4-FFF2-40B4-BE49-F238E27FC236}">
                  <a16:creationId xmlns:a16="http://schemas.microsoft.com/office/drawing/2014/main" id="{63EBB95C-3116-5C74-4FF2-08F3E8235F4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278761" y="4813213"/>
              <a:ext cx="247692" cy="247692"/>
            </a:xfrm>
            <a:prstGeom prst="rect">
              <a:avLst/>
            </a:prstGeom>
          </p:spPr>
        </p:pic>
        <p:pic>
          <p:nvPicPr>
            <p:cNvPr id="52" name="Grafik 51" descr="Mann mit einfarbiger Füllung">
              <a:extLst>
                <a:ext uri="{FF2B5EF4-FFF2-40B4-BE49-F238E27FC236}">
                  <a16:creationId xmlns:a16="http://schemas.microsoft.com/office/drawing/2014/main" id="{2DC78701-51BC-0C5E-D93C-E19AA4A73CE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384770" y="5164081"/>
              <a:ext cx="247692" cy="247692"/>
            </a:xfrm>
            <a:prstGeom prst="rect">
              <a:avLst/>
            </a:prstGeom>
          </p:spPr>
        </p:pic>
        <p:pic>
          <p:nvPicPr>
            <p:cNvPr id="53" name="Grafik 52" descr="Mann mit einfarbiger Füllung">
              <a:extLst>
                <a:ext uri="{FF2B5EF4-FFF2-40B4-BE49-F238E27FC236}">
                  <a16:creationId xmlns:a16="http://schemas.microsoft.com/office/drawing/2014/main" id="{AAD93482-859A-61E6-40EB-BFCD273F93D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608872" y="4813213"/>
              <a:ext cx="247692" cy="247692"/>
            </a:xfrm>
            <a:prstGeom prst="rect">
              <a:avLst/>
            </a:prstGeom>
          </p:spPr>
        </p:pic>
        <p:pic>
          <p:nvPicPr>
            <p:cNvPr id="54" name="Grafik 53" descr="Mann mit einfarbiger Füllung">
              <a:extLst>
                <a:ext uri="{FF2B5EF4-FFF2-40B4-BE49-F238E27FC236}">
                  <a16:creationId xmlns:a16="http://schemas.microsoft.com/office/drawing/2014/main" id="{7BEA2B1C-E8DC-2B5B-8242-183B4738936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608872" y="5283295"/>
              <a:ext cx="233413" cy="233413"/>
            </a:xfrm>
            <a:prstGeom prst="rect">
              <a:avLst/>
            </a:prstGeom>
          </p:spPr>
        </p:pic>
        <p:pic>
          <p:nvPicPr>
            <p:cNvPr id="55" name="Grafik 54" descr="Mann mit einfarbiger Füllung">
              <a:extLst>
                <a:ext uri="{FF2B5EF4-FFF2-40B4-BE49-F238E27FC236}">
                  <a16:creationId xmlns:a16="http://schemas.microsoft.com/office/drawing/2014/main" id="{363ECF7B-7070-AB4E-3D85-95D3C925A47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111997" y="5172653"/>
              <a:ext cx="247692" cy="247692"/>
            </a:xfrm>
            <a:prstGeom prst="rect">
              <a:avLst/>
            </a:prstGeom>
          </p:spPr>
        </p:pic>
      </p:grpSp>
      <p:pic>
        <p:nvPicPr>
          <p:cNvPr id="64" name="Grafik 63" descr="Ein Bild, das Karte, Entwurf, Schwarzweiß, Silhouette enthält.&#10;&#10;KI-generierte Inhalte können fehlerhaft sein.">
            <a:extLst>
              <a:ext uri="{FF2B5EF4-FFF2-40B4-BE49-F238E27FC236}">
                <a16:creationId xmlns:a16="http://schemas.microsoft.com/office/drawing/2014/main" id="{D7686677-90BF-706C-815C-E49B3ED006AE}"/>
              </a:ext>
            </a:extLst>
          </p:cNvPr>
          <p:cNvPicPr>
            <a:picLocks noChangeAspect="1"/>
          </p:cNvPicPr>
          <p:nvPr/>
        </p:nvPicPr>
        <p:blipFill>
          <a:blip r:embed="rId10" cstate="print">
            <a:extLst>
              <a:ext uri="{28A0092B-C50C-407E-A947-70E740481C1C}">
                <a14:useLocalDpi xmlns:a14="http://schemas.microsoft.com/office/drawing/2010/main" val="0"/>
              </a:ext>
            </a:extLst>
          </a:blip>
          <a:srcRect t="10020"/>
          <a:stretch/>
        </p:blipFill>
        <p:spPr>
          <a:xfrm>
            <a:off x="1202036" y="3472750"/>
            <a:ext cx="4149796" cy="2489340"/>
          </a:xfrm>
          <a:prstGeom prst="rect">
            <a:avLst/>
          </a:prstGeom>
        </p:spPr>
      </p:pic>
      <p:sp>
        <p:nvSpPr>
          <p:cNvPr id="58" name="Textfeld 57">
            <a:extLst>
              <a:ext uri="{FF2B5EF4-FFF2-40B4-BE49-F238E27FC236}">
                <a16:creationId xmlns:a16="http://schemas.microsoft.com/office/drawing/2014/main" id="{6A7A6D22-061F-95FE-48B5-62A738D2976F}"/>
              </a:ext>
            </a:extLst>
          </p:cNvPr>
          <p:cNvSpPr txBox="1"/>
          <p:nvPr/>
        </p:nvSpPr>
        <p:spPr>
          <a:xfrm>
            <a:off x="478703" y="5841959"/>
            <a:ext cx="1817338" cy="692497"/>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STIHL Contraface Text"/>
                <a:ea typeface="+mn-ea"/>
                <a:cs typeface="+mn-cs"/>
              </a:rPr>
              <a:t>IT Regional Center in</a:t>
            </a:r>
          </a:p>
          <a:p>
            <a:pPr marL="0" marR="0" lvl="0" indent="0" algn="ctr" defTabSz="914400" rtl="0" eaLnBrk="1" fontAlgn="auto" latinLnBrk="0" hangingPunct="1">
              <a:lnSpc>
                <a:spcPct val="90000"/>
              </a:lnSpc>
              <a:spcBef>
                <a:spcPts val="0"/>
              </a:spcBef>
              <a:spcAft>
                <a:spcPts val="0"/>
              </a:spcAft>
              <a:buClrTx/>
              <a:buSzTx/>
              <a:buFontTx/>
              <a:buNone/>
              <a:tabLst/>
              <a:defRPr/>
            </a:pPr>
            <a:r>
              <a:rPr lang="de-DE" sz="3000" b="1" err="1">
                <a:solidFill>
                  <a:srgbClr val="F37A1F"/>
                </a:solidFill>
                <a:latin typeface="STIHL Contraface Text"/>
              </a:rPr>
              <a:t>xxxx</a:t>
            </a:r>
            <a:endParaRPr kumimoji="0" lang="de-DE" sz="3000" b="1" i="0" u="none" strike="noStrike" kern="1200" cap="none" spc="0" normalizeH="0" baseline="0" noProof="0">
              <a:ln>
                <a:noFill/>
              </a:ln>
              <a:solidFill>
                <a:srgbClr val="F37A1F"/>
              </a:solidFill>
              <a:effectLst/>
              <a:uLnTx/>
              <a:uFillTx/>
              <a:latin typeface="STIHL Contraface Text"/>
              <a:ea typeface="+mn-ea"/>
              <a:cs typeface="+mn-cs"/>
            </a:endParaRPr>
          </a:p>
          <a:p>
            <a:pPr marL="0" marR="0" lvl="0" indent="0" algn="ctr" defTabSz="914400" rtl="0" eaLnBrk="1" fontAlgn="auto" latinLnBrk="0" hangingPunct="1">
              <a:lnSpc>
                <a:spcPct val="90000"/>
              </a:lnSpc>
              <a:spcBef>
                <a:spcPts val="0"/>
              </a:spcBef>
              <a:spcAft>
                <a:spcPts val="0"/>
              </a:spcAft>
              <a:buClrTx/>
              <a:buSzTx/>
              <a:buFontTx/>
              <a:buNone/>
              <a:tabLst/>
              <a:defRPr/>
            </a:pPr>
            <a:r>
              <a:rPr lang="de-DE" sz="1000">
                <a:solidFill>
                  <a:prstClr val="black"/>
                </a:solidFill>
                <a:latin typeface="STIHL Contraface Text"/>
              </a:rPr>
              <a:t>Ländern</a:t>
            </a:r>
            <a:endParaRPr kumimoji="0" lang="de-DE" sz="500" b="0" i="0" u="none" strike="noStrike" kern="1200" cap="none" spc="0" normalizeH="0" baseline="0" noProof="0">
              <a:ln>
                <a:noFill/>
              </a:ln>
              <a:solidFill>
                <a:prstClr val="black"/>
              </a:solidFill>
              <a:effectLst/>
              <a:uLnTx/>
              <a:uFillTx/>
              <a:latin typeface="STIHL Contraface Text"/>
              <a:ea typeface="+mn-ea"/>
              <a:cs typeface="+mn-cs"/>
            </a:endParaRPr>
          </a:p>
        </p:txBody>
      </p:sp>
      <p:sp>
        <p:nvSpPr>
          <p:cNvPr id="59" name="Textfeld 58">
            <a:extLst>
              <a:ext uri="{FF2B5EF4-FFF2-40B4-BE49-F238E27FC236}">
                <a16:creationId xmlns:a16="http://schemas.microsoft.com/office/drawing/2014/main" id="{6900B59E-A658-5819-2F7B-7336985C7C18}"/>
              </a:ext>
            </a:extLst>
          </p:cNvPr>
          <p:cNvSpPr txBox="1"/>
          <p:nvPr/>
        </p:nvSpPr>
        <p:spPr>
          <a:xfrm>
            <a:off x="4038548" y="5847322"/>
            <a:ext cx="1817338" cy="692497"/>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STIHL Contraface Text"/>
                <a:ea typeface="+mn-ea"/>
                <a:cs typeface="+mn-cs"/>
              </a:rPr>
              <a:t>und</a:t>
            </a:r>
          </a:p>
          <a:p>
            <a:pPr marL="0" marR="0" lvl="0" indent="0" algn="ctr" defTabSz="914400" rtl="0" eaLnBrk="1" fontAlgn="auto" latinLnBrk="0" hangingPunct="1">
              <a:lnSpc>
                <a:spcPct val="90000"/>
              </a:lnSpc>
              <a:spcBef>
                <a:spcPts val="0"/>
              </a:spcBef>
              <a:spcAft>
                <a:spcPts val="0"/>
              </a:spcAft>
              <a:buClrTx/>
              <a:buSzTx/>
              <a:buFontTx/>
              <a:buNone/>
              <a:tabLst/>
              <a:defRPr/>
            </a:pPr>
            <a:r>
              <a:rPr lang="de-DE" sz="3000" b="1">
                <a:solidFill>
                  <a:srgbClr val="F37A1F"/>
                </a:solidFill>
                <a:latin typeface="STIHL Contraface Text"/>
              </a:rPr>
              <a:t>xxx</a:t>
            </a:r>
            <a:endParaRPr kumimoji="0" lang="de-DE" sz="3000" b="1" i="0" u="none" strike="noStrike" kern="1200" cap="none" spc="0" normalizeH="0" baseline="0" noProof="0">
              <a:ln>
                <a:noFill/>
              </a:ln>
              <a:solidFill>
                <a:srgbClr val="F37A1F"/>
              </a:solidFill>
              <a:effectLst/>
              <a:uLnTx/>
              <a:uFillTx/>
              <a:latin typeface="STIHL Contraface Text"/>
              <a:ea typeface="+mn-ea"/>
              <a:cs typeface="+mn-cs"/>
            </a:endParaRP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STIHL Contraface Text"/>
                <a:ea typeface="+mn-ea"/>
                <a:cs typeface="+mn-cs"/>
              </a:rPr>
              <a:t>Globale IT Mitarbeitende</a:t>
            </a:r>
            <a:endParaRPr kumimoji="0" lang="de-DE" sz="500" b="0" i="0" u="none" strike="noStrike" kern="1200" cap="none" spc="0" normalizeH="0" baseline="0" noProof="0">
              <a:ln>
                <a:noFill/>
              </a:ln>
              <a:solidFill>
                <a:prstClr val="black"/>
              </a:solidFill>
              <a:effectLst/>
              <a:uLnTx/>
              <a:uFillTx/>
              <a:latin typeface="STIHL Contraface Text"/>
              <a:ea typeface="+mn-ea"/>
              <a:cs typeface="+mn-cs"/>
            </a:endParaRPr>
          </a:p>
        </p:txBody>
      </p:sp>
      <p:sp>
        <p:nvSpPr>
          <p:cNvPr id="66" name="Träne 65">
            <a:extLst>
              <a:ext uri="{FF2B5EF4-FFF2-40B4-BE49-F238E27FC236}">
                <a16:creationId xmlns:a16="http://schemas.microsoft.com/office/drawing/2014/main" id="{3DFAA76E-8765-FA71-2A9F-977EAFA02257}"/>
              </a:ext>
            </a:extLst>
          </p:cNvPr>
          <p:cNvSpPr/>
          <p:nvPr/>
        </p:nvSpPr>
        <p:spPr>
          <a:xfrm rot="8363439">
            <a:off x="2038686" y="4020104"/>
            <a:ext cx="172742" cy="172742"/>
          </a:xfrm>
          <a:prstGeom prst="teardrop">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sp>
        <p:nvSpPr>
          <p:cNvPr id="67" name="Ellipse 66">
            <a:extLst>
              <a:ext uri="{FF2B5EF4-FFF2-40B4-BE49-F238E27FC236}">
                <a16:creationId xmlns:a16="http://schemas.microsoft.com/office/drawing/2014/main" id="{BD47C6C4-E7C5-FB15-9E26-1DDC4CDCB83E}"/>
              </a:ext>
            </a:extLst>
          </p:cNvPr>
          <p:cNvSpPr/>
          <p:nvPr/>
        </p:nvSpPr>
        <p:spPr>
          <a:xfrm>
            <a:off x="2080246" y="4061664"/>
            <a:ext cx="89622" cy="89622"/>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grpSp>
        <p:nvGrpSpPr>
          <p:cNvPr id="70" name="Gruppieren 69">
            <a:extLst>
              <a:ext uri="{FF2B5EF4-FFF2-40B4-BE49-F238E27FC236}">
                <a16:creationId xmlns:a16="http://schemas.microsoft.com/office/drawing/2014/main" id="{4C5B8057-0593-6457-F78F-8819F65F83D3}"/>
              </a:ext>
            </a:extLst>
          </p:cNvPr>
          <p:cNvGrpSpPr/>
          <p:nvPr/>
        </p:nvGrpSpPr>
        <p:grpSpPr>
          <a:xfrm>
            <a:off x="3076075" y="3850512"/>
            <a:ext cx="172742" cy="172742"/>
            <a:chOff x="935444" y="4146329"/>
            <a:chExt cx="172742" cy="172742"/>
          </a:xfrm>
        </p:grpSpPr>
        <p:sp>
          <p:nvSpPr>
            <p:cNvPr id="68" name="Träne 67">
              <a:extLst>
                <a:ext uri="{FF2B5EF4-FFF2-40B4-BE49-F238E27FC236}">
                  <a16:creationId xmlns:a16="http://schemas.microsoft.com/office/drawing/2014/main" id="{779D4B97-9696-0A24-B17A-97BDD698CA4E}"/>
                </a:ext>
              </a:extLst>
            </p:cNvPr>
            <p:cNvSpPr/>
            <p:nvPr/>
          </p:nvSpPr>
          <p:spPr>
            <a:xfrm rot="8363439">
              <a:off x="935444" y="4146329"/>
              <a:ext cx="172742" cy="172742"/>
            </a:xfrm>
            <a:prstGeom prst="teardrop">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sp>
          <p:nvSpPr>
            <p:cNvPr id="69" name="Ellipse 68">
              <a:extLst>
                <a:ext uri="{FF2B5EF4-FFF2-40B4-BE49-F238E27FC236}">
                  <a16:creationId xmlns:a16="http://schemas.microsoft.com/office/drawing/2014/main" id="{AEA5A6A9-C33A-0329-94A8-829F0212DD72}"/>
                </a:ext>
              </a:extLst>
            </p:cNvPr>
            <p:cNvSpPr/>
            <p:nvPr/>
          </p:nvSpPr>
          <p:spPr>
            <a:xfrm>
              <a:off x="977004" y="4187889"/>
              <a:ext cx="89622" cy="89622"/>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grpSp>
      <p:sp>
        <p:nvSpPr>
          <p:cNvPr id="71" name="Textfeld 70">
            <a:extLst>
              <a:ext uri="{FF2B5EF4-FFF2-40B4-BE49-F238E27FC236}">
                <a16:creationId xmlns:a16="http://schemas.microsoft.com/office/drawing/2014/main" id="{FB193725-82D4-1E09-A335-511D767D55A8}"/>
              </a:ext>
            </a:extLst>
          </p:cNvPr>
          <p:cNvSpPr txBox="1"/>
          <p:nvPr/>
        </p:nvSpPr>
        <p:spPr>
          <a:xfrm>
            <a:off x="1918206" y="3826084"/>
            <a:ext cx="413701" cy="221599"/>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400"/>
              </a:spcBef>
              <a:spcAft>
                <a:spcPts val="0"/>
              </a:spcAft>
              <a:buClrTx/>
              <a:buSzTx/>
              <a:buFontTx/>
              <a:buNone/>
              <a:tabLst/>
              <a:defRPr/>
            </a:pPr>
            <a:r>
              <a:rPr kumimoji="0" lang="de-DE" sz="1600" b="1" i="0" u="none" strike="noStrike" kern="1200" cap="none" spc="0" normalizeH="0" baseline="0" noProof="0">
                <a:ln>
                  <a:noFill/>
                </a:ln>
                <a:solidFill>
                  <a:srgbClr val="F37A1F"/>
                </a:solidFill>
                <a:effectLst/>
                <a:uLnTx/>
                <a:uFillTx/>
                <a:latin typeface="STIHL Contraface Text"/>
                <a:ea typeface="+mn-ea"/>
                <a:cs typeface="+mn-cs"/>
              </a:rPr>
              <a:t>USA</a:t>
            </a:r>
            <a:endParaRPr kumimoji="0" lang="en-US" sz="1600" b="1" i="0" u="none" strike="noStrike" kern="1200" cap="none" spc="0" normalizeH="0" baseline="0" noProof="0" err="1">
              <a:ln>
                <a:noFill/>
              </a:ln>
              <a:solidFill>
                <a:srgbClr val="F37A1F"/>
              </a:solidFill>
              <a:effectLst/>
              <a:uLnTx/>
              <a:uFillTx/>
              <a:latin typeface="STIHL Contraface Text"/>
              <a:ea typeface="+mn-ea"/>
              <a:cs typeface="+mn-cs"/>
            </a:endParaRPr>
          </a:p>
        </p:txBody>
      </p:sp>
      <p:grpSp>
        <p:nvGrpSpPr>
          <p:cNvPr id="72" name="Gruppieren 71">
            <a:extLst>
              <a:ext uri="{FF2B5EF4-FFF2-40B4-BE49-F238E27FC236}">
                <a16:creationId xmlns:a16="http://schemas.microsoft.com/office/drawing/2014/main" id="{91C0AB74-8F74-8016-E221-7F44EF056D6A}"/>
              </a:ext>
            </a:extLst>
          </p:cNvPr>
          <p:cNvGrpSpPr/>
          <p:nvPr/>
        </p:nvGrpSpPr>
        <p:grpSpPr>
          <a:xfrm rot="15908353">
            <a:off x="2920911" y="3997647"/>
            <a:ext cx="172742" cy="172742"/>
            <a:chOff x="935444" y="4146329"/>
            <a:chExt cx="172742" cy="172742"/>
          </a:xfrm>
        </p:grpSpPr>
        <p:sp>
          <p:nvSpPr>
            <p:cNvPr id="73" name="Träne 72">
              <a:extLst>
                <a:ext uri="{FF2B5EF4-FFF2-40B4-BE49-F238E27FC236}">
                  <a16:creationId xmlns:a16="http://schemas.microsoft.com/office/drawing/2014/main" id="{485BB34A-D873-A4DC-F3C1-FBC2A9FBD84B}"/>
                </a:ext>
              </a:extLst>
            </p:cNvPr>
            <p:cNvSpPr/>
            <p:nvPr/>
          </p:nvSpPr>
          <p:spPr>
            <a:xfrm rot="8363439">
              <a:off x="935444" y="4146329"/>
              <a:ext cx="172742" cy="172742"/>
            </a:xfrm>
            <a:prstGeom prst="teardrop">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sp>
          <p:nvSpPr>
            <p:cNvPr id="74" name="Ellipse 73">
              <a:extLst>
                <a:ext uri="{FF2B5EF4-FFF2-40B4-BE49-F238E27FC236}">
                  <a16:creationId xmlns:a16="http://schemas.microsoft.com/office/drawing/2014/main" id="{B2825887-8F98-7746-8987-DE16AED94A3A}"/>
                </a:ext>
              </a:extLst>
            </p:cNvPr>
            <p:cNvSpPr/>
            <p:nvPr/>
          </p:nvSpPr>
          <p:spPr>
            <a:xfrm>
              <a:off x="977004" y="4187889"/>
              <a:ext cx="89622" cy="89622"/>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grpSp>
      <p:grpSp>
        <p:nvGrpSpPr>
          <p:cNvPr id="78" name="Gruppieren 77">
            <a:extLst>
              <a:ext uri="{FF2B5EF4-FFF2-40B4-BE49-F238E27FC236}">
                <a16:creationId xmlns:a16="http://schemas.microsoft.com/office/drawing/2014/main" id="{CDA5C4CE-D85D-869D-559C-73491D866106}"/>
              </a:ext>
            </a:extLst>
          </p:cNvPr>
          <p:cNvGrpSpPr/>
          <p:nvPr/>
        </p:nvGrpSpPr>
        <p:grpSpPr>
          <a:xfrm rot="5691647" flipH="1">
            <a:off x="3216228" y="3997513"/>
            <a:ext cx="172742" cy="172742"/>
            <a:chOff x="935444" y="4146329"/>
            <a:chExt cx="172742" cy="172742"/>
          </a:xfrm>
        </p:grpSpPr>
        <p:sp>
          <p:nvSpPr>
            <p:cNvPr id="79" name="Träne 78">
              <a:extLst>
                <a:ext uri="{FF2B5EF4-FFF2-40B4-BE49-F238E27FC236}">
                  <a16:creationId xmlns:a16="http://schemas.microsoft.com/office/drawing/2014/main" id="{2F9EF4FC-8283-6AAB-18D8-5901035058E1}"/>
                </a:ext>
              </a:extLst>
            </p:cNvPr>
            <p:cNvSpPr/>
            <p:nvPr/>
          </p:nvSpPr>
          <p:spPr>
            <a:xfrm rot="8363439">
              <a:off x="935444" y="4146329"/>
              <a:ext cx="172742" cy="172742"/>
            </a:xfrm>
            <a:prstGeom prst="teardrop">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sp>
          <p:nvSpPr>
            <p:cNvPr id="80" name="Ellipse 79">
              <a:extLst>
                <a:ext uri="{FF2B5EF4-FFF2-40B4-BE49-F238E27FC236}">
                  <a16:creationId xmlns:a16="http://schemas.microsoft.com/office/drawing/2014/main" id="{A98AD9BA-4D85-7E8A-10CF-21042F1D17A3}"/>
                </a:ext>
              </a:extLst>
            </p:cNvPr>
            <p:cNvSpPr/>
            <p:nvPr/>
          </p:nvSpPr>
          <p:spPr>
            <a:xfrm>
              <a:off x="977004" y="4187889"/>
              <a:ext cx="89622" cy="89622"/>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grpSp>
      <p:sp>
        <p:nvSpPr>
          <p:cNvPr id="82" name="Textfeld 81">
            <a:extLst>
              <a:ext uri="{FF2B5EF4-FFF2-40B4-BE49-F238E27FC236}">
                <a16:creationId xmlns:a16="http://schemas.microsoft.com/office/drawing/2014/main" id="{7D73EED3-284F-1F48-F680-649E20B8F4B7}"/>
              </a:ext>
            </a:extLst>
          </p:cNvPr>
          <p:cNvSpPr txBox="1"/>
          <p:nvPr/>
        </p:nvSpPr>
        <p:spPr>
          <a:xfrm>
            <a:off x="3040657" y="3657884"/>
            <a:ext cx="287437" cy="221599"/>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400"/>
              </a:spcBef>
              <a:spcAft>
                <a:spcPts val="0"/>
              </a:spcAft>
              <a:buClrTx/>
              <a:buSzTx/>
              <a:buFontTx/>
              <a:buNone/>
              <a:tabLst/>
              <a:defRPr/>
            </a:pPr>
            <a:r>
              <a:rPr kumimoji="0" lang="de-DE" sz="1600" b="1" i="0" u="none" strike="noStrike" kern="1200" cap="none" spc="0" normalizeH="0" baseline="0" noProof="0">
                <a:ln>
                  <a:noFill/>
                </a:ln>
                <a:solidFill>
                  <a:srgbClr val="F37A1F"/>
                </a:solidFill>
                <a:effectLst/>
                <a:uLnTx/>
                <a:uFillTx/>
                <a:latin typeface="STIHL Contraface Text"/>
                <a:ea typeface="+mn-ea"/>
                <a:cs typeface="+mn-cs"/>
              </a:rPr>
              <a:t>DE</a:t>
            </a:r>
            <a:endParaRPr kumimoji="0" lang="en-US" sz="1600" b="1" i="0" u="none" strike="noStrike" kern="1200" cap="none" spc="0" normalizeH="0" baseline="0" noProof="0" err="1">
              <a:ln>
                <a:noFill/>
              </a:ln>
              <a:solidFill>
                <a:srgbClr val="F37A1F"/>
              </a:solidFill>
              <a:effectLst/>
              <a:uLnTx/>
              <a:uFillTx/>
              <a:latin typeface="STIHL Contraface Text"/>
              <a:ea typeface="+mn-ea"/>
              <a:cs typeface="+mn-cs"/>
            </a:endParaRPr>
          </a:p>
        </p:txBody>
      </p:sp>
      <p:sp>
        <p:nvSpPr>
          <p:cNvPr id="83" name="Textfeld 82">
            <a:extLst>
              <a:ext uri="{FF2B5EF4-FFF2-40B4-BE49-F238E27FC236}">
                <a16:creationId xmlns:a16="http://schemas.microsoft.com/office/drawing/2014/main" id="{5BD6F9D8-BA2E-F81A-CC73-2A491C875A20}"/>
              </a:ext>
            </a:extLst>
          </p:cNvPr>
          <p:cNvSpPr txBox="1"/>
          <p:nvPr/>
        </p:nvSpPr>
        <p:spPr>
          <a:xfrm>
            <a:off x="2606370" y="3995675"/>
            <a:ext cx="321046" cy="221599"/>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400"/>
              </a:spcBef>
              <a:spcAft>
                <a:spcPts val="0"/>
              </a:spcAft>
              <a:buClrTx/>
              <a:buSzTx/>
              <a:buFontTx/>
              <a:buNone/>
              <a:tabLst/>
              <a:defRPr/>
            </a:pPr>
            <a:r>
              <a:rPr kumimoji="0" lang="de-DE" sz="1600" b="1" i="0" u="none" strike="noStrike" kern="1200" cap="none" spc="0" normalizeH="0" baseline="0" noProof="0">
                <a:ln>
                  <a:noFill/>
                </a:ln>
                <a:solidFill>
                  <a:srgbClr val="F37A1F"/>
                </a:solidFill>
                <a:effectLst/>
                <a:uLnTx/>
                <a:uFillTx/>
                <a:latin typeface="STIHL Contraface Text"/>
                <a:ea typeface="+mn-ea"/>
                <a:cs typeface="+mn-cs"/>
              </a:rPr>
              <a:t>CH</a:t>
            </a:r>
            <a:endParaRPr kumimoji="0" lang="en-US" sz="1600" b="1" i="0" u="none" strike="noStrike" kern="1200" cap="none" spc="0" normalizeH="0" baseline="0" noProof="0" err="1">
              <a:ln>
                <a:noFill/>
              </a:ln>
              <a:solidFill>
                <a:srgbClr val="F37A1F"/>
              </a:solidFill>
              <a:effectLst/>
              <a:uLnTx/>
              <a:uFillTx/>
              <a:latin typeface="STIHL Contraface Text"/>
              <a:ea typeface="+mn-ea"/>
              <a:cs typeface="+mn-cs"/>
            </a:endParaRPr>
          </a:p>
        </p:txBody>
      </p:sp>
      <p:sp>
        <p:nvSpPr>
          <p:cNvPr id="84" name="Textfeld 83">
            <a:extLst>
              <a:ext uri="{FF2B5EF4-FFF2-40B4-BE49-F238E27FC236}">
                <a16:creationId xmlns:a16="http://schemas.microsoft.com/office/drawing/2014/main" id="{30B59A3B-D7A0-B968-CBD9-DA98EE9DE338}"/>
              </a:ext>
            </a:extLst>
          </p:cNvPr>
          <p:cNvSpPr txBox="1"/>
          <p:nvPr/>
        </p:nvSpPr>
        <p:spPr>
          <a:xfrm>
            <a:off x="3411093" y="3984428"/>
            <a:ext cx="321046" cy="221599"/>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400"/>
              </a:spcBef>
              <a:spcAft>
                <a:spcPts val="0"/>
              </a:spcAft>
              <a:buClrTx/>
              <a:buSzTx/>
              <a:buFontTx/>
              <a:buNone/>
              <a:tabLst/>
              <a:defRPr/>
            </a:pPr>
            <a:r>
              <a:rPr kumimoji="0" lang="de-DE" sz="1600" b="1" i="0" u="none" strike="noStrike" kern="1200" cap="none" spc="0" normalizeH="0" baseline="0" noProof="0">
                <a:ln>
                  <a:noFill/>
                </a:ln>
                <a:solidFill>
                  <a:srgbClr val="F37A1F"/>
                </a:solidFill>
                <a:effectLst/>
                <a:uLnTx/>
                <a:uFillTx/>
                <a:latin typeface="STIHL Contraface Text"/>
                <a:ea typeface="+mn-ea"/>
                <a:cs typeface="+mn-cs"/>
              </a:rPr>
              <a:t>AT</a:t>
            </a:r>
            <a:endParaRPr kumimoji="0" lang="en-US" sz="1600" b="1" i="0" u="none" strike="noStrike" kern="1200" cap="none" spc="0" normalizeH="0" baseline="0" noProof="0">
              <a:ln>
                <a:noFill/>
              </a:ln>
              <a:solidFill>
                <a:srgbClr val="F37A1F"/>
              </a:solidFill>
              <a:effectLst/>
              <a:uLnTx/>
              <a:uFillTx/>
              <a:latin typeface="STIHL Contraface Text"/>
              <a:ea typeface="+mn-ea"/>
              <a:cs typeface="+mn-cs"/>
            </a:endParaRPr>
          </a:p>
        </p:txBody>
      </p:sp>
      <p:grpSp>
        <p:nvGrpSpPr>
          <p:cNvPr id="85" name="Gruppieren 84">
            <a:extLst>
              <a:ext uri="{FF2B5EF4-FFF2-40B4-BE49-F238E27FC236}">
                <a16:creationId xmlns:a16="http://schemas.microsoft.com/office/drawing/2014/main" id="{6EEDF6A8-E42B-783F-A531-E647C96935A5}"/>
              </a:ext>
            </a:extLst>
          </p:cNvPr>
          <p:cNvGrpSpPr/>
          <p:nvPr/>
        </p:nvGrpSpPr>
        <p:grpSpPr>
          <a:xfrm>
            <a:off x="4376369" y="4114148"/>
            <a:ext cx="172742" cy="172742"/>
            <a:chOff x="935444" y="4146329"/>
            <a:chExt cx="172742" cy="172742"/>
          </a:xfrm>
        </p:grpSpPr>
        <p:sp>
          <p:nvSpPr>
            <p:cNvPr id="86" name="Träne 85">
              <a:extLst>
                <a:ext uri="{FF2B5EF4-FFF2-40B4-BE49-F238E27FC236}">
                  <a16:creationId xmlns:a16="http://schemas.microsoft.com/office/drawing/2014/main" id="{EA5C47CF-212B-D429-1D47-B46AD4D6EC59}"/>
                </a:ext>
              </a:extLst>
            </p:cNvPr>
            <p:cNvSpPr/>
            <p:nvPr/>
          </p:nvSpPr>
          <p:spPr>
            <a:xfrm rot="8363439">
              <a:off x="935444" y="4146329"/>
              <a:ext cx="172742" cy="172742"/>
            </a:xfrm>
            <a:prstGeom prst="teardrop">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sp>
          <p:nvSpPr>
            <p:cNvPr id="87" name="Ellipse 86">
              <a:extLst>
                <a:ext uri="{FF2B5EF4-FFF2-40B4-BE49-F238E27FC236}">
                  <a16:creationId xmlns:a16="http://schemas.microsoft.com/office/drawing/2014/main" id="{72C7892E-D3E4-F57E-C5A5-379117E3855D}"/>
                </a:ext>
              </a:extLst>
            </p:cNvPr>
            <p:cNvSpPr/>
            <p:nvPr/>
          </p:nvSpPr>
          <p:spPr>
            <a:xfrm>
              <a:off x="977004" y="4187889"/>
              <a:ext cx="89622" cy="89622"/>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grpSp>
      <p:grpSp>
        <p:nvGrpSpPr>
          <p:cNvPr id="88" name="Gruppieren 87">
            <a:extLst>
              <a:ext uri="{FF2B5EF4-FFF2-40B4-BE49-F238E27FC236}">
                <a16:creationId xmlns:a16="http://schemas.microsoft.com/office/drawing/2014/main" id="{0ADCD84B-D56C-F6FD-7E75-1D180BED5ECD}"/>
              </a:ext>
            </a:extLst>
          </p:cNvPr>
          <p:cNvGrpSpPr/>
          <p:nvPr/>
        </p:nvGrpSpPr>
        <p:grpSpPr>
          <a:xfrm>
            <a:off x="4526336" y="4482518"/>
            <a:ext cx="172742" cy="172742"/>
            <a:chOff x="935444" y="4146329"/>
            <a:chExt cx="172742" cy="172742"/>
          </a:xfrm>
        </p:grpSpPr>
        <p:sp>
          <p:nvSpPr>
            <p:cNvPr id="89" name="Träne 88">
              <a:extLst>
                <a:ext uri="{FF2B5EF4-FFF2-40B4-BE49-F238E27FC236}">
                  <a16:creationId xmlns:a16="http://schemas.microsoft.com/office/drawing/2014/main" id="{AF399C9E-FA27-04AD-FA11-BF31112F17DD}"/>
                </a:ext>
              </a:extLst>
            </p:cNvPr>
            <p:cNvSpPr/>
            <p:nvPr/>
          </p:nvSpPr>
          <p:spPr>
            <a:xfrm rot="8363439">
              <a:off x="935444" y="4146329"/>
              <a:ext cx="172742" cy="172742"/>
            </a:xfrm>
            <a:prstGeom prst="teardrop">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sp>
          <p:nvSpPr>
            <p:cNvPr id="90" name="Ellipse 89">
              <a:extLst>
                <a:ext uri="{FF2B5EF4-FFF2-40B4-BE49-F238E27FC236}">
                  <a16:creationId xmlns:a16="http://schemas.microsoft.com/office/drawing/2014/main" id="{F967AFCE-6028-E91B-1605-7A4BC8480465}"/>
                </a:ext>
              </a:extLst>
            </p:cNvPr>
            <p:cNvSpPr/>
            <p:nvPr/>
          </p:nvSpPr>
          <p:spPr>
            <a:xfrm>
              <a:off x="977004" y="4187889"/>
              <a:ext cx="89622" cy="89622"/>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grpSp>
      <p:sp>
        <p:nvSpPr>
          <p:cNvPr id="91" name="Textfeld 90">
            <a:extLst>
              <a:ext uri="{FF2B5EF4-FFF2-40B4-BE49-F238E27FC236}">
                <a16:creationId xmlns:a16="http://schemas.microsoft.com/office/drawing/2014/main" id="{2FD2320E-31C2-157C-F7F6-F570456AA4F8}"/>
              </a:ext>
            </a:extLst>
          </p:cNvPr>
          <p:cNvSpPr txBox="1"/>
          <p:nvPr/>
        </p:nvSpPr>
        <p:spPr>
          <a:xfrm>
            <a:off x="4738263" y="4502900"/>
            <a:ext cx="438151" cy="221599"/>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400"/>
              </a:spcBef>
              <a:spcAft>
                <a:spcPts val="0"/>
              </a:spcAft>
              <a:buClrTx/>
              <a:buSzTx/>
              <a:buFontTx/>
              <a:buNone/>
              <a:tabLst/>
              <a:defRPr/>
            </a:pPr>
            <a:r>
              <a:rPr kumimoji="0" lang="de-DE" sz="1600" b="1" i="0" u="none" strike="noStrike" kern="1200" cap="none" spc="0" normalizeH="0" baseline="0" noProof="0">
                <a:ln>
                  <a:noFill/>
                </a:ln>
                <a:solidFill>
                  <a:srgbClr val="F37A1F"/>
                </a:solidFill>
                <a:effectLst/>
                <a:uLnTx/>
                <a:uFillTx/>
                <a:latin typeface="STIHL Contraface Text"/>
                <a:ea typeface="+mn-ea"/>
                <a:cs typeface="+mn-cs"/>
              </a:rPr>
              <a:t>PHL</a:t>
            </a:r>
            <a:endParaRPr kumimoji="0" lang="en-US" sz="1600" b="1" i="0" u="none" strike="noStrike" kern="1200" cap="none" spc="0" normalizeH="0" baseline="0" noProof="0">
              <a:ln>
                <a:noFill/>
              </a:ln>
              <a:solidFill>
                <a:srgbClr val="F37A1F"/>
              </a:solidFill>
              <a:effectLst/>
              <a:uLnTx/>
              <a:uFillTx/>
              <a:latin typeface="STIHL Contraface Text"/>
              <a:ea typeface="+mn-ea"/>
              <a:cs typeface="+mn-cs"/>
            </a:endParaRPr>
          </a:p>
        </p:txBody>
      </p:sp>
      <p:sp>
        <p:nvSpPr>
          <p:cNvPr id="92" name="Textfeld 91">
            <a:extLst>
              <a:ext uri="{FF2B5EF4-FFF2-40B4-BE49-F238E27FC236}">
                <a16:creationId xmlns:a16="http://schemas.microsoft.com/office/drawing/2014/main" id="{569C60AA-DF6A-85D5-5457-D408D8F51A48}"/>
              </a:ext>
            </a:extLst>
          </p:cNvPr>
          <p:cNvSpPr txBox="1"/>
          <p:nvPr/>
        </p:nvSpPr>
        <p:spPr>
          <a:xfrm>
            <a:off x="4311531" y="3910732"/>
            <a:ext cx="358773" cy="221599"/>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400"/>
              </a:spcBef>
              <a:spcAft>
                <a:spcPts val="0"/>
              </a:spcAft>
              <a:buClrTx/>
              <a:buSzTx/>
              <a:buFontTx/>
              <a:buNone/>
              <a:tabLst/>
              <a:defRPr/>
            </a:pPr>
            <a:r>
              <a:rPr kumimoji="0" lang="de-DE" sz="1600" b="1" i="0" u="none" strike="noStrike" kern="1200" cap="none" spc="0" normalizeH="0" baseline="0" noProof="0">
                <a:ln>
                  <a:noFill/>
                </a:ln>
                <a:solidFill>
                  <a:srgbClr val="F37A1F"/>
                </a:solidFill>
                <a:effectLst/>
                <a:uLnTx/>
                <a:uFillTx/>
                <a:latin typeface="STIHL Contraface Text"/>
                <a:ea typeface="+mn-ea"/>
                <a:cs typeface="+mn-cs"/>
              </a:rPr>
              <a:t>CN</a:t>
            </a:r>
            <a:endParaRPr kumimoji="0" lang="en-US" sz="1600" b="1" i="0" u="none" strike="noStrike" kern="1200" cap="none" spc="0" normalizeH="0" baseline="0" noProof="0" err="1">
              <a:ln>
                <a:noFill/>
              </a:ln>
              <a:solidFill>
                <a:srgbClr val="F37A1F"/>
              </a:solidFill>
              <a:effectLst/>
              <a:uLnTx/>
              <a:uFillTx/>
              <a:latin typeface="STIHL Contraface Text"/>
              <a:ea typeface="+mn-ea"/>
              <a:cs typeface="+mn-cs"/>
            </a:endParaRPr>
          </a:p>
        </p:txBody>
      </p:sp>
      <p:grpSp>
        <p:nvGrpSpPr>
          <p:cNvPr id="93" name="Gruppieren 92">
            <a:extLst>
              <a:ext uri="{FF2B5EF4-FFF2-40B4-BE49-F238E27FC236}">
                <a16:creationId xmlns:a16="http://schemas.microsoft.com/office/drawing/2014/main" id="{1F2CA1D7-0F94-350A-07ED-536A4B1C28BB}"/>
              </a:ext>
            </a:extLst>
          </p:cNvPr>
          <p:cNvGrpSpPr/>
          <p:nvPr/>
        </p:nvGrpSpPr>
        <p:grpSpPr>
          <a:xfrm>
            <a:off x="2400084" y="4959050"/>
            <a:ext cx="172742" cy="172742"/>
            <a:chOff x="935444" y="4146329"/>
            <a:chExt cx="172742" cy="172742"/>
          </a:xfrm>
        </p:grpSpPr>
        <p:sp>
          <p:nvSpPr>
            <p:cNvPr id="94" name="Träne 93">
              <a:extLst>
                <a:ext uri="{FF2B5EF4-FFF2-40B4-BE49-F238E27FC236}">
                  <a16:creationId xmlns:a16="http://schemas.microsoft.com/office/drawing/2014/main" id="{A283D616-537A-1A0C-3108-8E99C7866482}"/>
                </a:ext>
              </a:extLst>
            </p:cNvPr>
            <p:cNvSpPr/>
            <p:nvPr/>
          </p:nvSpPr>
          <p:spPr>
            <a:xfrm rot="8363439">
              <a:off x="935444" y="4146329"/>
              <a:ext cx="172742" cy="172742"/>
            </a:xfrm>
            <a:prstGeom prst="teardrop">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sp>
          <p:nvSpPr>
            <p:cNvPr id="95" name="Ellipse 94">
              <a:extLst>
                <a:ext uri="{FF2B5EF4-FFF2-40B4-BE49-F238E27FC236}">
                  <a16:creationId xmlns:a16="http://schemas.microsoft.com/office/drawing/2014/main" id="{A68D6559-EF5C-905D-D41C-5D8B3C7F5E16}"/>
                </a:ext>
              </a:extLst>
            </p:cNvPr>
            <p:cNvSpPr/>
            <p:nvPr/>
          </p:nvSpPr>
          <p:spPr>
            <a:xfrm>
              <a:off x="977004" y="4187889"/>
              <a:ext cx="89622" cy="89622"/>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grpSp>
      <p:sp>
        <p:nvSpPr>
          <p:cNvPr id="96" name="Textfeld 95">
            <a:extLst>
              <a:ext uri="{FF2B5EF4-FFF2-40B4-BE49-F238E27FC236}">
                <a16:creationId xmlns:a16="http://schemas.microsoft.com/office/drawing/2014/main" id="{9BCF3285-6449-6470-DD95-A99784E35D63}"/>
              </a:ext>
            </a:extLst>
          </p:cNvPr>
          <p:cNvSpPr txBox="1"/>
          <p:nvPr/>
        </p:nvSpPr>
        <p:spPr>
          <a:xfrm>
            <a:off x="2350893" y="4749111"/>
            <a:ext cx="271124" cy="221599"/>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400"/>
              </a:spcBef>
              <a:spcAft>
                <a:spcPts val="0"/>
              </a:spcAft>
              <a:buClrTx/>
              <a:buSzTx/>
              <a:buFontTx/>
              <a:buNone/>
              <a:tabLst/>
              <a:defRPr/>
            </a:pPr>
            <a:r>
              <a:rPr kumimoji="0" lang="de-DE" sz="1600" b="1" i="0" u="none" strike="noStrike" kern="1200" cap="none" spc="0" normalizeH="0" baseline="0" noProof="0">
                <a:ln>
                  <a:noFill/>
                </a:ln>
                <a:solidFill>
                  <a:srgbClr val="F37A1F"/>
                </a:solidFill>
                <a:effectLst/>
                <a:uLnTx/>
                <a:uFillTx/>
                <a:latin typeface="STIHL Contraface Text"/>
                <a:ea typeface="+mn-ea"/>
                <a:cs typeface="+mn-cs"/>
              </a:rPr>
              <a:t>BR</a:t>
            </a:r>
            <a:endParaRPr kumimoji="0" lang="en-US" sz="1600" b="1" i="0" u="none" strike="noStrike" kern="1200" cap="none" spc="0" normalizeH="0" baseline="0" noProof="0" err="1">
              <a:ln>
                <a:noFill/>
              </a:ln>
              <a:solidFill>
                <a:srgbClr val="F37A1F"/>
              </a:solidFill>
              <a:effectLst/>
              <a:uLnTx/>
              <a:uFillTx/>
              <a:latin typeface="STIHL Contraface Text"/>
              <a:ea typeface="+mn-ea"/>
              <a:cs typeface="+mn-cs"/>
            </a:endParaRPr>
          </a:p>
        </p:txBody>
      </p:sp>
      <p:sp>
        <p:nvSpPr>
          <p:cNvPr id="3" name="Rechteck 2">
            <a:extLst>
              <a:ext uri="{FF2B5EF4-FFF2-40B4-BE49-F238E27FC236}">
                <a16:creationId xmlns:a16="http://schemas.microsoft.com/office/drawing/2014/main" id="{6EC34318-70C4-0AD5-B8C7-6CCC721A40E4}"/>
              </a:ext>
            </a:extLst>
          </p:cNvPr>
          <p:cNvSpPr/>
          <p:nvPr/>
        </p:nvSpPr>
        <p:spPr>
          <a:xfrm>
            <a:off x="5679586" y="-2916"/>
            <a:ext cx="858334" cy="170554"/>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cxnSp>
        <p:nvCxnSpPr>
          <p:cNvPr id="12" name="Gerader Verbinder 11">
            <a:extLst>
              <a:ext uri="{FF2B5EF4-FFF2-40B4-BE49-F238E27FC236}">
                <a16:creationId xmlns:a16="http://schemas.microsoft.com/office/drawing/2014/main" id="{7FF4885C-B958-43BE-A20F-C3072B9F8080}"/>
              </a:ext>
            </a:extLst>
          </p:cNvPr>
          <p:cNvCxnSpPr/>
          <p:nvPr/>
        </p:nvCxnSpPr>
        <p:spPr>
          <a:xfrm>
            <a:off x="6096000" y="167638"/>
            <a:ext cx="0" cy="6120000"/>
          </a:xfrm>
          <a:prstGeom prst="line">
            <a:avLst/>
          </a:prstGeom>
          <a:ln w="25400">
            <a:solidFill>
              <a:schemeClr val="tx1">
                <a:alpha val="99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4" name="Gruppieren 3">
            <a:extLst>
              <a:ext uri="{FF2B5EF4-FFF2-40B4-BE49-F238E27FC236}">
                <a16:creationId xmlns:a16="http://schemas.microsoft.com/office/drawing/2014/main" id="{79FFECA1-2E1D-312C-963C-E8E21FDE3EF7}"/>
              </a:ext>
            </a:extLst>
          </p:cNvPr>
          <p:cNvGrpSpPr/>
          <p:nvPr/>
        </p:nvGrpSpPr>
        <p:grpSpPr>
          <a:xfrm rot="5691647" flipH="1">
            <a:off x="3342621" y="4164371"/>
            <a:ext cx="172742" cy="172742"/>
            <a:chOff x="935444" y="4146329"/>
            <a:chExt cx="172742" cy="172742"/>
          </a:xfrm>
        </p:grpSpPr>
        <p:sp>
          <p:nvSpPr>
            <p:cNvPr id="5" name="Träne 4">
              <a:extLst>
                <a:ext uri="{FF2B5EF4-FFF2-40B4-BE49-F238E27FC236}">
                  <a16:creationId xmlns:a16="http://schemas.microsoft.com/office/drawing/2014/main" id="{6C35943A-8475-C42A-85CB-5BD9944AA3CC}"/>
                </a:ext>
              </a:extLst>
            </p:cNvPr>
            <p:cNvSpPr/>
            <p:nvPr/>
          </p:nvSpPr>
          <p:spPr>
            <a:xfrm rot="8363439">
              <a:off x="935444" y="4146329"/>
              <a:ext cx="172742" cy="172742"/>
            </a:xfrm>
            <a:prstGeom prst="teardrop">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sp>
          <p:nvSpPr>
            <p:cNvPr id="6" name="Ellipse 5">
              <a:extLst>
                <a:ext uri="{FF2B5EF4-FFF2-40B4-BE49-F238E27FC236}">
                  <a16:creationId xmlns:a16="http://schemas.microsoft.com/office/drawing/2014/main" id="{0F77FAAB-1104-B9E6-22F9-E455D072926D}"/>
                </a:ext>
              </a:extLst>
            </p:cNvPr>
            <p:cNvSpPr/>
            <p:nvPr/>
          </p:nvSpPr>
          <p:spPr>
            <a:xfrm>
              <a:off x="977004" y="4187889"/>
              <a:ext cx="89622" cy="89622"/>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STIHL Contraface Text"/>
                <a:ea typeface="+mn-ea"/>
                <a:cs typeface="+mn-cs"/>
              </a:endParaRPr>
            </a:p>
          </p:txBody>
        </p:sp>
      </p:grpSp>
      <p:sp>
        <p:nvSpPr>
          <p:cNvPr id="7" name="Textfeld 6">
            <a:extLst>
              <a:ext uri="{FF2B5EF4-FFF2-40B4-BE49-F238E27FC236}">
                <a16:creationId xmlns:a16="http://schemas.microsoft.com/office/drawing/2014/main" id="{91E9E555-205E-9B61-17CF-B0E836A00B6C}"/>
              </a:ext>
            </a:extLst>
          </p:cNvPr>
          <p:cNvSpPr txBox="1"/>
          <p:nvPr/>
        </p:nvSpPr>
        <p:spPr>
          <a:xfrm>
            <a:off x="3537486" y="4151286"/>
            <a:ext cx="321046" cy="221599"/>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400"/>
              </a:spcBef>
              <a:spcAft>
                <a:spcPts val="0"/>
              </a:spcAft>
              <a:buClrTx/>
              <a:buSzTx/>
              <a:buFontTx/>
              <a:buNone/>
              <a:tabLst/>
              <a:defRPr/>
            </a:pPr>
            <a:r>
              <a:rPr kumimoji="0" lang="de-DE" sz="1600" b="1" i="0" u="none" strike="noStrike" kern="1200" cap="none" spc="0" normalizeH="0" baseline="0" noProof="0">
                <a:ln>
                  <a:noFill/>
                </a:ln>
                <a:solidFill>
                  <a:srgbClr val="F37A1F"/>
                </a:solidFill>
                <a:effectLst/>
                <a:uLnTx/>
                <a:uFillTx/>
                <a:latin typeface="STIHL Contraface Text"/>
                <a:ea typeface="+mn-ea"/>
                <a:cs typeface="+mn-cs"/>
              </a:rPr>
              <a:t>RP</a:t>
            </a:r>
            <a:endParaRPr kumimoji="0" lang="en-US" sz="1600" b="1" i="0" u="none" strike="noStrike" kern="1200" cap="none" spc="0" normalizeH="0" baseline="0" noProof="0">
              <a:ln>
                <a:noFill/>
              </a:ln>
              <a:solidFill>
                <a:srgbClr val="F37A1F"/>
              </a:solidFill>
              <a:effectLst/>
              <a:uLnTx/>
              <a:uFillTx/>
              <a:latin typeface="STIHL Contraface Text"/>
              <a:ea typeface="+mn-ea"/>
              <a:cs typeface="+mn-cs"/>
            </a:endParaRPr>
          </a:p>
        </p:txBody>
      </p:sp>
      <p:sp>
        <p:nvSpPr>
          <p:cNvPr id="16" name="Textfeld 15">
            <a:extLst>
              <a:ext uri="{FF2B5EF4-FFF2-40B4-BE49-F238E27FC236}">
                <a16:creationId xmlns:a16="http://schemas.microsoft.com/office/drawing/2014/main" id="{E7999E83-F578-2FC2-3D87-F24C61F5F886}"/>
              </a:ext>
            </a:extLst>
          </p:cNvPr>
          <p:cNvSpPr txBox="1"/>
          <p:nvPr/>
        </p:nvSpPr>
        <p:spPr>
          <a:xfrm>
            <a:off x="3504988" y="2005021"/>
            <a:ext cx="2305059" cy="193899"/>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400"/>
              </a:spcBef>
              <a:spcAft>
                <a:spcPts val="0"/>
              </a:spcAft>
              <a:buClrTx/>
              <a:buSzTx/>
              <a:buFontTx/>
              <a:buNone/>
              <a:tabLst/>
              <a:defRPr/>
            </a:pPr>
            <a:r>
              <a:rPr lang="de-DE" sz="1400" b="1" err="1">
                <a:solidFill>
                  <a:prstClr val="black"/>
                </a:solidFill>
                <a:latin typeface="STIHL Contraface Text"/>
              </a:rPr>
              <a:t>xxxxx</a:t>
            </a:r>
            <a:endParaRPr kumimoji="0" lang="de-DE" b="1" i="0" u="none" strike="noStrike" kern="1200" cap="none" spc="0" normalizeH="0" baseline="0" noProof="0">
              <a:ln>
                <a:noFill/>
              </a:ln>
              <a:solidFill>
                <a:srgbClr val="F37A1F"/>
              </a:solidFill>
              <a:effectLst/>
              <a:uLnTx/>
              <a:uFillTx/>
              <a:latin typeface="STIHL Contraface Text"/>
              <a:ea typeface="+mn-ea"/>
              <a:cs typeface="+mn-cs"/>
            </a:endParaRPr>
          </a:p>
        </p:txBody>
      </p:sp>
      <p:sp>
        <p:nvSpPr>
          <p:cNvPr id="10" name="Textfeld 9">
            <a:extLst>
              <a:ext uri="{FF2B5EF4-FFF2-40B4-BE49-F238E27FC236}">
                <a16:creationId xmlns:a16="http://schemas.microsoft.com/office/drawing/2014/main" id="{79FF8EBD-0708-AAAA-1DB6-A71DB989375E}"/>
              </a:ext>
            </a:extLst>
          </p:cNvPr>
          <p:cNvSpPr txBox="1"/>
          <p:nvPr/>
        </p:nvSpPr>
        <p:spPr>
          <a:xfrm>
            <a:off x="3477439" y="434502"/>
            <a:ext cx="1516093" cy="1144347"/>
          </a:xfrm>
          <a:prstGeom prst="rect">
            <a:avLst/>
          </a:prstGeom>
          <a:noFill/>
        </p:spPr>
        <p:txBody>
          <a:bodyPr wrap="square" lIns="18000" tIns="18000" rIns="18000" bIns="18000" rtlCol="0">
            <a:spAutoFit/>
          </a:bodyPr>
          <a:lstStyle/>
          <a:p>
            <a:pPr>
              <a:lnSpc>
                <a:spcPct val="90000"/>
              </a:lnSpc>
              <a:spcBef>
                <a:spcPts val="400"/>
              </a:spcBef>
            </a:pPr>
            <a:r>
              <a:rPr lang="de-DE" sz="2000" b="1">
                <a:solidFill>
                  <a:schemeClr val="accent2"/>
                </a:solidFill>
              </a:rPr>
              <a:t>IPS: </a:t>
            </a:r>
            <a:br>
              <a:rPr lang="de-DE" sz="2000" b="1">
                <a:solidFill>
                  <a:schemeClr val="accent2"/>
                </a:solidFill>
              </a:rPr>
            </a:br>
            <a:r>
              <a:rPr lang="de-DE" sz="2000" b="1">
                <a:solidFill>
                  <a:schemeClr val="accent2"/>
                </a:solidFill>
              </a:rPr>
              <a:t>EFFICIENT.</a:t>
            </a:r>
            <a:br>
              <a:rPr lang="de-DE" sz="2000" b="1">
                <a:solidFill>
                  <a:schemeClr val="accent2"/>
                </a:solidFill>
              </a:rPr>
            </a:br>
            <a:r>
              <a:rPr lang="de-DE" sz="2000" b="1">
                <a:solidFill>
                  <a:schemeClr val="accent2"/>
                </a:solidFill>
              </a:rPr>
              <a:t>RELIABLE.</a:t>
            </a:r>
            <a:br>
              <a:rPr lang="de-DE" sz="2000" b="1">
                <a:solidFill>
                  <a:schemeClr val="accent2"/>
                </a:solidFill>
              </a:rPr>
            </a:br>
            <a:r>
              <a:rPr lang="de-DE" sz="2000" b="1">
                <a:solidFill>
                  <a:schemeClr val="accent2"/>
                </a:solidFill>
              </a:rPr>
              <a:t>SECURE.</a:t>
            </a:r>
            <a:endParaRPr lang="de-DE" sz="2000" b="1"/>
          </a:p>
        </p:txBody>
      </p:sp>
      <p:sp>
        <p:nvSpPr>
          <p:cNvPr id="18" name="Textfeld 17">
            <a:extLst>
              <a:ext uri="{FF2B5EF4-FFF2-40B4-BE49-F238E27FC236}">
                <a16:creationId xmlns:a16="http://schemas.microsoft.com/office/drawing/2014/main" id="{9A67CE15-4AE7-3823-DA15-F73CFCDB4FCA}"/>
              </a:ext>
            </a:extLst>
          </p:cNvPr>
          <p:cNvSpPr txBox="1"/>
          <p:nvPr/>
        </p:nvSpPr>
        <p:spPr>
          <a:xfrm>
            <a:off x="485499" y="2188239"/>
            <a:ext cx="2657334" cy="830997"/>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90000"/>
              </a:lnSpc>
              <a:spcBef>
                <a:spcPts val="400"/>
              </a:spcBef>
              <a:spcAft>
                <a:spcPts val="0"/>
              </a:spcAft>
              <a:buClrTx/>
              <a:buSzTx/>
              <a:buFontTx/>
              <a:buNone/>
              <a:tabLst/>
              <a:defRPr/>
            </a:pPr>
            <a:r>
              <a:rPr kumimoji="0" lang="de-DE" sz="2000" b="1" i="0" u="none" strike="noStrike" kern="1200" cap="none" spc="0" normalizeH="0" baseline="0" noProof="0">
                <a:ln>
                  <a:noFill/>
                </a:ln>
                <a:solidFill>
                  <a:schemeClr val="accent2"/>
                </a:solidFill>
                <a:effectLst/>
                <a:uLnTx/>
                <a:uFillTx/>
                <a:latin typeface="STIHL Contraface Text"/>
                <a:ea typeface="+mn-ea"/>
                <a:cs typeface="+mn-cs"/>
              </a:rPr>
              <a:t>Digital Collaboration; Service Management &amp; Support @STIHL</a:t>
            </a:r>
            <a:endParaRPr kumimoji="0" lang="de-DE" sz="4000" b="1" i="0" u="none" strike="noStrike" kern="1200" cap="none" spc="0" normalizeH="0" baseline="0" noProof="0">
              <a:ln>
                <a:noFill/>
              </a:ln>
              <a:solidFill>
                <a:schemeClr val="accent2"/>
              </a:solidFill>
              <a:effectLst/>
              <a:uLnTx/>
              <a:uFillTx/>
              <a:latin typeface="STIHL Contraface Text"/>
              <a:ea typeface="+mn-ea"/>
              <a:cs typeface="+mn-cs"/>
            </a:endParaRPr>
          </a:p>
        </p:txBody>
      </p:sp>
      <p:sp>
        <p:nvSpPr>
          <p:cNvPr id="28" name="Title 1">
            <a:extLst>
              <a:ext uri="{FF2B5EF4-FFF2-40B4-BE49-F238E27FC236}">
                <a16:creationId xmlns:a16="http://schemas.microsoft.com/office/drawing/2014/main" id="{A8283D47-A77E-C28E-5894-785B147A53BF}"/>
              </a:ext>
            </a:extLst>
          </p:cNvPr>
          <p:cNvSpPr txBox="1">
            <a:spLocks/>
          </p:cNvSpPr>
          <p:nvPr/>
        </p:nvSpPr>
        <p:spPr>
          <a:xfrm>
            <a:off x="7198469" y="368670"/>
            <a:ext cx="2927036" cy="780628"/>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de-DE" sz="2200" b="1" kern="1200" cap="none" baseline="0" dirty="0">
                <a:solidFill>
                  <a:schemeClr val="tx1"/>
                </a:solidFill>
                <a:latin typeface="+mj-lt"/>
                <a:ea typeface="+mj-ea"/>
                <a:cs typeface="+mj-cs"/>
              </a:defRPr>
            </a:lvl1pPr>
          </a:lstStyle>
          <a:p>
            <a:r>
              <a:rPr lang="de-DE" sz="2800">
                <a:latin typeface="STIHL Contraface Display Title" panose="02000600040000020004" pitchFamily="50" charset="0"/>
              </a:rPr>
              <a:t>STRATEGIE</a:t>
            </a:r>
            <a:endParaRPr lang="de-DE" sz="2000" b="0">
              <a:solidFill>
                <a:schemeClr val="accent2"/>
              </a:solidFill>
              <a:latin typeface="+mn-lt"/>
              <a:ea typeface="+mn-ea"/>
              <a:cs typeface="+mn-cs"/>
            </a:endParaRPr>
          </a:p>
        </p:txBody>
      </p:sp>
      <p:grpSp>
        <p:nvGrpSpPr>
          <p:cNvPr id="63" name="METRO ICON - target">
            <a:extLst>
              <a:ext uri="{FF2B5EF4-FFF2-40B4-BE49-F238E27FC236}">
                <a16:creationId xmlns:a16="http://schemas.microsoft.com/office/drawing/2014/main" id="{0947DF4A-04FC-3B4E-851A-B6605F2EA188}"/>
              </a:ext>
            </a:extLst>
          </p:cNvPr>
          <p:cNvGrpSpPr>
            <a:grpSpLocks noChangeAspect="1"/>
          </p:cNvGrpSpPr>
          <p:nvPr/>
        </p:nvGrpSpPr>
        <p:grpSpPr bwMode="gray">
          <a:xfrm flipH="1">
            <a:off x="6269988" y="221683"/>
            <a:ext cx="770201" cy="665880"/>
            <a:chOff x="7062583" y="1558958"/>
            <a:chExt cx="632912" cy="540715"/>
          </a:xfrm>
          <a:solidFill>
            <a:schemeClr val="accent2"/>
          </a:solidFill>
        </p:grpSpPr>
        <p:sp>
          <p:nvSpPr>
            <p:cNvPr id="65" name="Freeform 6">
              <a:extLst>
                <a:ext uri="{FF2B5EF4-FFF2-40B4-BE49-F238E27FC236}">
                  <a16:creationId xmlns:a16="http://schemas.microsoft.com/office/drawing/2014/main" id="{06B8D766-EBD9-B5D4-0A09-963ED3B2F645}"/>
                </a:ext>
              </a:extLst>
            </p:cNvPr>
            <p:cNvSpPr>
              <a:spLocks/>
            </p:cNvSpPr>
            <p:nvPr/>
          </p:nvSpPr>
          <p:spPr bwMode="gray">
            <a:xfrm>
              <a:off x="7062583" y="1558958"/>
              <a:ext cx="528257" cy="540715"/>
            </a:xfrm>
            <a:custGeom>
              <a:avLst/>
              <a:gdLst>
                <a:gd name="T0" fmla="*/ 286 w 298"/>
                <a:gd name="T1" fmla="*/ 124 h 303"/>
                <a:gd name="T2" fmla="*/ 205 w 298"/>
                <a:gd name="T3" fmla="*/ 276 h 303"/>
                <a:gd name="T4" fmla="*/ 33 w 298"/>
                <a:gd name="T5" fmla="*/ 215 h 303"/>
                <a:gd name="T6" fmla="*/ 77 w 298"/>
                <a:gd name="T7" fmla="*/ 38 h 303"/>
                <a:gd name="T8" fmla="*/ 244 w 298"/>
                <a:gd name="T9" fmla="*/ 50 h 303"/>
                <a:gd name="T10" fmla="*/ 227 w 298"/>
                <a:gd name="T11" fmla="*/ 69 h 303"/>
                <a:gd name="T12" fmla="*/ 205 w 298"/>
                <a:gd name="T13" fmla="*/ 55 h 303"/>
                <a:gd name="T14" fmla="*/ 100 w 298"/>
                <a:gd name="T15" fmla="*/ 55 h 303"/>
                <a:gd name="T16" fmla="*/ 45 w 298"/>
                <a:gd name="T17" fmla="*/ 130 h 303"/>
                <a:gd name="T18" fmla="*/ 126 w 298"/>
                <a:gd name="T19" fmla="*/ 256 h 303"/>
                <a:gd name="T20" fmla="*/ 261 w 298"/>
                <a:gd name="T21" fmla="*/ 167 h 303"/>
                <a:gd name="T22" fmla="*/ 260 w 298"/>
                <a:gd name="T23" fmla="*/ 132 h 303"/>
                <a:gd name="T24" fmla="*/ 263 w 298"/>
                <a:gd name="T25" fmla="*/ 127 h 303"/>
                <a:gd name="T26" fmla="*/ 286 w 298"/>
                <a:gd name="T27" fmla="*/ 124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8" h="303">
                  <a:moveTo>
                    <a:pt x="286" y="124"/>
                  </a:moveTo>
                  <a:cubicBezTo>
                    <a:pt x="298" y="182"/>
                    <a:pt x="268" y="249"/>
                    <a:pt x="205" y="276"/>
                  </a:cubicBezTo>
                  <a:cubicBezTo>
                    <a:pt x="141" y="303"/>
                    <a:pt x="66" y="276"/>
                    <a:pt x="33" y="215"/>
                  </a:cubicBezTo>
                  <a:cubicBezTo>
                    <a:pt x="0" y="154"/>
                    <a:pt x="18" y="79"/>
                    <a:pt x="77" y="38"/>
                  </a:cubicBezTo>
                  <a:cubicBezTo>
                    <a:pt x="133" y="0"/>
                    <a:pt x="203" y="12"/>
                    <a:pt x="244" y="50"/>
                  </a:cubicBezTo>
                  <a:cubicBezTo>
                    <a:pt x="239" y="60"/>
                    <a:pt x="234" y="65"/>
                    <a:pt x="227" y="69"/>
                  </a:cubicBezTo>
                  <a:cubicBezTo>
                    <a:pt x="220" y="64"/>
                    <a:pt x="212" y="59"/>
                    <a:pt x="205" y="55"/>
                  </a:cubicBezTo>
                  <a:cubicBezTo>
                    <a:pt x="170" y="36"/>
                    <a:pt x="135" y="36"/>
                    <a:pt x="100" y="55"/>
                  </a:cubicBezTo>
                  <a:cubicBezTo>
                    <a:pt x="70" y="71"/>
                    <a:pt x="52" y="97"/>
                    <a:pt x="45" y="130"/>
                  </a:cubicBezTo>
                  <a:cubicBezTo>
                    <a:pt x="35" y="187"/>
                    <a:pt x="70" y="242"/>
                    <a:pt x="126" y="256"/>
                  </a:cubicBezTo>
                  <a:cubicBezTo>
                    <a:pt x="189" y="272"/>
                    <a:pt x="251" y="231"/>
                    <a:pt x="261" y="167"/>
                  </a:cubicBezTo>
                  <a:cubicBezTo>
                    <a:pt x="263" y="155"/>
                    <a:pt x="263" y="144"/>
                    <a:pt x="260" y="132"/>
                  </a:cubicBezTo>
                  <a:cubicBezTo>
                    <a:pt x="260" y="129"/>
                    <a:pt x="260" y="128"/>
                    <a:pt x="263" y="127"/>
                  </a:cubicBezTo>
                  <a:cubicBezTo>
                    <a:pt x="271" y="124"/>
                    <a:pt x="278" y="124"/>
                    <a:pt x="286" y="124"/>
                  </a:cubicBezTo>
                  <a:close/>
                </a:path>
              </a:pathLst>
            </a:custGeom>
            <a:grp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5" name="Freeform 6">
              <a:extLst>
                <a:ext uri="{FF2B5EF4-FFF2-40B4-BE49-F238E27FC236}">
                  <a16:creationId xmlns:a16="http://schemas.microsoft.com/office/drawing/2014/main" id="{E13A2337-2BBA-11A0-BBBA-FA02D11D6C6D}"/>
                </a:ext>
              </a:extLst>
            </p:cNvPr>
            <p:cNvSpPr>
              <a:spLocks/>
            </p:cNvSpPr>
            <p:nvPr/>
          </p:nvSpPr>
          <p:spPr bwMode="gray">
            <a:xfrm>
              <a:off x="7279367" y="1591352"/>
              <a:ext cx="416128" cy="291537"/>
            </a:xfrm>
            <a:custGeom>
              <a:avLst/>
              <a:gdLst>
                <a:gd name="T0" fmla="*/ 205 w 234"/>
                <a:gd name="T1" fmla="*/ 0 h 164"/>
                <a:gd name="T2" fmla="*/ 194 w 234"/>
                <a:gd name="T3" fmla="*/ 42 h 164"/>
                <a:gd name="T4" fmla="*/ 234 w 234"/>
                <a:gd name="T5" fmla="*/ 54 h 164"/>
                <a:gd name="T6" fmla="*/ 232 w 234"/>
                <a:gd name="T7" fmla="*/ 56 h 164"/>
                <a:gd name="T8" fmla="*/ 176 w 234"/>
                <a:gd name="T9" fmla="*/ 87 h 164"/>
                <a:gd name="T10" fmla="*/ 171 w 234"/>
                <a:gd name="T11" fmla="*/ 88 h 164"/>
                <a:gd name="T12" fmla="*/ 124 w 234"/>
                <a:gd name="T13" fmla="*/ 95 h 164"/>
                <a:gd name="T14" fmla="*/ 62 w 234"/>
                <a:gd name="T15" fmla="*/ 130 h 164"/>
                <a:gd name="T16" fmla="*/ 60 w 234"/>
                <a:gd name="T17" fmla="*/ 134 h 164"/>
                <a:gd name="T18" fmla="*/ 38 w 234"/>
                <a:gd name="T19" fmla="*/ 160 h 164"/>
                <a:gd name="T20" fmla="*/ 8 w 234"/>
                <a:gd name="T21" fmla="*/ 150 h 164"/>
                <a:gd name="T22" fmla="*/ 9 w 234"/>
                <a:gd name="T23" fmla="*/ 114 h 164"/>
                <a:gd name="T24" fmla="*/ 44 w 234"/>
                <a:gd name="T25" fmla="*/ 107 h 164"/>
                <a:gd name="T26" fmla="*/ 50 w 234"/>
                <a:gd name="T27" fmla="*/ 108 h 164"/>
                <a:gd name="T28" fmla="*/ 113 w 234"/>
                <a:gd name="T29" fmla="*/ 72 h 164"/>
                <a:gd name="T30" fmla="*/ 142 w 234"/>
                <a:gd name="T31" fmla="*/ 38 h 164"/>
                <a:gd name="T32" fmla="*/ 147 w 234"/>
                <a:gd name="T33" fmla="*/ 32 h 164"/>
                <a:gd name="T34" fmla="*/ 201 w 234"/>
                <a:gd name="T35" fmla="*/ 2 h 164"/>
                <a:gd name="T36" fmla="*/ 205 w 234"/>
                <a:gd name="T37"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4" h="164">
                  <a:moveTo>
                    <a:pt x="205" y="0"/>
                  </a:moveTo>
                  <a:cubicBezTo>
                    <a:pt x="201" y="15"/>
                    <a:pt x="197" y="28"/>
                    <a:pt x="194" y="42"/>
                  </a:cubicBezTo>
                  <a:cubicBezTo>
                    <a:pt x="207" y="46"/>
                    <a:pt x="221" y="50"/>
                    <a:pt x="234" y="54"/>
                  </a:cubicBezTo>
                  <a:cubicBezTo>
                    <a:pt x="233" y="55"/>
                    <a:pt x="232" y="55"/>
                    <a:pt x="232" y="56"/>
                  </a:cubicBezTo>
                  <a:cubicBezTo>
                    <a:pt x="213" y="66"/>
                    <a:pt x="195" y="76"/>
                    <a:pt x="176" y="87"/>
                  </a:cubicBezTo>
                  <a:cubicBezTo>
                    <a:pt x="175" y="88"/>
                    <a:pt x="173" y="88"/>
                    <a:pt x="171" y="88"/>
                  </a:cubicBezTo>
                  <a:cubicBezTo>
                    <a:pt x="155" y="84"/>
                    <a:pt x="139" y="87"/>
                    <a:pt x="124" y="95"/>
                  </a:cubicBezTo>
                  <a:cubicBezTo>
                    <a:pt x="103" y="107"/>
                    <a:pt x="83" y="118"/>
                    <a:pt x="62" y="130"/>
                  </a:cubicBezTo>
                  <a:cubicBezTo>
                    <a:pt x="61" y="131"/>
                    <a:pt x="60" y="133"/>
                    <a:pt x="60" y="134"/>
                  </a:cubicBezTo>
                  <a:cubicBezTo>
                    <a:pt x="58" y="147"/>
                    <a:pt x="50" y="157"/>
                    <a:pt x="38" y="160"/>
                  </a:cubicBezTo>
                  <a:cubicBezTo>
                    <a:pt x="27" y="164"/>
                    <a:pt x="15" y="159"/>
                    <a:pt x="8" y="150"/>
                  </a:cubicBezTo>
                  <a:cubicBezTo>
                    <a:pt x="0" y="139"/>
                    <a:pt x="0" y="124"/>
                    <a:pt x="9" y="114"/>
                  </a:cubicBezTo>
                  <a:cubicBezTo>
                    <a:pt x="18" y="103"/>
                    <a:pt x="33" y="101"/>
                    <a:pt x="44" y="107"/>
                  </a:cubicBezTo>
                  <a:cubicBezTo>
                    <a:pt x="46" y="108"/>
                    <a:pt x="48" y="109"/>
                    <a:pt x="50" y="108"/>
                  </a:cubicBezTo>
                  <a:cubicBezTo>
                    <a:pt x="71" y="96"/>
                    <a:pt x="92" y="84"/>
                    <a:pt x="113" y="72"/>
                  </a:cubicBezTo>
                  <a:cubicBezTo>
                    <a:pt x="127" y="64"/>
                    <a:pt x="136" y="52"/>
                    <a:pt x="142" y="38"/>
                  </a:cubicBezTo>
                  <a:cubicBezTo>
                    <a:pt x="143" y="36"/>
                    <a:pt x="145" y="33"/>
                    <a:pt x="147" y="32"/>
                  </a:cubicBezTo>
                  <a:cubicBezTo>
                    <a:pt x="165" y="22"/>
                    <a:pt x="183" y="12"/>
                    <a:pt x="201" y="2"/>
                  </a:cubicBezTo>
                  <a:cubicBezTo>
                    <a:pt x="202" y="2"/>
                    <a:pt x="203" y="1"/>
                    <a:pt x="205" y="0"/>
                  </a:cubicBezTo>
                  <a:close/>
                </a:path>
              </a:pathLst>
            </a:custGeom>
            <a:grp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6" name="Freeform 6">
              <a:extLst>
                <a:ext uri="{FF2B5EF4-FFF2-40B4-BE49-F238E27FC236}">
                  <a16:creationId xmlns:a16="http://schemas.microsoft.com/office/drawing/2014/main" id="{469ADBB3-FB41-AE57-978C-D33957E214E8}"/>
                </a:ext>
              </a:extLst>
            </p:cNvPr>
            <p:cNvSpPr>
              <a:spLocks/>
            </p:cNvSpPr>
            <p:nvPr/>
          </p:nvSpPr>
          <p:spPr bwMode="gray">
            <a:xfrm>
              <a:off x="7172221" y="1671089"/>
              <a:ext cx="311473" cy="316455"/>
            </a:xfrm>
            <a:custGeom>
              <a:avLst/>
              <a:gdLst>
                <a:gd name="T0" fmla="*/ 172 w 176"/>
                <a:gd name="T1" fmla="*/ 80 h 179"/>
                <a:gd name="T2" fmla="*/ 116 w 176"/>
                <a:gd name="T3" fmla="*/ 167 h 179"/>
                <a:gd name="T4" fmla="*/ 18 w 176"/>
                <a:gd name="T5" fmla="*/ 127 h 179"/>
                <a:gd name="T6" fmla="*/ 38 w 176"/>
                <a:gd name="T7" fmla="*/ 25 h 179"/>
                <a:gd name="T8" fmla="*/ 139 w 176"/>
                <a:gd name="T9" fmla="*/ 22 h 179"/>
                <a:gd name="T10" fmla="*/ 136 w 176"/>
                <a:gd name="T11" fmla="*/ 24 h 179"/>
                <a:gd name="T12" fmla="*/ 126 w 176"/>
                <a:gd name="T13" fmla="*/ 30 h 179"/>
                <a:gd name="T14" fmla="*/ 102 w 176"/>
                <a:gd name="T15" fmla="*/ 34 h 179"/>
                <a:gd name="T16" fmla="*/ 36 w 176"/>
                <a:gd name="T17" fmla="*/ 78 h 179"/>
                <a:gd name="T18" fmla="*/ 81 w 176"/>
                <a:gd name="T19" fmla="*/ 144 h 179"/>
                <a:gd name="T20" fmla="*/ 145 w 176"/>
                <a:gd name="T21" fmla="*/ 99 h 179"/>
                <a:gd name="T22" fmla="*/ 150 w 176"/>
                <a:gd name="T23" fmla="*/ 93 h 179"/>
                <a:gd name="T24" fmla="*/ 172 w 176"/>
                <a:gd name="T25" fmla="*/ 80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6" h="179">
                  <a:moveTo>
                    <a:pt x="172" y="80"/>
                  </a:moveTo>
                  <a:cubicBezTo>
                    <a:pt x="176" y="121"/>
                    <a:pt x="151" y="156"/>
                    <a:pt x="116" y="167"/>
                  </a:cubicBezTo>
                  <a:cubicBezTo>
                    <a:pt x="77" y="179"/>
                    <a:pt x="37" y="162"/>
                    <a:pt x="18" y="127"/>
                  </a:cubicBezTo>
                  <a:cubicBezTo>
                    <a:pt x="0" y="92"/>
                    <a:pt x="8" y="51"/>
                    <a:pt x="38" y="25"/>
                  </a:cubicBezTo>
                  <a:cubicBezTo>
                    <a:pt x="66" y="1"/>
                    <a:pt x="111" y="0"/>
                    <a:pt x="139" y="22"/>
                  </a:cubicBezTo>
                  <a:cubicBezTo>
                    <a:pt x="138" y="23"/>
                    <a:pt x="137" y="24"/>
                    <a:pt x="136" y="24"/>
                  </a:cubicBezTo>
                  <a:cubicBezTo>
                    <a:pt x="133" y="26"/>
                    <a:pt x="129" y="28"/>
                    <a:pt x="126" y="30"/>
                  </a:cubicBezTo>
                  <a:cubicBezTo>
                    <a:pt x="118" y="35"/>
                    <a:pt x="111" y="37"/>
                    <a:pt x="102" y="34"/>
                  </a:cubicBezTo>
                  <a:cubicBezTo>
                    <a:pt x="72" y="27"/>
                    <a:pt x="42" y="48"/>
                    <a:pt x="36" y="78"/>
                  </a:cubicBezTo>
                  <a:cubicBezTo>
                    <a:pt x="30" y="108"/>
                    <a:pt x="51" y="138"/>
                    <a:pt x="81" y="144"/>
                  </a:cubicBezTo>
                  <a:cubicBezTo>
                    <a:pt x="111" y="149"/>
                    <a:pt x="140" y="129"/>
                    <a:pt x="145" y="99"/>
                  </a:cubicBezTo>
                  <a:cubicBezTo>
                    <a:pt x="146" y="96"/>
                    <a:pt x="147" y="94"/>
                    <a:pt x="150" y="93"/>
                  </a:cubicBezTo>
                  <a:cubicBezTo>
                    <a:pt x="157" y="89"/>
                    <a:pt x="165" y="85"/>
                    <a:pt x="172" y="80"/>
                  </a:cubicBezTo>
                  <a:close/>
                </a:path>
              </a:pathLst>
            </a:custGeom>
            <a:grp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81" name="Textframe 10">
            <a:extLst>
              <a:ext uri="{FF2B5EF4-FFF2-40B4-BE49-F238E27FC236}">
                <a16:creationId xmlns:a16="http://schemas.microsoft.com/office/drawing/2014/main" id="{E6D6F96C-E238-6B94-B1BD-93EE9E36960E}"/>
              </a:ext>
            </a:extLst>
          </p:cNvPr>
          <p:cNvSpPr txBox="1"/>
          <p:nvPr/>
        </p:nvSpPr>
        <p:spPr>
          <a:xfrm>
            <a:off x="6278187" y="1251870"/>
            <a:ext cx="7260606" cy="439095"/>
          </a:xfrm>
          <a:prstGeom prst="rect">
            <a:avLst/>
          </a:prstGeom>
          <a:noFill/>
          <a:ln w="9525">
            <a:noFill/>
          </a:ln>
        </p:spPr>
        <p:txBody>
          <a:bodyPr vert="horz" wrap="square" lIns="0" tIns="0" rIns="0" bIns="0" rtlCol="0" anchor="ctr">
            <a:spAutoFit/>
          </a:bodyPr>
          <a:lstStyle/>
          <a:p>
            <a:pPr marL="285750" indent="-285750">
              <a:lnSpc>
                <a:spcPct val="90000"/>
              </a:lnSpc>
              <a:spcBef>
                <a:spcPts val="400"/>
              </a:spcBef>
              <a:buSzPct val="105000"/>
              <a:buBlip>
                <a:blip>
                  <a:extLst>
                    <a:ext uri="{96DAC541-7B7A-43D3-8B79-37D633B846F1}">
                      <asvg:svgBlip xmlns:asvg="http://schemas.microsoft.com/office/drawing/2016/SVG/main" r:embed="rId11"/>
                    </a:ext>
                  </a:extLst>
                </a:blip>
              </a:buBlip>
            </a:pPr>
            <a:r>
              <a:rPr lang="de-DE" sz="1400" b="1" err="1"/>
              <a:t>xxxxxxxxx</a:t>
            </a:r>
            <a:endParaRPr lang="de-DE" sz="1400" b="1"/>
          </a:p>
          <a:p>
            <a:pPr>
              <a:lnSpc>
                <a:spcPct val="90000"/>
              </a:lnSpc>
              <a:spcBef>
                <a:spcPts val="400"/>
              </a:spcBef>
              <a:buSzPct val="105000"/>
            </a:pPr>
            <a:endParaRPr lang="de-DE" sz="1400" b="1"/>
          </a:p>
        </p:txBody>
      </p:sp>
      <p:sp>
        <p:nvSpPr>
          <p:cNvPr id="101" name="Textfeld 100">
            <a:extLst>
              <a:ext uri="{FF2B5EF4-FFF2-40B4-BE49-F238E27FC236}">
                <a16:creationId xmlns:a16="http://schemas.microsoft.com/office/drawing/2014/main" id="{E5BE9E46-C640-9AF9-A2DE-DDDB664C0664}"/>
              </a:ext>
            </a:extLst>
          </p:cNvPr>
          <p:cNvSpPr txBox="1"/>
          <p:nvPr/>
        </p:nvSpPr>
        <p:spPr>
          <a:xfrm>
            <a:off x="6278037" y="2055272"/>
            <a:ext cx="5346609" cy="307777"/>
          </a:xfrm>
          <a:prstGeom prst="rect">
            <a:avLst/>
          </a:prstGeom>
          <a:noFill/>
        </p:spPr>
        <p:txBody>
          <a:bodyPr wrap="square">
            <a:spAutoFit/>
          </a:bodyPr>
          <a:lstStyle/>
          <a:p>
            <a:r>
              <a:rPr lang="de-DE" sz="1400"/>
              <a:t>DC</a:t>
            </a:r>
            <a:r>
              <a:rPr lang="de-DE" sz="1400" noProof="0"/>
              <a:t> Strategie ……..</a:t>
            </a:r>
          </a:p>
        </p:txBody>
      </p:sp>
      <p:sp>
        <p:nvSpPr>
          <p:cNvPr id="11" name="Textfeld 10">
            <a:extLst>
              <a:ext uri="{FF2B5EF4-FFF2-40B4-BE49-F238E27FC236}">
                <a16:creationId xmlns:a16="http://schemas.microsoft.com/office/drawing/2014/main" id="{8EF10056-D440-6D88-A3F4-5170E9DFB526}"/>
              </a:ext>
            </a:extLst>
          </p:cNvPr>
          <p:cNvSpPr txBox="1"/>
          <p:nvPr/>
        </p:nvSpPr>
        <p:spPr>
          <a:xfrm>
            <a:off x="478703" y="4795666"/>
            <a:ext cx="1128022" cy="922748"/>
          </a:xfrm>
          <a:prstGeom prst="rect">
            <a:avLst/>
          </a:prstGeom>
          <a:noFill/>
        </p:spPr>
        <p:txBody>
          <a:bodyPr wrap="square" lIns="18000" tIns="18000" rIns="18000" bIns="18000" rtlCol="0">
            <a:spAutoFit/>
          </a:bodyPr>
          <a:lstStyle/>
          <a:p>
            <a:pPr algn="l">
              <a:lnSpc>
                <a:spcPct val="90000"/>
              </a:lnSpc>
              <a:spcBef>
                <a:spcPts val="400"/>
              </a:spcBef>
            </a:pPr>
            <a:r>
              <a:rPr lang="de-DE" sz="1600"/>
              <a:t>Evtl. Regional Center auflisten</a:t>
            </a:r>
          </a:p>
        </p:txBody>
      </p:sp>
      <p:sp>
        <p:nvSpPr>
          <p:cNvPr id="13" name="Textfeld 12">
            <a:extLst>
              <a:ext uri="{FF2B5EF4-FFF2-40B4-BE49-F238E27FC236}">
                <a16:creationId xmlns:a16="http://schemas.microsoft.com/office/drawing/2014/main" id="{3523E519-D06D-49AF-96EC-E6D730E48463}"/>
              </a:ext>
            </a:extLst>
          </p:cNvPr>
          <p:cNvSpPr txBox="1"/>
          <p:nvPr/>
        </p:nvSpPr>
        <p:spPr>
          <a:xfrm>
            <a:off x="7040189" y="3019236"/>
            <a:ext cx="2314320" cy="1195643"/>
          </a:xfrm>
          <a:prstGeom prst="rect">
            <a:avLst/>
          </a:prstGeom>
          <a:noFill/>
        </p:spPr>
        <p:txBody>
          <a:bodyPr wrap="square" lIns="18000" tIns="18000" rIns="18000" bIns="18000" rtlCol="0">
            <a:spAutoFit/>
          </a:bodyPr>
          <a:lstStyle/>
          <a:p>
            <a:pPr algn="l">
              <a:lnSpc>
                <a:spcPct val="90000"/>
              </a:lnSpc>
              <a:spcBef>
                <a:spcPts val="400"/>
              </a:spcBef>
            </a:pPr>
            <a:r>
              <a:rPr lang="de-DE" sz="1600">
                <a:highlight>
                  <a:srgbClr val="FFFF00"/>
                </a:highlight>
              </a:rPr>
              <a:t>@ Alex: evtl. Folie kopieren für DC, Service </a:t>
            </a:r>
            <a:r>
              <a:rPr lang="de-DE" sz="1600" err="1">
                <a:highlight>
                  <a:srgbClr val="FFFF00"/>
                </a:highlight>
              </a:rPr>
              <a:t>Mgmt</a:t>
            </a:r>
            <a:r>
              <a:rPr lang="de-DE" sz="1600">
                <a:highlight>
                  <a:srgbClr val="FFFF00"/>
                </a:highlight>
              </a:rPr>
              <a:t>, Support</a:t>
            </a:r>
          </a:p>
          <a:p>
            <a:pPr algn="l">
              <a:lnSpc>
                <a:spcPct val="90000"/>
              </a:lnSpc>
              <a:spcBef>
                <a:spcPts val="400"/>
              </a:spcBef>
            </a:pPr>
            <a:r>
              <a:rPr lang="de-DE" sz="1600" err="1">
                <a:highlight>
                  <a:srgbClr val="FFFF00"/>
                </a:highlight>
              </a:rPr>
              <a:t>KPI‘s</a:t>
            </a:r>
            <a:r>
              <a:rPr lang="de-DE" sz="1600">
                <a:highlight>
                  <a:srgbClr val="FFFF00"/>
                </a:highlight>
              </a:rPr>
              <a:t> einbringen // Dashboards</a:t>
            </a:r>
          </a:p>
        </p:txBody>
      </p:sp>
    </p:spTree>
    <p:extLst>
      <p:ext uri="{BB962C8B-B14F-4D97-AF65-F5344CB8AC3E}">
        <p14:creationId xmlns:p14="http://schemas.microsoft.com/office/powerpoint/2010/main" val="8416855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45104-36F8-160D-5DA1-E5C45E41B26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DD1737A-93E5-7DDE-5998-59A0A5EB536E}"/>
              </a:ext>
            </a:extLst>
          </p:cNvPr>
          <p:cNvSpPr>
            <a:spLocks noGrp="1"/>
          </p:cNvSpPr>
          <p:nvPr>
            <p:ph type="title"/>
          </p:nvPr>
        </p:nvSpPr>
        <p:spPr>
          <a:xfrm>
            <a:off x="479426" y="503546"/>
            <a:ext cx="8664574" cy="304699"/>
          </a:xfrm>
        </p:spPr>
        <p:txBody>
          <a:bodyPr/>
          <a:lstStyle/>
          <a:p>
            <a:endParaRPr lang="de-DE"/>
          </a:p>
        </p:txBody>
      </p:sp>
      <p:sp>
        <p:nvSpPr>
          <p:cNvPr id="3" name="Textplatzhalter 2">
            <a:extLst>
              <a:ext uri="{FF2B5EF4-FFF2-40B4-BE49-F238E27FC236}">
                <a16:creationId xmlns:a16="http://schemas.microsoft.com/office/drawing/2014/main" id="{85A98207-F8FF-FDE7-3F86-1EBA6727F8E6}"/>
              </a:ext>
            </a:extLst>
          </p:cNvPr>
          <p:cNvSpPr>
            <a:spLocks noGrp="1"/>
          </p:cNvSpPr>
          <p:nvPr>
            <p:ph type="body" sz="quarter" idx="14"/>
          </p:nvPr>
        </p:nvSpPr>
        <p:spPr/>
        <p:txBody>
          <a:bodyPr/>
          <a:lstStyle/>
          <a:p>
            <a:endParaRPr lang="de-DE"/>
          </a:p>
        </p:txBody>
      </p:sp>
      <p:sp>
        <p:nvSpPr>
          <p:cNvPr id="4" name="Textplatzhalter 3">
            <a:extLst>
              <a:ext uri="{FF2B5EF4-FFF2-40B4-BE49-F238E27FC236}">
                <a16:creationId xmlns:a16="http://schemas.microsoft.com/office/drawing/2014/main" id="{A4C4A53E-8E0C-B231-8EDC-9635786F6230}"/>
              </a:ext>
            </a:extLst>
          </p:cNvPr>
          <p:cNvSpPr>
            <a:spLocks noGrp="1"/>
          </p:cNvSpPr>
          <p:nvPr>
            <p:ph type="body" sz="quarter" idx="15"/>
          </p:nvPr>
        </p:nvSpPr>
        <p:spPr/>
        <p:txBody>
          <a:bodyPr/>
          <a:lstStyle/>
          <a:p>
            <a:endParaRPr lang="de-DE"/>
          </a:p>
        </p:txBody>
      </p:sp>
    </p:spTree>
    <p:extLst>
      <p:ext uri="{BB962C8B-B14F-4D97-AF65-F5344CB8AC3E}">
        <p14:creationId xmlns:p14="http://schemas.microsoft.com/office/powerpoint/2010/main" val="4464169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Bildplatzhalter 6" descr="Ein Bild, das draußen, Berg, Landschaft, Natur enthält.&#10;&#10;Automatisch generierte Beschreibung">
            <a:extLst>
              <a:ext uri="{FF2B5EF4-FFF2-40B4-BE49-F238E27FC236}">
                <a16:creationId xmlns:a16="http://schemas.microsoft.com/office/drawing/2014/main" id="{C1877D97-8BFD-8283-1981-2250D5B57AE3}"/>
              </a:ext>
            </a:extLst>
          </p:cNvPr>
          <p:cNvPicPr>
            <a:picLocks noGrp="1" noChangeAspect="1"/>
          </p:cNvPicPr>
          <p:nvPr>
            <p:ph type="pic" sz="quarter" idx="15"/>
          </p:nvPr>
        </p:nvPicPr>
        <p:blipFill>
          <a:blip r:embed="rId4">
            <a:extLst>
              <a:ext uri="{28A0092B-C50C-407E-A947-70E740481C1C}">
                <a14:useLocalDpi xmlns:a14="http://schemas.microsoft.com/office/drawing/2010/main" val="0"/>
              </a:ext>
            </a:extLst>
          </a:blip>
          <a:srcRect t="12500" b="12500"/>
          <a:stretch>
            <a:fillRect/>
          </a:stretch>
        </p:blipFill>
        <p:spPr/>
      </p:pic>
      <p:graphicFrame>
        <p:nvGraphicFramePr>
          <p:cNvPr id="2" name="Objekt 1"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5" imgW="370" imgH="371" progId="TCLayout.ActiveDocument.1">
                  <p:embed/>
                </p:oleObj>
              </mc:Choice>
              <mc:Fallback>
                <p:oleObj name="think-cell Folie" r:id="rId5" imgW="370" imgH="371" progId="TCLayout.ActiveDocument.1">
                  <p:embed/>
                  <p:pic>
                    <p:nvPicPr>
                      <p:cNvPr id="2" name="Objekt 1"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Textplatzhalter 4">
            <a:extLst>
              <a:ext uri="{FF2B5EF4-FFF2-40B4-BE49-F238E27FC236}">
                <a16:creationId xmlns:a16="http://schemas.microsoft.com/office/drawing/2014/main" id="{40410E87-BFFA-41C1-BE52-E67DD581A30B}"/>
              </a:ext>
            </a:extLst>
          </p:cNvPr>
          <p:cNvSpPr>
            <a:spLocks noGrp="1"/>
          </p:cNvSpPr>
          <p:nvPr>
            <p:ph type="body" sz="quarter" idx="10"/>
          </p:nvPr>
        </p:nvSpPr>
        <p:spPr>
          <a:xfrm>
            <a:off x="479425" y="4834859"/>
            <a:ext cx="7812088" cy="1336071"/>
          </a:xfrm>
        </p:spPr>
        <p:txBody>
          <a:bodyPr/>
          <a:lstStyle/>
          <a:p>
            <a:r>
              <a:rPr lang="de-DE"/>
              <a:t>Vielen Dank für Ihre Aufmerksamkeit!</a:t>
            </a:r>
          </a:p>
        </p:txBody>
      </p:sp>
      <p:pic>
        <p:nvPicPr>
          <p:cNvPr id="3" name="Grafik 2" descr="Ein Bild, das Entwurf, Kreis, Schwarzweiß, Grafiken enthält.&#10;&#10;Automatisch generierte Beschreibung">
            <a:extLst>
              <a:ext uri="{FF2B5EF4-FFF2-40B4-BE49-F238E27FC236}">
                <a16:creationId xmlns:a16="http://schemas.microsoft.com/office/drawing/2014/main" id="{8CF4DCC0-6205-DA53-CC3B-7CAA3EBBB7D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558680" y="378086"/>
            <a:ext cx="1303300" cy="536960"/>
          </a:xfrm>
          <a:prstGeom prst="rect">
            <a:avLst/>
          </a:prstGeom>
        </p:spPr>
      </p:pic>
    </p:spTree>
    <p:extLst>
      <p:ext uri="{BB962C8B-B14F-4D97-AF65-F5344CB8AC3E}">
        <p14:creationId xmlns:p14="http://schemas.microsoft.com/office/powerpoint/2010/main" val="23262778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DD0B0CA-F7E3-A258-3811-09528FED8D3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1BCAF5C-C888-70C8-6391-3334F50BF968}"/>
              </a:ext>
            </a:extLst>
          </p:cNvPr>
          <p:cNvSpPr>
            <a:spLocks noGrp="1"/>
          </p:cNvSpPr>
          <p:nvPr>
            <p:ph type="title"/>
          </p:nvPr>
        </p:nvSpPr>
        <p:spPr>
          <a:xfrm>
            <a:off x="479426" y="503546"/>
            <a:ext cx="8664574" cy="304699"/>
          </a:xfrm>
        </p:spPr>
        <p:txBody>
          <a:bodyPr/>
          <a:lstStyle/>
          <a:p>
            <a:endParaRPr lang="de-DE"/>
          </a:p>
        </p:txBody>
      </p:sp>
      <p:sp>
        <p:nvSpPr>
          <p:cNvPr id="3" name="Textplatzhalter 2">
            <a:extLst>
              <a:ext uri="{FF2B5EF4-FFF2-40B4-BE49-F238E27FC236}">
                <a16:creationId xmlns:a16="http://schemas.microsoft.com/office/drawing/2014/main" id="{6ECBD492-BDA0-72E2-5634-D2BF852C81C6}"/>
              </a:ext>
            </a:extLst>
          </p:cNvPr>
          <p:cNvSpPr>
            <a:spLocks noGrp="1"/>
          </p:cNvSpPr>
          <p:nvPr>
            <p:ph type="body" sz="quarter" idx="14"/>
          </p:nvPr>
        </p:nvSpPr>
        <p:spPr/>
        <p:txBody>
          <a:bodyPr/>
          <a:lstStyle/>
          <a:p>
            <a:endParaRPr lang="de-DE"/>
          </a:p>
        </p:txBody>
      </p:sp>
      <p:sp>
        <p:nvSpPr>
          <p:cNvPr id="4" name="Textplatzhalter 3">
            <a:extLst>
              <a:ext uri="{FF2B5EF4-FFF2-40B4-BE49-F238E27FC236}">
                <a16:creationId xmlns:a16="http://schemas.microsoft.com/office/drawing/2014/main" id="{0F6E34D0-91EE-DE9B-756B-96874147F417}"/>
              </a:ext>
            </a:extLst>
          </p:cNvPr>
          <p:cNvSpPr>
            <a:spLocks noGrp="1"/>
          </p:cNvSpPr>
          <p:nvPr>
            <p:ph type="body" sz="quarter" idx="15"/>
          </p:nvPr>
        </p:nvSpPr>
        <p:spPr/>
        <p:txBody>
          <a:bodyPr/>
          <a:lstStyle/>
          <a:p>
            <a:endParaRPr lang="de-DE"/>
          </a:p>
        </p:txBody>
      </p:sp>
    </p:spTree>
    <p:extLst>
      <p:ext uri="{BB962C8B-B14F-4D97-AF65-F5344CB8AC3E}">
        <p14:creationId xmlns:p14="http://schemas.microsoft.com/office/powerpoint/2010/main" val="1299957196"/>
      </p:ext>
    </p:extLst>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200" b="1">
                <a:solidFill>
                  <a:srgbClr val="333333"/>
                </a:solidFill>
                <a:latin typeface="STIHL Contraface Text"/>
              </a:rPr>
              <a:t>Digital Collaboration, Service Management &amp; Support</a:t>
            </a:r>
          </a:p>
        </p:txBody>
      </p:sp>
      <p:sp>
        <p:nvSpPr>
          <p:cNvPr id="3" name="Rectangle 2"/>
          <p:cNvSpPr/>
          <p:nvPr/>
        </p:nvSpPr>
        <p:spPr>
          <a:xfrm>
            <a:off x="0" y="502920"/>
            <a:ext cx="164592" cy="320040"/>
          </a:xfrm>
          <a:prstGeom prst="rect">
            <a:avLst/>
          </a:prstGeom>
          <a:solidFill>
            <a:srgbClr val="F37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896112"/>
            <a:ext cx="11247120" cy="365760"/>
          </a:xfrm>
          <a:prstGeom prst="rect">
            <a:avLst/>
          </a:prstGeom>
          <a:noFill/>
        </p:spPr>
        <p:txBody>
          <a:bodyPr wrap="square" anchor="t" lIns="45720" rIns="45720" tIns="18288" bIns="18288">
            <a:spAutoFit/>
          </a:bodyPr>
          <a:lstStyle/>
          <a:p>
            <a:pPr>
              <a:spcBef>
                <a:spcPts val="0"/>
              </a:spcBef>
              <a:spcAft>
                <a:spcPts val="300"/>
              </a:spcAft>
            </a:pPr>
            <a:r>
              <a:rPr sz="1300" b="1" i="0">
                <a:solidFill>
                  <a:srgbClr val="878787"/>
                </a:solidFill>
                <a:latin typeface="STIHL Contraface Text"/>
              </a:rPr>
              <a:t>Wer wir sind – unsere Prozesse – unsere KPI &amp; Nachweise</a:t>
            </a:r>
          </a:p>
        </p:txBody>
      </p:sp>
      <p:cxnSp>
        <p:nvCxnSpPr>
          <p:cNvPr id="5" name="Connector 4"/>
          <p:cNvCxnSpPr/>
          <p:nvPr/>
        </p:nvCxnSpPr>
        <p:spPr>
          <a:xfrm>
            <a:off x="475488" y="1371600"/>
            <a:ext cx="11237976" cy="0"/>
          </a:xfrm>
          <a:prstGeom prst="bentConnector3">
            <a:avLst/>
          </a:prstGeom>
          <a:ln w="9525">
            <a:solidFill>
              <a:srgbClr val="878787"/>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75488" y="1600200"/>
            <a:ext cx="3584448" cy="3703320"/>
          </a:xfrm>
          <a:prstGeom prst="roundRect">
            <a:avLst/>
          </a:prstGeom>
          <a:solidFill>
            <a:srgbClr val="FFFFFF"/>
          </a:solidFill>
          <a:ln w="15875">
            <a:solidFill>
              <a:srgbClr val="F37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75488" y="1600200"/>
            <a:ext cx="3584448" cy="868680"/>
          </a:xfrm>
          <a:prstGeom prst="roundRect">
            <a:avLst/>
          </a:prstGeom>
          <a:solidFill>
            <a:srgbClr val="F3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sz="2000" b="1">
                <a:solidFill>
                  <a:srgbClr val="FFFFFF"/>
                </a:solidFill>
                <a:latin typeface="STIHL Contraface Display Title"/>
              </a:rPr>
              <a:t>1  </a:t>
            </a:r>
            <a:r>
              <a:rPr sz="1500" b="1">
                <a:solidFill>
                  <a:srgbClr val="FFFFFF"/>
                </a:solidFill>
                <a:latin typeface="STIHL Contraface Text"/>
              </a:rPr>
              <a:t>Digital Collaboration</a:t>
            </a:r>
          </a:p>
        </p:txBody>
      </p:sp>
      <p:sp>
        <p:nvSpPr>
          <p:cNvPr id="8" name="TextBox 7"/>
          <p:cNvSpPr txBox="1"/>
          <p:nvPr/>
        </p:nvSpPr>
        <p:spPr>
          <a:xfrm>
            <a:off x="640080" y="2587752"/>
            <a:ext cx="3255264" cy="2606040"/>
          </a:xfrm>
          <a:prstGeom prst="rect">
            <a:avLst/>
          </a:prstGeom>
          <a:noFill/>
        </p:spPr>
        <p:txBody>
          <a:bodyPr wrap="square" anchor="t" lIns="45720" rIns="45720" tIns="18288" bIns="18288">
            <a:spAutoFit/>
          </a:bodyPr>
          <a:lstStyle/>
          <a:p>
            <a:pPr>
              <a:spcBef>
                <a:spcPts val="0"/>
              </a:spcBef>
              <a:spcAft>
                <a:spcPts val="800"/>
              </a:spcAft>
            </a:pPr>
            <a:r>
              <a:rPr sz="1100" b="1" i="0">
                <a:solidFill>
                  <a:srgbClr val="333333"/>
                </a:solidFill>
                <a:latin typeface="STIHL Contraface Text"/>
              </a:rPr>
              <a:t>Bereitstellung &amp; Betrieb der digitalen Arbeitsplatz- und Kollaborationsservices (M365).</a:t>
            </a:r>
          </a:p>
          <a:p>
            <a:pPr indent="-137160" marL="137160">
              <a:spcBef>
                <a:spcPts val="0"/>
              </a:spcBef>
              <a:spcAft>
                <a:spcPts val="500"/>
              </a:spcAft>
              <a:buClr>
                <a:srgbClr val="333333"/>
              </a:buClr>
              <a:buFont typeface="Arial"/>
              <a:buChar char="•"/>
            </a:pPr>
            <a:r>
              <a:rPr sz="1050" b="0" i="0">
                <a:solidFill>
                  <a:srgbClr val="333333"/>
                </a:solidFill>
                <a:latin typeface="STIHL Contraface Text"/>
              </a:rPr>
              <a:t>Business Services: Teamwork, Messaging,</a:t>
            </a:r>
          </a:p>
          <a:p>
            <a:pPr indent="-137160" marL="137160">
              <a:spcBef>
                <a:spcPts val="0"/>
              </a:spcBef>
              <a:spcAft>
                <a:spcPts val="500"/>
              </a:spcAft>
              <a:buClr>
                <a:srgbClr val="333333"/>
              </a:buClr>
              <a:buFont typeface="Arial"/>
              <a:buChar char="•"/>
            </a:pPr>
            <a:r>
              <a:rPr sz="1050" b="0" i="0">
                <a:solidFill>
                  <a:srgbClr val="333333"/>
                </a:solidFill>
                <a:latin typeface="STIHL Contraface Text"/>
              </a:rPr>
              <a:t>Knowledge &amp; Document Collaboration, Voice</a:t>
            </a:r>
          </a:p>
          <a:p>
            <a:pPr indent="-137160" marL="137160">
              <a:spcBef>
                <a:spcPts val="0"/>
              </a:spcBef>
              <a:spcAft>
                <a:spcPts val="500"/>
              </a:spcAft>
              <a:buClr>
                <a:srgbClr val="333333"/>
              </a:buClr>
              <a:buFont typeface="Arial"/>
              <a:buChar char="•"/>
            </a:pPr>
            <a:r>
              <a:rPr sz="1050" b="0" i="0">
                <a:solidFill>
                  <a:srgbClr val="333333"/>
                </a:solidFill>
                <a:latin typeface="STIHL Contraface Text"/>
              </a:rPr>
              <a:t>Betriebsregelwerk: M365 Operational Manual</a:t>
            </a:r>
          </a:p>
          <a:p>
            <a:pPr indent="-137160" marL="137160">
              <a:spcBef>
                <a:spcPts val="0"/>
              </a:spcBef>
              <a:spcAft>
                <a:spcPts val="500"/>
              </a:spcAft>
              <a:buClr>
                <a:srgbClr val="333333"/>
              </a:buClr>
              <a:buFont typeface="Arial"/>
              <a:buChar char="•"/>
            </a:pPr>
            <a:r>
              <a:rPr sz="1050" b="0" i="0">
                <a:solidFill>
                  <a:srgbClr val="333333"/>
                </a:solidFill>
                <a:latin typeface="STIHL Contraface Text"/>
              </a:rPr>
              <a:t>Support L1–L3 &amp; Service Owner je Service</a:t>
            </a:r>
          </a:p>
        </p:txBody>
      </p:sp>
      <p:sp>
        <p:nvSpPr>
          <p:cNvPr id="9" name="Rounded Rectangle 8"/>
          <p:cNvSpPr/>
          <p:nvPr/>
        </p:nvSpPr>
        <p:spPr>
          <a:xfrm>
            <a:off x="4242816" y="1600200"/>
            <a:ext cx="3584448" cy="3703320"/>
          </a:xfrm>
          <a:prstGeom prst="roundRect">
            <a:avLst/>
          </a:prstGeom>
          <a:solidFill>
            <a:srgbClr val="FFFFFF"/>
          </a:solidFill>
          <a:ln w="15875">
            <a:solidFill>
              <a:srgbClr val="249A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42816" y="1600200"/>
            <a:ext cx="3584448" cy="868680"/>
          </a:xfrm>
          <a:prstGeom prst="roundRect">
            <a:avLst/>
          </a:prstGeom>
          <a:solidFill>
            <a:srgbClr val="249AB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sz="2000" b="1">
                <a:solidFill>
                  <a:srgbClr val="FFFFFF"/>
                </a:solidFill>
                <a:latin typeface="STIHL Contraface Display Title"/>
              </a:rPr>
              <a:t>2  </a:t>
            </a:r>
            <a:r>
              <a:rPr sz="1500" b="1">
                <a:solidFill>
                  <a:srgbClr val="FFFFFF"/>
                </a:solidFill>
                <a:latin typeface="STIHL Contraface Text"/>
              </a:rPr>
              <a:t>IT Service Management</a:t>
            </a:r>
          </a:p>
        </p:txBody>
      </p:sp>
      <p:sp>
        <p:nvSpPr>
          <p:cNvPr id="11" name="TextBox 10"/>
          <p:cNvSpPr txBox="1"/>
          <p:nvPr/>
        </p:nvSpPr>
        <p:spPr>
          <a:xfrm>
            <a:off x="4407408" y="2587752"/>
            <a:ext cx="3255264" cy="2606040"/>
          </a:xfrm>
          <a:prstGeom prst="rect">
            <a:avLst/>
          </a:prstGeom>
          <a:noFill/>
        </p:spPr>
        <p:txBody>
          <a:bodyPr wrap="square" anchor="t" lIns="45720" rIns="45720" tIns="18288" bIns="18288">
            <a:spAutoFit/>
          </a:bodyPr>
          <a:lstStyle/>
          <a:p>
            <a:pPr>
              <a:spcBef>
                <a:spcPts val="0"/>
              </a:spcBef>
              <a:spcAft>
                <a:spcPts val="800"/>
              </a:spcAft>
            </a:pPr>
            <a:r>
              <a:rPr sz="1100" b="1" i="0">
                <a:solidFill>
                  <a:srgbClr val="333333"/>
                </a:solidFill>
                <a:latin typeface="STIHL Contraface Text"/>
              </a:rPr>
              <a:t>ITSM als zentrales Steuerungsinstrument der Group IT (IPS) – Services &amp; Value.</a:t>
            </a:r>
          </a:p>
          <a:p>
            <a:pPr indent="-137160" marL="137160">
              <a:spcBef>
                <a:spcPts val="0"/>
              </a:spcBef>
              <a:spcAft>
                <a:spcPts val="500"/>
              </a:spcAft>
              <a:buClr>
                <a:srgbClr val="333333"/>
              </a:buClr>
              <a:buFont typeface="Arial"/>
              <a:buChar char="•"/>
            </a:pPr>
            <a:r>
              <a:rPr sz="1050" b="0" i="0">
                <a:solidFill>
                  <a:srgbClr val="333333"/>
                </a:solidFill>
                <a:latin typeface="STIHL Contraface Text"/>
              </a:rPr>
              <a:t>Service Catalogue &amp; Service Owner</a:t>
            </a:r>
          </a:p>
          <a:p>
            <a:pPr indent="-137160" marL="137160">
              <a:spcBef>
                <a:spcPts val="0"/>
              </a:spcBef>
              <a:spcAft>
                <a:spcPts val="500"/>
              </a:spcAft>
              <a:buClr>
                <a:srgbClr val="333333"/>
              </a:buClr>
              <a:buFont typeface="Arial"/>
              <a:buChar char="•"/>
            </a:pPr>
            <a:r>
              <a:rPr sz="1050" b="0" i="0">
                <a:solidFill>
                  <a:srgbClr val="333333"/>
                </a:solidFill>
                <a:latin typeface="STIHL Contraface Text"/>
              </a:rPr>
              <a:t>201 Services / 890 Offerings (TBM, 11/25)</a:t>
            </a:r>
          </a:p>
          <a:p>
            <a:pPr indent="-137160" marL="137160">
              <a:spcBef>
                <a:spcPts val="0"/>
              </a:spcBef>
              <a:spcAft>
                <a:spcPts val="500"/>
              </a:spcAft>
              <a:buClr>
                <a:srgbClr val="333333"/>
              </a:buClr>
              <a:buFont typeface="Arial"/>
              <a:buChar char="•"/>
            </a:pPr>
            <a:r>
              <a:rPr sz="1050" b="0" i="0">
                <a:solidFill>
                  <a:srgbClr val="333333"/>
                </a:solidFill>
                <a:latin typeface="STIHL Contraface Text"/>
              </a:rPr>
              <a:t>Monthly Practice Reviews + CSI Register</a:t>
            </a:r>
          </a:p>
          <a:p>
            <a:pPr indent="-137160" marL="137160">
              <a:spcBef>
                <a:spcPts val="0"/>
              </a:spcBef>
              <a:spcAft>
                <a:spcPts val="500"/>
              </a:spcAft>
              <a:buClr>
                <a:srgbClr val="333333"/>
              </a:buClr>
              <a:buFont typeface="Arial"/>
              <a:buChar char="•"/>
            </a:pPr>
            <a:r>
              <a:rPr sz="1050" b="0" i="0">
                <a:solidFill>
                  <a:srgbClr val="333333"/>
                </a:solidFill>
                <a:latin typeface="STIHL Contraface Text"/>
              </a:rPr>
              <a:t>Service-based Working in ServiceNow</a:t>
            </a:r>
          </a:p>
        </p:txBody>
      </p:sp>
      <p:sp>
        <p:nvSpPr>
          <p:cNvPr id="12" name="Rounded Rectangle 11"/>
          <p:cNvSpPr/>
          <p:nvPr/>
        </p:nvSpPr>
        <p:spPr>
          <a:xfrm>
            <a:off x="8010144" y="1600200"/>
            <a:ext cx="3584448" cy="3703320"/>
          </a:xfrm>
          <a:prstGeom prst="roundRect">
            <a:avLst/>
          </a:prstGeom>
          <a:solidFill>
            <a:srgbClr val="FFFFFF"/>
          </a:solidFill>
          <a:ln w="15875">
            <a:solidFill>
              <a:srgbClr val="749F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10144" y="1600200"/>
            <a:ext cx="3584448" cy="868680"/>
          </a:xfrm>
          <a:prstGeom prst="roundRect">
            <a:avLst/>
          </a:prstGeom>
          <a:solidFill>
            <a:srgbClr val="749F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sz="2000" b="1">
                <a:solidFill>
                  <a:srgbClr val="FFFFFF"/>
                </a:solidFill>
                <a:latin typeface="STIHL Contraface Display Title"/>
              </a:rPr>
              <a:t>3  </a:t>
            </a:r>
            <a:r>
              <a:rPr sz="1500" b="1">
                <a:solidFill>
                  <a:srgbClr val="FFFFFF"/>
                </a:solidFill>
                <a:latin typeface="STIHL Contraface Text"/>
              </a:rPr>
              <a:t>Support</a:t>
            </a:r>
          </a:p>
        </p:txBody>
      </p:sp>
      <p:sp>
        <p:nvSpPr>
          <p:cNvPr id="14" name="TextBox 13"/>
          <p:cNvSpPr txBox="1"/>
          <p:nvPr/>
        </p:nvSpPr>
        <p:spPr>
          <a:xfrm>
            <a:off x="8174736" y="2587752"/>
            <a:ext cx="3255264" cy="2606040"/>
          </a:xfrm>
          <a:prstGeom prst="rect">
            <a:avLst/>
          </a:prstGeom>
          <a:noFill/>
        </p:spPr>
        <p:txBody>
          <a:bodyPr wrap="square" anchor="t" lIns="45720" rIns="45720" tIns="18288" bIns="18288">
            <a:spAutoFit/>
          </a:bodyPr>
          <a:lstStyle/>
          <a:p>
            <a:pPr>
              <a:spcBef>
                <a:spcPts val="0"/>
              </a:spcBef>
              <a:spcAft>
                <a:spcPts val="800"/>
              </a:spcAft>
            </a:pPr>
            <a:r>
              <a:rPr sz="1100" b="1" i="0">
                <a:solidFill>
                  <a:srgbClr val="333333"/>
                </a:solidFill>
                <a:latin typeface="STIHL Contraface Text"/>
              </a:rPr>
              <a:t>Service Desk und durchgaengige Incident- &amp; Service-Level-Prozesse.</a:t>
            </a:r>
          </a:p>
          <a:p>
            <a:pPr indent="-137160" marL="137160">
              <a:spcBef>
                <a:spcPts val="0"/>
              </a:spcBef>
              <a:spcAft>
                <a:spcPts val="500"/>
              </a:spcAft>
              <a:buClr>
                <a:srgbClr val="333333"/>
              </a:buClr>
              <a:buFont typeface="Arial"/>
              <a:buChar char="•"/>
            </a:pPr>
            <a:r>
              <a:rPr sz="1050" b="0" i="0">
                <a:solidFill>
                  <a:srgbClr val="333333"/>
                </a:solidFill>
                <a:latin typeface="STIHL Contraface Text"/>
              </a:rPr>
              <a:t>First Contact: lokaler Service Desk</a:t>
            </a:r>
          </a:p>
          <a:p>
            <a:pPr indent="-137160" marL="137160">
              <a:spcBef>
                <a:spcPts val="0"/>
              </a:spcBef>
              <a:spcAft>
                <a:spcPts val="500"/>
              </a:spcAft>
              <a:buClr>
                <a:srgbClr val="333333"/>
              </a:buClr>
              <a:buFont typeface="Arial"/>
              <a:buChar char="•"/>
            </a:pPr>
            <a:r>
              <a:rPr sz="1050" b="0" i="0">
                <a:solidFill>
                  <a:srgbClr val="333333"/>
                </a:solidFill>
                <a:latin typeface="STIHL Contraface Text"/>
              </a:rPr>
              <a:t>Incident Mgmt (5 Phasen, P1–P4)</a:t>
            </a:r>
          </a:p>
          <a:p>
            <a:pPr indent="-137160" marL="137160">
              <a:spcBef>
                <a:spcPts val="0"/>
              </a:spcBef>
              <a:spcAft>
                <a:spcPts val="500"/>
              </a:spcAft>
              <a:buClr>
                <a:srgbClr val="333333"/>
              </a:buClr>
              <a:buFont typeface="Arial"/>
              <a:buChar char="•"/>
            </a:pPr>
            <a:r>
              <a:rPr sz="1050" b="0" i="0">
                <a:solidFill>
                  <a:srgbClr val="333333"/>
                </a:solidFill>
                <a:latin typeface="STIHL Contraface Text"/>
              </a:rPr>
              <a:t>Service Level Management (3 Klassen)</a:t>
            </a:r>
          </a:p>
          <a:p>
            <a:pPr indent="-137160" marL="137160">
              <a:spcBef>
                <a:spcPts val="0"/>
              </a:spcBef>
              <a:spcAft>
                <a:spcPts val="500"/>
              </a:spcAft>
              <a:buClr>
                <a:srgbClr val="333333"/>
              </a:buClr>
              <a:buFont typeface="Arial"/>
              <a:buChar char="•"/>
            </a:pPr>
            <a:r>
              <a:rPr sz="1050" b="0" i="0">
                <a:solidFill>
                  <a:srgbClr val="333333"/>
                </a:solidFill>
                <a:latin typeface="STIHL Contraface Text"/>
              </a:rPr>
              <a:t>KPI: SLA, FCR, CSAT, Backlog, AHT</a:t>
            </a:r>
          </a:p>
        </p:txBody>
      </p:sp>
      <p:sp>
        <p:nvSpPr>
          <p:cNvPr id="15" name="TextBox 14"/>
          <p:cNvSpPr txBox="1"/>
          <p:nvPr/>
        </p:nvSpPr>
        <p:spPr>
          <a:xfrm>
            <a:off x="475488" y="5532120"/>
            <a:ext cx="11247120" cy="457200"/>
          </a:xfrm>
          <a:prstGeom prst="rect">
            <a:avLst/>
          </a:prstGeom>
          <a:noFill/>
        </p:spPr>
        <p:txBody>
          <a:bodyPr wrap="square" anchor="t" lIns="45720" rIns="45720" tIns="18288" bIns="18288">
            <a:spAutoFit/>
          </a:bodyPr>
          <a:lstStyle/>
          <a:p>
            <a:pPr>
              <a:spcBef>
                <a:spcPts val="0"/>
              </a:spcBef>
              <a:spcAft>
                <a:spcPts val="300"/>
              </a:spcAft>
            </a:pPr>
            <a:r>
              <a:rPr sz="1100" b="1" i="0">
                <a:solidFill>
                  <a:srgbClr val="F37A1F"/>
                </a:solidFill>
                <a:latin typeface="STIHL Contraface Text"/>
              </a:rPr>
              <a:t>Roter Faden je Thema:  Wer wir sind  →  Prozess &amp; Regelwerk (wo geregelt)  →  KPI &amp; Nachweise (Tracking in ServiceNow / Dashboards)</a:t>
            </a:r>
          </a:p>
        </p:txBody>
      </p:sp>
      <p:sp>
        <p:nvSpPr>
          <p:cNvPr id="16" name="TextBox 15"/>
          <p:cNvSpPr txBox="1"/>
          <p:nvPr/>
        </p:nvSpPr>
        <p:spPr>
          <a:xfrm>
            <a:off x="475488" y="6565392"/>
            <a:ext cx="8229600" cy="182880"/>
          </a:xfrm>
          <a:prstGeom prst="rect">
            <a:avLst/>
          </a:prstGeom>
          <a:noFill/>
        </p:spPr>
        <p:txBody>
          <a:bodyPr wrap="square" anchor="t" lIns="45720" rIns="45720" tIns="18288" bIns="18288">
            <a:spAutoFit/>
          </a:bodyPr>
          <a:lstStyle/>
          <a:p>
            <a:pPr>
              <a:spcBef>
                <a:spcPts val="0"/>
              </a:spcBef>
              <a:spcAft>
                <a:spcPts val="300"/>
              </a:spcAft>
            </a:pPr>
            <a:r>
              <a:rPr sz="800" b="0" i="0">
                <a:solidFill>
                  <a:srgbClr val="878787"/>
                </a:solidFill>
                <a:latin typeface="STIHL Contraface Text"/>
              </a:rPr>
              <a:t>DQS Audit 2026 | Teilaudit 17 IT1 – IT | Digital Collaboration, Service Management &amp; Support | A. Passaro | 01.07.2026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200" b="1">
                <a:solidFill>
                  <a:srgbClr val="333333"/>
                </a:solidFill>
                <a:latin typeface="STIHL Contraface Text"/>
              </a:rPr>
              <a:t>Wer wir sind – Digital Collaboration Service Management &amp; Support</a:t>
            </a:r>
          </a:p>
        </p:txBody>
      </p:sp>
      <p:sp>
        <p:nvSpPr>
          <p:cNvPr id="3" name="Rectangle 2"/>
          <p:cNvSpPr/>
          <p:nvPr/>
        </p:nvSpPr>
        <p:spPr>
          <a:xfrm>
            <a:off x="0" y="502920"/>
            <a:ext cx="164592" cy="320040"/>
          </a:xfrm>
          <a:prstGeom prst="rect">
            <a:avLst/>
          </a:prstGeom>
          <a:solidFill>
            <a:srgbClr val="F37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475488" y="960120"/>
            <a:ext cx="11237976" cy="0"/>
          </a:xfrm>
          <a:prstGeom prst="bentConnector3">
            <a:avLst/>
          </a:prstGeom>
          <a:ln w="9525">
            <a:solidFill>
              <a:srgbClr val="878787"/>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75488" y="1097280"/>
            <a:ext cx="11247120" cy="868680"/>
          </a:xfrm>
          <a:prstGeom prst="roundRect">
            <a:avLst/>
          </a:prstGeom>
          <a:solidFill>
            <a:srgbClr val="F2F2F2"/>
          </a:solidFill>
          <a:ln w="12700">
            <a:solidFill>
              <a:srgbClr val="F37A1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spcBef>
                <a:spcPts val="0"/>
              </a:spcBef>
              <a:spcAft>
                <a:spcPts val="200"/>
              </a:spcAft>
            </a:pPr>
            <a:r>
              <a:rPr sz="1100" b="1" i="0">
                <a:solidFill>
                  <a:srgbClr val="F37A1F"/>
                </a:solidFill>
                <a:latin typeface="STIHL Contraface Text"/>
              </a:rPr>
              <a:t>Mission</a:t>
            </a:r>
          </a:p>
          <a:p>
            <a:pPr>
              <a:spcBef>
                <a:spcPts val="0"/>
              </a:spcBef>
              <a:spcAft>
                <a:spcPts val="0"/>
              </a:spcAft>
            </a:pPr>
            <a:r>
              <a:rPr sz="1300" b="1" i="1">
                <a:solidFill>
                  <a:srgbClr val="333333"/>
                </a:solidFill>
                <a:latin typeface="STIHL Contraface Text"/>
              </a:rPr>
              <a:t>„We provide IT solutions and services to support and enable collaboration, communication and content creation.“</a:t>
            </a:r>
          </a:p>
        </p:txBody>
      </p:sp>
      <p:sp>
        <p:nvSpPr>
          <p:cNvPr id="6" name="TextBox 5"/>
          <p:cNvSpPr txBox="1"/>
          <p:nvPr/>
        </p:nvSpPr>
        <p:spPr>
          <a:xfrm>
            <a:off x="475488" y="2194560"/>
            <a:ext cx="5486400" cy="4023360"/>
          </a:xfrm>
          <a:prstGeom prst="rect">
            <a:avLst/>
          </a:prstGeom>
          <a:noFill/>
        </p:spPr>
        <p:txBody>
          <a:bodyPr wrap="square" anchor="t" lIns="45720" rIns="45720" tIns="18288" bIns="18288">
            <a:spAutoFit/>
          </a:bodyPr>
          <a:lstStyle/>
          <a:p>
            <a:pPr>
              <a:spcBef>
                <a:spcPts val="0"/>
              </a:spcBef>
              <a:spcAft>
                <a:spcPts val="400"/>
              </a:spcAft>
            </a:pPr>
            <a:r>
              <a:rPr sz="1300" b="1" i="0">
                <a:solidFill>
                  <a:srgbClr val="F37A1F"/>
                </a:solidFill>
                <a:latin typeface="STIHL Contraface Text"/>
              </a:rPr>
              <a:t>Organisation</a:t>
            </a:r>
          </a:p>
          <a:p>
            <a:pPr indent="-137160" marL="137160">
              <a:spcBef>
                <a:spcPts val="0"/>
              </a:spcBef>
              <a:spcAft>
                <a:spcPts val="400"/>
              </a:spcAft>
              <a:buClr>
                <a:srgbClr val="333333"/>
              </a:buClr>
              <a:buFont typeface="Arial"/>
              <a:buChar char="•"/>
            </a:pPr>
            <a:r>
              <a:rPr sz="1100" b="0" i="0">
                <a:solidFill>
                  <a:srgbClr val="333333"/>
                </a:solidFill>
                <a:latin typeface="STIHL Contraface Text"/>
              </a:rPr>
              <a:t>Abteilung D8/ODS – Department „Digital Collaboration Service Management &amp; Support“</a:t>
            </a:r>
          </a:p>
          <a:p>
            <a:pPr indent="-137160" marL="137160">
              <a:spcBef>
                <a:spcPts val="0"/>
              </a:spcBef>
              <a:spcAft>
                <a:spcPts val="1000"/>
              </a:spcAft>
              <a:buClr>
                <a:srgbClr val="333333"/>
              </a:buClr>
              <a:buFont typeface="Arial"/>
              <a:buChar char="•"/>
            </a:pPr>
            <a:r>
              <a:rPr sz="1100" b="0" i="0">
                <a:solidFill>
                  <a:srgbClr val="333333"/>
                </a:solidFill>
                <a:latin typeface="STIHL Contraface Text"/>
              </a:rPr>
              <a:t>Verantwortung: Bereitstellung &amp; Weiterentwicklung digitaler Arbeitsplatz- und Kollaborationsservices</a:t>
            </a:r>
          </a:p>
          <a:p>
            <a:pPr>
              <a:spcBef>
                <a:spcPts val="0"/>
              </a:spcBef>
              <a:spcAft>
                <a:spcPts val="400"/>
              </a:spcAft>
            </a:pPr>
            <a:r>
              <a:rPr sz="1300" b="1" i="0">
                <a:solidFill>
                  <a:srgbClr val="F37A1F"/>
                </a:solidFill>
                <a:latin typeface="STIHL Contraface Text"/>
              </a:rPr>
              <a:t>Business Services (Portfolio)</a:t>
            </a:r>
          </a:p>
          <a:p>
            <a:pPr indent="-137160" marL="137160">
              <a:spcBef>
                <a:spcPts val="0"/>
              </a:spcBef>
              <a:spcAft>
                <a:spcPts val="300"/>
              </a:spcAft>
              <a:buClr>
                <a:srgbClr val="333333"/>
              </a:buClr>
              <a:buFont typeface="Arial"/>
              <a:buChar char="•"/>
            </a:pPr>
            <a:r>
              <a:rPr sz="1100" b="0" i="0">
                <a:solidFill>
                  <a:srgbClr val="333333"/>
                </a:solidFill>
                <a:latin typeface="STIHL Contraface Text"/>
              </a:rPr>
              <a:t>Teamwork</a:t>
            </a:r>
          </a:p>
          <a:p>
            <a:pPr indent="-137160" marL="137160">
              <a:spcBef>
                <a:spcPts val="0"/>
              </a:spcBef>
              <a:spcAft>
                <a:spcPts val="300"/>
              </a:spcAft>
              <a:buClr>
                <a:srgbClr val="333333"/>
              </a:buClr>
              <a:buFont typeface="Arial"/>
              <a:buChar char="•"/>
            </a:pPr>
            <a:r>
              <a:rPr sz="1100" b="0" i="0">
                <a:solidFill>
                  <a:srgbClr val="333333"/>
                </a:solidFill>
                <a:latin typeface="STIHL Contraface Text"/>
              </a:rPr>
              <a:t>Messaging</a:t>
            </a:r>
          </a:p>
          <a:p>
            <a:pPr indent="-137160" marL="137160">
              <a:spcBef>
                <a:spcPts val="0"/>
              </a:spcBef>
              <a:spcAft>
                <a:spcPts val="300"/>
              </a:spcAft>
              <a:buClr>
                <a:srgbClr val="333333"/>
              </a:buClr>
              <a:buFont typeface="Arial"/>
              <a:buChar char="•"/>
            </a:pPr>
            <a:r>
              <a:rPr sz="1100" b="0" i="0">
                <a:solidFill>
                  <a:srgbClr val="333333"/>
                </a:solidFill>
                <a:latin typeface="STIHL Contraface Text"/>
              </a:rPr>
              <a:t>Knowledge Management</a:t>
            </a:r>
          </a:p>
          <a:p>
            <a:pPr indent="-137160" marL="137160">
              <a:spcBef>
                <a:spcPts val="0"/>
              </a:spcBef>
              <a:spcAft>
                <a:spcPts val="300"/>
              </a:spcAft>
              <a:buClr>
                <a:srgbClr val="333333"/>
              </a:buClr>
              <a:buFont typeface="Arial"/>
              <a:buChar char="•"/>
            </a:pPr>
            <a:r>
              <a:rPr sz="1100" b="0" i="0">
                <a:solidFill>
                  <a:srgbClr val="333333"/>
                </a:solidFill>
                <a:latin typeface="STIHL Contraface Text"/>
              </a:rPr>
              <a:t>Document Collaboration</a:t>
            </a:r>
          </a:p>
          <a:p>
            <a:pPr indent="-137160" marL="137160">
              <a:spcBef>
                <a:spcPts val="0"/>
              </a:spcBef>
              <a:spcAft>
                <a:spcPts val="300"/>
              </a:spcAft>
              <a:buClr>
                <a:srgbClr val="333333"/>
              </a:buClr>
              <a:buFont typeface="Arial"/>
              <a:buChar char="•"/>
            </a:pPr>
            <a:r>
              <a:rPr sz="1100" b="0" i="0">
                <a:solidFill>
                  <a:srgbClr val="333333"/>
                </a:solidFill>
                <a:latin typeface="STIHL Contraface Text"/>
              </a:rPr>
              <a:t>Workflow &amp; Automation</a:t>
            </a:r>
          </a:p>
          <a:p>
            <a:pPr indent="-137160" marL="137160">
              <a:spcBef>
                <a:spcPts val="0"/>
              </a:spcBef>
              <a:spcAft>
                <a:spcPts val="300"/>
              </a:spcAft>
              <a:buClr>
                <a:srgbClr val="333333"/>
              </a:buClr>
              <a:buFont typeface="Arial"/>
              <a:buChar char="•"/>
            </a:pPr>
            <a:r>
              <a:rPr sz="1100" b="0" i="0">
                <a:solidFill>
                  <a:srgbClr val="333333"/>
                </a:solidFill>
                <a:latin typeface="STIHL Contraface Text"/>
              </a:rPr>
              <a:t>Voice</a:t>
            </a:r>
          </a:p>
          <a:p>
            <a:pPr indent="-137160" marL="137160">
              <a:spcBef>
                <a:spcPts val="0"/>
              </a:spcBef>
              <a:spcAft>
                <a:spcPts val="300"/>
              </a:spcAft>
              <a:buClr>
                <a:srgbClr val="333333"/>
              </a:buClr>
              <a:buFont typeface="Arial"/>
              <a:buChar char="•"/>
            </a:pPr>
            <a:r>
              <a:rPr sz="1100" b="0" i="0">
                <a:solidFill>
                  <a:srgbClr val="333333"/>
                </a:solidFill>
                <a:latin typeface="STIHL Contraface Text"/>
              </a:rPr>
              <a:t>Media Technology</a:t>
            </a:r>
          </a:p>
          <a:p>
            <a:pPr>
              <a:spcBef>
                <a:spcPts val="0"/>
              </a:spcBef>
              <a:spcAft>
                <a:spcPts val="0"/>
              </a:spcAft>
            </a:pPr>
            <a:r>
              <a:rPr sz="1050" b="0" i="1">
                <a:solidFill>
                  <a:srgbClr val="878787"/>
                </a:solidFill>
                <a:latin typeface="STIHL Contraface Text"/>
              </a:rPr>
              <a:t>flankiert durch Enablement, Community, Support und Governance</a:t>
            </a:r>
          </a:p>
        </p:txBody>
      </p:sp>
      <p:sp>
        <p:nvSpPr>
          <p:cNvPr id="7" name="Rounded Rectangle 6"/>
          <p:cNvSpPr/>
          <p:nvPr/>
        </p:nvSpPr>
        <p:spPr>
          <a:xfrm>
            <a:off x="6236208" y="2194560"/>
            <a:ext cx="5486400" cy="4023360"/>
          </a:xfrm>
          <a:prstGeom prst="roundRect">
            <a:avLst/>
          </a:prstGeom>
          <a:solidFill>
            <a:srgbClr val="FFFFFF"/>
          </a:solidFill>
          <a:ln w="12700">
            <a:solidFill>
              <a:srgbClr val="8787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2331720"/>
            <a:ext cx="5166360" cy="3749039"/>
          </a:xfrm>
          <a:prstGeom prst="rect">
            <a:avLst/>
          </a:prstGeom>
          <a:noFill/>
        </p:spPr>
        <p:txBody>
          <a:bodyPr wrap="square" anchor="t" lIns="45720" rIns="45720" tIns="18288" bIns="18288">
            <a:spAutoFit/>
          </a:bodyPr>
          <a:lstStyle/>
          <a:p>
            <a:pPr>
              <a:spcBef>
                <a:spcPts val="0"/>
              </a:spcBef>
              <a:spcAft>
                <a:spcPts val="600"/>
              </a:spcAft>
            </a:pPr>
            <a:r>
              <a:rPr sz="1300" b="1" i="0">
                <a:solidFill>
                  <a:srgbClr val="333333"/>
                </a:solidFill>
                <a:latin typeface="STIHL Contraface Text"/>
              </a:rPr>
              <a:t>Einordnung in der Zielorganisation IPS</a:t>
            </a:r>
          </a:p>
          <a:p>
            <a:pPr>
              <a:spcAft>
                <a:spcPts val="800"/>
              </a:spcAft>
            </a:pPr>
            <a:r>
              <a:rPr b="1" sz="1150">
                <a:solidFill>
                  <a:srgbClr val="F37A1F"/>
                </a:solidFill>
                <a:latin typeface="STIHL Contraface Text"/>
              </a:rPr>
              <a:t>Verantworten:  </a:t>
            </a:r>
            <a:r>
              <a:rPr sz="1100">
                <a:solidFill>
                  <a:srgbClr val="333333"/>
                </a:solidFill>
                <a:latin typeface="STIHL Contraface Text"/>
              </a:rPr>
              <a:t>Workplace-Plattformen inkl. Client-Management, Mobile Devices und Collaboration-Tools</a:t>
            </a:r>
          </a:p>
          <a:p>
            <a:pPr>
              <a:spcAft>
                <a:spcPts val="800"/>
              </a:spcAft>
            </a:pPr>
            <a:r>
              <a:rPr b="1" sz="1150">
                <a:solidFill>
                  <a:srgbClr val="F37A1F"/>
                </a:solidFill>
                <a:latin typeface="STIHL Contraface Text"/>
              </a:rPr>
              <a:t>Steuern:  </a:t>
            </a:r>
            <a:r>
              <a:rPr sz="1100">
                <a:solidFill>
                  <a:srgbClr val="333333"/>
                </a:solidFill>
                <a:latin typeface="STIHL Contraface Text"/>
              </a:rPr>
              <a:t>Service Desk, Request-Management und Incident-Prozesse</a:t>
            </a:r>
          </a:p>
          <a:p>
            <a:pPr>
              <a:spcAft>
                <a:spcPts val="800"/>
              </a:spcAft>
            </a:pPr>
            <a:r>
              <a:rPr b="1" sz="1150">
                <a:solidFill>
                  <a:srgbClr val="F37A1F"/>
                </a:solidFill>
                <a:latin typeface="STIHL Contraface Text"/>
              </a:rPr>
              <a:t>Betreiben:  </a:t>
            </a:r>
            <a:r>
              <a:rPr sz="1100">
                <a:solidFill>
                  <a:srgbClr val="333333"/>
                </a:solidFill>
                <a:latin typeface="STIHL Contraface Text"/>
              </a:rPr>
              <a:t>zentrale Plattformen wie IDM und ServiceNow</a:t>
            </a:r>
          </a:p>
          <a:p>
            <a:pPr>
              <a:spcAft>
                <a:spcPts val="800"/>
              </a:spcAft>
            </a:pPr>
            <a:r>
              <a:rPr b="1" sz="1150">
                <a:solidFill>
                  <a:srgbClr val="F37A1F"/>
                </a:solidFill>
                <a:latin typeface="STIHL Contraface Text"/>
              </a:rPr>
              <a:t>Unterstuetzen:  </a:t>
            </a:r>
            <a:r>
              <a:rPr sz="1100">
                <a:solidFill>
                  <a:srgbClr val="333333"/>
                </a:solidFill>
                <a:latin typeface="STIHL Contraface Text"/>
              </a:rPr>
              <a:t>lokale IT-Operations, Onsite-Services und die „letzte Support-Meile“</a:t>
            </a:r>
          </a:p>
        </p:txBody>
      </p:sp>
      <p:sp>
        <p:nvSpPr>
          <p:cNvPr id="9" name="TextBox 8"/>
          <p:cNvSpPr txBox="1"/>
          <p:nvPr/>
        </p:nvSpPr>
        <p:spPr>
          <a:xfrm>
            <a:off x="475488" y="6565392"/>
            <a:ext cx="8229600" cy="182880"/>
          </a:xfrm>
          <a:prstGeom prst="rect">
            <a:avLst/>
          </a:prstGeom>
          <a:noFill/>
        </p:spPr>
        <p:txBody>
          <a:bodyPr wrap="square" anchor="t" lIns="45720" rIns="45720" tIns="18288" bIns="18288">
            <a:spAutoFit/>
          </a:bodyPr>
          <a:lstStyle/>
          <a:p>
            <a:pPr>
              <a:spcBef>
                <a:spcPts val="0"/>
              </a:spcBef>
              <a:spcAft>
                <a:spcPts val="300"/>
              </a:spcAft>
            </a:pPr>
            <a:r>
              <a:rPr sz="800" b="0" i="0">
                <a:solidFill>
                  <a:srgbClr val="878787"/>
                </a:solidFill>
                <a:latin typeface="STIHL Contraface Text"/>
              </a:rPr>
              <a:t>DQS Audit 2026 | Teilaudit 17 IT1 – IT | Digital Collaboration, Service Management &amp; Support | A. Passaro | 01.07.2026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200" b="1">
                <a:solidFill>
                  <a:srgbClr val="333333"/>
                </a:solidFill>
                <a:latin typeface="STIHL Contraface Text"/>
              </a:rPr>
              <a:t>Digital Collaboration – Prozesse, Governance &amp; KPI</a:t>
            </a:r>
          </a:p>
        </p:txBody>
      </p:sp>
      <p:sp>
        <p:nvSpPr>
          <p:cNvPr id="3" name="Rectangle 2"/>
          <p:cNvSpPr/>
          <p:nvPr/>
        </p:nvSpPr>
        <p:spPr>
          <a:xfrm>
            <a:off x="0" y="502920"/>
            <a:ext cx="164592" cy="320040"/>
          </a:xfrm>
          <a:prstGeom prst="rect">
            <a:avLst/>
          </a:prstGeom>
          <a:solidFill>
            <a:srgbClr val="F37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475488" y="960120"/>
            <a:ext cx="11237976" cy="0"/>
          </a:xfrm>
          <a:prstGeom prst="bentConnector3">
            <a:avLst/>
          </a:prstGeom>
          <a:ln w="19050">
            <a:solidFill>
              <a:srgbClr val="F37A1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75488" y="1143000"/>
            <a:ext cx="6675120" cy="5120640"/>
          </a:xfrm>
          <a:prstGeom prst="rect">
            <a:avLst/>
          </a:prstGeom>
          <a:noFill/>
        </p:spPr>
        <p:txBody>
          <a:bodyPr wrap="square" anchor="t" lIns="45720" rIns="45720" tIns="18288" bIns="18288">
            <a:spAutoFit/>
          </a:bodyPr>
          <a:lstStyle/>
          <a:p>
            <a:pPr>
              <a:spcBef>
                <a:spcPts val="0"/>
              </a:spcBef>
              <a:spcAft>
                <a:spcPts val="400"/>
              </a:spcAft>
            </a:pPr>
            <a:r>
              <a:rPr sz="1300" b="1" i="0">
                <a:solidFill>
                  <a:srgbClr val="F37A1F"/>
                </a:solidFill>
                <a:latin typeface="STIHL Contraface Text"/>
              </a:rPr>
              <a:t>Betriebsregelwerk</a:t>
            </a:r>
          </a:p>
          <a:p>
            <a:pPr indent="-137160" marL="137160">
              <a:spcBef>
                <a:spcPts val="0"/>
              </a:spcBef>
              <a:spcAft>
                <a:spcPts val="300"/>
              </a:spcAft>
              <a:buClr>
                <a:srgbClr val="333333"/>
              </a:buClr>
              <a:buFont typeface="Arial"/>
              <a:buChar char="•"/>
            </a:pPr>
            <a:r>
              <a:rPr sz="1100" b="0" i="0">
                <a:solidFill>
                  <a:srgbClr val="333333"/>
                </a:solidFill>
                <a:latin typeface="STIHL Contraface Text"/>
              </a:rPr>
              <a:t>M365 Operational Manual: alle betriebsnotwendigen Infos, Verantwortlichkeiten, Prozesse &amp; Konfigurationen</a:t>
            </a:r>
          </a:p>
          <a:p>
            <a:pPr indent="-137160" marL="137160">
              <a:spcBef>
                <a:spcPts val="0"/>
              </a:spcBef>
              <a:spcAft>
                <a:spcPts val="300"/>
              </a:spcAft>
              <a:buClr>
                <a:srgbClr val="333333"/>
              </a:buClr>
              <a:buFont typeface="Arial"/>
              <a:buChar char="•"/>
            </a:pPr>
            <a:r>
              <a:rPr sz="1100" b="0" i="0">
                <a:solidFill>
                  <a:srgbClr val="333333"/>
                </a:solidFill>
                <a:latin typeface="STIHL Contraface Text"/>
              </a:rPr>
              <a:t>Business Criticality je Service eingestuft (z. B. Teams / Power Platform = 2, Copilot = 3)</a:t>
            </a:r>
          </a:p>
          <a:p>
            <a:pPr>
              <a:spcAft>
                <a:spcPts val="200"/>
              </a:spcAft>
            </a:pPr>
          </a:p>
          <a:p>
            <a:pPr>
              <a:spcBef>
                <a:spcPts val="0"/>
              </a:spcBef>
              <a:spcAft>
                <a:spcPts val="400"/>
              </a:spcAft>
            </a:pPr>
            <a:r>
              <a:rPr sz="1300" b="1" i="0">
                <a:solidFill>
                  <a:srgbClr val="F37A1F"/>
                </a:solidFill>
                <a:latin typeface="STIHL Contraface Text"/>
              </a:rPr>
              <a:t>Prozesse</a:t>
            </a:r>
          </a:p>
          <a:p>
            <a:pPr indent="-137160" marL="137160">
              <a:spcBef>
                <a:spcPts val="0"/>
              </a:spcBef>
              <a:spcAft>
                <a:spcPts val="300"/>
              </a:spcAft>
              <a:buClr>
                <a:srgbClr val="333333"/>
              </a:buClr>
              <a:buFont typeface="Arial"/>
              <a:buChar char="•"/>
            </a:pPr>
            <a:r>
              <a:rPr sz="1100" b="0" i="0">
                <a:solidFill>
                  <a:srgbClr val="333333"/>
                </a:solidFill>
                <a:latin typeface="STIHL Contraface Text"/>
              </a:rPr>
              <a:t>Monitoring · Ticketing · Alerts &amp; Escalation</a:t>
            </a:r>
          </a:p>
          <a:p>
            <a:pPr indent="-137160" marL="137160">
              <a:spcBef>
                <a:spcPts val="0"/>
              </a:spcBef>
              <a:spcAft>
                <a:spcPts val="300"/>
              </a:spcAft>
              <a:buClr>
                <a:srgbClr val="333333"/>
              </a:buClr>
              <a:buFont typeface="Arial"/>
              <a:buChar char="•"/>
            </a:pPr>
            <a:r>
              <a:rPr sz="1100" b="0" i="0">
                <a:solidFill>
                  <a:srgbClr val="333333"/>
                </a:solidFill>
                <a:latin typeface="STIHL Contraface Text"/>
              </a:rPr>
              <a:t>Business Continuity / Backup &amp; Restore</a:t>
            </a:r>
          </a:p>
          <a:p>
            <a:pPr>
              <a:spcAft>
                <a:spcPts val="200"/>
              </a:spcAft>
            </a:pPr>
          </a:p>
          <a:p>
            <a:pPr>
              <a:spcBef>
                <a:spcPts val="0"/>
              </a:spcBef>
              <a:spcAft>
                <a:spcPts val="400"/>
              </a:spcAft>
            </a:pPr>
            <a:r>
              <a:rPr sz="1300" b="1" i="0">
                <a:solidFill>
                  <a:srgbClr val="F37A1F"/>
                </a:solidFill>
                <a:latin typeface="STIHL Contraface Text"/>
              </a:rPr>
              <a:t>Support-Organisation &amp; Ownership</a:t>
            </a:r>
          </a:p>
          <a:p>
            <a:pPr indent="-137160" marL="137160">
              <a:spcBef>
                <a:spcPts val="0"/>
              </a:spcBef>
              <a:spcAft>
                <a:spcPts val="300"/>
              </a:spcAft>
              <a:buClr>
                <a:srgbClr val="333333"/>
              </a:buClr>
              <a:buFont typeface="Arial"/>
              <a:buChar char="•"/>
            </a:pPr>
            <a:r>
              <a:rPr sz="1100" b="0" i="0">
                <a:solidFill>
                  <a:srgbClr val="333333"/>
                </a:solidFill>
                <a:latin typeface="STIHL Contraface Text"/>
              </a:rPr>
              <a:t>First Contact lokaler Service Desk → GRP Collaboration L1 / L2 / L3 → Microsoft</a:t>
            </a:r>
          </a:p>
          <a:p>
            <a:pPr indent="-137160" marL="137160">
              <a:spcBef>
                <a:spcPts val="0"/>
              </a:spcBef>
              <a:spcAft>
                <a:spcPts val="300"/>
              </a:spcAft>
              <a:buClr>
                <a:srgbClr val="333333"/>
              </a:buClr>
              <a:buFont typeface="Arial"/>
              <a:buChar char="•"/>
            </a:pPr>
            <a:r>
              <a:rPr sz="1100" b="0" i="0">
                <a:solidFill>
                  <a:srgbClr val="333333"/>
                </a:solidFill>
                <a:latin typeface="STIHL Contraface Text"/>
              </a:rPr>
              <a:t>Service Manager + Deputy je Service: SharePoint, OneDrive, Exchange, Teams, Planner, To Do</a:t>
            </a:r>
          </a:p>
          <a:p>
            <a:pPr indent="-137160" marL="137160">
              <a:spcBef>
                <a:spcPts val="0"/>
              </a:spcBef>
              <a:spcAft>
                <a:spcPts val="300"/>
              </a:spcAft>
              <a:buClr>
                <a:srgbClr val="333333"/>
              </a:buClr>
              <a:buFont typeface="Arial"/>
              <a:buChar char="•"/>
            </a:pPr>
            <a:r>
              <a:rPr sz="1100" b="0" i="0">
                <a:solidFill>
                  <a:srgbClr val="333333"/>
                </a:solidFill>
                <a:latin typeface="STIHL Contraface Text"/>
              </a:rPr>
              <a:t>L2/L3-Taetigkeiten dokumentiert: Incident Resolution, Problem Mgmt, Herstellereskalation</a:t>
            </a:r>
          </a:p>
          <a:p>
            <a:pPr>
              <a:spcAft>
                <a:spcPts val="200"/>
              </a:spcAft>
            </a:pPr>
          </a:p>
        </p:txBody>
      </p:sp>
      <p:sp>
        <p:nvSpPr>
          <p:cNvPr id="6" name="Rounded Rectangle 5"/>
          <p:cNvSpPr/>
          <p:nvPr/>
        </p:nvSpPr>
        <p:spPr>
          <a:xfrm>
            <a:off x="7406640" y="1143000"/>
            <a:ext cx="4315968" cy="3977639"/>
          </a:xfrm>
          <a:prstGeom prst="roundRect">
            <a:avLst/>
          </a:prstGeom>
          <a:solidFill>
            <a:srgbClr val="F2F2F2"/>
          </a:solidFill>
          <a:ln w="15875">
            <a:solidFill>
              <a:srgbClr val="F37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0" y="1280160"/>
            <a:ext cx="3950208" cy="3749039"/>
          </a:xfrm>
          <a:prstGeom prst="rect">
            <a:avLst/>
          </a:prstGeom>
          <a:noFill/>
        </p:spPr>
        <p:txBody>
          <a:bodyPr wrap="square" anchor="t" lIns="45720" rIns="45720" tIns="18288" bIns="18288">
            <a:spAutoFit/>
          </a:bodyPr>
          <a:lstStyle/>
          <a:p>
            <a:pPr>
              <a:spcBef>
                <a:spcPts val="0"/>
              </a:spcBef>
              <a:spcAft>
                <a:spcPts val="600"/>
              </a:spcAft>
            </a:pPr>
            <a:r>
              <a:rPr sz="1300" b="1" i="0">
                <a:solidFill>
                  <a:srgbClr val="F37A1F"/>
                </a:solidFill>
                <a:latin typeface="STIHL Contraface Text"/>
              </a:rPr>
              <a:t>KPI &amp; Nachweise (Tracking)</a:t>
            </a:r>
          </a:p>
          <a:p>
            <a:pPr indent="-137160" marL="137160">
              <a:spcBef>
                <a:spcPts val="0"/>
              </a:spcBef>
              <a:spcAft>
                <a:spcPts val="500"/>
              </a:spcAft>
              <a:buClr>
                <a:srgbClr val="333333"/>
              </a:buClr>
              <a:buFont typeface="Arial"/>
              <a:buChar char="•"/>
            </a:pPr>
            <a:r>
              <a:rPr sz="1080" b="0" i="0">
                <a:solidFill>
                  <a:srgbClr val="333333"/>
                </a:solidFill>
                <a:latin typeface="STIHL Contraface Text"/>
              </a:rPr>
              <a:t>Teams: 76,5 % active users (06/2026)</a:t>
            </a:r>
          </a:p>
          <a:p>
            <a:pPr indent="-137160" marL="137160">
              <a:spcBef>
                <a:spcPts val="0"/>
              </a:spcBef>
              <a:spcAft>
                <a:spcPts val="500"/>
              </a:spcAft>
              <a:buClr>
                <a:srgbClr val="333333"/>
              </a:buClr>
              <a:buFont typeface="Arial"/>
              <a:buChar char="•"/>
            </a:pPr>
            <a:r>
              <a:rPr sz="1080" b="0" i="0">
                <a:solidFill>
                  <a:srgbClr val="333333"/>
                </a:solidFill>
                <a:latin typeface="STIHL Contraface Text"/>
              </a:rPr>
              <a:t>Copilot Chat: 7.944 active users / 768.343 Prompts (90 T.)</a:t>
            </a:r>
          </a:p>
          <a:p>
            <a:pPr indent="-137160" marL="137160">
              <a:spcBef>
                <a:spcPts val="0"/>
              </a:spcBef>
              <a:spcAft>
                <a:spcPts val="500"/>
              </a:spcAft>
              <a:buClr>
                <a:srgbClr val="333333"/>
              </a:buClr>
              <a:buFont typeface="Arial"/>
              <a:buChar char="•"/>
            </a:pPr>
            <a:r>
              <a:rPr sz="1080" b="0" i="0">
                <a:solidFill>
                  <a:srgbClr val="333333"/>
                </a:solidFill>
                <a:latin typeface="STIHL Contraface Text"/>
              </a:rPr>
              <a:t>M365 Copilot: 1.431 active · 95,9 % (1.064 lizenziert)</a:t>
            </a:r>
          </a:p>
          <a:p>
            <a:pPr indent="-137160" marL="137160">
              <a:spcBef>
                <a:spcPts val="0"/>
              </a:spcBef>
              <a:spcAft>
                <a:spcPts val="500"/>
              </a:spcAft>
              <a:buClr>
                <a:srgbClr val="333333"/>
              </a:buClr>
              <a:buFont typeface="Arial"/>
              <a:buChar char="•"/>
            </a:pPr>
            <a:r>
              <a:rPr sz="1080" b="0" i="0">
                <a:solidFill>
                  <a:srgbClr val="333333"/>
                </a:solidFill>
                <a:latin typeface="STIHL Contraface Text"/>
              </a:rPr>
              <a:t>DC Community: 1.017 Mitglieder · 61 % aktiv</a:t>
            </a:r>
          </a:p>
          <a:p>
            <a:pPr indent="-137160" marL="137160">
              <a:spcBef>
                <a:spcPts val="0"/>
              </a:spcBef>
              <a:spcAft>
                <a:spcPts val="500"/>
              </a:spcAft>
              <a:buClr>
                <a:srgbClr val="333333"/>
              </a:buClr>
              <a:buFont typeface="Arial"/>
              <a:buChar char="•"/>
            </a:pPr>
            <a:r>
              <a:rPr sz="1080" b="0" i="0">
                <a:solidFill>
                  <a:srgbClr val="333333"/>
                </a:solidFill>
                <a:latin typeface="STIHL Contraface Text"/>
              </a:rPr>
              <a:t>DC-Seite: 3.963 Unique Visitors (30 Tage)</a:t>
            </a:r>
          </a:p>
        </p:txBody>
      </p:sp>
      <p:sp>
        <p:nvSpPr>
          <p:cNvPr id="8" name="Rounded Rectangle 7"/>
          <p:cNvSpPr/>
          <p:nvPr/>
        </p:nvSpPr>
        <p:spPr>
          <a:xfrm>
            <a:off x="7406640" y="5257800"/>
            <a:ext cx="4315968" cy="960120"/>
          </a:xfrm>
          <a:prstGeom prst="roundRect">
            <a:avLst/>
          </a:prstGeom>
          <a:solidFill>
            <a:srgbClr val="F3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Bef>
                <a:spcPts val="0"/>
              </a:spcBef>
              <a:spcAft>
                <a:spcPts val="200"/>
              </a:spcAft>
            </a:pPr>
            <a:r>
              <a:rPr sz="1100" b="1" i="0">
                <a:solidFill>
                  <a:srgbClr val="FFFFFF"/>
                </a:solidFill>
                <a:latin typeface="STIHL Contraface Text"/>
              </a:rPr>
              <a:t>Wo ist es geregelt?</a:t>
            </a:r>
          </a:p>
          <a:p>
            <a:pPr>
              <a:spcBef>
                <a:spcPts val="0"/>
              </a:spcBef>
              <a:spcAft>
                <a:spcPts val="0"/>
              </a:spcAft>
            </a:pPr>
            <a:r>
              <a:rPr sz="1030" b="0" i="0">
                <a:solidFill>
                  <a:srgbClr val="FFFFFF"/>
                </a:solidFill>
                <a:latin typeface="STIHL Contraface Text"/>
              </a:rPr>
              <a:t>M365_Operational_Manual (Word) · Live-Dashboards: M365 Admin Center, DC Community &amp; Site Analytics (Stand 06/2026)</a:t>
            </a:r>
          </a:p>
        </p:txBody>
      </p:sp>
      <p:sp>
        <p:nvSpPr>
          <p:cNvPr id="9" name="TextBox 8"/>
          <p:cNvSpPr txBox="1"/>
          <p:nvPr/>
        </p:nvSpPr>
        <p:spPr>
          <a:xfrm>
            <a:off x="475488" y="6565392"/>
            <a:ext cx="8229600" cy="182880"/>
          </a:xfrm>
          <a:prstGeom prst="rect">
            <a:avLst/>
          </a:prstGeom>
          <a:noFill/>
        </p:spPr>
        <p:txBody>
          <a:bodyPr wrap="square" anchor="t" lIns="45720" rIns="45720" tIns="18288" bIns="18288">
            <a:spAutoFit/>
          </a:bodyPr>
          <a:lstStyle/>
          <a:p>
            <a:pPr>
              <a:spcBef>
                <a:spcPts val="0"/>
              </a:spcBef>
              <a:spcAft>
                <a:spcPts val="300"/>
              </a:spcAft>
            </a:pPr>
            <a:r>
              <a:rPr sz="800" b="0" i="0">
                <a:solidFill>
                  <a:srgbClr val="878787"/>
                </a:solidFill>
                <a:latin typeface="STIHL Contraface Text"/>
              </a:rPr>
              <a:t>DQS Audit 2026 | Teilaudit 17 IT1 – IT | Digital Collaboration, Service Management &amp; Support | A. Passaro | 01.07.2026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200" b="1">
                <a:solidFill>
                  <a:srgbClr val="333333"/>
                </a:solidFill>
                <a:latin typeface="STIHL Contraface Text"/>
              </a:rPr>
              <a:t>Digital Collaboration – KPI-Dashboards &amp; Nachweise (Stand 06/2026)</a:t>
            </a:r>
          </a:p>
        </p:txBody>
      </p:sp>
      <p:sp>
        <p:nvSpPr>
          <p:cNvPr id="3" name="Rectangle 2"/>
          <p:cNvSpPr/>
          <p:nvPr/>
        </p:nvSpPr>
        <p:spPr>
          <a:xfrm>
            <a:off x="0" y="502920"/>
            <a:ext cx="164592" cy="320040"/>
          </a:xfrm>
          <a:prstGeom prst="rect">
            <a:avLst/>
          </a:prstGeom>
          <a:solidFill>
            <a:srgbClr val="F37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475488" y="960120"/>
            <a:ext cx="11237976" cy="0"/>
          </a:xfrm>
          <a:prstGeom prst="bentConnector3">
            <a:avLst/>
          </a:prstGeom>
          <a:ln w="19050">
            <a:solidFill>
              <a:srgbClr val="F37A1F"/>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75488" y="1143000"/>
            <a:ext cx="3611880" cy="2331720"/>
          </a:xfrm>
          <a:prstGeom prst="roundRect">
            <a:avLst/>
          </a:prstGeom>
          <a:solidFill>
            <a:srgbClr val="FFFFFF"/>
          </a:solidFill>
          <a:ln w="12700">
            <a:solidFill>
              <a:srgbClr val="F37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197864"/>
            <a:ext cx="3429000" cy="274320"/>
          </a:xfrm>
          <a:prstGeom prst="rect">
            <a:avLst/>
          </a:prstGeom>
          <a:noFill/>
        </p:spPr>
        <p:txBody>
          <a:bodyPr wrap="square" anchor="t" lIns="45720" rIns="45720" tIns="18288" bIns="18288">
            <a:spAutoFit/>
          </a:bodyPr>
          <a:lstStyle/>
          <a:p>
            <a:pPr>
              <a:spcBef>
                <a:spcPts val="0"/>
              </a:spcBef>
              <a:spcAft>
                <a:spcPts val="0"/>
              </a:spcAft>
            </a:pPr>
            <a:r>
              <a:rPr sz="1000" b="1" i="0">
                <a:solidFill>
                  <a:srgbClr val="F37A1F"/>
                </a:solidFill>
                <a:latin typeface="STIHL Contraface Text"/>
              </a:rPr>
              <a:t>Teams – Active Users je Monat (in %)</a:t>
            </a:r>
          </a:p>
        </p:txBody>
      </p:sp>
      <p:pic>
        <p:nvPicPr>
          <p:cNvPr id="7" name="Picture 6" descr="Outlook-4bwwffr1.png"/>
          <p:cNvPicPr>
            <a:picLocks noChangeAspect="1"/>
          </p:cNvPicPr>
          <p:nvPr/>
        </p:nvPicPr>
        <p:blipFill>
          <a:blip r:embed="rId2"/>
          <a:stretch>
            <a:fillRect/>
          </a:stretch>
        </p:blipFill>
        <p:spPr>
          <a:xfrm>
            <a:off x="937518" y="1527048"/>
            <a:ext cx="2687820" cy="1837944"/>
          </a:xfrm>
          <a:prstGeom prst="rect">
            <a:avLst/>
          </a:prstGeom>
          <a:ln w="6350">
            <a:solidFill>
              <a:srgbClr val="DDDDDD"/>
            </a:solidFill>
          </a:ln>
        </p:spPr>
      </p:pic>
      <p:sp>
        <p:nvSpPr>
          <p:cNvPr id="8" name="Rounded Rectangle 7"/>
          <p:cNvSpPr/>
          <p:nvPr/>
        </p:nvSpPr>
        <p:spPr>
          <a:xfrm>
            <a:off x="4288536" y="1143000"/>
            <a:ext cx="3611880" cy="2331720"/>
          </a:xfrm>
          <a:prstGeom prst="roundRect">
            <a:avLst/>
          </a:prstGeom>
          <a:solidFill>
            <a:srgbClr val="FFFFFF"/>
          </a:solidFill>
          <a:ln w="12700">
            <a:solidFill>
              <a:srgbClr val="F37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9976" y="1197864"/>
            <a:ext cx="3429000" cy="274320"/>
          </a:xfrm>
          <a:prstGeom prst="rect">
            <a:avLst/>
          </a:prstGeom>
          <a:noFill/>
        </p:spPr>
        <p:txBody>
          <a:bodyPr wrap="square" anchor="t" lIns="45720" rIns="45720" tIns="18288" bIns="18288">
            <a:spAutoFit/>
          </a:bodyPr>
          <a:lstStyle/>
          <a:p>
            <a:pPr>
              <a:spcBef>
                <a:spcPts val="0"/>
              </a:spcBef>
              <a:spcAft>
                <a:spcPts val="0"/>
              </a:spcAft>
            </a:pPr>
            <a:r>
              <a:rPr sz="1000" b="1" i="0">
                <a:solidFill>
                  <a:srgbClr val="F37A1F"/>
                </a:solidFill>
                <a:latin typeface="STIHL Contraface Text"/>
              </a:rPr>
              <a:t>Copilot Chat – Active Users (90 Tage)</a:t>
            </a:r>
          </a:p>
        </p:txBody>
      </p:sp>
      <p:pic>
        <p:nvPicPr>
          <p:cNvPr id="10" name="Picture 9" descr="Outlook-offjn1gv.png"/>
          <p:cNvPicPr>
            <a:picLocks noChangeAspect="1"/>
          </p:cNvPicPr>
          <p:nvPr/>
        </p:nvPicPr>
        <p:blipFill>
          <a:blip r:embed="rId3"/>
          <a:stretch>
            <a:fillRect/>
          </a:stretch>
        </p:blipFill>
        <p:spPr>
          <a:xfrm>
            <a:off x="4890623" y="1527048"/>
            <a:ext cx="2407706" cy="1837943"/>
          </a:xfrm>
          <a:prstGeom prst="rect">
            <a:avLst/>
          </a:prstGeom>
          <a:ln w="6350">
            <a:solidFill>
              <a:srgbClr val="DDDDDD"/>
            </a:solidFill>
          </a:ln>
        </p:spPr>
      </p:pic>
      <p:sp>
        <p:nvSpPr>
          <p:cNvPr id="11" name="Rounded Rectangle 10"/>
          <p:cNvSpPr/>
          <p:nvPr/>
        </p:nvSpPr>
        <p:spPr>
          <a:xfrm>
            <a:off x="8101584" y="1143000"/>
            <a:ext cx="3611880" cy="2331720"/>
          </a:xfrm>
          <a:prstGeom prst="roundRect">
            <a:avLst/>
          </a:prstGeom>
          <a:solidFill>
            <a:srgbClr val="FFFFFF"/>
          </a:solidFill>
          <a:ln w="12700">
            <a:solidFill>
              <a:srgbClr val="F37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3024" y="1197864"/>
            <a:ext cx="3429000" cy="274320"/>
          </a:xfrm>
          <a:prstGeom prst="rect">
            <a:avLst/>
          </a:prstGeom>
          <a:noFill/>
        </p:spPr>
        <p:txBody>
          <a:bodyPr wrap="square" anchor="t" lIns="45720" rIns="45720" tIns="18288" bIns="18288">
            <a:spAutoFit/>
          </a:bodyPr>
          <a:lstStyle/>
          <a:p>
            <a:pPr>
              <a:spcBef>
                <a:spcPts val="0"/>
              </a:spcBef>
              <a:spcAft>
                <a:spcPts val="0"/>
              </a:spcAft>
            </a:pPr>
            <a:r>
              <a:rPr sz="1000" b="1" i="0">
                <a:solidFill>
                  <a:srgbClr val="F37A1F"/>
                </a:solidFill>
                <a:latin typeface="STIHL Contraface Text"/>
              </a:rPr>
              <a:t>M365 Copilot – Usage Overview</a:t>
            </a:r>
          </a:p>
        </p:txBody>
      </p:sp>
      <p:pic>
        <p:nvPicPr>
          <p:cNvPr id="13" name="Picture 12" descr="Outlook-vtm5zhsf.png"/>
          <p:cNvPicPr>
            <a:picLocks noChangeAspect="1"/>
          </p:cNvPicPr>
          <p:nvPr/>
        </p:nvPicPr>
        <p:blipFill>
          <a:blip r:embed="rId4"/>
          <a:stretch>
            <a:fillRect/>
          </a:stretch>
        </p:blipFill>
        <p:spPr>
          <a:xfrm>
            <a:off x="8211312" y="2006198"/>
            <a:ext cx="3392424" cy="879643"/>
          </a:xfrm>
          <a:prstGeom prst="rect">
            <a:avLst/>
          </a:prstGeom>
          <a:ln w="6350">
            <a:solidFill>
              <a:srgbClr val="DDDDDD"/>
            </a:solidFill>
          </a:ln>
        </p:spPr>
      </p:pic>
      <p:sp>
        <p:nvSpPr>
          <p:cNvPr id="14" name="Rounded Rectangle 13"/>
          <p:cNvSpPr/>
          <p:nvPr/>
        </p:nvSpPr>
        <p:spPr>
          <a:xfrm>
            <a:off x="475488" y="3657600"/>
            <a:ext cx="3611880" cy="2331720"/>
          </a:xfrm>
          <a:prstGeom prst="roundRect">
            <a:avLst/>
          </a:prstGeom>
          <a:solidFill>
            <a:srgbClr val="FFFFFF"/>
          </a:solidFill>
          <a:ln w="12700">
            <a:solidFill>
              <a:srgbClr val="F37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3712464"/>
            <a:ext cx="3429000" cy="274320"/>
          </a:xfrm>
          <a:prstGeom prst="rect">
            <a:avLst/>
          </a:prstGeom>
          <a:noFill/>
        </p:spPr>
        <p:txBody>
          <a:bodyPr wrap="square" anchor="t" lIns="45720" rIns="45720" tIns="18288" bIns="18288">
            <a:spAutoFit/>
          </a:bodyPr>
          <a:lstStyle/>
          <a:p>
            <a:pPr>
              <a:spcBef>
                <a:spcPts val="0"/>
              </a:spcBef>
              <a:spcAft>
                <a:spcPts val="0"/>
              </a:spcAft>
            </a:pPr>
            <a:r>
              <a:rPr sz="1000" b="1" i="0">
                <a:solidFill>
                  <a:srgbClr val="F37A1F"/>
                </a:solidFill>
                <a:latin typeface="STIHL Contraface Text"/>
              </a:rPr>
              <a:t>DC Community – Mitglieder &amp; Aktivitaet</a:t>
            </a:r>
          </a:p>
        </p:txBody>
      </p:sp>
      <p:pic>
        <p:nvPicPr>
          <p:cNvPr id="16" name="Picture 15" descr="Outlook-qzua1fhd.png"/>
          <p:cNvPicPr>
            <a:picLocks noChangeAspect="1"/>
          </p:cNvPicPr>
          <p:nvPr/>
        </p:nvPicPr>
        <p:blipFill>
          <a:blip r:embed="rId5"/>
          <a:stretch>
            <a:fillRect/>
          </a:stretch>
        </p:blipFill>
        <p:spPr>
          <a:xfrm>
            <a:off x="585216" y="4212225"/>
            <a:ext cx="3392424" cy="1496789"/>
          </a:xfrm>
          <a:prstGeom prst="rect">
            <a:avLst/>
          </a:prstGeom>
          <a:ln w="6350">
            <a:solidFill>
              <a:srgbClr val="DDDDDD"/>
            </a:solidFill>
          </a:ln>
        </p:spPr>
      </p:pic>
      <p:sp>
        <p:nvSpPr>
          <p:cNvPr id="17" name="Rounded Rectangle 16"/>
          <p:cNvSpPr/>
          <p:nvPr/>
        </p:nvSpPr>
        <p:spPr>
          <a:xfrm>
            <a:off x="4288536" y="3657600"/>
            <a:ext cx="3611880" cy="2331720"/>
          </a:xfrm>
          <a:prstGeom prst="roundRect">
            <a:avLst/>
          </a:prstGeom>
          <a:solidFill>
            <a:srgbClr val="FFFFFF"/>
          </a:solidFill>
          <a:ln w="12700">
            <a:solidFill>
              <a:srgbClr val="F37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79976" y="3712464"/>
            <a:ext cx="3429000" cy="274320"/>
          </a:xfrm>
          <a:prstGeom prst="rect">
            <a:avLst/>
          </a:prstGeom>
          <a:noFill/>
        </p:spPr>
        <p:txBody>
          <a:bodyPr wrap="square" anchor="t" lIns="45720" rIns="45720" tIns="18288" bIns="18288">
            <a:spAutoFit/>
          </a:bodyPr>
          <a:lstStyle/>
          <a:p>
            <a:pPr>
              <a:spcBef>
                <a:spcPts val="0"/>
              </a:spcBef>
              <a:spcAft>
                <a:spcPts val="0"/>
              </a:spcAft>
            </a:pPr>
            <a:r>
              <a:rPr sz="1000" b="1" i="0">
                <a:solidFill>
                  <a:srgbClr val="F37A1F"/>
                </a:solidFill>
                <a:latin typeface="STIHL Contraface Text"/>
              </a:rPr>
              <a:t>DC-Seite – Unique Visitors</a:t>
            </a:r>
          </a:p>
        </p:txBody>
      </p:sp>
      <p:pic>
        <p:nvPicPr>
          <p:cNvPr id="19" name="Picture 18" descr="Outlook-5zzsa5tj.png"/>
          <p:cNvPicPr>
            <a:picLocks noChangeAspect="1"/>
          </p:cNvPicPr>
          <p:nvPr/>
        </p:nvPicPr>
        <p:blipFill>
          <a:blip r:embed="rId6"/>
          <a:stretch>
            <a:fillRect/>
          </a:stretch>
        </p:blipFill>
        <p:spPr>
          <a:xfrm>
            <a:off x="5408264" y="4041648"/>
            <a:ext cx="1372423" cy="1837944"/>
          </a:xfrm>
          <a:prstGeom prst="rect">
            <a:avLst/>
          </a:prstGeom>
          <a:ln w="6350">
            <a:solidFill>
              <a:srgbClr val="DDDDDD"/>
            </a:solidFill>
          </a:ln>
        </p:spPr>
      </p:pic>
      <p:sp>
        <p:nvSpPr>
          <p:cNvPr id="20" name="Rounded Rectangle 19"/>
          <p:cNvSpPr/>
          <p:nvPr/>
        </p:nvSpPr>
        <p:spPr>
          <a:xfrm>
            <a:off x="8101584" y="3657600"/>
            <a:ext cx="3611880" cy="2331720"/>
          </a:xfrm>
          <a:prstGeom prst="roundRect">
            <a:avLst/>
          </a:prstGeom>
          <a:solidFill>
            <a:srgbClr val="FFFFFF"/>
          </a:solidFill>
          <a:ln w="12700">
            <a:solidFill>
              <a:srgbClr val="F37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93024" y="3712464"/>
            <a:ext cx="3429000" cy="274320"/>
          </a:xfrm>
          <a:prstGeom prst="rect">
            <a:avLst/>
          </a:prstGeom>
          <a:noFill/>
        </p:spPr>
        <p:txBody>
          <a:bodyPr wrap="square" anchor="t" lIns="45720" rIns="45720" tIns="18288" bIns="18288">
            <a:spAutoFit/>
          </a:bodyPr>
          <a:lstStyle/>
          <a:p>
            <a:pPr>
              <a:spcBef>
                <a:spcPts val="0"/>
              </a:spcBef>
              <a:spcAft>
                <a:spcPts val="0"/>
              </a:spcAft>
            </a:pPr>
            <a:r>
              <a:rPr sz="1000" b="1" i="0">
                <a:solidFill>
                  <a:srgbClr val="F37A1F"/>
                </a:solidFill>
                <a:latin typeface="STIHL Contraface Text"/>
              </a:rPr>
              <a:t>Kommunikationskanaele – E-Mail vs. Teams</a:t>
            </a:r>
          </a:p>
        </p:txBody>
      </p:sp>
      <p:pic>
        <p:nvPicPr>
          <p:cNvPr id="22" name="Picture 21" descr="Outlook-vbqlsl05.png"/>
          <p:cNvPicPr>
            <a:picLocks noChangeAspect="1"/>
          </p:cNvPicPr>
          <p:nvPr/>
        </p:nvPicPr>
        <p:blipFill>
          <a:blip r:embed="rId7"/>
          <a:stretch>
            <a:fillRect/>
          </a:stretch>
        </p:blipFill>
        <p:spPr>
          <a:xfrm>
            <a:off x="8662577" y="4041648"/>
            <a:ext cx="2489893" cy="1837944"/>
          </a:xfrm>
          <a:prstGeom prst="rect">
            <a:avLst/>
          </a:prstGeom>
          <a:ln w="6350">
            <a:solidFill>
              <a:srgbClr val="DDDDDD"/>
            </a:solidFill>
          </a:ln>
        </p:spPr>
      </p:pic>
      <p:sp>
        <p:nvSpPr>
          <p:cNvPr id="23" name="TextBox 22"/>
          <p:cNvSpPr txBox="1"/>
          <p:nvPr/>
        </p:nvSpPr>
        <p:spPr>
          <a:xfrm>
            <a:off x="475488" y="6199632"/>
            <a:ext cx="11247120" cy="292608"/>
          </a:xfrm>
          <a:prstGeom prst="rect">
            <a:avLst/>
          </a:prstGeom>
          <a:noFill/>
        </p:spPr>
        <p:txBody>
          <a:bodyPr wrap="square" anchor="t" lIns="45720" rIns="45720" tIns="18288" bIns="18288">
            <a:spAutoFit/>
          </a:bodyPr>
          <a:lstStyle/>
          <a:p>
            <a:pPr>
              <a:spcBef>
                <a:spcPts val="0"/>
              </a:spcBef>
              <a:spcAft>
                <a:spcPts val="300"/>
              </a:spcAft>
            </a:pPr>
            <a:r>
              <a:rPr sz="800" b="0" i="0">
                <a:solidFill>
                  <a:srgbClr val="878787"/>
                </a:solidFill>
                <a:latin typeface="STIHL Contraface Text"/>
              </a:rPr>
              <a:t>Quellen: Microsoft 365 Admin Center · DC Community Analytics · SharePoint Site Analytics · Copilot Usage Reports  |  weitere Nachweise: Teams-Tabelle, Copilot-Lizenzgruppe, M365 Active-Users-Dashboard</a:t>
            </a:r>
          </a:p>
        </p:txBody>
      </p:sp>
      <p:sp>
        <p:nvSpPr>
          <p:cNvPr id="24" name="TextBox 23"/>
          <p:cNvSpPr txBox="1"/>
          <p:nvPr/>
        </p:nvSpPr>
        <p:spPr>
          <a:xfrm>
            <a:off x="475488" y="6565392"/>
            <a:ext cx="8229600" cy="182880"/>
          </a:xfrm>
          <a:prstGeom prst="rect">
            <a:avLst/>
          </a:prstGeom>
          <a:noFill/>
        </p:spPr>
        <p:txBody>
          <a:bodyPr wrap="square" anchor="t" lIns="45720" rIns="45720" tIns="18288" bIns="18288">
            <a:spAutoFit/>
          </a:bodyPr>
          <a:lstStyle/>
          <a:p>
            <a:pPr>
              <a:spcBef>
                <a:spcPts val="0"/>
              </a:spcBef>
              <a:spcAft>
                <a:spcPts val="300"/>
              </a:spcAft>
            </a:pPr>
            <a:r>
              <a:rPr sz="800" b="0" i="0">
                <a:solidFill>
                  <a:srgbClr val="878787"/>
                </a:solidFill>
                <a:latin typeface="STIHL Contraface Text"/>
              </a:rPr>
              <a:t>DQS Audit 2026 | Teilaudit 17 IT1 – IT | Digital Collaboration, Service Management &amp; Support | A. Passaro | 01.07.2026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200" b="1">
                <a:solidFill>
                  <a:srgbClr val="333333"/>
                </a:solidFill>
                <a:latin typeface="STIHL Contraface Text"/>
              </a:rPr>
              <a:t>IT Service Management – Prozesse, Governance &amp; KPI</a:t>
            </a:r>
          </a:p>
        </p:txBody>
      </p:sp>
      <p:sp>
        <p:nvSpPr>
          <p:cNvPr id="3" name="Rectangle 2"/>
          <p:cNvSpPr/>
          <p:nvPr/>
        </p:nvSpPr>
        <p:spPr>
          <a:xfrm>
            <a:off x="0" y="502920"/>
            <a:ext cx="164592" cy="320040"/>
          </a:xfrm>
          <a:prstGeom prst="rect">
            <a:avLst/>
          </a:prstGeom>
          <a:solidFill>
            <a:srgbClr val="249A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475488" y="960120"/>
            <a:ext cx="11237976" cy="0"/>
          </a:xfrm>
          <a:prstGeom prst="bentConnector3">
            <a:avLst/>
          </a:prstGeom>
          <a:ln w="19050">
            <a:solidFill>
              <a:srgbClr val="249AB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75488" y="1143000"/>
            <a:ext cx="6675120" cy="5120640"/>
          </a:xfrm>
          <a:prstGeom prst="rect">
            <a:avLst/>
          </a:prstGeom>
          <a:noFill/>
        </p:spPr>
        <p:txBody>
          <a:bodyPr wrap="square" anchor="t" lIns="45720" rIns="45720" tIns="18288" bIns="18288">
            <a:spAutoFit/>
          </a:bodyPr>
          <a:lstStyle/>
          <a:p>
            <a:pPr>
              <a:spcBef>
                <a:spcPts val="0"/>
              </a:spcBef>
              <a:spcAft>
                <a:spcPts val="400"/>
              </a:spcAft>
            </a:pPr>
            <a:r>
              <a:rPr sz="1300" b="1" i="0">
                <a:solidFill>
                  <a:srgbClr val="249ABE"/>
                </a:solidFill>
                <a:latin typeface="STIHL Contraface Text"/>
              </a:rPr>
              <a:t>Steuerungsansatz</a:t>
            </a:r>
          </a:p>
          <a:p>
            <a:pPr indent="-137160" marL="137160">
              <a:spcBef>
                <a:spcPts val="0"/>
              </a:spcBef>
              <a:spcAft>
                <a:spcPts val="300"/>
              </a:spcAft>
              <a:buClr>
                <a:srgbClr val="333333"/>
              </a:buClr>
              <a:buFont typeface="Arial"/>
              <a:buChar char="•"/>
            </a:pPr>
            <a:r>
              <a:rPr sz="1100" b="0" i="0">
                <a:solidFill>
                  <a:srgbClr val="333333"/>
                </a:solidFill>
                <a:latin typeface="STIHL Contraface Text"/>
              </a:rPr>
              <a:t>ITSM als zentrales Steuerungsinstrument der Group IT (IPS) – Shift zu Services &amp; Value</a:t>
            </a:r>
          </a:p>
          <a:p>
            <a:pPr indent="-137160" marL="137160">
              <a:spcBef>
                <a:spcPts val="0"/>
              </a:spcBef>
              <a:spcAft>
                <a:spcPts val="300"/>
              </a:spcAft>
              <a:buClr>
                <a:srgbClr val="333333"/>
              </a:buClr>
              <a:buFont typeface="Arial"/>
              <a:buChar char="•"/>
            </a:pPr>
            <a:r>
              <a:rPr sz="1100" b="0" i="0">
                <a:solidFill>
                  <a:srgbClr val="333333"/>
                </a:solidFill>
                <a:latin typeface="STIHL Contraface Text"/>
              </a:rPr>
              <a:t>Strategische, community-getriebene Practice-Initiative</a:t>
            </a:r>
          </a:p>
          <a:p>
            <a:pPr>
              <a:spcAft>
                <a:spcPts val="200"/>
              </a:spcAft>
            </a:pPr>
          </a:p>
          <a:p>
            <a:pPr>
              <a:spcBef>
                <a:spcPts val="0"/>
              </a:spcBef>
              <a:spcAft>
                <a:spcPts val="400"/>
              </a:spcAft>
            </a:pPr>
            <a:r>
              <a:rPr sz="1300" b="1" i="0">
                <a:solidFill>
                  <a:srgbClr val="249ABE"/>
                </a:solidFill>
                <a:latin typeface="STIHL Contraface Text"/>
              </a:rPr>
              <a:t>Service Catalogue &amp; Service Owner</a:t>
            </a:r>
          </a:p>
          <a:p>
            <a:pPr indent="-137160" marL="137160">
              <a:spcBef>
                <a:spcPts val="0"/>
              </a:spcBef>
              <a:spcAft>
                <a:spcPts val="300"/>
              </a:spcAft>
              <a:buClr>
                <a:srgbClr val="333333"/>
              </a:buClr>
              <a:buFont typeface="Arial"/>
              <a:buChar char="•"/>
            </a:pPr>
            <a:r>
              <a:rPr sz="1100" b="0" i="0">
                <a:solidFill>
                  <a:srgbClr val="333333"/>
                </a:solidFill>
                <a:latin typeface="STIHL Contraface Text"/>
              </a:rPr>
              <a:t>201 Services / 890 Service Offerings nach TBM-Struktur (Stand 11/25)</a:t>
            </a:r>
          </a:p>
          <a:p>
            <a:pPr indent="-137160" marL="137160">
              <a:spcBef>
                <a:spcPts val="0"/>
              </a:spcBef>
              <a:spcAft>
                <a:spcPts val="300"/>
              </a:spcAft>
              <a:buClr>
                <a:srgbClr val="333333"/>
              </a:buClr>
              <a:buFont typeface="Arial"/>
              <a:buChar char="•"/>
            </a:pPr>
            <a:r>
              <a:rPr sz="1100" b="0" i="0">
                <a:solidFill>
                  <a:srgbClr val="333333"/>
                </a:solidFill>
                <a:latin typeface="STIHL Contraface Text"/>
              </a:rPr>
              <a:t>Single Source of consistent information zu allen operativen IT-Services</a:t>
            </a:r>
          </a:p>
          <a:p>
            <a:pPr indent="-137160" marL="137160">
              <a:spcBef>
                <a:spcPts val="0"/>
              </a:spcBef>
              <a:spcAft>
                <a:spcPts val="300"/>
              </a:spcAft>
              <a:buClr>
                <a:srgbClr val="333333"/>
              </a:buClr>
              <a:buFont typeface="Arial"/>
              <a:buChar char="•"/>
            </a:pPr>
            <a:r>
              <a:rPr sz="1100" b="0" i="0">
                <a:solidFill>
                  <a:srgbClr val="333333"/>
                </a:solidFill>
                <a:latin typeface="STIHL Contraface Text"/>
              </a:rPr>
              <a:t>Service Owner sichern Performance &amp; Lifecycle-Governance</a:t>
            </a:r>
          </a:p>
          <a:p>
            <a:pPr>
              <a:spcAft>
                <a:spcPts val="200"/>
              </a:spcAft>
            </a:pPr>
          </a:p>
          <a:p>
            <a:pPr>
              <a:spcBef>
                <a:spcPts val="0"/>
              </a:spcBef>
              <a:spcAft>
                <a:spcPts val="400"/>
              </a:spcAft>
            </a:pPr>
            <a:r>
              <a:rPr sz="1300" b="1" i="0">
                <a:solidFill>
                  <a:srgbClr val="249ABE"/>
                </a:solidFill>
                <a:latin typeface="STIHL Contraface Text"/>
              </a:rPr>
              <a:t>Governance &amp; Tooling</a:t>
            </a:r>
          </a:p>
          <a:p>
            <a:pPr indent="-137160" marL="137160">
              <a:spcBef>
                <a:spcPts val="0"/>
              </a:spcBef>
              <a:spcAft>
                <a:spcPts val="300"/>
              </a:spcAft>
              <a:buClr>
                <a:srgbClr val="333333"/>
              </a:buClr>
              <a:buFont typeface="Arial"/>
              <a:buChar char="•"/>
            </a:pPr>
            <a:r>
              <a:rPr sz="1100" b="0" i="0">
                <a:solidFill>
                  <a:srgbClr val="333333"/>
                </a:solidFill>
                <a:latin typeface="STIHL Contraface Text"/>
              </a:rPr>
              <a:t>Monthly Practice Reviews: KPI Dashboard Review, Root Cause / Corrective Actions, CSI Register</a:t>
            </a:r>
          </a:p>
          <a:p>
            <a:pPr indent="-137160" marL="137160">
              <a:spcBef>
                <a:spcPts val="0"/>
              </a:spcBef>
              <a:spcAft>
                <a:spcPts val="300"/>
              </a:spcAft>
              <a:buClr>
                <a:srgbClr val="333333"/>
              </a:buClr>
              <a:buFont typeface="Arial"/>
              <a:buChar char="•"/>
            </a:pPr>
            <a:r>
              <a:rPr sz="1100" b="0" i="0">
                <a:solidFill>
                  <a:srgbClr val="333333"/>
                </a:solidFill>
                <a:latin typeface="STIHL Contraface Text"/>
              </a:rPr>
              <a:t>Service-based Working dokumentiert in ServiceNow</a:t>
            </a:r>
          </a:p>
          <a:p>
            <a:pPr indent="-137160" marL="137160">
              <a:spcBef>
                <a:spcPts val="0"/>
              </a:spcBef>
              <a:spcAft>
                <a:spcPts val="300"/>
              </a:spcAft>
              <a:buClr>
                <a:srgbClr val="333333"/>
              </a:buClr>
              <a:buFont typeface="Arial"/>
              <a:buChar char="•"/>
            </a:pPr>
            <a:r>
              <a:rPr sz="1100" b="0" i="0">
                <a:solidFill>
                  <a:srgbClr val="333333"/>
                </a:solidFill>
                <a:latin typeface="STIHL Contraface Text"/>
              </a:rPr>
              <a:t>Historie: 9 ITSM Practices (2023) → globaler Service-Katalog &amp; SBW GoLive (2025)</a:t>
            </a:r>
          </a:p>
          <a:p>
            <a:pPr>
              <a:spcAft>
                <a:spcPts val="200"/>
              </a:spcAft>
            </a:pPr>
          </a:p>
        </p:txBody>
      </p:sp>
      <p:sp>
        <p:nvSpPr>
          <p:cNvPr id="6" name="Rounded Rectangle 5"/>
          <p:cNvSpPr/>
          <p:nvPr/>
        </p:nvSpPr>
        <p:spPr>
          <a:xfrm>
            <a:off x="7406640" y="1143000"/>
            <a:ext cx="4315968" cy="3977639"/>
          </a:xfrm>
          <a:prstGeom prst="roundRect">
            <a:avLst/>
          </a:prstGeom>
          <a:solidFill>
            <a:srgbClr val="F2F2F2"/>
          </a:solidFill>
          <a:ln w="15875">
            <a:solidFill>
              <a:srgbClr val="249A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0" y="1280160"/>
            <a:ext cx="3950208" cy="3749039"/>
          </a:xfrm>
          <a:prstGeom prst="rect">
            <a:avLst/>
          </a:prstGeom>
          <a:noFill/>
        </p:spPr>
        <p:txBody>
          <a:bodyPr wrap="square" anchor="t" lIns="45720" rIns="45720" tIns="18288" bIns="18288">
            <a:spAutoFit/>
          </a:bodyPr>
          <a:lstStyle/>
          <a:p>
            <a:pPr>
              <a:spcBef>
                <a:spcPts val="0"/>
              </a:spcBef>
              <a:spcAft>
                <a:spcPts val="600"/>
              </a:spcAft>
            </a:pPr>
            <a:r>
              <a:rPr sz="1300" b="1" i="0">
                <a:solidFill>
                  <a:srgbClr val="249ABE"/>
                </a:solidFill>
                <a:latin typeface="STIHL Contraface Text"/>
              </a:rPr>
              <a:t>KPI &amp; Nachweise (Tracking)</a:t>
            </a:r>
          </a:p>
          <a:p>
            <a:pPr indent="-137160" marL="137160">
              <a:spcBef>
                <a:spcPts val="0"/>
              </a:spcBef>
              <a:spcAft>
                <a:spcPts val="500"/>
              </a:spcAft>
              <a:buClr>
                <a:srgbClr val="333333"/>
              </a:buClr>
              <a:buFont typeface="Arial"/>
              <a:buChar char="•"/>
            </a:pPr>
            <a:r>
              <a:rPr sz="1080" b="0" i="0">
                <a:solidFill>
                  <a:srgbClr val="333333"/>
                </a:solidFill>
                <a:latin typeface="STIHL Contraface Text"/>
              </a:rPr>
              <a:t>SCM 01 – Number of active services</a:t>
            </a:r>
          </a:p>
          <a:p>
            <a:pPr indent="-137160" marL="137160">
              <a:spcBef>
                <a:spcPts val="0"/>
              </a:spcBef>
              <a:spcAft>
                <a:spcPts val="500"/>
              </a:spcAft>
              <a:buClr>
                <a:srgbClr val="333333"/>
              </a:buClr>
              <a:buFont typeface="Arial"/>
              <a:buChar char="•"/>
            </a:pPr>
            <a:r>
              <a:rPr sz="1080" b="0" i="0">
                <a:solidFill>
                  <a:srgbClr val="333333"/>
                </a:solidFill>
                <a:latin typeface="STIHL Contraface Text"/>
              </a:rPr>
              <a:t>SCM 02 – Ø Service Offerings je Service</a:t>
            </a:r>
          </a:p>
          <a:p>
            <a:pPr indent="-137160" marL="137160">
              <a:spcBef>
                <a:spcPts val="0"/>
              </a:spcBef>
              <a:spcAft>
                <a:spcPts val="500"/>
              </a:spcAft>
              <a:buClr>
                <a:srgbClr val="333333"/>
              </a:buClr>
              <a:buFont typeface="Arial"/>
              <a:buChar char="•"/>
            </a:pPr>
            <a:r>
              <a:rPr sz="1080" b="0" i="0">
                <a:solidFill>
                  <a:srgbClr val="333333"/>
                </a:solidFill>
                <a:latin typeface="STIHL Contraface Text"/>
              </a:rPr>
              <a:t>SCM 03 – Number of used offerings in process</a:t>
            </a:r>
          </a:p>
          <a:p>
            <a:pPr indent="-137160" marL="137160">
              <a:spcBef>
                <a:spcPts val="0"/>
              </a:spcBef>
              <a:spcAft>
                <a:spcPts val="500"/>
              </a:spcAft>
              <a:buClr>
                <a:srgbClr val="333333"/>
              </a:buClr>
              <a:buFont typeface="Arial"/>
              <a:buChar char="•"/>
            </a:pPr>
            <a:r>
              <a:rPr sz="1080" b="0" i="0">
                <a:solidFill>
                  <a:srgbClr val="333333"/>
                </a:solidFill>
                <a:latin typeface="STIHL Contraface Text"/>
              </a:rPr>
              <a:t>SCM 04 – New/updated services per month</a:t>
            </a:r>
          </a:p>
          <a:p>
            <a:pPr indent="-137160" marL="137160">
              <a:spcBef>
                <a:spcPts val="0"/>
              </a:spcBef>
              <a:spcAft>
                <a:spcPts val="500"/>
              </a:spcAft>
              <a:buClr>
                <a:srgbClr val="333333"/>
              </a:buClr>
              <a:buFont typeface="Arial"/>
              <a:buChar char="•"/>
            </a:pPr>
            <a:r>
              <a:rPr sz="1080" b="0" i="0">
                <a:solidFill>
                  <a:srgbClr val="333333"/>
                </a:solidFill>
                <a:latin typeface="STIHL Contraface Text"/>
              </a:rPr>
              <a:t>Quelle: ServiceNow · Reporting: monatlich</a:t>
            </a:r>
          </a:p>
        </p:txBody>
      </p:sp>
      <p:sp>
        <p:nvSpPr>
          <p:cNvPr id="8" name="Rounded Rectangle 7"/>
          <p:cNvSpPr/>
          <p:nvPr/>
        </p:nvSpPr>
        <p:spPr>
          <a:xfrm>
            <a:off x="7406640" y="5257800"/>
            <a:ext cx="4315968" cy="960120"/>
          </a:xfrm>
          <a:prstGeom prst="roundRect">
            <a:avLst/>
          </a:prstGeom>
          <a:solidFill>
            <a:srgbClr val="249AB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Bef>
                <a:spcPts val="0"/>
              </a:spcBef>
              <a:spcAft>
                <a:spcPts val="200"/>
              </a:spcAft>
            </a:pPr>
            <a:r>
              <a:rPr sz="1100" b="1" i="0">
                <a:solidFill>
                  <a:srgbClr val="FFFFFF"/>
                </a:solidFill>
                <a:latin typeface="STIHL Contraface Text"/>
              </a:rPr>
              <a:t>Wo ist es geregelt?</a:t>
            </a:r>
          </a:p>
          <a:p>
            <a:pPr>
              <a:spcBef>
                <a:spcPts val="0"/>
              </a:spcBef>
              <a:spcAft>
                <a:spcPts val="0"/>
              </a:spcAft>
            </a:pPr>
            <a:r>
              <a:rPr sz="1030" b="0" i="0">
                <a:solidFill>
                  <a:srgbClr val="FFFFFF"/>
                </a:solidFill>
                <a:latin typeface="STIHL Contraface Text"/>
              </a:rPr>
              <a:t>Practice „Service Catalogue Management“ (SharePoint) · Group ITSM Briefing · ServiceNow</a:t>
            </a:r>
          </a:p>
        </p:txBody>
      </p:sp>
      <p:sp>
        <p:nvSpPr>
          <p:cNvPr id="9" name="TextBox 8"/>
          <p:cNvSpPr txBox="1"/>
          <p:nvPr/>
        </p:nvSpPr>
        <p:spPr>
          <a:xfrm>
            <a:off x="475488" y="6565392"/>
            <a:ext cx="8229600" cy="182880"/>
          </a:xfrm>
          <a:prstGeom prst="rect">
            <a:avLst/>
          </a:prstGeom>
          <a:noFill/>
        </p:spPr>
        <p:txBody>
          <a:bodyPr wrap="square" anchor="t" lIns="45720" rIns="45720" tIns="18288" bIns="18288">
            <a:spAutoFit/>
          </a:bodyPr>
          <a:lstStyle/>
          <a:p>
            <a:pPr>
              <a:spcBef>
                <a:spcPts val="0"/>
              </a:spcBef>
              <a:spcAft>
                <a:spcPts val="300"/>
              </a:spcAft>
            </a:pPr>
            <a:r>
              <a:rPr sz="800" b="0" i="0">
                <a:solidFill>
                  <a:srgbClr val="878787"/>
                </a:solidFill>
                <a:latin typeface="STIHL Contraface Text"/>
              </a:rPr>
              <a:t>DQS Audit 2026 | Teilaudit 17 IT1 – IT | Digital Collaboration, Service Management &amp; Support | A. Passaro | 01.07.2026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200" b="1">
                <a:solidFill>
                  <a:srgbClr val="333333"/>
                </a:solidFill>
                <a:latin typeface="STIHL Contraface Text"/>
              </a:rPr>
              <a:t>Support – Prozesse, Governance &amp; KPI</a:t>
            </a:r>
          </a:p>
        </p:txBody>
      </p:sp>
      <p:sp>
        <p:nvSpPr>
          <p:cNvPr id="3" name="Rectangle 2"/>
          <p:cNvSpPr/>
          <p:nvPr/>
        </p:nvSpPr>
        <p:spPr>
          <a:xfrm>
            <a:off x="0" y="502920"/>
            <a:ext cx="164592" cy="320040"/>
          </a:xfrm>
          <a:prstGeom prst="rect">
            <a:avLst/>
          </a:prstGeom>
          <a:solidFill>
            <a:srgbClr val="749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475488" y="960120"/>
            <a:ext cx="11237976" cy="0"/>
          </a:xfrm>
          <a:prstGeom prst="bentConnector3">
            <a:avLst/>
          </a:prstGeom>
          <a:ln w="19050">
            <a:solidFill>
              <a:srgbClr val="749F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75488" y="1143000"/>
            <a:ext cx="6675120" cy="5120640"/>
          </a:xfrm>
          <a:prstGeom prst="rect">
            <a:avLst/>
          </a:prstGeom>
          <a:noFill/>
        </p:spPr>
        <p:txBody>
          <a:bodyPr wrap="square" anchor="t" lIns="45720" rIns="45720" tIns="18288" bIns="18288">
            <a:spAutoFit/>
          </a:bodyPr>
          <a:lstStyle/>
          <a:p>
            <a:pPr>
              <a:spcBef>
                <a:spcPts val="0"/>
              </a:spcBef>
              <a:spcAft>
                <a:spcPts val="400"/>
              </a:spcAft>
            </a:pPr>
            <a:r>
              <a:rPr sz="1300" b="1" i="0">
                <a:solidFill>
                  <a:srgbClr val="749F4A"/>
                </a:solidFill>
                <a:latin typeface="STIHL Contraface Text"/>
              </a:rPr>
              <a:t>Incident Management</a:t>
            </a:r>
          </a:p>
          <a:p>
            <a:pPr indent="-137160" marL="137160">
              <a:spcBef>
                <a:spcPts val="0"/>
              </a:spcBef>
              <a:spcAft>
                <a:spcPts val="300"/>
              </a:spcAft>
              <a:buClr>
                <a:srgbClr val="333333"/>
              </a:buClr>
              <a:buFont typeface="Arial"/>
              <a:buChar char="•"/>
            </a:pPr>
            <a:r>
              <a:rPr sz="1100" b="0" i="0">
                <a:solidFill>
                  <a:srgbClr val="333333"/>
                </a:solidFill>
                <a:latin typeface="STIHL Contraface Text"/>
              </a:rPr>
              <a:t>Klassifikation ueber Impacted Service + Service Offering (zweistufig, seit 07/2025)</a:t>
            </a:r>
          </a:p>
          <a:p>
            <a:pPr indent="-137160" marL="137160">
              <a:spcBef>
                <a:spcPts val="0"/>
              </a:spcBef>
              <a:spcAft>
                <a:spcPts val="300"/>
              </a:spcAft>
              <a:buClr>
                <a:srgbClr val="333333"/>
              </a:buClr>
              <a:buFont typeface="Arial"/>
              <a:buChar char="•"/>
            </a:pPr>
            <a:r>
              <a:rPr sz="1100" b="0" i="0">
                <a:solidFill>
                  <a:srgbClr val="333333"/>
                </a:solidFill>
                <a:latin typeface="STIHL Contraface Text"/>
              </a:rPr>
              <a:t>Priorisierung aus Impact × Urgency – Priority 1–4 fachlich definiert</a:t>
            </a:r>
          </a:p>
          <a:p>
            <a:pPr indent="-137160" marL="137160">
              <a:spcBef>
                <a:spcPts val="0"/>
              </a:spcBef>
              <a:spcAft>
                <a:spcPts val="300"/>
              </a:spcAft>
              <a:buClr>
                <a:srgbClr val="333333"/>
              </a:buClr>
              <a:buFont typeface="Arial"/>
              <a:buChar char="•"/>
            </a:pPr>
            <a:r>
              <a:rPr sz="1100" b="0" i="0">
                <a:solidFill>
                  <a:srgbClr val="333333"/>
                </a:solidFill>
                <a:latin typeface="STIHL Contraface Text"/>
              </a:rPr>
              <a:t>Workflow (5 Phasen): Registration → 1st Analysis → Routing → Tracking/Escalation → Review &amp; Closing</a:t>
            </a:r>
          </a:p>
          <a:p>
            <a:pPr>
              <a:spcAft>
                <a:spcPts val="200"/>
              </a:spcAft>
            </a:pPr>
          </a:p>
          <a:p>
            <a:pPr>
              <a:spcBef>
                <a:spcPts val="0"/>
              </a:spcBef>
              <a:spcAft>
                <a:spcPts val="400"/>
              </a:spcAft>
            </a:pPr>
            <a:r>
              <a:rPr sz="1300" b="1" i="0">
                <a:solidFill>
                  <a:srgbClr val="749F4A"/>
                </a:solidFill>
                <a:latin typeface="STIHL Contraface Text"/>
              </a:rPr>
              <a:t>Service Level Management</a:t>
            </a:r>
          </a:p>
          <a:p>
            <a:pPr indent="-137160" marL="137160">
              <a:spcBef>
                <a:spcPts val="0"/>
              </a:spcBef>
              <a:spcAft>
                <a:spcPts val="300"/>
              </a:spcAft>
              <a:buClr>
                <a:srgbClr val="333333"/>
              </a:buClr>
              <a:buFont typeface="Arial"/>
              <a:buChar char="•"/>
            </a:pPr>
            <a:r>
              <a:rPr sz="1100" b="0" i="0">
                <a:solidFill>
                  <a:srgbClr val="333333"/>
                </a:solidFill>
                <a:latin typeface="STIHL Contraface Text"/>
              </a:rPr>
              <a:t>3 Service Level Classes – designed &amp; approved via Demand-to-Portfolio</a:t>
            </a:r>
          </a:p>
          <a:p>
            <a:pPr indent="-137160" marL="137160">
              <a:spcBef>
                <a:spcPts val="0"/>
              </a:spcBef>
              <a:spcAft>
                <a:spcPts val="300"/>
              </a:spcAft>
              <a:buClr>
                <a:srgbClr val="333333"/>
              </a:buClr>
              <a:buFont typeface="Arial"/>
              <a:buChar char="•"/>
            </a:pPr>
            <a:r>
              <a:rPr sz="1100" b="0" i="0">
                <a:solidFill>
                  <a:srgbClr val="333333"/>
                </a:solidFill>
                <a:latin typeface="STIHL Contraface Text"/>
              </a:rPr>
              <a:t>Features: response time, resolution time, qualified support time</a:t>
            </a:r>
          </a:p>
          <a:p>
            <a:pPr indent="-137160" marL="137160">
              <a:spcBef>
                <a:spcPts val="0"/>
              </a:spcBef>
              <a:spcAft>
                <a:spcPts val="300"/>
              </a:spcAft>
              <a:buClr>
                <a:srgbClr val="333333"/>
              </a:buClr>
              <a:buFont typeface="Arial"/>
              <a:buChar char="•"/>
            </a:pPr>
            <a:r>
              <a:rPr sz="1100" b="0" i="0">
                <a:solidFill>
                  <a:srgbClr val="333333"/>
                </a:solidFill>
                <a:latin typeface="STIHL Contraface Text"/>
              </a:rPr>
              <a:t>KPI dort, wo automatisch in ServiceNow generierbar</a:t>
            </a:r>
          </a:p>
          <a:p>
            <a:pPr>
              <a:spcAft>
                <a:spcPts val="200"/>
              </a:spcAft>
            </a:pPr>
          </a:p>
          <a:p>
            <a:pPr>
              <a:spcBef>
                <a:spcPts val="0"/>
              </a:spcBef>
              <a:spcAft>
                <a:spcPts val="400"/>
              </a:spcAft>
            </a:pPr>
            <a:r>
              <a:rPr sz="1300" b="1" i="0">
                <a:solidFill>
                  <a:srgbClr val="749F4A"/>
                </a:solidFill>
                <a:latin typeface="STIHL Contraface Text"/>
              </a:rPr>
              <a:t>Support-Steuerung</a:t>
            </a:r>
          </a:p>
          <a:p>
            <a:pPr indent="-137160" marL="137160">
              <a:spcBef>
                <a:spcPts val="0"/>
              </a:spcBef>
              <a:spcAft>
                <a:spcPts val="300"/>
              </a:spcAft>
              <a:buClr>
                <a:srgbClr val="333333"/>
              </a:buClr>
              <a:buFont typeface="Arial"/>
              <a:buChar char="•"/>
            </a:pPr>
            <a:r>
              <a:rPr sz="1100" b="0" i="0">
                <a:solidFill>
                  <a:srgbClr val="333333"/>
                </a:solidFill>
                <a:latin typeface="STIHL Contraface Text"/>
              </a:rPr>
              <a:t>First Contact lokaler Service Desk → Eskalation L1 → L2 → L3 / Vendor</a:t>
            </a:r>
          </a:p>
          <a:p>
            <a:pPr indent="-137160" marL="137160">
              <a:spcBef>
                <a:spcPts val="0"/>
              </a:spcBef>
              <a:spcAft>
                <a:spcPts val="300"/>
              </a:spcAft>
              <a:buClr>
                <a:srgbClr val="333333"/>
              </a:buClr>
              <a:buFont typeface="Arial"/>
              <a:buChar char="•"/>
            </a:pPr>
            <a:r>
              <a:rPr sz="1100" b="0" i="0">
                <a:solidFill>
                  <a:srgbClr val="333333"/>
                </a:solidFill>
                <a:latin typeface="STIHL Contraface Text"/>
              </a:rPr>
              <a:t>Management- / Operations- / Vendor-KPI-Felder definiert</a:t>
            </a:r>
          </a:p>
          <a:p>
            <a:pPr>
              <a:spcAft>
                <a:spcPts val="200"/>
              </a:spcAft>
            </a:pPr>
          </a:p>
        </p:txBody>
      </p:sp>
      <p:sp>
        <p:nvSpPr>
          <p:cNvPr id="6" name="Rounded Rectangle 5"/>
          <p:cNvSpPr/>
          <p:nvPr/>
        </p:nvSpPr>
        <p:spPr>
          <a:xfrm>
            <a:off x="7406640" y="1143000"/>
            <a:ext cx="4315968" cy="3977639"/>
          </a:xfrm>
          <a:prstGeom prst="roundRect">
            <a:avLst/>
          </a:prstGeom>
          <a:solidFill>
            <a:srgbClr val="F2F2F2"/>
          </a:solidFill>
          <a:ln w="15875">
            <a:solidFill>
              <a:srgbClr val="749F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0" y="1280160"/>
            <a:ext cx="3950208" cy="3749039"/>
          </a:xfrm>
          <a:prstGeom prst="rect">
            <a:avLst/>
          </a:prstGeom>
          <a:noFill/>
        </p:spPr>
        <p:txBody>
          <a:bodyPr wrap="square" anchor="t" lIns="45720" rIns="45720" tIns="18288" bIns="18288">
            <a:spAutoFit/>
          </a:bodyPr>
          <a:lstStyle/>
          <a:p>
            <a:pPr>
              <a:spcBef>
                <a:spcPts val="0"/>
              </a:spcBef>
              <a:spcAft>
                <a:spcPts val="600"/>
              </a:spcAft>
            </a:pPr>
            <a:r>
              <a:rPr sz="1300" b="1" i="0">
                <a:solidFill>
                  <a:srgbClr val="749F4A"/>
                </a:solidFill>
                <a:latin typeface="STIHL Contraface Text"/>
              </a:rPr>
              <a:t>KPI &amp; Nachweise (Tracking)</a:t>
            </a:r>
          </a:p>
          <a:p>
            <a:pPr indent="-137160" marL="137160">
              <a:spcBef>
                <a:spcPts val="0"/>
              </a:spcBef>
              <a:spcAft>
                <a:spcPts val="500"/>
              </a:spcAft>
              <a:buClr>
                <a:srgbClr val="333333"/>
              </a:buClr>
              <a:buFont typeface="Arial"/>
              <a:buChar char="•"/>
            </a:pPr>
            <a:r>
              <a:rPr sz="1080" b="0" i="0">
                <a:solidFill>
                  <a:srgbClr val="333333"/>
                </a:solidFill>
                <a:latin typeface="STIHL Contraface Text"/>
              </a:rPr>
              <a:t>INC 01 – Number of incidents</a:t>
            </a:r>
          </a:p>
          <a:p>
            <a:pPr indent="-137160" marL="137160">
              <a:spcBef>
                <a:spcPts val="0"/>
              </a:spcBef>
              <a:spcAft>
                <a:spcPts val="500"/>
              </a:spcAft>
              <a:buClr>
                <a:srgbClr val="333333"/>
              </a:buClr>
              <a:buFont typeface="Arial"/>
              <a:buChar char="•"/>
            </a:pPr>
            <a:r>
              <a:rPr sz="1080" b="0" i="0">
                <a:solidFill>
                  <a:srgbClr val="333333"/>
                </a:solidFill>
                <a:latin typeface="STIHL Contraface Text"/>
              </a:rPr>
              <a:t>INC 02 – Initial resolution rate (≥ 65 %)</a:t>
            </a:r>
          </a:p>
          <a:p>
            <a:pPr indent="-137160" marL="137160">
              <a:spcBef>
                <a:spcPts val="0"/>
              </a:spcBef>
              <a:spcAft>
                <a:spcPts val="500"/>
              </a:spcAft>
              <a:buClr>
                <a:srgbClr val="333333"/>
              </a:buClr>
              <a:buFont typeface="Arial"/>
              <a:buChar char="•"/>
            </a:pPr>
            <a:r>
              <a:rPr sz="1080" b="0" i="0">
                <a:solidFill>
                  <a:srgbClr val="333333"/>
                </a:solidFill>
                <a:latin typeface="STIHL Contraface Text"/>
              </a:rPr>
              <a:t>INC 03 – Incident resolution time (≥ 80 %)</a:t>
            </a:r>
          </a:p>
          <a:p>
            <a:pPr indent="-137160" marL="137160">
              <a:spcBef>
                <a:spcPts val="0"/>
              </a:spcBef>
              <a:spcAft>
                <a:spcPts val="500"/>
              </a:spcAft>
              <a:buClr>
                <a:srgbClr val="333333"/>
              </a:buClr>
              <a:buFont typeface="Arial"/>
              <a:buChar char="•"/>
            </a:pPr>
            <a:r>
              <a:rPr sz="1080" b="0" i="0">
                <a:solidFill>
                  <a:srgbClr val="333333"/>
                </a:solidFill>
                <a:latin typeface="STIHL Contraface Text"/>
              </a:rPr>
              <a:t>SLM – Response Time &amp; Resolution Time</a:t>
            </a:r>
          </a:p>
          <a:p>
            <a:pPr indent="-137160" marL="137160">
              <a:spcBef>
                <a:spcPts val="0"/>
              </a:spcBef>
              <a:spcAft>
                <a:spcPts val="500"/>
              </a:spcAft>
              <a:buClr>
                <a:srgbClr val="333333"/>
              </a:buClr>
              <a:buFont typeface="Arial"/>
              <a:buChar char="•"/>
            </a:pPr>
            <a:r>
              <a:rPr sz="1080" b="0" i="0">
                <a:solidFill>
                  <a:srgbClr val="333333"/>
                </a:solidFill>
                <a:latin typeface="STIHL Contraface Text"/>
              </a:rPr>
              <a:t>Support-Felder: SLA, FCR, CSAT, AHT, Backlog, Escalation rate</a:t>
            </a:r>
          </a:p>
        </p:txBody>
      </p:sp>
      <p:sp>
        <p:nvSpPr>
          <p:cNvPr id="8" name="Rounded Rectangle 7"/>
          <p:cNvSpPr/>
          <p:nvPr/>
        </p:nvSpPr>
        <p:spPr>
          <a:xfrm>
            <a:off x="7406640" y="5257800"/>
            <a:ext cx="4315968" cy="960120"/>
          </a:xfrm>
          <a:prstGeom prst="roundRect">
            <a:avLst/>
          </a:prstGeom>
          <a:solidFill>
            <a:srgbClr val="749F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Bef>
                <a:spcPts val="0"/>
              </a:spcBef>
              <a:spcAft>
                <a:spcPts val="200"/>
              </a:spcAft>
            </a:pPr>
            <a:r>
              <a:rPr sz="1100" b="1" i="0">
                <a:solidFill>
                  <a:srgbClr val="FFFFFF"/>
                </a:solidFill>
                <a:latin typeface="STIHL Contraface Text"/>
              </a:rPr>
              <a:t>Wo ist es geregelt?</a:t>
            </a:r>
          </a:p>
          <a:p>
            <a:pPr>
              <a:spcBef>
                <a:spcPts val="0"/>
              </a:spcBef>
              <a:spcAft>
                <a:spcPts val="0"/>
              </a:spcAft>
            </a:pPr>
            <a:r>
              <a:rPr sz="1030" b="0" i="0">
                <a:solidFill>
                  <a:srgbClr val="FFFFFF"/>
                </a:solidFill>
                <a:latin typeface="STIHL Contraface Text"/>
              </a:rPr>
              <a:t>Incident-Management-Details &amp; Service-Level-Management-Details (SharePoint) · ServiceNow</a:t>
            </a:r>
          </a:p>
        </p:txBody>
      </p:sp>
      <p:sp>
        <p:nvSpPr>
          <p:cNvPr id="9" name="TextBox 8"/>
          <p:cNvSpPr txBox="1"/>
          <p:nvPr/>
        </p:nvSpPr>
        <p:spPr>
          <a:xfrm>
            <a:off x="475488" y="6565392"/>
            <a:ext cx="8229600" cy="182880"/>
          </a:xfrm>
          <a:prstGeom prst="rect">
            <a:avLst/>
          </a:prstGeom>
          <a:noFill/>
        </p:spPr>
        <p:txBody>
          <a:bodyPr wrap="square" anchor="t" lIns="45720" rIns="45720" tIns="18288" bIns="18288">
            <a:spAutoFit/>
          </a:bodyPr>
          <a:lstStyle/>
          <a:p>
            <a:pPr>
              <a:spcBef>
                <a:spcPts val="0"/>
              </a:spcBef>
              <a:spcAft>
                <a:spcPts val="300"/>
              </a:spcAft>
            </a:pPr>
            <a:r>
              <a:rPr sz="800" b="0" i="0">
                <a:solidFill>
                  <a:srgbClr val="878787"/>
                </a:solidFill>
                <a:latin typeface="STIHL Contraface Text"/>
              </a:rPr>
              <a:t>DQS Audit 2026 | Teilaudit 17 IT1 – IT | Digital Collaboration, Service Management &amp; Support | A. Passaro | 01.07.2026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200" b="1">
                <a:solidFill>
                  <a:srgbClr val="333333"/>
                </a:solidFill>
                <a:latin typeface="STIHL Contraface Text"/>
              </a:rPr>
              <a:t>KPI-Cockpit &amp; aktuelle Projekte – auditfeste Nachweise</a:t>
            </a:r>
          </a:p>
        </p:txBody>
      </p:sp>
      <p:sp>
        <p:nvSpPr>
          <p:cNvPr id="3" name="Rectangle 2"/>
          <p:cNvSpPr/>
          <p:nvPr/>
        </p:nvSpPr>
        <p:spPr>
          <a:xfrm>
            <a:off x="0" y="502920"/>
            <a:ext cx="164592" cy="320040"/>
          </a:xfrm>
          <a:prstGeom prst="rect">
            <a:avLst/>
          </a:prstGeom>
          <a:solidFill>
            <a:srgbClr val="F37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475488" y="960120"/>
            <a:ext cx="11237976" cy="0"/>
          </a:xfrm>
          <a:prstGeom prst="bentConnector3">
            <a:avLst/>
          </a:prstGeom>
          <a:ln w="9525">
            <a:solidFill>
              <a:srgbClr val="87878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75488" y="1097280"/>
            <a:ext cx="6766560" cy="320040"/>
          </a:xfrm>
          <a:prstGeom prst="rect">
            <a:avLst/>
          </a:prstGeom>
          <a:noFill/>
        </p:spPr>
        <p:txBody>
          <a:bodyPr wrap="square" anchor="t" lIns="45720" rIns="45720" tIns="18288" bIns="18288">
            <a:spAutoFit/>
          </a:bodyPr>
          <a:lstStyle/>
          <a:p>
            <a:pPr>
              <a:spcBef>
                <a:spcPts val="0"/>
              </a:spcBef>
              <a:spcAft>
                <a:spcPts val="300"/>
              </a:spcAft>
            </a:pPr>
            <a:r>
              <a:rPr sz="1300" b="1" i="0">
                <a:solidFill>
                  <a:srgbClr val="F37A1F"/>
                </a:solidFill>
                <a:latin typeface="STIHL Contraface Text"/>
              </a:rPr>
              <a:t>KPI-Uebersicht – definiert, mit Datenquelle &amp; Frequenz</a:t>
            </a:r>
          </a:p>
        </p:txBody>
      </p:sp>
      <p:graphicFrame>
        <p:nvGraphicFramePr>
          <p:cNvPr id="6" name="Table 5"/>
          <p:cNvGraphicFramePr>
            <a:graphicFrameLocks noGrp="1"/>
          </p:cNvGraphicFramePr>
          <p:nvPr/>
        </p:nvGraphicFramePr>
        <p:xfrm>
          <a:off x="475488" y="1463040"/>
          <a:ext cx="6766560" cy="3566160"/>
        </p:xfrm>
        <a:graphic>
          <a:graphicData uri="http://schemas.openxmlformats.org/drawingml/2006/table">
            <a:tbl>
              <a:tblPr firstRow="1" bandRow="1">
                <a:tableStyleId>{5C22544A-7EE6-4342-B048-85BDC9FD1C3A}</a:tableStyleId>
              </a:tblPr>
              <a:tblGrid>
                <a:gridCol w="3383280"/>
                <a:gridCol w="1188720"/>
                <a:gridCol w="1234440"/>
                <a:gridCol w="960120"/>
              </a:tblGrid>
              <a:tr h="356616">
                <a:tc>
                  <a:txBody>
                    <a:bodyPr/>
                    <a:lstStyle/>
                    <a:p>
                      <a:r>
                        <a:rPr sz="1050" b="1">
                          <a:solidFill>
                            <a:srgbClr val="FFFFFF"/>
                          </a:solidFill>
                          <a:latin typeface="STIHL Contraface Text"/>
                        </a:rPr>
                        <a:t>KPI</a:t>
                      </a:r>
                    </a:p>
                  </a:txBody>
                  <a:tcPr marL="54864" marR="36576" marT="18288" marB="18288" anchor="ctr">
                    <a:solidFill>
                      <a:srgbClr val="F37A1F"/>
                    </a:solidFill>
                  </a:tcPr>
                </a:tc>
                <a:tc>
                  <a:txBody>
                    <a:bodyPr/>
                    <a:lstStyle/>
                    <a:p>
                      <a:r>
                        <a:rPr sz="1050" b="1">
                          <a:solidFill>
                            <a:srgbClr val="FFFFFF"/>
                          </a:solidFill>
                          <a:latin typeface="STIHL Contraface Text"/>
                        </a:rPr>
                        <a:t>Schwelle</a:t>
                      </a:r>
                    </a:p>
                  </a:txBody>
                  <a:tcPr marL="54864" marR="36576" marT="18288" marB="18288" anchor="ctr">
                    <a:solidFill>
                      <a:srgbClr val="F37A1F"/>
                    </a:solidFill>
                  </a:tcPr>
                </a:tc>
                <a:tc>
                  <a:txBody>
                    <a:bodyPr/>
                    <a:lstStyle/>
                    <a:p>
                      <a:r>
                        <a:rPr sz="1050" b="1">
                          <a:solidFill>
                            <a:srgbClr val="FFFFFF"/>
                          </a:solidFill>
                          <a:latin typeface="STIHL Contraface Text"/>
                        </a:rPr>
                        <a:t>Quelle</a:t>
                      </a:r>
                    </a:p>
                  </a:txBody>
                  <a:tcPr marL="54864" marR="36576" marT="18288" marB="18288" anchor="ctr">
                    <a:solidFill>
                      <a:srgbClr val="F37A1F"/>
                    </a:solidFill>
                  </a:tcPr>
                </a:tc>
                <a:tc>
                  <a:txBody>
                    <a:bodyPr/>
                    <a:lstStyle/>
                    <a:p>
                      <a:r>
                        <a:rPr sz="1050" b="1">
                          <a:solidFill>
                            <a:srgbClr val="FFFFFF"/>
                          </a:solidFill>
                          <a:latin typeface="STIHL Contraface Text"/>
                        </a:rPr>
                        <a:t>Frequenz</a:t>
                      </a:r>
                    </a:p>
                  </a:txBody>
                  <a:tcPr marL="54864" marR="36576" marT="18288" marB="18288" anchor="ctr">
                    <a:solidFill>
                      <a:srgbClr val="F37A1F"/>
                    </a:solidFill>
                  </a:tcPr>
                </a:tc>
              </a:tr>
              <a:tr h="356616">
                <a:tc>
                  <a:txBody>
                    <a:bodyPr/>
                    <a:lstStyle/>
                    <a:p>
                      <a:r>
                        <a:rPr sz="1000">
                          <a:solidFill>
                            <a:srgbClr val="333333"/>
                          </a:solidFill>
                          <a:latin typeface="STIHL Contraface Text"/>
                        </a:rPr>
                        <a:t>INC 02 Initial resolution rate</a:t>
                      </a:r>
                    </a:p>
                  </a:txBody>
                  <a:tcPr marL="54864" marR="36576" marT="18288" marB="18288" anchor="ctr">
                    <a:solidFill>
                      <a:srgbClr val="FFFFFF"/>
                    </a:solidFill>
                  </a:tcPr>
                </a:tc>
                <a:tc>
                  <a:txBody>
                    <a:bodyPr/>
                    <a:lstStyle/>
                    <a:p>
                      <a:r>
                        <a:rPr sz="1000">
                          <a:solidFill>
                            <a:srgbClr val="333333"/>
                          </a:solidFill>
                          <a:latin typeface="STIHL Contraface Text"/>
                        </a:rPr>
                        <a:t>≥ 65 %</a:t>
                      </a:r>
                    </a:p>
                  </a:txBody>
                  <a:tcPr marL="54864" marR="36576" marT="18288" marB="18288" anchor="ctr">
                    <a:solidFill>
                      <a:srgbClr val="FFFFFF"/>
                    </a:solidFill>
                  </a:tcPr>
                </a:tc>
                <a:tc>
                  <a:txBody>
                    <a:bodyPr/>
                    <a:lstStyle/>
                    <a:p>
                      <a:r>
                        <a:rPr sz="1000">
                          <a:solidFill>
                            <a:srgbClr val="333333"/>
                          </a:solidFill>
                          <a:latin typeface="STIHL Contraface Text"/>
                        </a:rPr>
                        <a:t>ServiceNow</a:t>
                      </a:r>
                    </a:p>
                  </a:txBody>
                  <a:tcPr marL="54864" marR="36576" marT="18288" marB="18288" anchor="ctr">
                    <a:solidFill>
                      <a:srgbClr val="FFFFFF"/>
                    </a:solidFill>
                  </a:tcPr>
                </a:tc>
                <a:tc>
                  <a:txBody>
                    <a:bodyPr/>
                    <a:lstStyle/>
                    <a:p>
                      <a:r>
                        <a:rPr sz="1000">
                          <a:solidFill>
                            <a:srgbClr val="333333"/>
                          </a:solidFill>
                          <a:latin typeface="STIHL Contraface Text"/>
                        </a:rPr>
                        <a:t>monatl.</a:t>
                      </a:r>
                    </a:p>
                  </a:txBody>
                  <a:tcPr marL="54864" marR="36576" marT="18288" marB="18288" anchor="ctr">
                    <a:solidFill>
                      <a:srgbClr val="FFFFFF"/>
                    </a:solidFill>
                  </a:tcPr>
                </a:tc>
              </a:tr>
              <a:tr h="356616">
                <a:tc>
                  <a:txBody>
                    <a:bodyPr/>
                    <a:lstStyle/>
                    <a:p>
                      <a:r>
                        <a:rPr sz="1000">
                          <a:solidFill>
                            <a:srgbClr val="333333"/>
                          </a:solidFill>
                          <a:latin typeface="STIHL Contraface Text"/>
                        </a:rPr>
                        <a:t>INC 03 Incident resolution time</a:t>
                      </a:r>
                    </a:p>
                  </a:txBody>
                  <a:tcPr marL="54864" marR="36576" marT="18288" marB="18288" anchor="ctr">
                    <a:solidFill>
                      <a:srgbClr val="F2F2F2"/>
                    </a:solidFill>
                  </a:tcPr>
                </a:tc>
                <a:tc>
                  <a:txBody>
                    <a:bodyPr/>
                    <a:lstStyle/>
                    <a:p>
                      <a:r>
                        <a:rPr sz="1000">
                          <a:solidFill>
                            <a:srgbClr val="333333"/>
                          </a:solidFill>
                          <a:latin typeface="STIHL Contraface Text"/>
                        </a:rPr>
                        <a:t>≥ 80 %</a:t>
                      </a:r>
                    </a:p>
                  </a:txBody>
                  <a:tcPr marL="54864" marR="36576" marT="18288" marB="18288" anchor="ctr">
                    <a:solidFill>
                      <a:srgbClr val="F2F2F2"/>
                    </a:solidFill>
                  </a:tcPr>
                </a:tc>
                <a:tc>
                  <a:txBody>
                    <a:bodyPr/>
                    <a:lstStyle/>
                    <a:p>
                      <a:r>
                        <a:rPr sz="1000">
                          <a:solidFill>
                            <a:srgbClr val="333333"/>
                          </a:solidFill>
                          <a:latin typeface="STIHL Contraface Text"/>
                        </a:rPr>
                        <a:t>ServiceNow</a:t>
                      </a:r>
                    </a:p>
                  </a:txBody>
                  <a:tcPr marL="54864" marR="36576" marT="18288" marB="18288" anchor="ctr">
                    <a:solidFill>
                      <a:srgbClr val="F2F2F2"/>
                    </a:solidFill>
                  </a:tcPr>
                </a:tc>
                <a:tc>
                  <a:txBody>
                    <a:bodyPr/>
                    <a:lstStyle/>
                    <a:p>
                      <a:r>
                        <a:rPr sz="1000">
                          <a:solidFill>
                            <a:srgbClr val="333333"/>
                          </a:solidFill>
                          <a:latin typeface="STIHL Contraface Text"/>
                        </a:rPr>
                        <a:t>monatl.</a:t>
                      </a:r>
                    </a:p>
                  </a:txBody>
                  <a:tcPr marL="54864" marR="36576" marT="18288" marB="18288" anchor="ctr">
                    <a:solidFill>
                      <a:srgbClr val="F2F2F2"/>
                    </a:solidFill>
                  </a:tcPr>
                </a:tc>
              </a:tr>
              <a:tr h="356616">
                <a:tc>
                  <a:txBody>
                    <a:bodyPr/>
                    <a:lstStyle/>
                    <a:p>
                      <a:r>
                        <a:rPr sz="1000">
                          <a:solidFill>
                            <a:srgbClr val="333333"/>
                          </a:solidFill>
                          <a:latin typeface="STIHL Contraface Text"/>
                        </a:rPr>
                        <a:t>INC 01 Number of incidents</a:t>
                      </a:r>
                    </a:p>
                  </a:txBody>
                  <a:tcPr marL="54864" marR="36576" marT="18288" marB="18288" anchor="ctr">
                    <a:solidFill>
                      <a:srgbClr val="FFFFFF"/>
                    </a:solidFill>
                  </a:tcPr>
                </a:tc>
                <a:tc>
                  <a:txBody>
                    <a:bodyPr/>
                    <a:lstStyle/>
                    <a:p>
                      <a:r>
                        <a:rPr sz="1000">
                          <a:solidFill>
                            <a:srgbClr val="333333"/>
                          </a:solidFill>
                          <a:latin typeface="STIHL Contraface Text"/>
                        </a:rPr>
                        <a:t>–</a:t>
                      </a:r>
                    </a:p>
                  </a:txBody>
                  <a:tcPr marL="54864" marR="36576" marT="18288" marB="18288" anchor="ctr">
                    <a:solidFill>
                      <a:srgbClr val="FFFFFF"/>
                    </a:solidFill>
                  </a:tcPr>
                </a:tc>
                <a:tc>
                  <a:txBody>
                    <a:bodyPr/>
                    <a:lstStyle/>
                    <a:p>
                      <a:r>
                        <a:rPr sz="1000">
                          <a:solidFill>
                            <a:srgbClr val="333333"/>
                          </a:solidFill>
                          <a:latin typeface="STIHL Contraface Text"/>
                        </a:rPr>
                        <a:t>ServiceNow</a:t>
                      </a:r>
                    </a:p>
                  </a:txBody>
                  <a:tcPr marL="54864" marR="36576" marT="18288" marB="18288" anchor="ctr">
                    <a:solidFill>
                      <a:srgbClr val="FFFFFF"/>
                    </a:solidFill>
                  </a:tcPr>
                </a:tc>
                <a:tc>
                  <a:txBody>
                    <a:bodyPr/>
                    <a:lstStyle/>
                    <a:p>
                      <a:r>
                        <a:rPr sz="1000">
                          <a:solidFill>
                            <a:srgbClr val="333333"/>
                          </a:solidFill>
                          <a:latin typeface="STIHL Contraface Text"/>
                        </a:rPr>
                        <a:t>monatl.</a:t>
                      </a:r>
                    </a:p>
                  </a:txBody>
                  <a:tcPr marL="54864" marR="36576" marT="18288" marB="18288" anchor="ctr">
                    <a:solidFill>
                      <a:srgbClr val="FFFFFF"/>
                    </a:solidFill>
                  </a:tcPr>
                </a:tc>
              </a:tr>
              <a:tr h="356616">
                <a:tc>
                  <a:txBody>
                    <a:bodyPr/>
                    <a:lstStyle/>
                    <a:p>
                      <a:r>
                        <a:rPr sz="1000">
                          <a:solidFill>
                            <a:srgbClr val="333333"/>
                          </a:solidFill>
                          <a:latin typeface="STIHL Contraface Text"/>
                        </a:rPr>
                        <a:t>SLM Response / Resolution Time</a:t>
                      </a:r>
                    </a:p>
                  </a:txBody>
                  <a:tcPr marL="54864" marR="36576" marT="18288" marB="18288" anchor="ctr">
                    <a:solidFill>
                      <a:srgbClr val="F2F2F2"/>
                    </a:solidFill>
                  </a:tcPr>
                </a:tc>
                <a:tc>
                  <a:txBody>
                    <a:bodyPr/>
                    <a:lstStyle/>
                    <a:p>
                      <a:r>
                        <a:rPr sz="1000">
                          <a:solidFill>
                            <a:srgbClr val="333333"/>
                          </a:solidFill>
                          <a:latin typeface="STIHL Contraface Text"/>
                        </a:rPr>
                        <a:t>SLA-def.</a:t>
                      </a:r>
                    </a:p>
                  </a:txBody>
                  <a:tcPr marL="54864" marR="36576" marT="18288" marB="18288" anchor="ctr">
                    <a:solidFill>
                      <a:srgbClr val="F2F2F2"/>
                    </a:solidFill>
                  </a:tcPr>
                </a:tc>
                <a:tc>
                  <a:txBody>
                    <a:bodyPr/>
                    <a:lstStyle/>
                    <a:p>
                      <a:r>
                        <a:rPr sz="1000">
                          <a:solidFill>
                            <a:srgbClr val="333333"/>
                          </a:solidFill>
                          <a:latin typeface="STIHL Contraface Text"/>
                        </a:rPr>
                        <a:t>ServiceNow</a:t>
                      </a:r>
                    </a:p>
                  </a:txBody>
                  <a:tcPr marL="54864" marR="36576" marT="18288" marB="18288" anchor="ctr">
                    <a:solidFill>
                      <a:srgbClr val="F2F2F2"/>
                    </a:solidFill>
                  </a:tcPr>
                </a:tc>
                <a:tc>
                  <a:txBody>
                    <a:bodyPr/>
                    <a:lstStyle/>
                    <a:p>
                      <a:r>
                        <a:rPr sz="1000">
                          <a:solidFill>
                            <a:srgbClr val="333333"/>
                          </a:solidFill>
                          <a:latin typeface="STIHL Contraface Text"/>
                        </a:rPr>
                        <a:t>monatl.</a:t>
                      </a:r>
                    </a:p>
                  </a:txBody>
                  <a:tcPr marL="54864" marR="36576" marT="18288" marB="18288" anchor="ctr">
                    <a:solidFill>
                      <a:srgbClr val="F2F2F2"/>
                    </a:solidFill>
                  </a:tcPr>
                </a:tc>
              </a:tr>
              <a:tr h="356616">
                <a:tc>
                  <a:txBody>
                    <a:bodyPr/>
                    <a:lstStyle/>
                    <a:p>
                      <a:r>
                        <a:rPr sz="1000">
                          <a:solidFill>
                            <a:srgbClr val="333333"/>
                          </a:solidFill>
                          <a:latin typeface="STIHL Contraface Text"/>
                        </a:rPr>
                        <a:t>SCM 01–04 Service Catalogue</a:t>
                      </a:r>
                    </a:p>
                  </a:txBody>
                  <a:tcPr marL="54864" marR="36576" marT="18288" marB="18288" anchor="ctr">
                    <a:solidFill>
                      <a:srgbClr val="FFFFFF"/>
                    </a:solidFill>
                  </a:tcPr>
                </a:tc>
                <a:tc>
                  <a:txBody>
                    <a:bodyPr/>
                    <a:lstStyle/>
                    <a:p>
                      <a:r>
                        <a:rPr sz="1000">
                          <a:solidFill>
                            <a:srgbClr val="333333"/>
                          </a:solidFill>
                          <a:latin typeface="STIHL Contraface Text"/>
                        </a:rPr>
                        <a:t>–</a:t>
                      </a:r>
                    </a:p>
                  </a:txBody>
                  <a:tcPr marL="54864" marR="36576" marT="18288" marB="18288" anchor="ctr">
                    <a:solidFill>
                      <a:srgbClr val="FFFFFF"/>
                    </a:solidFill>
                  </a:tcPr>
                </a:tc>
                <a:tc>
                  <a:txBody>
                    <a:bodyPr/>
                    <a:lstStyle/>
                    <a:p>
                      <a:r>
                        <a:rPr sz="1000">
                          <a:solidFill>
                            <a:srgbClr val="333333"/>
                          </a:solidFill>
                          <a:latin typeface="STIHL Contraface Text"/>
                        </a:rPr>
                        <a:t>ServiceNow</a:t>
                      </a:r>
                    </a:p>
                  </a:txBody>
                  <a:tcPr marL="54864" marR="36576" marT="18288" marB="18288" anchor="ctr">
                    <a:solidFill>
                      <a:srgbClr val="FFFFFF"/>
                    </a:solidFill>
                  </a:tcPr>
                </a:tc>
                <a:tc>
                  <a:txBody>
                    <a:bodyPr/>
                    <a:lstStyle/>
                    <a:p>
                      <a:r>
                        <a:rPr sz="1000">
                          <a:solidFill>
                            <a:srgbClr val="333333"/>
                          </a:solidFill>
                          <a:latin typeface="STIHL Contraface Text"/>
                        </a:rPr>
                        <a:t>monatl.</a:t>
                      </a:r>
                    </a:p>
                  </a:txBody>
                  <a:tcPr marL="54864" marR="36576" marT="18288" marB="18288" anchor="ctr">
                    <a:solidFill>
                      <a:srgbClr val="FFFFFF"/>
                    </a:solidFill>
                  </a:tcPr>
                </a:tc>
              </a:tr>
              <a:tr h="356616">
                <a:tc>
                  <a:txBody>
                    <a:bodyPr/>
                    <a:lstStyle/>
                    <a:p>
                      <a:r>
                        <a:rPr sz="1000">
                          <a:solidFill>
                            <a:srgbClr val="333333"/>
                          </a:solidFill>
                          <a:latin typeface="STIHL Contraface Text"/>
                        </a:rPr>
                        <a:t>DC Teams active users</a:t>
                      </a:r>
                    </a:p>
                  </a:txBody>
                  <a:tcPr marL="54864" marR="36576" marT="18288" marB="18288" anchor="ctr">
                    <a:solidFill>
                      <a:srgbClr val="F2F2F2"/>
                    </a:solidFill>
                  </a:tcPr>
                </a:tc>
                <a:tc>
                  <a:txBody>
                    <a:bodyPr/>
                    <a:lstStyle/>
                    <a:p>
                      <a:r>
                        <a:rPr sz="1000">
                          <a:solidFill>
                            <a:srgbClr val="333333"/>
                          </a:solidFill>
                          <a:latin typeface="STIHL Contraface Text"/>
                        </a:rPr>
                        <a:t>76,5 %</a:t>
                      </a:r>
                    </a:p>
                  </a:txBody>
                  <a:tcPr marL="54864" marR="36576" marT="18288" marB="18288" anchor="ctr">
                    <a:solidFill>
                      <a:srgbClr val="F2F2F2"/>
                    </a:solidFill>
                  </a:tcPr>
                </a:tc>
                <a:tc>
                  <a:txBody>
                    <a:bodyPr/>
                    <a:lstStyle/>
                    <a:p>
                      <a:r>
                        <a:rPr sz="1000">
                          <a:solidFill>
                            <a:srgbClr val="333333"/>
                          </a:solidFill>
                          <a:latin typeface="STIHL Contraface Text"/>
                        </a:rPr>
                        <a:t>M365 Admin</a:t>
                      </a:r>
                    </a:p>
                  </a:txBody>
                  <a:tcPr marL="54864" marR="36576" marT="18288" marB="18288" anchor="ctr">
                    <a:solidFill>
                      <a:srgbClr val="F2F2F2"/>
                    </a:solidFill>
                  </a:tcPr>
                </a:tc>
                <a:tc>
                  <a:txBody>
                    <a:bodyPr/>
                    <a:lstStyle/>
                    <a:p>
                      <a:r>
                        <a:rPr sz="1000">
                          <a:solidFill>
                            <a:srgbClr val="333333"/>
                          </a:solidFill>
                          <a:latin typeface="STIHL Contraface Text"/>
                        </a:rPr>
                        <a:t>06/2026</a:t>
                      </a:r>
                    </a:p>
                  </a:txBody>
                  <a:tcPr marL="54864" marR="36576" marT="18288" marB="18288" anchor="ctr">
                    <a:solidFill>
                      <a:srgbClr val="F2F2F2"/>
                    </a:solidFill>
                  </a:tcPr>
                </a:tc>
              </a:tr>
              <a:tr h="356616">
                <a:tc>
                  <a:txBody>
                    <a:bodyPr/>
                    <a:lstStyle/>
                    <a:p>
                      <a:r>
                        <a:rPr sz="1000">
                          <a:solidFill>
                            <a:srgbClr val="333333"/>
                          </a:solidFill>
                          <a:latin typeface="STIHL Contraface Text"/>
                        </a:rPr>
                        <a:t>DC M365 Copilot active rate</a:t>
                      </a:r>
                    </a:p>
                  </a:txBody>
                  <a:tcPr marL="54864" marR="36576" marT="18288" marB="18288" anchor="ctr">
                    <a:solidFill>
                      <a:srgbClr val="FFFFFF"/>
                    </a:solidFill>
                  </a:tcPr>
                </a:tc>
                <a:tc>
                  <a:txBody>
                    <a:bodyPr/>
                    <a:lstStyle/>
                    <a:p>
                      <a:r>
                        <a:rPr sz="1000">
                          <a:solidFill>
                            <a:srgbClr val="333333"/>
                          </a:solidFill>
                          <a:latin typeface="STIHL Contraface Text"/>
                        </a:rPr>
                        <a:t>95,9 %</a:t>
                      </a:r>
                    </a:p>
                  </a:txBody>
                  <a:tcPr marL="54864" marR="36576" marT="18288" marB="18288" anchor="ctr">
                    <a:solidFill>
                      <a:srgbClr val="FFFFFF"/>
                    </a:solidFill>
                  </a:tcPr>
                </a:tc>
                <a:tc>
                  <a:txBody>
                    <a:bodyPr/>
                    <a:lstStyle/>
                    <a:p>
                      <a:r>
                        <a:rPr sz="1000">
                          <a:solidFill>
                            <a:srgbClr val="333333"/>
                          </a:solidFill>
                          <a:latin typeface="STIHL Contraface Text"/>
                        </a:rPr>
                        <a:t>Copilot Rep.</a:t>
                      </a:r>
                    </a:p>
                  </a:txBody>
                  <a:tcPr marL="54864" marR="36576" marT="18288" marB="18288" anchor="ctr">
                    <a:solidFill>
                      <a:srgbClr val="FFFFFF"/>
                    </a:solidFill>
                  </a:tcPr>
                </a:tc>
                <a:tc>
                  <a:txBody>
                    <a:bodyPr/>
                    <a:lstStyle/>
                    <a:p>
                      <a:r>
                        <a:rPr sz="1000">
                          <a:solidFill>
                            <a:srgbClr val="333333"/>
                          </a:solidFill>
                          <a:latin typeface="STIHL Contraface Text"/>
                        </a:rPr>
                        <a:t>90 Tage</a:t>
                      </a:r>
                    </a:p>
                  </a:txBody>
                  <a:tcPr marL="54864" marR="36576" marT="18288" marB="18288" anchor="ctr">
                    <a:solidFill>
                      <a:srgbClr val="FFFFFF"/>
                    </a:solidFill>
                  </a:tcPr>
                </a:tc>
              </a:tr>
              <a:tr h="356616">
                <a:tc>
                  <a:txBody>
                    <a:bodyPr/>
                    <a:lstStyle/>
                    <a:p>
                      <a:r>
                        <a:rPr sz="1000">
                          <a:solidFill>
                            <a:srgbClr val="333333"/>
                          </a:solidFill>
                          <a:latin typeface="STIHL Contraface Text"/>
                        </a:rPr>
                        <a:t>DC Community Mitglieder</a:t>
                      </a:r>
                    </a:p>
                  </a:txBody>
                  <a:tcPr marL="54864" marR="36576" marT="18288" marB="18288" anchor="ctr">
                    <a:solidFill>
                      <a:srgbClr val="F2F2F2"/>
                    </a:solidFill>
                  </a:tcPr>
                </a:tc>
                <a:tc>
                  <a:txBody>
                    <a:bodyPr/>
                    <a:lstStyle/>
                    <a:p>
                      <a:r>
                        <a:rPr sz="1000">
                          <a:solidFill>
                            <a:srgbClr val="333333"/>
                          </a:solidFill>
                          <a:latin typeface="STIHL Contraface Text"/>
                        </a:rPr>
                        <a:t>1.017 / 61%</a:t>
                      </a:r>
                    </a:p>
                  </a:txBody>
                  <a:tcPr marL="54864" marR="36576" marT="18288" marB="18288" anchor="ctr">
                    <a:solidFill>
                      <a:srgbClr val="F2F2F2"/>
                    </a:solidFill>
                  </a:tcPr>
                </a:tc>
                <a:tc>
                  <a:txBody>
                    <a:bodyPr/>
                    <a:lstStyle/>
                    <a:p>
                      <a:r>
                        <a:rPr sz="1000">
                          <a:solidFill>
                            <a:srgbClr val="333333"/>
                          </a:solidFill>
                          <a:latin typeface="STIHL Contraface Text"/>
                        </a:rPr>
                        <a:t>DC Analytics</a:t>
                      </a:r>
                    </a:p>
                  </a:txBody>
                  <a:tcPr marL="54864" marR="36576" marT="18288" marB="18288" anchor="ctr">
                    <a:solidFill>
                      <a:srgbClr val="F2F2F2"/>
                    </a:solidFill>
                  </a:tcPr>
                </a:tc>
                <a:tc>
                  <a:txBody>
                    <a:bodyPr/>
                    <a:lstStyle/>
                    <a:p>
                      <a:r>
                        <a:rPr sz="1000">
                          <a:solidFill>
                            <a:srgbClr val="333333"/>
                          </a:solidFill>
                          <a:latin typeface="STIHL Contraface Text"/>
                        </a:rPr>
                        <a:t>06/2026</a:t>
                      </a:r>
                    </a:p>
                  </a:txBody>
                  <a:tcPr marL="54864" marR="36576" marT="18288" marB="18288" anchor="ctr">
                    <a:solidFill>
                      <a:srgbClr val="F2F2F2"/>
                    </a:solidFill>
                  </a:tcPr>
                </a:tc>
              </a:tr>
              <a:tr h="356616">
                <a:tc>
                  <a:txBody>
                    <a:bodyPr/>
                    <a:lstStyle/>
                    <a:p>
                      <a:r>
                        <a:rPr sz="1000">
                          <a:solidFill>
                            <a:srgbClr val="333333"/>
                          </a:solidFill>
                          <a:latin typeface="STIHL Contraface Text"/>
                        </a:rPr>
                        <a:t>Support: SLA, FCR, CSAT, Backlog</a:t>
                      </a:r>
                    </a:p>
                  </a:txBody>
                  <a:tcPr marL="54864" marR="36576" marT="18288" marB="18288" anchor="ctr">
                    <a:solidFill>
                      <a:srgbClr val="FFFFFF"/>
                    </a:solidFill>
                  </a:tcPr>
                </a:tc>
                <a:tc>
                  <a:txBody>
                    <a:bodyPr/>
                    <a:lstStyle/>
                    <a:p>
                      <a:r>
                        <a:rPr sz="1000">
                          <a:solidFill>
                            <a:srgbClr val="333333"/>
                          </a:solidFill>
                          <a:latin typeface="STIHL Contraface Text"/>
                        </a:rPr>
                        <a:t>Felder def.</a:t>
                      </a:r>
                    </a:p>
                  </a:txBody>
                  <a:tcPr marL="54864" marR="36576" marT="18288" marB="18288" anchor="ctr">
                    <a:solidFill>
                      <a:srgbClr val="FFFFFF"/>
                    </a:solidFill>
                  </a:tcPr>
                </a:tc>
                <a:tc>
                  <a:txBody>
                    <a:bodyPr/>
                    <a:lstStyle/>
                    <a:p>
                      <a:r>
                        <a:rPr sz="1000">
                          <a:solidFill>
                            <a:srgbClr val="333333"/>
                          </a:solidFill>
                          <a:latin typeface="STIHL Contraface Text"/>
                        </a:rPr>
                        <a:t>Dashboard</a:t>
                      </a:r>
                    </a:p>
                  </a:txBody>
                  <a:tcPr marL="54864" marR="36576" marT="18288" marB="18288" anchor="ctr">
                    <a:solidFill>
                      <a:srgbClr val="FFFFFF"/>
                    </a:solidFill>
                  </a:tcPr>
                </a:tc>
                <a:tc>
                  <a:txBody>
                    <a:bodyPr/>
                    <a:lstStyle/>
                    <a:p>
                      <a:r>
                        <a:rPr sz="1000">
                          <a:solidFill>
                            <a:srgbClr val="333333"/>
                          </a:solidFill>
                          <a:latin typeface="STIHL Contraface Text"/>
                        </a:rPr>
                        <a:t>lfd.</a:t>
                      </a:r>
                    </a:p>
                  </a:txBody>
                  <a:tcPr marL="54864" marR="36576" marT="18288" marB="18288" anchor="ctr">
                    <a:solidFill>
                      <a:srgbClr val="FFFFFF"/>
                    </a:solidFill>
                  </a:tcPr>
                </a:tc>
              </a:tr>
            </a:tbl>
          </a:graphicData>
        </a:graphic>
      </p:graphicFrame>
      <p:sp>
        <p:nvSpPr>
          <p:cNvPr id="7" name="Rounded Rectangle 6"/>
          <p:cNvSpPr/>
          <p:nvPr/>
        </p:nvSpPr>
        <p:spPr>
          <a:xfrm>
            <a:off x="7452360" y="1097280"/>
            <a:ext cx="4270248" cy="3931920"/>
          </a:xfrm>
          <a:prstGeom prst="roundRect">
            <a:avLst/>
          </a:prstGeom>
          <a:solidFill>
            <a:srgbClr val="FFFFFF"/>
          </a:solidFill>
          <a:ln w="15875">
            <a:solidFill>
              <a:srgbClr val="249A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16952" y="1207008"/>
            <a:ext cx="3950208" cy="3703320"/>
          </a:xfrm>
          <a:prstGeom prst="rect">
            <a:avLst/>
          </a:prstGeom>
          <a:noFill/>
        </p:spPr>
        <p:txBody>
          <a:bodyPr wrap="square" anchor="t" lIns="45720" rIns="45720" tIns="18288" bIns="18288">
            <a:spAutoFit/>
          </a:bodyPr>
          <a:lstStyle/>
          <a:p>
            <a:pPr>
              <a:spcBef>
                <a:spcPts val="0"/>
              </a:spcBef>
              <a:spcAft>
                <a:spcPts val="600"/>
              </a:spcAft>
            </a:pPr>
            <a:r>
              <a:rPr sz="1300" b="1" i="0">
                <a:solidFill>
                  <a:srgbClr val="249ABE"/>
                </a:solidFill>
                <a:latin typeface="STIHL Contraface Text"/>
              </a:rPr>
              <a:t>Aktuelle Projekte 2026</a:t>
            </a:r>
          </a:p>
          <a:p>
            <a:pPr indent="-137160" marL="137160">
              <a:spcBef>
                <a:spcPts val="0"/>
              </a:spcBef>
              <a:spcAft>
                <a:spcPts val="600"/>
              </a:spcAft>
              <a:buClr>
                <a:srgbClr val="333333"/>
              </a:buClr>
              <a:buFont typeface="Arial"/>
              <a:buChar char="•"/>
            </a:pPr>
            <a:r>
              <a:rPr sz="1100" b="0" i="0">
                <a:solidFill>
                  <a:srgbClr val="333333"/>
                </a:solidFill>
                <a:latin typeface="STIHL Contraface Text"/>
              </a:rPr>
              <a:t>Teams Phone Rollout</a:t>
            </a:r>
          </a:p>
          <a:p>
            <a:pPr indent="-137160" marL="137160">
              <a:spcBef>
                <a:spcPts val="0"/>
              </a:spcBef>
              <a:spcAft>
                <a:spcPts val="600"/>
              </a:spcAft>
              <a:buClr>
                <a:srgbClr val="333333"/>
              </a:buClr>
              <a:buFont typeface="Arial"/>
              <a:buChar char="•"/>
            </a:pPr>
            <a:r>
              <a:rPr sz="1100" b="0" i="0">
                <a:solidFill>
                  <a:srgbClr val="333333"/>
                </a:solidFill>
                <a:latin typeface="STIHL Contraface Text"/>
              </a:rPr>
              <a:t>M365 Copilot – Pilot &amp; Rollout</a:t>
            </a:r>
          </a:p>
          <a:p>
            <a:pPr indent="-137160" marL="137160">
              <a:spcBef>
                <a:spcPts val="0"/>
              </a:spcBef>
              <a:spcAft>
                <a:spcPts val="600"/>
              </a:spcAft>
              <a:buClr>
                <a:srgbClr val="333333"/>
              </a:buClr>
              <a:buFont typeface="Arial"/>
              <a:buChar char="•"/>
            </a:pPr>
            <a:r>
              <a:rPr sz="1100" b="0" i="0">
                <a:solidFill>
                  <a:srgbClr val="333333"/>
                </a:solidFill>
                <a:latin typeface="STIHL Contraface Text"/>
              </a:rPr>
              <a:t>Copilot Studio Agents (ONE STIHL Hypercare Buddy, IT Support Agent, Ask HR)</a:t>
            </a:r>
          </a:p>
          <a:p>
            <a:pPr indent="-137160" marL="137160">
              <a:spcBef>
                <a:spcPts val="0"/>
              </a:spcBef>
              <a:spcAft>
                <a:spcPts val="600"/>
              </a:spcAft>
              <a:buClr>
                <a:srgbClr val="333333"/>
              </a:buClr>
              <a:buFont typeface="Arial"/>
              <a:buChar char="•"/>
            </a:pPr>
            <a:r>
              <a:rPr sz="1100" b="0" i="0">
                <a:solidFill>
                  <a:srgbClr val="333333"/>
                </a:solidFill>
                <a:latin typeface="STIHL Contraface Text"/>
              </a:rPr>
              <a:t>Copilot Governance + Training</a:t>
            </a:r>
          </a:p>
          <a:p>
            <a:pPr indent="-137160" marL="137160">
              <a:spcBef>
                <a:spcPts val="0"/>
              </a:spcBef>
              <a:spcAft>
                <a:spcPts val="600"/>
              </a:spcAft>
              <a:buClr>
                <a:srgbClr val="333333"/>
              </a:buClr>
              <a:buFont typeface="Arial"/>
              <a:buChar char="•"/>
            </a:pPr>
            <a:r>
              <a:rPr sz="1100" b="0" i="0">
                <a:solidFill>
                  <a:srgbClr val="333333"/>
                </a:solidFill>
                <a:latin typeface="STIHL Contraface Text"/>
              </a:rPr>
              <a:t>DLP Project · Cloud Infrastructure Migration</a:t>
            </a:r>
          </a:p>
          <a:p>
            <a:pPr indent="-137160" marL="137160">
              <a:spcBef>
                <a:spcPts val="0"/>
              </a:spcBef>
              <a:spcAft>
                <a:spcPts val="600"/>
              </a:spcAft>
              <a:buClr>
                <a:srgbClr val="333333"/>
              </a:buClr>
              <a:buFont typeface="Arial"/>
              <a:buChar char="•"/>
            </a:pPr>
            <a:r>
              <a:rPr sz="1100" b="0" i="0">
                <a:solidFill>
                  <a:srgbClr val="333333"/>
                </a:solidFill>
                <a:latin typeface="STIHL Contraface Text"/>
              </a:rPr>
              <a:t>Supplier Collaboration Portal · Places</a:t>
            </a:r>
          </a:p>
        </p:txBody>
      </p:sp>
      <p:sp>
        <p:nvSpPr>
          <p:cNvPr id="9" name="Rounded Rectangle 8"/>
          <p:cNvSpPr/>
          <p:nvPr/>
        </p:nvSpPr>
        <p:spPr>
          <a:xfrm>
            <a:off x="475488" y="5257800"/>
            <a:ext cx="11247120" cy="914400"/>
          </a:xfrm>
          <a:prstGeom prst="roundRect">
            <a:avLst/>
          </a:prstGeom>
          <a:solidFill>
            <a:srgbClr val="F3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0"/>
              </a:spcAft>
            </a:pPr>
            <a:r>
              <a:rPr sz="1300" b="1" i="0">
                <a:solidFill>
                  <a:srgbClr val="FFFFFF"/>
                </a:solidFill>
                <a:latin typeface="STIHL Contraface Text"/>
              </a:rPr>
              <a:t>Fazit: Prozesse sind dokumentiert, Rollen &amp; Service Owner geklaert, KPI definiert – und das Tracking ist in ServiceNow / den Dashboards vorhanden.</a:t>
            </a:r>
          </a:p>
        </p:txBody>
      </p:sp>
      <p:sp>
        <p:nvSpPr>
          <p:cNvPr id="10" name="TextBox 9"/>
          <p:cNvSpPr txBox="1"/>
          <p:nvPr/>
        </p:nvSpPr>
        <p:spPr>
          <a:xfrm>
            <a:off x="475488" y="6565392"/>
            <a:ext cx="8229600" cy="182880"/>
          </a:xfrm>
          <a:prstGeom prst="rect">
            <a:avLst/>
          </a:prstGeom>
          <a:noFill/>
        </p:spPr>
        <p:txBody>
          <a:bodyPr wrap="square" anchor="t" lIns="45720" rIns="45720" tIns="18288" bIns="18288">
            <a:spAutoFit/>
          </a:bodyPr>
          <a:lstStyle/>
          <a:p>
            <a:pPr>
              <a:spcBef>
                <a:spcPts val="0"/>
              </a:spcBef>
              <a:spcAft>
                <a:spcPts val="300"/>
              </a:spcAft>
            </a:pPr>
            <a:r>
              <a:rPr sz="800" b="0" i="0">
                <a:solidFill>
                  <a:srgbClr val="878787"/>
                </a:solidFill>
                <a:latin typeface="STIHL Contraface Text"/>
              </a:rPr>
              <a:t>DQS Audit 2026 | Teilaudit 17 IT1 – IT | Digital Collaboration, Service Management &amp; Support | A. Passaro | 01.07.2026</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JBF85tvmTV.2trNKwozeA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ju4g5UG1QUKtI8SxcSTf2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zdCO7J0OS_uYu83qu2IS0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PLVArru6TV6RGD66rY_n0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LLETTe1mSV.Cm4EVc0csL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UBzr7RcHSxecPfjmbUJud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yQrizpMrTy6lgA5SCokSf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QaGq4e5bTnOyd7mCDKqzh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zdCO7J0OS_uYu83qu2IS0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Po4L0avzTJ2I6Oy1dIR0c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AYOEdoRNTiaKeA_qVRivR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uR8H0BhERUq65Lpj817pX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uR8H0BhERUq65Lpj817pXw"/>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ql6IIGFvQyGz90E2L5DZmA"/>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PLVArru6TV6RGD66rY_n0g"/>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JBF85tvmTV.2trNKwozeAw"/>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ju4g5UG1QUKtI8SxcSTf2w"/>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zdCO7J0OS_uYu83qu2IS0Q"/>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PLVArru6TV6RGD66rY_n0g"/>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LLETTe1mSV.Cm4EVc0csLg"/>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UBzr7RcHSxecPfjmbUJudg"/>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yQrizpMrTy6lgA5SCokSfw"/>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QaGq4e5bTnOyd7mCDKqzhQ"/>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zdCO7J0OS_uYu83qu2IS0Q"/>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Po4L0avzTJ2I6Oy1dIR0cQ"/>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AYOEdoRNTiaKeA_qVRivRQ"/>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uR8H0BhERUq65Lpj817pXw"/>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uR8H0BhERUq65Lpj817pXw"/>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ql6IIGFvQyGz90E2L5DZmA"/>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ql6IIGFvQyGz90E2L5DZmA"/>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V1iZxvMmOl99u_M6H2kTjQ"/>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p1FE8os1VU061a0XltTQyRQ"/>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TIHL EN 16:9">
  <a:themeElements>
    <a:clrScheme name="STILHL_CD">
      <a:dk1>
        <a:sysClr val="windowText" lastClr="000000"/>
      </a:dk1>
      <a:lt1>
        <a:sysClr val="window" lastClr="FFFFFF"/>
      </a:lt1>
      <a:dk2>
        <a:srgbClr val="B1B1B1"/>
      </a:dk2>
      <a:lt2>
        <a:srgbClr val="E7E6E6"/>
      </a:lt2>
      <a:accent1>
        <a:srgbClr val="000000"/>
      </a:accent1>
      <a:accent2>
        <a:srgbClr val="F37A1F"/>
      </a:accent2>
      <a:accent3>
        <a:srgbClr val="B1B1B1"/>
      </a:accent3>
      <a:accent4>
        <a:srgbClr val="749F4A"/>
      </a:accent4>
      <a:accent5>
        <a:srgbClr val="249ABE"/>
      </a:accent5>
      <a:accent6>
        <a:srgbClr val="FDC543"/>
      </a:accent6>
      <a:hlink>
        <a:srgbClr val="D43B3B"/>
      </a:hlink>
      <a:folHlink>
        <a:srgbClr val="878787"/>
      </a:folHlink>
    </a:clrScheme>
    <a:fontScheme name="STIHL">
      <a:majorFont>
        <a:latin typeface="STIHL Contraface Text"/>
        <a:ea typeface=""/>
        <a:cs typeface=""/>
      </a:majorFont>
      <a:minorFont>
        <a:latin typeface="STIHL Contraface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6350">
          <a:solidFill>
            <a:schemeClr val="tx1"/>
          </a:solidFill>
        </a:ln>
      </a:spPr>
      <a:bodyPr lIns="72000" tIns="72000" rIns="72000" bIns="72000" rtlCol="0" anchor="ctr"/>
      <a:lstStyle>
        <a:defPPr algn="ctr">
          <a:lnSpc>
            <a:spcPct val="90000"/>
          </a:lnSpc>
          <a:defRPr sz="1600" b="1"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18000" tIns="18000" rIns="18000" bIns="18000" rtlCol="0">
        <a:spAutoFit/>
      </a:bodyPr>
      <a:lstStyle>
        <a:defPPr algn="l">
          <a:lnSpc>
            <a:spcPct val="90000"/>
          </a:lnSpc>
          <a:spcBef>
            <a:spcPts val="400"/>
          </a:spcBef>
          <a:defRPr sz="1600" dirty="0" err="1" smtClean="0"/>
        </a:defPPr>
      </a:lstStyle>
    </a:txDef>
  </a:objectDefaults>
  <a:extraClrSchemeLst/>
  <a:extLst>
    <a:ext uri="{05A4C25C-085E-4340-85A3-A5531E510DB2}">
      <thm15:themeFamily xmlns:thm15="http://schemas.microsoft.com/office/thememl/2012/main" name="STIHL_EN_16-9.potx" id="{9750D1A3-F6B3-4B5F-BA2F-8611BD39BBAB}" vid="{17D6F275-8783-4081-AFB4-15D0B82B1DDB}"/>
    </a:ext>
  </a:extLst>
</a:theme>
</file>

<file path=ppt/theme/theme2.xml><?xml version="1.0" encoding="utf-8"?>
<a:theme xmlns:a="http://schemas.openxmlformats.org/drawingml/2006/main" name="STIHL DE 16:9">
  <a:themeElements>
    <a:clrScheme name="STILHL_CD">
      <a:dk1>
        <a:sysClr val="windowText" lastClr="000000"/>
      </a:dk1>
      <a:lt1>
        <a:sysClr val="window" lastClr="FFFFFF"/>
      </a:lt1>
      <a:dk2>
        <a:srgbClr val="B1B1B1"/>
      </a:dk2>
      <a:lt2>
        <a:srgbClr val="E7E6E6"/>
      </a:lt2>
      <a:accent1>
        <a:srgbClr val="000000"/>
      </a:accent1>
      <a:accent2>
        <a:srgbClr val="F37A1F"/>
      </a:accent2>
      <a:accent3>
        <a:srgbClr val="B1B1B1"/>
      </a:accent3>
      <a:accent4>
        <a:srgbClr val="749F4A"/>
      </a:accent4>
      <a:accent5>
        <a:srgbClr val="249ABE"/>
      </a:accent5>
      <a:accent6>
        <a:srgbClr val="FDC543"/>
      </a:accent6>
      <a:hlink>
        <a:srgbClr val="D43B3B"/>
      </a:hlink>
      <a:folHlink>
        <a:srgbClr val="878787"/>
      </a:folHlink>
    </a:clrScheme>
    <a:fontScheme name="STIHL_MASTER">
      <a:majorFont>
        <a:latin typeface="STIHL Contraface Text"/>
        <a:ea typeface=""/>
        <a:cs typeface=""/>
      </a:majorFont>
      <a:minorFont>
        <a:latin typeface="STIHL Contraface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6350">
          <a:solidFill>
            <a:schemeClr val="tx1"/>
          </a:solidFill>
        </a:ln>
      </a:spPr>
      <a:bodyPr lIns="72000" tIns="72000" rIns="72000" bIns="72000" rtlCol="0" anchor="ctr"/>
      <a:lstStyle>
        <a:defPPr algn="ctr">
          <a:lnSpc>
            <a:spcPct val="90000"/>
          </a:lnSpc>
          <a:defRPr sz="1600" b="1"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18000" tIns="18000" rIns="18000" bIns="18000" rtlCol="0">
        <a:spAutoFit/>
      </a:bodyPr>
      <a:lstStyle>
        <a:defPPr algn="l">
          <a:lnSpc>
            <a:spcPct val="90000"/>
          </a:lnSpc>
          <a:spcBef>
            <a:spcPts val="400"/>
          </a:spcBef>
          <a:defRPr sz="1600" dirty="0" err="1" smtClean="0"/>
        </a:defPPr>
      </a:lstStyle>
    </a:txDef>
  </a:objectDefaults>
  <a:extraClrSchemeLst/>
  <a:extLst>
    <a:ext uri="{05A4C25C-085E-4340-85A3-A5531E510DB2}">
      <thm15:themeFamily xmlns:thm15="http://schemas.microsoft.com/office/thememl/2012/main" name="STIHL_DE_16-9.potx" id="{6BBBE22F-944F-4E41-BA86-5378412495AC}" vid="{415B711D-5B89-470A-9BF5-A727149C3B70}"/>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2352416f-eb44-44b3-b6a2-68f8fe286e8a" xsi:nil="true"/>
    <lcf76f155ced4ddcb4097134ff3c332f xmlns="c67a4d66-129f-4ac5-a005-81afef69065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1FA07D56D9E9AB4386BECB0277E813CF" ma:contentTypeVersion="19" ma:contentTypeDescription="Ein neues Dokument erstellen." ma:contentTypeScope="" ma:versionID="c5bfb77761d8f1fd3192d2b2d36c6195">
  <xsd:schema xmlns:xsd="http://www.w3.org/2001/XMLSchema" xmlns:xs="http://www.w3.org/2001/XMLSchema" xmlns:p="http://schemas.microsoft.com/office/2006/metadata/properties" xmlns:ns2="c67a4d66-129f-4ac5-a005-81afef69065b" xmlns:ns3="2352416f-eb44-44b3-b6a2-68f8fe286e8a" targetNamespace="http://schemas.microsoft.com/office/2006/metadata/properties" ma:root="true" ma:fieldsID="5742b105d0aa219486d0c2ad6d43ec65" ns2:_="" ns3:_="">
    <xsd:import namespace="c67a4d66-129f-4ac5-a005-81afef69065b"/>
    <xsd:import namespace="2352416f-eb44-44b3-b6a2-68f8fe286e8a"/>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MediaServiceLocation" minOccurs="0"/>
                <xsd:element ref="ns2:lcf76f155ced4ddcb4097134ff3c332f" minOccurs="0"/>
                <xsd:element ref="ns3:TaxCatchAll"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67a4d66-129f-4ac5-a005-81afef69065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lcf76f155ced4ddcb4097134ff3c332f" ma:index="20" nillable="true" ma:taxonomy="true" ma:internalName="lcf76f155ced4ddcb4097134ff3c332f" ma:taxonomyFieldName="MediaServiceImageTags" ma:displayName="Bildmarkierungen" ma:readOnly="false" ma:fieldId="{5cf76f15-5ced-4ddc-b409-7134ff3c332f}" ma:taxonomyMulti="true" ma:sspId="c751d313-418a-41e7-8296-c801e9c6f9b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52416f-eb44-44b3-b6a2-68f8fe286e8a"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5fba7865-a38c-4d33-8d1f-f4a65cf1b291}" ma:internalName="TaxCatchAll" ma:showField="CatchAllData" ma:web="2352416f-eb44-44b3-b6a2-68f8fe286e8a">
      <xsd:complexType>
        <xsd:complexContent>
          <xsd:extension base="dms:MultiChoiceLookup">
            <xsd:sequence>
              <xsd:element name="Value" type="dms:Lookup" maxOccurs="unbounded" minOccurs="0" nillable="true"/>
            </xsd:sequence>
          </xsd:extension>
        </xsd:complexContent>
      </xsd:complexType>
    </xsd:element>
    <xsd:element name="SharedWithUsers" ma:index="22"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3"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B9BD90E-92CC-4A62-9368-6A8C72AC441B}">
  <ds:schemaRefs>
    <ds:schemaRef ds:uri="http://www.w3.org/XML/1998/namespace"/>
    <ds:schemaRef ds:uri="c67a4d66-129f-4ac5-a005-81afef69065b"/>
    <ds:schemaRef ds:uri="http://schemas.openxmlformats.org/package/2006/metadata/core-properties"/>
    <ds:schemaRef ds:uri="http://schemas.microsoft.com/office/infopath/2007/PartnerControls"/>
    <ds:schemaRef ds:uri="http://schemas.microsoft.com/office/2006/documentManagement/types"/>
    <ds:schemaRef ds:uri="http://purl.org/dc/elements/1.1/"/>
    <ds:schemaRef ds:uri="http://purl.org/dc/dcmitype/"/>
    <ds:schemaRef ds:uri="http://schemas.microsoft.com/office/2006/metadata/properties"/>
    <ds:schemaRef ds:uri="2352416f-eb44-44b3-b6a2-68f8fe286e8a"/>
    <ds:schemaRef ds:uri="http://purl.org/dc/terms/"/>
  </ds:schemaRefs>
</ds:datastoreItem>
</file>

<file path=customXml/itemProps2.xml><?xml version="1.0" encoding="utf-8"?>
<ds:datastoreItem xmlns:ds="http://schemas.openxmlformats.org/officeDocument/2006/customXml" ds:itemID="{7C5A7CF0-9EEA-49BC-AF82-8A3772653486}">
  <ds:schemaRefs>
    <ds:schemaRef ds:uri="2352416f-eb44-44b3-b6a2-68f8fe286e8a"/>
    <ds:schemaRef ds:uri="c67a4d66-129f-4ac5-a005-81afef69065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3ACD1F0-1D83-4215-A735-A9D0BB6DD0C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STIHL_EN_16-9</Template>
  <TotalTime>0</TotalTime>
  <Words>2070</Words>
  <Application>Microsoft Office PowerPoint</Application>
  <PresentationFormat>Breitbild</PresentationFormat>
  <Paragraphs>285</Paragraphs>
  <Slides>22</Slides>
  <Notes>7</Notes>
  <HiddenSlides>1</HiddenSlides>
  <MMClips>0</MMClips>
  <ScaleCrop>false</ScaleCrop>
  <HeadingPairs>
    <vt:vector size="8" baseType="variant">
      <vt:variant>
        <vt:lpstr>Verwendete Schriftarten</vt:lpstr>
      </vt:variant>
      <vt:variant>
        <vt:i4>9</vt:i4>
      </vt:variant>
      <vt:variant>
        <vt:lpstr>Design</vt:lpstr>
      </vt:variant>
      <vt:variant>
        <vt:i4>2</vt:i4>
      </vt:variant>
      <vt:variant>
        <vt:lpstr>Eingebettete OLE-Server</vt:lpstr>
      </vt:variant>
      <vt:variant>
        <vt:i4>1</vt:i4>
      </vt:variant>
      <vt:variant>
        <vt:lpstr>Folientitel</vt:lpstr>
      </vt:variant>
      <vt:variant>
        <vt:i4>22</vt:i4>
      </vt:variant>
    </vt:vector>
  </HeadingPairs>
  <TitlesOfParts>
    <vt:vector size="34" baseType="lpstr">
      <vt:lpstr>Arial</vt:lpstr>
      <vt:lpstr>Arial,Sans-Serif</vt:lpstr>
      <vt:lpstr>Avenir</vt:lpstr>
      <vt:lpstr>Calibri</vt:lpstr>
      <vt:lpstr>STIHL Contraface Display Title</vt:lpstr>
      <vt:lpstr>STIHL Contraface Text</vt:lpstr>
      <vt:lpstr>STIHL Contraface Text Demi</vt:lpstr>
      <vt:lpstr>Verdana</vt:lpstr>
      <vt:lpstr>Wingdings</vt:lpstr>
      <vt:lpstr>STIHL EN 16:9</vt:lpstr>
      <vt:lpstr>STIHL DE 16:9</vt:lpstr>
      <vt:lpstr>think-cell Folie</vt:lpstr>
      <vt:lpstr>DQS Audit 2026  Teilaudit 17 it1: IT ƒ</vt:lpstr>
      <vt:lpstr>IPS – Integrated Processes and Solutions</vt:lpstr>
      <vt:lpstr>Wer wir Sind </vt:lpstr>
      <vt:lpstr>PowerPoint-Präsentation</vt:lpstr>
      <vt:lpstr>IPS – Global Organization with Process Excellence &amp; IT Integration</vt:lpstr>
      <vt:lpstr>KATEGORIEN VON SYSTEMLÖSUNGEN</vt:lpstr>
      <vt:lpstr>ANSTEHENDE PROJEKTE IM ÜBERBLICK | IPS ROADMAP </vt:lpstr>
      <vt:lpstr>ARBEITS- UND GESUNDHEITSSCHUTZ</vt:lpstr>
      <vt:lpstr>E-LEARNING &amp; SENSIBILISIERUNG</vt:lpstr>
      <vt:lpstr>SICHERHEIT AM ARBEITSPLATZ | DOKUMENTENABLAGE</vt:lpstr>
      <vt:lpstr>ZIEL: GANZHEITLICHE SICHERHEITSKULTUR IN DER STIHL GRUPPE FÖRDERN</vt:lpstr>
      <vt:lpstr>Anforderung, die mit dem Auditteam besprochen wurde.</vt:lpstr>
      <vt:lpstr>Wer wir Sind </vt:lpstr>
      <vt:lpstr>PowerPoint-Präsentation</vt:lpstr>
      <vt:lpstr>Wer wir Sind </vt:lpstr>
      <vt:lpstr>CYBER SECURITY</vt:lpstr>
      <vt:lpstr>CYBER SECURITY</vt:lpstr>
      <vt:lpstr>CYBER SECURITY</vt:lpstr>
      <vt:lpstr>Wer wir Sind </vt:lpstr>
      <vt:lpstr>PowerPoint-Präsentation</vt:lpstr>
      <vt:lpstr>PowerPoint-Präsentation</vt:lpstr>
      <vt:lpstr>PowerPoint-Präsentation</vt:lpstr>
    </vt:vector>
  </TitlesOfParts>
  <Manager/>
  <Company>ERR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D1/MC2 Ecke, Oliver</dc:creator>
  <cp:lastModifiedBy>D8/ODS Passaro, Alexander</cp:lastModifiedBy>
  <cp:revision>2</cp:revision>
  <dcterms:created xsi:type="dcterms:W3CDTF">2025-07-07T10:08:27Z</dcterms:created>
  <dcterms:modified xsi:type="dcterms:W3CDTF">2026-06-19T11:22:25Z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0x0101001FA07D56D9E9AB4386BECB0277E813CF</vt:lpwstr>
  </property>
  <property fmtid="{D5CDD505-2E9C-101B-9397-08002B2CF9AE}" pid="3" name="Verantwortlicher">
    <vt:lpwstr/>
  </property>
  <property fmtid="{D5CDD505-2E9C-101B-9397-08002B2CF9AE}" pid="4" name="MSIP_Label_f336f76c-dfa2-4ce6-8362-305539f7b79a_Enabled">
    <vt:lpwstr>true</vt:lpwstr>
  </property>
  <property fmtid="{D5CDD505-2E9C-101B-9397-08002B2CF9AE}" pid="5" name="MSIP_Label_f336f76c-dfa2-4ce6-8362-305539f7b79a_SetDate">
    <vt:lpwstr>2023-12-12T09:44:36Z</vt:lpwstr>
  </property>
  <property fmtid="{D5CDD505-2E9C-101B-9397-08002B2CF9AE}" pid="6" name="MSIP_Label_f336f76c-dfa2-4ce6-8362-305539f7b79a_Method">
    <vt:lpwstr>Privileged</vt:lpwstr>
  </property>
  <property fmtid="{D5CDD505-2E9C-101B-9397-08002B2CF9AE}" pid="7" name="MSIP_Label_f336f76c-dfa2-4ce6-8362-305539f7b79a_Name">
    <vt:lpwstr>Internal</vt:lpwstr>
  </property>
  <property fmtid="{D5CDD505-2E9C-101B-9397-08002B2CF9AE}" pid="8" name="MSIP_Label_f336f76c-dfa2-4ce6-8362-305539f7b79a_SiteId">
    <vt:lpwstr>702ed1df-fbf3-42e7-a14d-db80a314e632</vt:lpwstr>
  </property>
  <property fmtid="{D5CDD505-2E9C-101B-9397-08002B2CF9AE}" pid="9" name="MSIP_Label_f336f76c-dfa2-4ce6-8362-305539f7b79a_ActionId">
    <vt:lpwstr>f25fa44d-eaa3-46d9-9d6a-7f6f55407eae</vt:lpwstr>
  </property>
  <property fmtid="{D5CDD505-2E9C-101B-9397-08002B2CF9AE}" pid="10" name="MSIP_Label_f336f76c-dfa2-4ce6-8362-305539f7b79a_ContentBits">
    <vt:lpwstr>1</vt:lpwstr>
  </property>
  <property fmtid="{D5CDD505-2E9C-101B-9397-08002B2CF9AE}" pid="11" name="MediaServiceImageTags">
    <vt:lpwstr/>
  </property>
</Properties>
</file>