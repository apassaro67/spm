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33.bin" ContentType="application/vnd.openxmlformats-officedocument.oleObject"/>
  <Override PartName="/ppt/embeddings/oleObject34.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media/image10.svg" ContentType="image/svg+xml"/>
  <Override PartName="/ppt/media/image11.svg" ContentType="image/svg+xml"/>
  <Override PartName="/ppt/media/image12.svg" ContentType="image/svg+xml"/>
  <Override PartName="/ppt/media/image14.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3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 id="2147483714" r:id="rId5"/>
  </p:sldMasterIdLst>
  <p:notesMasterIdLst>
    <p:notesMasterId r:id="rId28"/>
  </p:notesMasterIdLst>
  <p:sldIdLst>
    <p:sldId id="286" r:id="rId6"/>
    <p:sldId id="2147483631" r:id="rId7"/>
    <p:sldId id="2147483629" r:id="rId8"/>
    <p:sldId id="2147483576" r:id="rId9"/>
    <p:sldId id="2147483646" r:id="rId10"/>
    <p:sldId id="2147472226" r:id="rId11"/>
    <p:sldId id="287" r:id="rId12"/>
    <p:sldId id="2147483635" r:id="rId13"/>
    <p:sldId id="2147483636" r:id="rId14"/>
    <p:sldId id="2147483634" r:id="rId15"/>
    <p:sldId id="2147483638" r:id="rId16"/>
    <p:sldId id="2147483632" r:id="rId17"/>
    <p:sldId id="2147483633" r:id="rId18"/>
    <p:sldId id="2147483641" r:id="rId19"/>
    <p:sldId id="2147483639" r:id="rId20"/>
    <p:sldId id="2147483642" r:id="rId21"/>
    <p:sldId id="2147483644" r:id="rId22"/>
    <p:sldId id="2147483645" r:id="rId23"/>
    <p:sldId id="2147483647" r:id="rId37"/>
    <p:sldId id="256" r:id="rId38"/>
    <p:sldId id="257" r:id="rId39"/>
    <p:sldId id="258" r:id="rId40"/>
    <p:sldId id="259" r:id="rId41"/>
    <p:sldId id="260" r:id="rId42"/>
    <p:sldId id="261" r:id="rId43"/>
    <p:sldId id="262" r:id="rId44"/>
    <p:sldId id="2147483640" r:id="rId24"/>
    <p:sldId id="2147483643" r:id="rId25"/>
    <p:sldId id="288" r:id="rId26"/>
    <p:sldId id="2147483637" r:id="rId27"/>
  </p:sldIdLst>
  <p:sldSz cx="12192000" cy="6858000"/>
  <p:notesSz cx="6858000" cy="9144000"/>
  <p:custDataLst>
    <p:tags r:id="rId29"/>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9A4B59B0-57A2-4D9E-991F-142287BBE348}">
          <p14:sldIdLst>
            <p14:sldId id="286"/>
            <p14:sldId id="2147483631"/>
            <p14:sldId id="2147483629"/>
            <p14:sldId id="2147483576"/>
            <p14:sldId id="2147483646"/>
            <p14:sldId id="2147472226"/>
            <p14:sldId id="287"/>
            <p14:sldId id="2147483635"/>
            <p14:sldId id="2147483636"/>
            <p14:sldId id="2147483634"/>
            <p14:sldId id="2147483638"/>
            <p14:sldId id="2147483632"/>
          </p14:sldIdLst>
        </p14:section>
        <p14:section name="KI (Michael)" id="{C76FF65F-CDE2-4727-929C-B04A3226765B}">
          <p14:sldIdLst>
            <p14:sldId id="2147483633"/>
            <p14:sldId id="2147483641"/>
          </p14:sldIdLst>
        </p14:section>
        <p14:section name="Cyber Security (Florian)" id="{4EA8BEF8-CB32-4A20-827E-389EBDAB60D5}">
          <p14:sldIdLst>
            <p14:sldId id="2147483639"/>
            <p14:sldId id="2147483642"/>
            <p14:sldId id="2147483644"/>
            <p14:sldId id="2147483645"/>
          </p14:sldIdLst>
        </p14:section>
        <p14:section name="DC; Service Mgmt; Support (Alex)" id="{88553D03-8CC3-44A2-8CA9-6F25735CA3CB}">
          <p14:sldIdLst>
            <p14:sldId id="2147483640"/>
            <p14:sldId id="2147483643"/>
            <p14:sldId id="288"/>
            <p14:sldId id="214748363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405984B-D1C3-98BF-F570-99FB4A523287}" name="D8/GSP Straub, Oliver" initials="OS" userId="S::oliver.straub@stihl.de::176bcc7f-a3a9-45bc-b58a-18fe1828a45f" providerId="AD"/>
  <p188:author id="{E77B7F50-3772-AF3D-F116-CDE972012CDD}" name="D8/ISS-ki Kaiser, Maya" initials="MK" userId="S::maya.kaiser@stihl.de::c8626286-0e16-492b-bf64-394356081fdd" providerId="AD"/>
  <p188:author id="{E8AA8BAE-D1FC-508C-EDE2-0CA382D6CE08}" name="D8/ISS Hauke, Dirk" initials="DH" userId="S::dirk.hauke@stihl.de::5471c1bb-ee13-401d-997b-afd7a76a5cd7" providerId="AD"/>
  <p188:author id="{53824CFF-E7B9-A7FD-E1AD-A1E7D7299068}" name="D8/OIS Schletterer, Michael" initials="DM" userId="S::michael.schletterer@stihl.com::78a12000-680b-4618-9f04-730d3a20c98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D1/MCD Brenner, Damaris" initials="DB" lastIdx="12" clrIdx="0">
    <p:extLst>
      <p:ext uri="{19B8F6BF-5375-455C-9EA6-DF929625EA0E}">
        <p15:presenceInfo xmlns:p15="http://schemas.microsoft.com/office/powerpoint/2012/main" userId="S::damaris.brenner@stihl.de::c0224df7-585a-493d-840a-5fc0188c5fc4" providerId="AD"/>
      </p:ext>
    </p:extLst>
  </p:cmAuthor>
  <p:cmAuthor id="2" name="D1/MCG-sr Schramm, Benedikt" initials="DB" lastIdx="2" clrIdx="1">
    <p:extLst>
      <p:ext uri="{19B8F6BF-5375-455C-9EA6-DF929625EA0E}">
        <p15:presenceInfo xmlns:p15="http://schemas.microsoft.com/office/powerpoint/2012/main" userId="S::benedikt.schramm@stihl.de::b9b01b33-59af-4d45-91d2-53f551bfe4e7" providerId="AD"/>
      </p:ext>
    </p:extLst>
  </p:cmAuthor>
  <p:cmAuthor id="3" name="D1/MC2 Ecke, Oliver" initials="OE" lastIdx="1" clrIdx="2">
    <p:extLst>
      <p:ext uri="{19B8F6BF-5375-455C-9EA6-DF929625EA0E}">
        <p15:presenceInfo xmlns:p15="http://schemas.microsoft.com/office/powerpoint/2012/main" userId="S::oliver.ecke@stihl.de::ec09961d-ee56-4f4a-96cf-13a7f9ec3e5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85AAE9-A05A-D837-6D51-4C5DD2829118}" v="92" dt="2026-06-18T15:49:04.8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8" d="100"/>
          <a:sy n="88" d="100"/>
        </p:scale>
        <p:origin x="466" y="91"/>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notesMaster" Target="notesMasters/notesMaster1.xml"/><Relationship Id="rId29" Type="http://schemas.openxmlformats.org/officeDocument/2006/relationships/tags" Target="tags/tag1.xml"/><Relationship Id="rId30" Type="http://schemas.openxmlformats.org/officeDocument/2006/relationships/commentAuthors" Target="commentAuthors.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microsoft.com/office/2015/10/relationships/revisionInfo" Target="revisionInfo.xml"/><Relationship Id="rId36" Type="http://schemas.microsoft.com/office/2018/10/relationships/authors" Target="authors.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39CC96-28B7-4EB5-AF28-4751D63D6205}" type="datetimeFigureOut">
              <a:rPr lang="de-DE" smtClean="0"/>
              <a:t>19.06.2026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E65A7-789D-47E6-985F-DF61FF0CF576}" type="slidenum">
              <a:rPr lang="de-DE" smtClean="0"/>
              <a:t>‹Nr.›</a:t>
            </a:fld>
            <a:endParaRPr lang="de-DE"/>
          </a:p>
        </p:txBody>
      </p:sp>
    </p:spTree>
    <p:extLst>
      <p:ext uri="{BB962C8B-B14F-4D97-AF65-F5344CB8AC3E}">
        <p14:creationId xmlns:p14="http://schemas.microsoft.com/office/powerpoint/2010/main" val="29860411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89DD5-A903-BDEF-3A17-2376EA29B97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088B148-2428-A9EF-7D50-07E231C593A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6CE14770-253F-714C-CF3C-785E876CE380}"/>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EBE94768-E058-B156-0CC9-D7C46999753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41536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fontAlgn="t">
              <a:lnSpc>
                <a:spcPts val="1500"/>
              </a:lnSpc>
              <a:spcAft>
                <a:spcPts val="0"/>
              </a:spcAft>
            </a:pPr>
            <a:r>
              <a:rPr lang="en" sz="1200"/>
              <a:t>Goal</a:t>
            </a:r>
          </a:p>
          <a:p>
            <a:pPr fontAlgn="t">
              <a:lnSpc>
                <a:spcPts val="1500"/>
              </a:lnSpc>
              <a:spcAft>
                <a:spcPts val="0"/>
              </a:spcAft>
            </a:pPr>
            <a:r>
              <a:rPr lang="en" sz="1200"/>
              <a:t>IPS (Integrated Processes and Solutions) is a </a:t>
            </a:r>
            <a:r>
              <a:rPr lang="en" sz="1200" b="1">
                <a:solidFill>
                  <a:schemeClr val="accent2"/>
                </a:solidFill>
              </a:rPr>
              <a:t>global organization </a:t>
            </a:r>
            <a:r>
              <a:rPr lang="en" sz="1200"/>
              <a:t>that combines process excellence and IT integration. </a:t>
            </a:r>
          </a:p>
          <a:p>
            <a:pPr fontAlgn="t">
              <a:lnSpc>
                <a:spcPts val="1500"/>
              </a:lnSpc>
              <a:spcAft>
                <a:spcPts val="0"/>
              </a:spcAft>
            </a:pPr>
            <a:r>
              <a:rPr lang="en" sz="1200"/>
              <a:t>The aim is to </a:t>
            </a:r>
            <a:r>
              <a:rPr lang="en" sz="1200" b="1">
                <a:solidFill>
                  <a:schemeClr val="accent2"/>
                </a:solidFill>
              </a:rPr>
              <a:t>harmonize business processes, IT solutions and data </a:t>
            </a:r>
            <a:r>
              <a:rPr lang="en" sz="1200"/>
              <a:t>in order to increase </a:t>
            </a:r>
            <a:r>
              <a:rPr lang="en" sz="1200" b="1">
                <a:solidFill>
                  <a:schemeClr val="accent2"/>
                </a:solidFill>
              </a:rPr>
              <a:t>standards, security and efficiency</a:t>
            </a:r>
            <a:r>
              <a:rPr lang="en" sz="1200">
                <a:solidFill>
                  <a:schemeClr val="accent2"/>
                </a:solidFill>
              </a:rPr>
              <a:t>. </a:t>
            </a:r>
          </a:p>
          <a:p>
            <a:pPr fontAlgn="t">
              <a:lnSpc>
                <a:spcPts val="1500"/>
              </a:lnSpc>
              <a:spcAft>
                <a:spcPts val="0"/>
              </a:spcAft>
            </a:pPr>
            <a:r>
              <a:rPr lang="en" sz="1200"/>
              <a:t>IPS is responsible for architecture, governance, security, operations, and end-to-end process integration</a:t>
            </a:r>
          </a:p>
          <a:p>
            <a:endParaRPr lang="de-DE"/>
          </a:p>
          <a:p>
            <a:r>
              <a:rPr lang="de-DE"/>
              <a:t>IT Market &amp; Challenges</a:t>
            </a:r>
          </a:p>
          <a:p>
            <a:pPr marL="285750" indent="-285750" fontAlgn="t">
              <a:lnSpc>
                <a:spcPts val="1500"/>
              </a:lnSpc>
              <a:buClr>
                <a:srgbClr val="F37A1F"/>
              </a:buClr>
              <a:buFont typeface="Wingdings" panose="05000000000000000000" pitchFamily="2" charset="2"/>
              <a:buChar char="§"/>
            </a:pPr>
            <a:r>
              <a:rPr lang="en" sz="1200"/>
              <a:t>IT market is growing steadily (4-5% CAGR).</a:t>
            </a:r>
          </a:p>
          <a:p>
            <a:pPr marL="285750" indent="-285750" fontAlgn="t">
              <a:lnSpc>
                <a:spcPts val="1500"/>
              </a:lnSpc>
              <a:buClr>
                <a:srgbClr val="F37A1F"/>
              </a:buClr>
              <a:buFont typeface="Wingdings" panose="05000000000000000000" pitchFamily="2" charset="2"/>
              <a:buChar char="§"/>
            </a:pPr>
            <a:r>
              <a:rPr lang="en" sz="1200"/>
              <a:t>Challenges include skill </a:t>
            </a:r>
            <a:r>
              <a:rPr lang="en" sz="1200" b="1"/>
              <a:t>shortages</a:t>
            </a:r>
            <a:r>
              <a:rPr lang="en" sz="1200"/>
              <a:t> (Cyber security, AI, Cloud), </a:t>
            </a:r>
            <a:r>
              <a:rPr lang="en" sz="1200" b="1"/>
              <a:t>cyber threats &amp; compliance</a:t>
            </a:r>
            <a:r>
              <a:rPr lang="en" sz="1200"/>
              <a:t> (e.g., AI-Act), controlling </a:t>
            </a:r>
            <a:r>
              <a:rPr lang="en" sz="1200" b="1"/>
              <a:t>cloud costs</a:t>
            </a:r>
            <a:r>
              <a:rPr lang="en" sz="1200"/>
              <a:t>, and quickly </a:t>
            </a:r>
            <a:r>
              <a:rPr lang="en" sz="1200" b="1"/>
              <a:t>implementing innovations</a:t>
            </a:r>
          </a:p>
          <a:p>
            <a:pPr marL="285750" indent="-285750" fontAlgn="t">
              <a:lnSpc>
                <a:spcPts val="1500"/>
              </a:lnSpc>
              <a:buClr>
                <a:srgbClr val="F37A1F"/>
              </a:buClr>
              <a:buFont typeface="Wingdings" panose="05000000000000000000" pitchFamily="2" charset="2"/>
              <a:buChar char="§"/>
            </a:pPr>
            <a:r>
              <a:rPr lang="en" sz="1200"/>
              <a:t>IT departments need to evolve from reactive support into </a:t>
            </a:r>
            <a:r>
              <a:rPr lang="en" sz="1200" b="1"/>
              <a:t>a strategic partner </a:t>
            </a:r>
          </a:p>
          <a:p>
            <a:endParaRPr lang="de-DE"/>
          </a:p>
          <a:p>
            <a:r>
              <a:rPr lang="de-DE"/>
              <a:t>Vision &amp; Organizational Model</a:t>
            </a:r>
          </a:p>
          <a:p>
            <a:pPr marL="285750" indent="-285750" fontAlgn="t">
              <a:lnSpc>
                <a:spcPts val="1500"/>
              </a:lnSpc>
              <a:buClr>
                <a:srgbClr val="F37A1F"/>
              </a:buClr>
              <a:buFont typeface="Wingdings" panose="05000000000000000000" pitchFamily="2" charset="2"/>
              <a:buChar char="§"/>
            </a:pPr>
            <a:r>
              <a:rPr lang="en" sz="1300"/>
              <a:t>IPS offers an integrated model with </a:t>
            </a:r>
            <a:r>
              <a:rPr lang="en" sz="1300" b="1"/>
              <a:t>clear role models and responsibilities</a:t>
            </a:r>
            <a:r>
              <a:rPr lang="en" sz="1300"/>
              <a:t>: </a:t>
            </a:r>
          </a:p>
          <a:p>
            <a:pPr marL="742950" lvl="1" indent="-285750" fontAlgn="t">
              <a:lnSpc>
                <a:spcPts val="1500"/>
              </a:lnSpc>
              <a:buClr>
                <a:srgbClr val="F37A1F"/>
              </a:buClr>
              <a:buFont typeface="Wingdings" panose="05000000000000000000" pitchFamily="2" charset="2"/>
              <a:buChar char="§"/>
            </a:pPr>
            <a:r>
              <a:rPr lang="en" sz="1300"/>
              <a:t>Business Relationship Manager (BRM) / Process Integrator: Interface to the departments</a:t>
            </a:r>
          </a:p>
          <a:p>
            <a:pPr marL="742950" lvl="1" indent="-285750" fontAlgn="t">
              <a:lnSpc>
                <a:spcPts val="1500"/>
              </a:lnSpc>
              <a:buClr>
                <a:srgbClr val="F37A1F"/>
              </a:buClr>
              <a:buFont typeface="Wingdings" panose="05000000000000000000" pitchFamily="2" charset="2"/>
              <a:buChar char="§"/>
            </a:pPr>
            <a:r>
              <a:rPr lang="en" sz="1300"/>
              <a:t>Solution Architect: End-to-End Solutions</a:t>
            </a:r>
          </a:p>
          <a:p>
            <a:pPr marL="742950" lvl="1" indent="-285750" fontAlgn="t">
              <a:lnSpc>
                <a:spcPts val="1500"/>
              </a:lnSpc>
              <a:buClr>
                <a:srgbClr val="F37A1F"/>
              </a:buClr>
              <a:buFont typeface="Wingdings" panose="05000000000000000000" pitchFamily="2" charset="2"/>
              <a:buChar char="§"/>
            </a:pPr>
            <a:r>
              <a:rPr lang="en" sz="1300"/>
              <a:t>Service Owner: Operation &amp; Development</a:t>
            </a:r>
          </a:p>
          <a:p>
            <a:pPr marL="285750" indent="-285750" fontAlgn="t">
              <a:lnSpc>
                <a:spcPts val="1500"/>
              </a:lnSpc>
              <a:buClr>
                <a:srgbClr val="F37A1F"/>
              </a:buClr>
              <a:buFont typeface="Wingdings" panose="05000000000000000000" pitchFamily="2" charset="2"/>
              <a:buChar char="§"/>
            </a:pPr>
            <a:r>
              <a:rPr lang="en" sz="1300"/>
              <a:t>Focus categories are </a:t>
            </a:r>
            <a:r>
              <a:rPr lang="en" sz="1300" b="1"/>
              <a:t>Corporate Solutions, Market Facing Solutions and Product Solutions</a:t>
            </a:r>
          </a:p>
          <a:p>
            <a:pPr marL="285750" indent="-285750" fontAlgn="t">
              <a:lnSpc>
                <a:spcPts val="1500"/>
              </a:lnSpc>
              <a:buClr>
                <a:srgbClr val="F37A1F"/>
              </a:buClr>
              <a:buFont typeface="Wingdings" panose="05000000000000000000" pitchFamily="2" charset="2"/>
              <a:buChar char="§"/>
            </a:pPr>
            <a:r>
              <a:rPr lang="en" sz="1300"/>
              <a:t>Principles: Governance, standardization, rapid integration of innovations.</a:t>
            </a:r>
          </a:p>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391991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a:p>
        </p:txBody>
      </p:sp>
      <p:sp>
        <p:nvSpPr>
          <p:cNvPr id="4" name="Slide Number Placeholder 3"/>
          <p:cNvSpPr>
            <a:spLocks noGrp="1"/>
          </p:cNvSpPr>
          <p:nvPr>
            <p:ph type="sldNum" sz="quarter" idx="5"/>
          </p:nvPr>
        </p:nvSpPr>
        <p:spPr/>
        <p:txBody>
          <a:bodyPr/>
          <a:lstStyle/>
          <a:p>
            <a:fld id="{06558E9E-8C2F-644E-88C1-EB8AD46A6F86}" type="slidenum">
              <a:rPr lang="en-GB" smtClean="0"/>
              <a:pPr/>
              <a:t>6</a:t>
            </a:fld>
            <a:endParaRPr lang="en-GB"/>
          </a:p>
        </p:txBody>
      </p:sp>
    </p:spTree>
    <p:extLst>
      <p:ext uri="{BB962C8B-B14F-4D97-AF65-F5344CB8AC3E}">
        <p14:creationId xmlns:p14="http://schemas.microsoft.com/office/powerpoint/2010/main" val="6134619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001E7-4AEE-34A3-AAF7-281C83E89D9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7F16F0-1F69-8292-B762-F485E6198A6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31D4B22-AD9E-E339-2FC2-3E1AA82F170E}"/>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3B4D139B-32E8-6477-CFFD-205D5DC1372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88873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E0CB2-701C-D0A3-470C-386904A1540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0A651A8-4F93-5D89-9057-EF4D5FB02C26}"/>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C6A4D1B5-D358-63E4-2DAF-A7DFB61D87A8}"/>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6BC1F7BA-7E8D-B170-86AD-00B33AA4A0F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198347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2496E-A36C-B86E-92D6-04925A030F3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730FF09-B9F0-BC55-9442-93B476F6A2E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FA23492-4FC2-4B21-71DB-9FACAEEFB91F}"/>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FA5CF715-C135-3892-1DB1-8F1B1BD8EA7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596991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10"/>
          </p:nvPr>
        </p:nvSpPr>
        <p:spPr/>
        <p:txBody>
          <a:bodyPr/>
          <a:lstStyle/>
          <a:p>
            <a:fld id="{43AF83F4-A8C1-4355-AA0F-472393D0FD69}" type="slidenum">
              <a:rPr lang="de-DE" smtClean="0"/>
              <a:t>21</a:t>
            </a:fld>
            <a:endParaRPr lang="de-DE"/>
          </a:p>
        </p:txBody>
      </p:sp>
    </p:spTree>
    <p:extLst>
      <p:ext uri="{BB962C8B-B14F-4D97-AF65-F5344CB8AC3E}">
        <p14:creationId xmlns:p14="http://schemas.microsoft.com/office/powerpoint/2010/main" val="2924958463"/>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Einstieg (ca. 45 Sek.):</a:t>
            </a:r>
          </a:p>
          <a:p>
            <a:r>
              <a:t>„Ich verantworte die Abteilung Digital Collaboration, Service Management &amp; Support. Ich zeige Ihnen heute drei Themen – jeweils nach demselben Schema: Wer wir sind, wie unser Prozess geregelt ist und wo das nachweisbar getrackt wird.“</a:t>
            </a:r>
          </a:p>
          <a:p>
            <a:r>
              <a:t>- Thema 1 Digital Collaboration: Bereitstellung &amp; Betrieb der M365-Arbeitsplatz- und Kollaborationsservices.</a:t>
            </a:r>
          </a:p>
          <a:p>
            <a:r>
              <a:t>- Thema 2 IT Service Management: ITSM als zentrales Steuerungsinstrument der Group IT (IPS).</a:t>
            </a:r>
          </a:p>
          <a:p>
            <a:r>
              <a:t>- Thema 3 Support: Service Desk sowie Incident- und Service-Level-Prozesse.</a:t>
            </a:r>
          </a:p>
          <a:p>
            <a:r>
              <a:t>Hinweis an Auditor: „Für jedes Thema zeige ich am Ende, wo es geregelt ist und welche KPI wir tracken.“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wir sind (ca. 1 Min.):</a:t>
            </a:r>
          </a:p>
          <a:p>
            <a:r>
              <a:t>- Abteilung D8/ODS, Department „Digital Collaboration Service Management &amp; Support“.</a:t>
            </a:r>
          </a:p>
          <a:p>
            <a:r>
              <a:t>- Mission vorlesen: „We provide IT solutions and services to support and enable collaboration, communication and content creation.“</a:t>
            </a:r>
          </a:p>
          <a:p>
            <a:r>
              <a:t>- Portfolio kurz nennen: Teamwork, Messaging, Knowledge &amp; Document Collaboration, Workflow &amp; Automation, Voice, Media Technology – flankiert von Enablement, Community, Support, Governance.</a:t>
            </a:r>
          </a:p>
          <a:p>
            <a:r>
              <a:t>- Einordnung in IPS betonen: Wir verantworten Workplace-Plattformen, steuern Service Desk/Request/Incident, betreiben zentrale Plattformen (IDM, ServiceNow) und unterstützen die lokale IT bis zur „letzten Meile“.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Collaboration – Prozess &amp; Nachweis (ca. 1,5 Min.):</a:t>
            </a:r>
          </a:p>
          <a:p>
            <a:r>
              <a:t>- Regelwerk: Das M365 Operational Manual ist unser verbindliches Betriebshandbuch – Verantwortlichkeiten, Prozesse, Konfigurationen, Business Criticality je Service.</a:t>
            </a:r>
          </a:p>
          <a:p>
            <a:r>
              <a:t>- Prozesse: Monitoring, Ticketing, Alerts &amp; Escalation, Business Continuity / Backup &amp; Restore.</a:t>
            </a:r>
          </a:p>
          <a:p>
            <a:r>
              <a:t>- Support-Organisation: First Contact lokaler Service Desk → GRP Collaboration L1/L2/L3 → Microsoft; je Service ein Service Manager + Deputy.</a:t>
            </a:r>
          </a:p>
          <a:p>
            <a:r>
              <a:t>- KPI (echte Zahlen, Stand 06/2026): Teams 76,5 % active users; Copilot Chat 7.944 active users; M365 Copilot 1.431 active / 95,9 %; DC Community 1.017 / 61 %; DC-Seite 3.963 Unique Visitors.</a:t>
            </a:r>
          </a:p>
          <a:p>
            <a:r>
              <a:t>Auditfrage „wo geregelt?“ → M365_Operational_Manual + Live-Dashboards (nächste Folie).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Dashboards 1/2 (ca. 1 Min.):</a:t>
            </a:r>
          </a:p>
          <a:p>
            <a:r>
              <a:t>- Das sind unsere echten Live-Dashboards – nicht aufbereitete Zahlen.</a:t>
            </a:r>
          </a:p>
          <a:p>
            <a:r>
              <a:t>- Teams Active-Users-Trend stabil um 76 %; Copilot Chat &amp; M365 Copilot mit klar steigender Adoption.</a:t>
            </a:r>
          </a:p>
          <a:p>
            <a:r>
              <a:t>- DC Community und DC-Seite zeigen aktive Nutzung; Kommunikationskanäle (E-Mail vs. Teams) belegen den Shift.</a:t>
            </a:r>
          </a:p>
          <a:p>
            <a:r>
              <a:t>Quellen nennen: M365 Admin Center, Community Analytics, SharePoint Site Analytics.</a:t>
            </a:r>
          </a:p>
          <a:p>
            <a:r>
              <a:t>Wichtig bei Nachfrage zur Herleitung: ehrlich sein – einzelne Werte sind eine erste kuratierte Auswahl; Messlogik je KPI können wir benennen.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Dashboards 2/2 (ca. 45 Sek.):</a:t>
            </a:r>
          </a:p>
          <a:p>
            <a:r>
              <a:t>- Vertiefende Nachweise: Teams Enabled/Active je Monat, Copilot-Nutzung im Detail, M365 Copilot Lizenzgruppe (1.064 lizenziert), M365 Daily-Active-Users-Dashboard, DC Community Members (1.011).</a:t>
            </a:r>
          </a:p>
          <a:p>
            <a:r>
              <a:t>- Aussage: „Wir tracken kontinuierlich und können je KPI Datenquelle und Zeitraum belegen.“</a:t>
            </a:r>
          </a:p>
          <a:p>
            <a:r>
              <a:t>Diese Folie ist als Backup/Detailnachweis gedacht – nur bei Nachfrage vertiefen.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Service Management (ca. 1 Min.):</a:t>
            </a:r>
          </a:p>
          <a:p>
            <a:r>
              <a:t>- ITSM ist unser zentrales Steuerungsinstrument der Group IT (IPS) – Shift zu Services &amp; Value, community-getrieben.</a:t>
            </a:r>
          </a:p>
          <a:p>
            <a:r>
              <a:t>- Kernbausteine: Service Catalogue &amp; Service Owner – 201 Services / 890 Offerings nach TBM (Stand 11/25), Single Source of consistent information.</a:t>
            </a:r>
          </a:p>
          <a:p>
            <a:r>
              <a:t>- Governance: Monthly Practice Reviews mit KPI-Dashboard-Review, Root Cause/Corrective Actions, CSI Register; Service-based Working in ServiceNow.</a:t>
            </a:r>
          </a:p>
          <a:p>
            <a:r>
              <a:t>- KPI: SCM 01–04 (active services, Ø Offerings, used offerings, neue/aktualisierte Services) – Quelle ServiceNow, monatlich.</a:t>
            </a:r>
          </a:p>
          <a:p>
            <a:r>
              <a:t>Auditfrage „wo geregelt?“ → Practice „Service Catalogue Management“ (SharePoint), ServiceNow.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 (ca. 1 Min.):</a:t>
            </a:r>
          </a:p>
          <a:p>
            <a:r>
              <a:t>- Incident Management: Klassifikation über Impacted Service + Service Offering (seit 07/2025); Priorität aus Impact × Urgency (P1–P4); 5-Phasen-Workflow von Registration bis Review &amp; Closing.</a:t>
            </a:r>
          </a:p>
          <a:p>
            <a:r>
              <a:t>- Service Level Management: 3 Service Level Classes über Demand-to-Portfolio; Features response/resolution/qualified support time; KPI dort, wo automatisch in ServiceNow generierbar.</a:t>
            </a:r>
          </a:p>
          <a:p>
            <a:r>
              <a:t>- KPI: INC 01 Anzahl Incidents, INC 02 Initial resolution rate ≥ 65 %, INC 03 Resolution time ≥ 80 %, SLM Response/Resolution Time; Support-Felder SLA, FCR, CSAT, AHT, Backlog.</a:t>
            </a:r>
          </a:p>
          <a:p>
            <a:r>
              <a:t>Hinweis FCR: Felddefinition zeigen, aber survey-basierte Werte nur als Arbeitsstand benennen (Datenqualität/Response Rate).</a:t>
            </a:r>
          </a:p>
          <a:p>
            <a:r>
              <a:t>Auditfrage „wo geregelt?“ → Incident-/Service-Level-Management-Details (SharePoint), ServiceNow.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Abschluss (ca. 45 Sek.):</a:t>
            </a:r>
          </a:p>
          <a:p>
            <a:r>
              <a:t>- KPI-Cockpit zusammenfassen: Jeder KPI hat Schwellenwert, Datenquelle und Frequenz – überwiegend ServiceNow, DC zusätzlich aus den M365-/Community-Dashboards.</a:t>
            </a:r>
          </a:p>
          <a:p>
            <a:r>
              <a:t>- Aktuelle Projekte 2026 kurz nennen: Teams Phone Rollout, M365 Copilot Rollout, Copilot Studio Agents, Copilot Governance &amp; Training, DLP, Cloud-Migration.</a:t>
            </a:r>
          </a:p>
          <a:p>
            <a:r>
              <a:t>- Schlusssatz: „Prozesse sind dokumentiert, Rollen und Service Owner geklärt, KPI definiert – und das Tracking ist in ServiceNow und unseren Dashboards vorhanden.“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1.xml"/><Relationship Id="rId4" Type="http://schemas.openxmlformats.org/officeDocument/2006/relationships/oleObject" Target="../embeddings/oleObject2.bin"/><Relationship Id="rId5" Type="http://schemas.openxmlformats.org/officeDocument/2006/relationships/image" Target="../media/image3.emf"/><Relationship Id="rId6" Type="http://schemas.openxmlformats.org/officeDocument/2006/relationships/image" Target="../media/image4.png"/><Relationship Id="rId7" Type="http://schemas.openxmlformats.org/officeDocument/2006/relationships/hyperlink" Target="https://dam.stihl.com/" TargetMode="External"/></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slideMaster" Target="../slideMasters/slideMaster1.xml"/><Relationship Id="rId4" Type="http://schemas.openxmlformats.org/officeDocument/2006/relationships/oleObject" Target="../embeddings/oleObject3.bin"/><Relationship Id="rId5" Type="http://schemas.openxmlformats.org/officeDocument/2006/relationships/image" Target="../media/image3.emf"/><Relationship Id="rId6" Type="http://schemas.openxmlformats.org/officeDocument/2006/relationships/image" Target="../media/image4.png"/><Relationship Id="rId7" Type="http://schemas.openxmlformats.org/officeDocument/2006/relationships/hyperlink" Target="https://dam.stihl.com/"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slideMaster" Target="../slideMasters/slideMaster1.xml"/><Relationship Id="rId4" Type="http://schemas.openxmlformats.org/officeDocument/2006/relationships/oleObject" Target="../embeddings/oleObject4.bin"/><Relationship Id="rId5" Type="http://schemas.openxmlformats.org/officeDocument/2006/relationships/image" Target="../media/image3.emf"/><Relationship Id="rId6" Type="http://schemas.openxmlformats.org/officeDocument/2006/relationships/image" Target="../media/image2.png"/><Relationship Id="rId7" Type="http://schemas.openxmlformats.org/officeDocument/2006/relationships/hyperlink" Target="https://dam.stihl.com/"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Master" Target="../slideMasters/slideMaster1.xml"/><Relationship Id="rId4" Type="http://schemas.openxmlformats.org/officeDocument/2006/relationships/oleObject" Target="../embeddings/oleObject5.bin"/><Relationship Id="rId5"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Master" Target="../slideMasters/slideMaster1.xml"/><Relationship Id="rId4" Type="http://schemas.openxmlformats.org/officeDocument/2006/relationships/oleObject" Target="../embeddings/oleObject6.bin"/><Relationship Id="rId5"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tags" Target="../tags/tag15.xml"/><Relationship Id="rId3" Type="http://schemas.openxmlformats.org/officeDocument/2006/relationships/slideMaster" Target="../slideMasters/slideMaster1.xml"/><Relationship Id="rId4" Type="http://schemas.openxmlformats.org/officeDocument/2006/relationships/oleObject" Target="../embeddings/oleObject7.bin"/><Relationship Id="rId5"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tags" Target="../tags/tag17.xml"/><Relationship Id="rId3" Type="http://schemas.openxmlformats.org/officeDocument/2006/relationships/slideMaster" Target="../slideMasters/slideMaster1.xml"/><Relationship Id="rId4" Type="http://schemas.openxmlformats.org/officeDocument/2006/relationships/oleObject" Target="../embeddings/oleObject8.bin"/><Relationship Id="rId5"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tags" Target="../tags/tag19.xml"/><Relationship Id="rId3" Type="http://schemas.openxmlformats.org/officeDocument/2006/relationships/slideMaster" Target="../slideMasters/slideMaster1.xml"/><Relationship Id="rId4" Type="http://schemas.openxmlformats.org/officeDocument/2006/relationships/oleObject" Target="../embeddings/oleObject3.bin"/><Relationship Id="rId5" Type="http://schemas.openxmlformats.org/officeDocument/2006/relationships/image" Target="../media/image3.emf"/><Relationship Id="rId6"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tags" Target="../tags/tag21.xml"/><Relationship Id="rId3" Type="http://schemas.openxmlformats.org/officeDocument/2006/relationships/slideMaster" Target="../slideMasters/slideMaster1.xml"/><Relationship Id="rId4" Type="http://schemas.openxmlformats.org/officeDocument/2006/relationships/oleObject" Target="../embeddings/oleObject9.bin"/><Relationship Id="rId5"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tags" Target="../tags/tag23.xml"/><Relationship Id="rId3" Type="http://schemas.openxmlformats.org/officeDocument/2006/relationships/slideMaster" Target="../slideMasters/slideMaster1.xml"/><Relationship Id="rId4" Type="http://schemas.openxmlformats.org/officeDocument/2006/relationships/oleObject" Target="../embeddings/oleObject10.bin"/><Relationship Id="rId5"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tags" Target="../tags/tag27.xml"/><Relationship Id="rId3" Type="http://schemas.openxmlformats.org/officeDocument/2006/relationships/slideMaster" Target="../slideMasters/slideMaster1.xml"/><Relationship Id="rId4" Type="http://schemas.openxmlformats.org/officeDocument/2006/relationships/oleObject" Target="../embeddings/oleObject12.bin"/><Relationship Id="rId5"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tags" Target="../tags/tag32.xml"/><Relationship Id="rId3" Type="http://schemas.openxmlformats.org/officeDocument/2006/relationships/slideMaster" Target="../slideMasters/slideMaster1.xml"/><Relationship Id="rId4" Type="http://schemas.openxmlformats.org/officeDocument/2006/relationships/oleObject" Target="../embeddings/oleObject12.bin"/><Relationship Id="rId5" Type="http://schemas.openxmlformats.org/officeDocument/2006/relationships/image" Target="../media/image1.emf"/></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tags" Target="../tags/tag34.xml"/><Relationship Id="rId3" Type="http://schemas.openxmlformats.org/officeDocument/2006/relationships/slideMaster" Target="../slideMasters/slideMaster1.xml"/><Relationship Id="rId4" Type="http://schemas.openxmlformats.org/officeDocument/2006/relationships/oleObject" Target="../embeddings/oleObject13.bin"/><Relationship Id="rId5"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 Id="rId5"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 Id="rId5"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 Id="rId5"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 Id="rId5"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1.xml"/><Relationship Id="rId3" Type="http://schemas.openxmlformats.org/officeDocument/2006/relationships/oleObject" Target="../embeddings/oleObject14.bin"/><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tags" Target="../tags/tag41.xml"/><Relationship Id="rId3" Type="http://schemas.openxmlformats.org/officeDocument/2006/relationships/slideMaster" Target="../slideMasters/slideMaster1.xml"/><Relationship Id="rId4" Type="http://schemas.openxmlformats.org/officeDocument/2006/relationships/oleObject" Target="../embeddings/oleObject15.bin"/><Relationship Id="rId5" Type="http://schemas.openxmlformats.org/officeDocument/2006/relationships/image" Target="../media/image3.emf"/><Relationship Id="rId6" Type="http://schemas.openxmlformats.org/officeDocument/2006/relationships/image" Target="../media/image2.png"/><Relationship Id="rId7" Type="http://schemas.openxmlformats.org/officeDocument/2006/relationships/hyperlink" Target="https://dam.stihl.com/" TargetMode="External"/><Relationship Id="rId8"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4.png"/><Relationship Id="rId6"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tags" Target="../tags/tag47.xml"/><Relationship Id="rId3" Type="http://schemas.openxmlformats.org/officeDocument/2006/relationships/slideMaster" Target="../slideMasters/slideMaster2.xml"/><Relationship Id="rId4" Type="http://schemas.openxmlformats.org/officeDocument/2006/relationships/oleObject" Target="../embeddings/oleObject18.bin"/><Relationship Id="rId5" Type="http://schemas.openxmlformats.org/officeDocument/2006/relationships/image" Target="../media/image3.emf"/><Relationship Id="rId6"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tags" Target="../tags/tag49.xml"/><Relationship Id="rId3" Type="http://schemas.openxmlformats.org/officeDocument/2006/relationships/slideMaster" Target="../slideMasters/slideMaster2.xml"/><Relationship Id="rId4" Type="http://schemas.openxmlformats.org/officeDocument/2006/relationships/oleObject" Target="../embeddings/oleObject19.bin"/><Relationship Id="rId5" Type="http://schemas.openxmlformats.org/officeDocument/2006/relationships/image" Target="../media/image3.emf"/><Relationship Id="rId6"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tags" Target="../tags/tag51.xml"/><Relationship Id="rId3" Type="http://schemas.openxmlformats.org/officeDocument/2006/relationships/slideMaster" Target="../slideMasters/slideMaster2.xml"/><Relationship Id="rId4" Type="http://schemas.openxmlformats.org/officeDocument/2006/relationships/oleObject" Target="../embeddings/oleObject15.bin"/><Relationship Id="rId5" Type="http://schemas.openxmlformats.org/officeDocument/2006/relationships/image" Target="../media/image3.emf"/><Relationship Id="rId6"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tags" Target="../tags/tag53.xml"/><Relationship Id="rId3" Type="http://schemas.openxmlformats.org/officeDocument/2006/relationships/slideMaster" Target="../slideMasters/slideMaster2.xml"/><Relationship Id="rId4" Type="http://schemas.openxmlformats.org/officeDocument/2006/relationships/oleObject" Target="../embeddings/oleObject20.bin"/><Relationship Id="rId5" Type="http://schemas.openxmlformats.org/officeDocument/2006/relationships/image" Target="../media/image1.emf"/></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tags" Target="../tags/tag55.xml"/><Relationship Id="rId3" Type="http://schemas.openxmlformats.org/officeDocument/2006/relationships/slideMaster" Target="../slideMasters/slideMaster2.xml"/><Relationship Id="rId4" Type="http://schemas.openxmlformats.org/officeDocument/2006/relationships/oleObject" Target="../embeddings/oleObject21.bin"/><Relationship Id="rId5" Type="http://schemas.openxmlformats.org/officeDocument/2006/relationships/image" Target="../media/image1.emf"/></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tags" Target="../tags/tag57.xml"/><Relationship Id="rId3" Type="http://schemas.openxmlformats.org/officeDocument/2006/relationships/slideMaster" Target="../slideMasters/slideMaster2.xml"/><Relationship Id="rId4" Type="http://schemas.openxmlformats.org/officeDocument/2006/relationships/oleObject" Target="../embeddings/oleObject22.bin"/><Relationship Id="rId5"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tags" Target="../tags/tag59.xml"/><Relationship Id="rId3" Type="http://schemas.openxmlformats.org/officeDocument/2006/relationships/slideMaster" Target="../slideMasters/slideMaster2.xml"/><Relationship Id="rId4" Type="http://schemas.openxmlformats.org/officeDocument/2006/relationships/oleObject" Target="../embeddings/oleObject23.bin"/><Relationship Id="rId5" Type="http://schemas.openxmlformats.org/officeDocument/2006/relationships/image" Target="../media/image1.emf"/></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tags" Target="../tags/tag61.xml"/><Relationship Id="rId3" Type="http://schemas.openxmlformats.org/officeDocument/2006/relationships/slideMaster" Target="../slideMasters/slideMaster2.xml"/><Relationship Id="rId4" Type="http://schemas.openxmlformats.org/officeDocument/2006/relationships/oleObject" Target="../embeddings/oleObject24.bin"/><Relationship Id="rId5" Type="http://schemas.openxmlformats.org/officeDocument/2006/relationships/image" Target="../media/image3.emf"/><Relationship Id="rId6"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62.xml"/><Relationship Id="rId2" Type="http://schemas.openxmlformats.org/officeDocument/2006/relationships/tags" Target="../tags/tag63.xml"/><Relationship Id="rId3" Type="http://schemas.openxmlformats.org/officeDocument/2006/relationships/slideMaster" Target="../slideMasters/slideMaster2.xml"/><Relationship Id="rId4" Type="http://schemas.openxmlformats.org/officeDocument/2006/relationships/oleObject" Target="../embeddings/oleObject25.bin"/><Relationship Id="rId5" Type="http://schemas.openxmlformats.org/officeDocument/2006/relationships/image" Target="../media/image1.emf"/></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64.xml"/><Relationship Id="rId2" Type="http://schemas.openxmlformats.org/officeDocument/2006/relationships/tags" Target="../tags/tag65.xml"/><Relationship Id="rId3" Type="http://schemas.openxmlformats.org/officeDocument/2006/relationships/slideMaster" Target="../slideMasters/slideMaster2.xml"/><Relationship Id="rId4" Type="http://schemas.openxmlformats.org/officeDocument/2006/relationships/oleObject" Target="../embeddings/oleObject26.bin"/><Relationship Id="rId5"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66.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67.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40.xml.rels><?xml version='1.0' encoding='UTF-8' standalone='yes'?>
<Relationships xmlns="http://schemas.openxmlformats.org/package/2006/relationships"><Relationship Id="rId1" Type="http://schemas.openxmlformats.org/officeDocument/2006/relationships/tags" Target="../tags/tag68.xml"/><Relationship Id="rId2" Type="http://schemas.openxmlformats.org/officeDocument/2006/relationships/tags" Target="../tags/tag69.xml"/><Relationship Id="rId3" Type="http://schemas.openxmlformats.org/officeDocument/2006/relationships/slideMaster" Target="../slideMasters/slideMaster2.xml"/><Relationship Id="rId4" Type="http://schemas.openxmlformats.org/officeDocument/2006/relationships/oleObject" Target="../embeddings/oleObject27.bin"/><Relationship Id="rId5" Type="http://schemas.openxmlformats.org/officeDocument/2006/relationships/image" Target="../media/image1.emf"/></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70.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71.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72.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73.xml"/><Relationship Id="rId2" Type="http://schemas.openxmlformats.org/officeDocument/2006/relationships/tags" Target="../tags/tag74.xml"/><Relationship Id="rId3" Type="http://schemas.openxmlformats.org/officeDocument/2006/relationships/slideMaster" Target="../slideMasters/slideMaster2.xml"/><Relationship Id="rId4" Type="http://schemas.openxmlformats.org/officeDocument/2006/relationships/oleObject" Target="../embeddings/oleObject28.bin"/><Relationship Id="rId5" Type="http://schemas.openxmlformats.org/officeDocument/2006/relationships/image" Target="../media/image1.emf"/></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75.xml"/><Relationship Id="rId2" Type="http://schemas.openxmlformats.org/officeDocument/2006/relationships/tags" Target="../tags/tag76.xml"/><Relationship Id="rId3" Type="http://schemas.openxmlformats.org/officeDocument/2006/relationships/slideMaster" Target="../slideMasters/slideMaster2.xml"/><Relationship Id="rId4" Type="http://schemas.openxmlformats.org/officeDocument/2006/relationships/oleObject" Target="../embeddings/oleObject29.bin"/><Relationship Id="rId5"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77.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79.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4.png"/></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80.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81.xml"/><Relationship Id="rId2" Type="http://schemas.openxmlformats.org/officeDocument/2006/relationships/slideMaster" Target="../slideMasters/slideMaster2.xml"/><Relationship Id="rId3" Type="http://schemas.openxmlformats.org/officeDocument/2006/relationships/oleObject" Target="../embeddings/oleObject30.bin"/><Relationship Id="rId4" Type="http://schemas.openxmlformats.org/officeDocument/2006/relationships/image" Target="../media/image3.emf"/></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82.xml"/><Relationship Id="rId2" Type="http://schemas.openxmlformats.org/officeDocument/2006/relationships/tags" Target="../tags/tag83.xml"/><Relationship Id="rId3" Type="http://schemas.openxmlformats.org/officeDocument/2006/relationships/slideMaster" Target="../slideMasters/slideMaster2.xml"/><Relationship Id="rId4" Type="http://schemas.openxmlformats.org/officeDocument/2006/relationships/oleObject" Target="../embeddings/oleObject13.bin"/><Relationship Id="rId5" Type="http://schemas.openxmlformats.org/officeDocument/2006/relationships/image" Target="../media/image3.emf"/></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84.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85.xml"/><Relationship Id="rId2" Type="http://schemas.openxmlformats.org/officeDocument/2006/relationships/tags" Target="../tags/tag86.xml"/><Relationship Id="rId3" Type="http://schemas.openxmlformats.org/officeDocument/2006/relationships/tags" Target="../tags/tag87.xml"/><Relationship Id="rId4" Type="http://schemas.openxmlformats.org/officeDocument/2006/relationships/slideMaster" Target="../slideMasters/slideMaster2.xml"/><Relationship Id="rId5" Type="http://schemas.openxmlformats.org/officeDocument/2006/relationships/oleObject" Target="../embeddings/oleObject31.bin"/><Relationship Id="rId6" Type="http://schemas.openxmlformats.org/officeDocument/2006/relationships/image" Target="../media/image7.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background image">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3200" b="1" i="0" baseline="0">
              <a:solidFill>
                <a:schemeClr val="tx1"/>
              </a:solidFill>
              <a:latin typeface="STIHL Contraface Display Title"/>
              <a:ea typeface="+mn-ea"/>
              <a:cs typeface="+mn-cs"/>
              <a:sym typeface="STIHL Contraface Display Title"/>
            </a:endParaRPr>
          </a:p>
        </p:txBody>
      </p:sp>
      <p:pic>
        <p:nvPicPr>
          <p:cNvPr id="12" name="Grafik 11"/>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15" name="Bildplatzhalter 14">
            <a:extLst>
              <a:ext uri="{FF2B5EF4-FFF2-40B4-BE49-F238E27FC236}">
                <a16:creationId xmlns:a16="http://schemas.microsoft.com/office/drawing/2014/main" id="{F81A1AFD-D231-4C55-9AAB-DA10BA8E7D13}"/>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3950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7839 w 12192000"/>
              <a:gd name="connsiteY7" fmla="*/ 1031116 h 6858000"/>
              <a:gd name="connsiteX8" fmla="*/ 1190402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5994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0775 w 12192000"/>
              <a:gd name="connsiteY9" fmla="*/ 2599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5994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6490 w 12192000"/>
              <a:gd name="connsiteY9" fmla="*/ 2599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077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077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6490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047430 w 12192000"/>
              <a:gd name="connsiteY5" fmla="*/ 197081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047430 w 12192000"/>
              <a:gd name="connsiteY9" fmla="*/ 19708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207450 w 12192000"/>
              <a:gd name="connsiteY5" fmla="*/ 338051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207450 w 12192000"/>
              <a:gd name="connsiteY9" fmla="*/ 33805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902124 w 12192000"/>
              <a:gd name="connsiteY7" fmla="*/ 1031116 h 6858000"/>
              <a:gd name="connsiteX8" fmla="*/ 11900219 w 12192000"/>
              <a:gd name="connsiteY8" fmla="*/ 26756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858309 w 12192000"/>
              <a:gd name="connsiteY7" fmla="*/ 994921 h 6858000"/>
              <a:gd name="connsiteX8" fmla="*/ 11900219 w 12192000"/>
              <a:gd name="connsiteY8" fmla="*/ 26756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3315 w 12192000"/>
              <a:gd name="connsiteY6" fmla="*/ 1031751 h 6858000"/>
              <a:gd name="connsiteX7" fmla="*/ 11858309 w 12192000"/>
              <a:gd name="connsiteY7" fmla="*/ 99492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3315 w 12192000"/>
              <a:gd name="connsiteY6" fmla="*/ 1031751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603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9030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593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709719 w 12192000"/>
              <a:gd name="connsiteY8" fmla="*/ 45235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398585 w 12192000"/>
              <a:gd name="connsiteY6" fmla="*/ 778386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401950 w 12192000"/>
              <a:gd name="connsiteY2" fmla="*/ 6534807 h 6858000"/>
              <a:gd name="connsiteX3" fmla="*/ 5401950 w 12192000"/>
              <a:gd name="connsiteY3" fmla="*/ 275108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325750 w 12192000"/>
              <a:gd name="connsiteY2" fmla="*/ 6595767 h 6858000"/>
              <a:gd name="connsiteX3" fmla="*/ 5401950 w 12192000"/>
              <a:gd name="connsiteY3" fmla="*/ 275108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325750 w 12192000"/>
              <a:gd name="connsiteY2" fmla="*/ 6595767 h 6858000"/>
              <a:gd name="connsiteX3" fmla="*/ 5325750 w 12192000"/>
              <a:gd name="connsiteY3" fmla="*/ 281712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325750 w 12192000"/>
              <a:gd name="connsiteY2" fmla="*/ 6595767 h 6858000"/>
              <a:gd name="connsiteX3" fmla="*/ 5320670 w 12192000"/>
              <a:gd name="connsiteY3" fmla="*/ 281712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325750 w 12192000"/>
              <a:gd name="connsiteY2" fmla="*/ 6595767 h 6858000"/>
              <a:gd name="connsiteX3" fmla="*/ 5315590 w 12192000"/>
              <a:gd name="connsiteY3" fmla="*/ 282220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5750" y="2822204"/>
                </a:moveTo>
                <a:lnTo>
                  <a:pt x="285750" y="6600847"/>
                </a:lnTo>
                <a:lnTo>
                  <a:pt x="5325750" y="6595767"/>
                </a:lnTo>
                <a:cubicBezTo>
                  <a:pt x="5324057" y="5336219"/>
                  <a:pt x="5317283" y="4081752"/>
                  <a:pt x="5315590" y="2822204"/>
                </a:cubicBezTo>
                <a:lnTo>
                  <a:pt x="285750" y="2822204"/>
                </a:lnTo>
                <a:close/>
                <a:moveTo>
                  <a:pt x="10146490" y="265661"/>
                </a:moveTo>
                <a:cubicBezTo>
                  <a:pt x="10144797" y="524199"/>
                  <a:pt x="10146913" y="769403"/>
                  <a:pt x="10145220" y="1027941"/>
                </a:cubicBezTo>
                <a:lnTo>
                  <a:pt x="11904029" y="1025401"/>
                </a:lnTo>
                <a:lnTo>
                  <a:pt x="11902124" y="267566"/>
                </a:lnTo>
                <a:lnTo>
                  <a:pt x="10146490" y="265661"/>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Add image by clicking on icon</a:t>
            </a:r>
          </a:p>
        </p:txBody>
      </p:sp>
      <p:sp>
        <p:nvSpPr>
          <p:cNvPr id="8" name="Subline">
            <a:extLst>
              <a:ext uri="{FF2B5EF4-FFF2-40B4-BE49-F238E27FC236}">
                <a16:creationId xmlns:a16="http://schemas.microsoft.com/office/drawing/2014/main" id="{F64F20BE-9490-4534-8D22-D527DF582B17}"/>
              </a:ext>
            </a:extLst>
          </p:cNvPr>
          <p:cNvSpPr>
            <a:spLocks noGrp="1"/>
          </p:cNvSpPr>
          <p:nvPr>
            <p:ph type="body" sz="quarter" idx="13" hasCustomPrompt="1"/>
          </p:nvPr>
        </p:nvSpPr>
        <p:spPr>
          <a:xfrm>
            <a:off x="283003" y="5507050"/>
            <a:ext cx="5040000" cy="360000"/>
          </a:xfrm>
          <a:prstGeom prst="rect">
            <a:avLst/>
          </a:prstGeom>
        </p:spPr>
        <p:txBody>
          <a:bodyPr lIns="324000" rIns="288000" anchor="b" anchorCtr="0">
            <a:noAutofit/>
          </a:bodyPr>
          <a:lstStyle>
            <a:lvl1pPr marL="0" indent="0">
              <a:buNone/>
              <a:defRPr sz="1600" b="1" cap="none" baseline="0">
                <a:latin typeface="+mj-lt"/>
              </a:defRPr>
            </a:lvl1pPr>
          </a:lstStyle>
          <a:p>
            <a:pPr lvl="0"/>
            <a:r>
              <a:rPr lang="en-GB"/>
              <a:t>Subline</a:t>
            </a:r>
          </a:p>
        </p:txBody>
      </p:sp>
      <p:sp>
        <p:nvSpPr>
          <p:cNvPr id="9" name="Textplatzhalter 4">
            <a:extLst>
              <a:ext uri="{FF2B5EF4-FFF2-40B4-BE49-F238E27FC236}">
                <a16:creationId xmlns:a16="http://schemas.microsoft.com/office/drawing/2014/main" id="{DCF84473-59A5-4A28-B312-2557D7CFAFBE}"/>
              </a:ext>
            </a:extLst>
          </p:cNvPr>
          <p:cNvSpPr>
            <a:spLocks noGrp="1"/>
          </p:cNvSpPr>
          <p:nvPr>
            <p:ph type="body" sz="quarter" idx="16" hasCustomPrompt="1"/>
          </p:nvPr>
        </p:nvSpPr>
        <p:spPr>
          <a:xfrm>
            <a:off x="283003" y="5882290"/>
            <a:ext cx="5040000" cy="189474"/>
          </a:xfrm>
          <a:prstGeom prst="rect">
            <a:avLst/>
          </a:prstGeom>
        </p:spPr>
        <p:txBody>
          <a:bodyPr lIns="324000" tIns="36000">
            <a:noAutofit/>
          </a:bodyPr>
          <a:lstStyle>
            <a:lvl1pPr marL="0" indent="0">
              <a:buNone/>
              <a:defRPr sz="1600" cap="none" baseline="0"/>
            </a:lvl1pPr>
          </a:lstStyle>
          <a:p>
            <a:pPr lvl="0"/>
            <a:r>
              <a:rPr lang="en-GB"/>
              <a:t>First name last name</a:t>
            </a:r>
          </a:p>
        </p:txBody>
      </p:sp>
      <p:sp>
        <p:nvSpPr>
          <p:cNvPr id="10" name="Textplatzhalter 4">
            <a:extLst>
              <a:ext uri="{FF2B5EF4-FFF2-40B4-BE49-F238E27FC236}">
                <a16:creationId xmlns:a16="http://schemas.microsoft.com/office/drawing/2014/main" id="{57D522EB-93F7-49B3-9164-076263457E70}"/>
              </a:ext>
            </a:extLst>
          </p:cNvPr>
          <p:cNvSpPr>
            <a:spLocks noGrp="1"/>
          </p:cNvSpPr>
          <p:nvPr>
            <p:ph type="body" sz="quarter" idx="17" hasCustomPrompt="1"/>
          </p:nvPr>
        </p:nvSpPr>
        <p:spPr>
          <a:xfrm>
            <a:off x="283003" y="6088030"/>
            <a:ext cx="5040000" cy="189474"/>
          </a:xfrm>
          <a:prstGeom prst="rect">
            <a:avLst/>
          </a:prstGeom>
        </p:spPr>
        <p:txBody>
          <a:bodyPr lIns="324000" tIns="36000">
            <a:noAutofit/>
          </a:bodyPr>
          <a:lstStyle>
            <a:lvl1pPr marL="0" indent="0">
              <a:buNone/>
              <a:defRPr sz="1600" cap="none" baseline="0"/>
            </a:lvl1pPr>
          </a:lstStyle>
          <a:p>
            <a:pPr lvl="0"/>
            <a:r>
              <a:rPr lang="en-GB"/>
              <a:t>Date</a:t>
            </a:r>
          </a:p>
        </p:txBody>
      </p:sp>
      <p:sp>
        <p:nvSpPr>
          <p:cNvPr id="2" name="Titel 1">
            <a:extLst>
              <a:ext uri="{FF2B5EF4-FFF2-40B4-BE49-F238E27FC236}">
                <a16:creationId xmlns:a16="http://schemas.microsoft.com/office/drawing/2014/main" id="{26C95D28-A98E-4740-A955-E3F7D2C2C723}"/>
              </a:ext>
            </a:extLst>
          </p:cNvPr>
          <p:cNvSpPr>
            <a:spLocks noGrp="1"/>
          </p:cNvSpPr>
          <p:nvPr>
            <p:ph type="title" hasCustomPrompt="1"/>
          </p:nvPr>
        </p:nvSpPr>
        <p:spPr>
          <a:xfrm>
            <a:off x="283003" y="2817195"/>
            <a:ext cx="5040000" cy="2627144"/>
          </a:xfrm>
        </p:spPr>
        <p:txBody>
          <a:bodyPr vert="horz" lIns="288000" tIns="288000" rIns="288000" bIns="288000" rtlCol="0">
            <a:noAutofit/>
          </a:bodyPr>
          <a:lstStyle>
            <a:lvl1pPr>
              <a:defRPr lang="de-DE" sz="3200" cap="none" baseline="0" dirty="0">
                <a:latin typeface="STIHL Contraface Display Title" panose="02000600040000020004" pitchFamily="2" charset="0"/>
                <a:ea typeface="+mn-ea"/>
                <a:cs typeface="+mn-cs"/>
              </a:defRPr>
            </a:lvl1pPr>
          </a:lstStyle>
          <a:p>
            <a:pPr marL="0" lvl="0" indent="0">
              <a:spcBef>
                <a:spcPts val="1000"/>
              </a:spcBef>
              <a:buFont typeface="Arial" panose="020B0604020202020204" pitchFamily="34" charset="0"/>
            </a:pPr>
            <a:r>
              <a:rPr lang="en-GB"/>
              <a:t>Edit master title format</a:t>
            </a:r>
            <a:br>
              <a:rPr lang="en-GB"/>
            </a:br>
            <a:r>
              <a:rPr lang="en-GB"/>
              <a:t>ƒ</a:t>
            </a:r>
          </a:p>
        </p:txBody>
      </p:sp>
      <p:sp>
        <p:nvSpPr>
          <p:cNvPr id="5" name="Rechteck 4">
            <a:extLst>
              <a:ext uri="{FF2B5EF4-FFF2-40B4-BE49-F238E27FC236}">
                <a16:creationId xmlns:a16="http://schemas.microsoft.com/office/drawing/2014/main" id="{94BC4FC7-E1E4-9FAD-A3D9-49BF44B67F3F}"/>
              </a:ext>
            </a:extLst>
          </p:cNvPr>
          <p:cNvSpPr>
            <a:spLocks/>
          </p:cNvSpPr>
          <p:nvPr userDrawn="1"/>
        </p:nvSpPr>
        <p:spPr>
          <a:xfrm>
            <a:off x="-3139178" y="1477622"/>
            <a:ext cx="2845436" cy="4134191"/>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b" anchorCtr="0">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You can find more templates in the Template Library. They are stored in the template folders</a:t>
            </a:r>
            <a:br>
              <a:rPr lang="de-DE" sz="1600">
                <a:solidFill>
                  <a:schemeClr val="tx1"/>
                </a:solidFill>
              </a:rPr>
            </a:br>
            <a:endParaRPr lang="de-DE"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Images can be found on your local drive under </a:t>
            </a:r>
            <a:r>
              <a:rPr lang="en-US" sz="1600" b="1">
                <a:solidFill>
                  <a:schemeClr val="tx1"/>
                </a:solidFill>
              </a:rPr>
              <a:t>C:\Program Files (x86)\STIHL\PPT Images </a:t>
            </a:r>
            <a:r>
              <a:rPr lang="en-US" sz="1600">
                <a:solidFill>
                  <a:schemeClr val="tx1"/>
                </a:solidFill>
              </a:rPr>
              <a:t>or in the STIHL DAM </a:t>
            </a:r>
            <a:r>
              <a:rPr lang="en-US" sz="1600">
                <a:solidFill>
                  <a:schemeClr val="tx1"/>
                </a:solidFill>
                <a:hlinkClick r:id="rId7"/>
              </a:rPr>
              <a:t>https://dam.stihl.com/</a:t>
            </a:r>
            <a:endParaRPr lang="en-US"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Please do not print slides with full </a:t>
            </a:r>
            <a:r>
              <a:rPr lang="en-US" sz="1600" b="0" err="1">
                <a:solidFill>
                  <a:schemeClr val="tx1"/>
                </a:solidFill>
              </a:rPr>
              <a:t>colour</a:t>
            </a:r>
            <a:r>
              <a:rPr lang="en-US" sz="1600" b="0">
                <a:solidFill>
                  <a:schemeClr val="tx1"/>
                </a:solidFill>
              </a:rPr>
              <a:t> or images </a:t>
            </a: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b="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The stand line can be inserted via the "Insert" tab through the "Symbol" field</a:t>
            </a:r>
          </a:p>
        </p:txBody>
      </p:sp>
    </p:spTree>
    <p:extLst>
      <p:ext uri="{BB962C8B-B14F-4D97-AF65-F5344CB8AC3E}">
        <p14:creationId xmlns:p14="http://schemas.microsoft.com/office/powerpoint/2010/main" val="2796349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Long title background image">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298474616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3200" b="1" i="0" baseline="0">
              <a:solidFill>
                <a:schemeClr val="tx1"/>
              </a:solidFill>
              <a:latin typeface="STIHL Contraface Display Title"/>
              <a:ea typeface="+mn-ea"/>
              <a:cs typeface="+mn-cs"/>
              <a:sym typeface="STIHL Contraface Display Title"/>
            </a:endParaRPr>
          </a:p>
        </p:txBody>
      </p:sp>
      <p:pic>
        <p:nvPicPr>
          <p:cNvPr id="11" name="Grafik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17" name="Hintergrundbild">
            <a:extLst>
              <a:ext uri="{FF2B5EF4-FFF2-40B4-BE49-F238E27FC236}">
                <a16:creationId xmlns:a16="http://schemas.microsoft.com/office/drawing/2014/main" id="{91303CF3-1A7E-4149-A9A1-BC9B75037D65}"/>
              </a:ext>
            </a:extLst>
          </p:cNvPr>
          <p:cNvSpPr>
            <a:spLocks noGrp="1"/>
          </p:cNvSpPr>
          <p:nvPr>
            <p:ph type="pic" sz="quarter" idx="15" hasCustomPrompt="1"/>
          </p:nvPr>
        </p:nvSpPr>
        <p:spPr>
          <a:xfrm>
            <a:off x="0" y="0"/>
            <a:ext cx="12192000" cy="6858000"/>
          </a:xfrm>
          <a:custGeom>
            <a:avLst/>
            <a:gdLst>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23714 w 12192000"/>
              <a:gd name="connsiteY7" fmla="*/ 104826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04664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6490 w 12192000"/>
              <a:gd name="connsiteY5" fmla="*/ 268201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295080 w 12192000"/>
              <a:gd name="connsiteY5" fmla="*/ 36154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295080 w 12192000"/>
              <a:gd name="connsiteY9" fmla="*/ 3615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830369 w 12192000"/>
              <a:gd name="connsiteY7" fmla="*/ 96444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757979 w 12192000"/>
              <a:gd name="connsiteY8" fmla="*/ 39774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262695 w 12192000"/>
              <a:gd name="connsiteY5" fmla="*/ 35202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262695 w 12192000"/>
              <a:gd name="connsiteY9" fmla="*/ 3520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401950 w 12192000"/>
              <a:gd name="connsiteY2" fmla="*/ 6536402 h 6858000"/>
              <a:gd name="connsiteX3" fmla="*/ 5401950 w 12192000"/>
              <a:gd name="connsiteY3" fmla="*/ 34440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328798 w 12192000"/>
              <a:gd name="connsiteY2" fmla="*/ 6597362 h 6858000"/>
              <a:gd name="connsiteX3" fmla="*/ 5401950 w 12192000"/>
              <a:gd name="connsiteY3" fmla="*/ 34440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328798 w 12192000"/>
              <a:gd name="connsiteY2" fmla="*/ 6597362 h 6858000"/>
              <a:gd name="connsiteX3" fmla="*/ 5328798 w 12192000"/>
              <a:gd name="connsiteY3" fmla="*/ 259058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328798 w 12192000"/>
              <a:gd name="connsiteY2" fmla="*/ 6597362 h 6858000"/>
              <a:gd name="connsiteX3" fmla="*/ 4877694 w 12192000"/>
              <a:gd name="connsiteY3" fmla="*/ 899138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328798 w 12192000"/>
              <a:gd name="connsiteY2" fmla="*/ 6597362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1002030 w 12192000"/>
              <a:gd name="connsiteY1" fmla="*/ 6140162 h 6858000"/>
              <a:gd name="connsiteX2" fmla="*/ 5328798 w 12192000"/>
              <a:gd name="connsiteY2" fmla="*/ 6597362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5328798 w 12192000"/>
              <a:gd name="connsiteY2" fmla="*/ 6597362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4481454 w 12192000"/>
              <a:gd name="connsiteY2" fmla="*/ 5591522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5328798 w 12192000"/>
              <a:gd name="connsiteY2" fmla="*/ 6603458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5147823 w 12192000"/>
              <a:gd name="connsiteY2" fmla="*/ 6481538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5321178 w 12192000"/>
              <a:gd name="connsiteY2" fmla="*/ 6605363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547116 w 12192000"/>
              <a:gd name="connsiteY1" fmla="*/ 6291038 h 6858000"/>
              <a:gd name="connsiteX2" fmla="*/ 5321178 w 12192000"/>
              <a:gd name="connsiteY2" fmla="*/ 6605363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4226 w 12192000"/>
              <a:gd name="connsiteY1" fmla="*/ 6607268 h 6858000"/>
              <a:gd name="connsiteX2" fmla="*/ 5321178 w 12192000"/>
              <a:gd name="connsiteY2" fmla="*/ 6605363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93776 w 12192000"/>
              <a:gd name="connsiteY0" fmla="*/ 430127 h 6858000"/>
              <a:gd name="connsiteX1" fmla="*/ 284226 w 12192000"/>
              <a:gd name="connsiteY1" fmla="*/ 6607268 h 6858000"/>
              <a:gd name="connsiteX2" fmla="*/ 5321178 w 12192000"/>
              <a:gd name="connsiteY2" fmla="*/ 6605363 h 6858000"/>
              <a:gd name="connsiteX3" fmla="*/ 5328798 w 12192000"/>
              <a:gd name="connsiteY3" fmla="*/ 252962 h 6858000"/>
              <a:gd name="connsiteX4" fmla="*/ 493776 w 12192000"/>
              <a:gd name="connsiteY4" fmla="*/ 430127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321 w 12192000"/>
              <a:gd name="connsiteY0" fmla="*/ 258677 h 6858000"/>
              <a:gd name="connsiteX1" fmla="*/ 284226 w 12192000"/>
              <a:gd name="connsiteY1" fmla="*/ 6607268 h 6858000"/>
              <a:gd name="connsiteX2" fmla="*/ 5321178 w 12192000"/>
              <a:gd name="connsiteY2" fmla="*/ 6605363 h 6858000"/>
              <a:gd name="connsiteX3" fmla="*/ 5328798 w 12192000"/>
              <a:gd name="connsiteY3" fmla="*/ 252962 h 6858000"/>
              <a:gd name="connsiteX4" fmla="*/ 282321 w 12192000"/>
              <a:gd name="connsiteY4" fmla="*/ 258677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321 w 12192000"/>
              <a:gd name="connsiteY0" fmla="*/ 258677 h 6858000"/>
              <a:gd name="connsiteX1" fmla="*/ 284226 w 12192000"/>
              <a:gd name="connsiteY1" fmla="*/ 6607268 h 6858000"/>
              <a:gd name="connsiteX2" fmla="*/ 5321178 w 12192000"/>
              <a:gd name="connsiteY2" fmla="*/ 6605363 h 6858000"/>
              <a:gd name="connsiteX3" fmla="*/ 5323083 w 12192000"/>
              <a:gd name="connsiteY3" fmla="*/ 258677 h 6858000"/>
              <a:gd name="connsiteX4" fmla="*/ 282321 w 12192000"/>
              <a:gd name="connsiteY4" fmla="*/ 258677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2321" y="258677"/>
                </a:moveTo>
                <a:lnTo>
                  <a:pt x="284226" y="6607268"/>
                </a:lnTo>
                <a:lnTo>
                  <a:pt x="5321178" y="6605363"/>
                </a:lnTo>
                <a:lnTo>
                  <a:pt x="5323083" y="258677"/>
                </a:lnTo>
                <a:lnTo>
                  <a:pt x="282321" y="258677"/>
                </a:lnTo>
                <a:close/>
                <a:moveTo>
                  <a:pt x="10146490" y="268201"/>
                </a:moveTo>
                <a:lnTo>
                  <a:pt x="10142680" y="1025401"/>
                </a:lnTo>
                <a:lnTo>
                  <a:pt x="11904664" y="1025401"/>
                </a:lnTo>
                <a:lnTo>
                  <a:pt x="11904664" y="268201"/>
                </a:lnTo>
                <a:lnTo>
                  <a:pt x="10146490" y="268201"/>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Add image by clicking on icon</a:t>
            </a:r>
          </a:p>
        </p:txBody>
      </p:sp>
      <p:sp>
        <p:nvSpPr>
          <p:cNvPr id="2" name="Titel 1">
            <a:extLst>
              <a:ext uri="{FF2B5EF4-FFF2-40B4-BE49-F238E27FC236}">
                <a16:creationId xmlns:a16="http://schemas.microsoft.com/office/drawing/2014/main" id="{26D20123-1501-4CA7-AA2F-3112A0331967}"/>
              </a:ext>
            </a:extLst>
          </p:cNvPr>
          <p:cNvSpPr>
            <a:spLocks noGrp="1"/>
          </p:cNvSpPr>
          <p:nvPr>
            <p:ph type="title" hasCustomPrompt="1"/>
          </p:nvPr>
        </p:nvSpPr>
        <p:spPr>
          <a:xfrm>
            <a:off x="283003" y="258750"/>
            <a:ext cx="5040000" cy="5040000"/>
          </a:xfrm>
        </p:spPr>
        <p:txBody>
          <a:bodyPr vert="horz" lIns="288000" tIns="288000" rIns="288000" bIns="288000" rtlCol="0">
            <a:noAutofit/>
          </a:bodyPr>
          <a:lstStyle>
            <a:lvl1pPr>
              <a:defRPr lang="de-DE" sz="3200" cap="none" baseline="0" dirty="0">
                <a:latin typeface="STIHL Contraface Display Title" panose="02000600040000020004" pitchFamily="50" charset="0"/>
                <a:ea typeface="+mn-ea"/>
                <a:cs typeface="+mn-cs"/>
              </a:defRPr>
            </a:lvl1pPr>
          </a:lstStyle>
          <a:p>
            <a:pPr marL="0" lvl="0" indent="0">
              <a:spcBef>
                <a:spcPts val="1000"/>
              </a:spcBef>
              <a:buFont typeface="Arial" panose="020B0604020202020204" pitchFamily="34" charset="0"/>
            </a:pPr>
            <a:r>
              <a:rPr lang="en-GB"/>
              <a:t>Add a title by clicking on it</a:t>
            </a:r>
            <a:br>
              <a:rPr lang="en-GB"/>
            </a:br>
            <a:r>
              <a:rPr lang="en-GB"/>
              <a:t>ƒ</a:t>
            </a:r>
          </a:p>
        </p:txBody>
      </p:sp>
      <p:sp>
        <p:nvSpPr>
          <p:cNvPr id="15" name="Subline">
            <a:extLst>
              <a:ext uri="{FF2B5EF4-FFF2-40B4-BE49-F238E27FC236}">
                <a16:creationId xmlns:a16="http://schemas.microsoft.com/office/drawing/2014/main" id="{F64F20BE-9490-4534-8D22-D527DF582B17}"/>
              </a:ext>
            </a:extLst>
          </p:cNvPr>
          <p:cNvSpPr>
            <a:spLocks noGrp="1"/>
          </p:cNvSpPr>
          <p:nvPr>
            <p:ph type="body" sz="quarter" idx="13" hasCustomPrompt="1"/>
          </p:nvPr>
        </p:nvSpPr>
        <p:spPr>
          <a:xfrm>
            <a:off x="283003" y="5507050"/>
            <a:ext cx="5040000" cy="360000"/>
          </a:xfrm>
          <a:prstGeom prst="rect">
            <a:avLst/>
          </a:prstGeom>
        </p:spPr>
        <p:txBody>
          <a:bodyPr lIns="324000" rIns="288000" anchor="b" anchorCtr="0">
            <a:noAutofit/>
          </a:bodyPr>
          <a:lstStyle>
            <a:lvl1pPr marL="0" indent="0">
              <a:buNone/>
              <a:defRPr sz="1600" b="1" cap="none" baseline="0">
                <a:latin typeface="+mj-lt"/>
              </a:defRPr>
            </a:lvl1pPr>
          </a:lstStyle>
          <a:p>
            <a:pPr lvl="0"/>
            <a:r>
              <a:rPr lang="en-GB"/>
              <a:t>Subline</a:t>
            </a:r>
          </a:p>
        </p:txBody>
      </p:sp>
      <p:sp>
        <p:nvSpPr>
          <p:cNvPr id="16" name="Textplatzhalter 4">
            <a:extLst>
              <a:ext uri="{FF2B5EF4-FFF2-40B4-BE49-F238E27FC236}">
                <a16:creationId xmlns:a16="http://schemas.microsoft.com/office/drawing/2014/main" id="{DCF84473-59A5-4A28-B312-2557D7CFAFBE}"/>
              </a:ext>
            </a:extLst>
          </p:cNvPr>
          <p:cNvSpPr>
            <a:spLocks noGrp="1"/>
          </p:cNvSpPr>
          <p:nvPr>
            <p:ph type="body" sz="quarter" idx="16" hasCustomPrompt="1"/>
          </p:nvPr>
        </p:nvSpPr>
        <p:spPr>
          <a:xfrm>
            <a:off x="283003" y="5882290"/>
            <a:ext cx="5040000" cy="189474"/>
          </a:xfrm>
          <a:prstGeom prst="rect">
            <a:avLst/>
          </a:prstGeom>
        </p:spPr>
        <p:txBody>
          <a:bodyPr lIns="324000" tIns="36000">
            <a:noAutofit/>
          </a:bodyPr>
          <a:lstStyle>
            <a:lvl1pPr marL="0" indent="0">
              <a:buNone/>
              <a:defRPr sz="1600" cap="none" baseline="0"/>
            </a:lvl1pPr>
          </a:lstStyle>
          <a:p>
            <a:pPr lvl="0"/>
            <a:r>
              <a:rPr lang="en-GB"/>
              <a:t>First name last name</a:t>
            </a:r>
          </a:p>
        </p:txBody>
      </p:sp>
      <p:sp>
        <p:nvSpPr>
          <p:cNvPr id="19" name="Textplatzhalter 4">
            <a:extLst>
              <a:ext uri="{FF2B5EF4-FFF2-40B4-BE49-F238E27FC236}">
                <a16:creationId xmlns:a16="http://schemas.microsoft.com/office/drawing/2014/main" id="{57D522EB-93F7-49B3-9164-076263457E70}"/>
              </a:ext>
            </a:extLst>
          </p:cNvPr>
          <p:cNvSpPr>
            <a:spLocks noGrp="1"/>
          </p:cNvSpPr>
          <p:nvPr>
            <p:ph type="body" sz="quarter" idx="17" hasCustomPrompt="1"/>
          </p:nvPr>
        </p:nvSpPr>
        <p:spPr>
          <a:xfrm>
            <a:off x="283003" y="6088030"/>
            <a:ext cx="5040000" cy="189474"/>
          </a:xfrm>
          <a:prstGeom prst="rect">
            <a:avLst/>
          </a:prstGeom>
        </p:spPr>
        <p:txBody>
          <a:bodyPr lIns="324000" tIns="36000">
            <a:noAutofit/>
          </a:bodyPr>
          <a:lstStyle>
            <a:lvl1pPr marL="0" indent="0">
              <a:buNone/>
              <a:defRPr sz="1600" cap="none" baseline="0"/>
            </a:lvl1pPr>
          </a:lstStyle>
          <a:p>
            <a:pPr lvl="0"/>
            <a:r>
              <a:rPr lang="en-GB"/>
              <a:t>Date</a:t>
            </a:r>
          </a:p>
        </p:txBody>
      </p:sp>
      <p:sp>
        <p:nvSpPr>
          <p:cNvPr id="5" name="Rechteck 4">
            <a:extLst>
              <a:ext uri="{FF2B5EF4-FFF2-40B4-BE49-F238E27FC236}">
                <a16:creationId xmlns:a16="http://schemas.microsoft.com/office/drawing/2014/main" id="{7F9C6E9C-7482-8BA6-FA8A-F9B75621B89B}"/>
              </a:ext>
            </a:extLst>
          </p:cNvPr>
          <p:cNvSpPr>
            <a:spLocks/>
          </p:cNvSpPr>
          <p:nvPr userDrawn="1"/>
        </p:nvSpPr>
        <p:spPr>
          <a:xfrm>
            <a:off x="-3139178" y="1477622"/>
            <a:ext cx="2845436" cy="4134191"/>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b" anchorCtr="0">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You can find more templates in the Template Library. They are stored in the template folders</a:t>
            </a:r>
            <a:br>
              <a:rPr lang="de-DE" sz="1600">
                <a:solidFill>
                  <a:schemeClr val="tx1"/>
                </a:solidFill>
              </a:rPr>
            </a:br>
            <a:endParaRPr lang="de-DE"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Images can be found on your local drive under </a:t>
            </a:r>
            <a:r>
              <a:rPr lang="en-US" sz="1600" b="1">
                <a:solidFill>
                  <a:schemeClr val="tx1"/>
                </a:solidFill>
              </a:rPr>
              <a:t>C:\Program Files (x86)\STIHL\PPT Images </a:t>
            </a:r>
            <a:r>
              <a:rPr lang="en-US" sz="1600">
                <a:solidFill>
                  <a:schemeClr val="tx1"/>
                </a:solidFill>
              </a:rPr>
              <a:t>or in the STIHL DAM </a:t>
            </a:r>
            <a:r>
              <a:rPr lang="en-US" sz="1600">
                <a:solidFill>
                  <a:schemeClr val="tx1"/>
                </a:solidFill>
                <a:hlinkClick r:id="rId7"/>
              </a:rPr>
              <a:t>https://dam.stihl.com/</a:t>
            </a:r>
            <a:endParaRPr lang="en-US"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Please do not print slides with full </a:t>
            </a:r>
            <a:r>
              <a:rPr lang="en-US" sz="1600" b="0" err="1">
                <a:solidFill>
                  <a:schemeClr val="tx1"/>
                </a:solidFill>
              </a:rPr>
              <a:t>colour</a:t>
            </a:r>
            <a:r>
              <a:rPr lang="en-US" sz="1600" b="0">
                <a:solidFill>
                  <a:schemeClr val="tx1"/>
                </a:solidFill>
              </a:rPr>
              <a:t> or images </a:t>
            </a: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b="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The stand line can be inserted via the "Insert" tab through the "Symbol" field</a:t>
            </a:r>
          </a:p>
        </p:txBody>
      </p:sp>
    </p:spTree>
    <p:extLst>
      <p:ext uri="{BB962C8B-B14F-4D97-AF65-F5344CB8AC3E}">
        <p14:creationId xmlns:p14="http://schemas.microsoft.com/office/powerpoint/2010/main" val="38536773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empty">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4800" b="1" i="0" baseline="0">
              <a:solidFill>
                <a:schemeClr val="tx1"/>
              </a:solidFill>
              <a:latin typeface="STIHL Contraface Display Title"/>
              <a:ea typeface="+mn-ea"/>
              <a:cs typeface="+mn-cs"/>
              <a:sym typeface="STIHL Contraface Display Title"/>
            </a:endParaRPr>
          </a:p>
        </p:txBody>
      </p:sp>
      <p:sp>
        <p:nvSpPr>
          <p:cNvPr id="11" name="Subline">
            <a:extLst>
              <a:ext uri="{FF2B5EF4-FFF2-40B4-BE49-F238E27FC236}">
                <a16:creationId xmlns:a16="http://schemas.microsoft.com/office/drawing/2014/main" id="{93378434-A597-4F7F-B029-ECD35EA41BCB}"/>
              </a:ext>
            </a:extLst>
          </p:cNvPr>
          <p:cNvSpPr>
            <a:spLocks noGrp="1"/>
          </p:cNvSpPr>
          <p:nvPr>
            <p:ph type="body" sz="quarter" idx="13" hasCustomPrompt="1"/>
          </p:nvPr>
        </p:nvSpPr>
        <p:spPr>
          <a:xfrm>
            <a:off x="571500" y="5706830"/>
            <a:ext cx="8640000" cy="216000"/>
          </a:xfrm>
          <a:prstGeom prst="rect">
            <a:avLst/>
          </a:prstGeom>
        </p:spPr>
        <p:txBody>
          <a:bodyPr lIns="0" rIns="0" anchor="b" anchorCtr="0">
            <a:noAutofit/>
          </a:bodyPr>
          <a:lstStyle>
            <a:lvl1pPr marL="0" indent="0">
              <a:buNone/>
              <a:defRPr sz="1800" b="1" cap="none" baseline="0">
                <a:latin typeface="+mj-lt"/>
              </a:defRPr>
            </a:lvl1pPr>
          </a:lstStyle>
          <a:p>
            <a:pPr lvl="0"/>
            <a:r>
              <a:rPr lang="en-GB"/>
              <a:t>Subline</a:t>
            </a:r>
          </a:p>
        </p:txBody>
      </p:sp>
      <p:sp>
        <p:nvSpPr>
          <p:cNvPr id="12" name="Name">
            <a:extLst>
              <a:ext uri="{FF2B5EF4-FFF2-40B4-BE49-F238E27FC236}">
                <a16:creationId xmlns:a16="http://schemas.microsoft.com/office/drawing/2014/main" id="{78096696-CF0D-4E90-AD93-F265006F5553}"/>
              </a:ext>
            </a:extLst>
          </p:cNvPr>
          <p:cNvSpPr>
            <a:spLocks noGrp="1"/>
          </p:cNvSpPr>
          <p:nvPr>
            <p:ph type="body" sz="quarter" idx="14" hasCustomPrompt="1"/>
          </p:nvPr>
        </p:nvSpPr>
        <p:spPr>
          <a:xfrm>
            <a:off x="571500" y="6049289"/>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en-GB"/>
              <a:t>First name last name</a:t>
            </a:r>
          </a:p>
        </p:txBody>
      </p:sp>
      <p:sp>
        <p:nvSpPr>
          <p:cNvPr id="9" name="Datum">
            <a:extLst>
              <a:ext uri="{FF2B5EF4-FFF2-40B4-BE49-F238E27FC236}">
                <a16:creationId xmlns:a16="http://schemas.microsoft.com/office/drawing/2014/main" id="{93CE0D43-2D94-4A12-94F6-C940A9EBB106}"/>
              </a:ext>
            </a:extLst>
          </p:cNvPr>
          <p:cNvSpPr>
            <a:spLocks noGrp="1"/>
          </p:cNvSpPr>
          <p:nvPr>
            <p:ph type="body" sz="quarter" idx="15" hasCustomPrompt="1"/>
          </p:nvPr>
        </p:nvSpPr>
        <p:spPr>
          <a:xfrm>
            <a:off x="571500" y="6283748"/>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en-GB"/>
              <a:t>Date</a:t>
            </a:r>
          </a:p>
        </p:txBody>
      </p:sp>
      <p:sp>
        <p:nvSpPr>
          <p:cNvPr id="2" name="Titel 1">
            <a:extLst>
              <a:ext uri="{FF2B5EF4-FFF2-40B4-BE49-F238E27FC236}">
                <a16:creationId xmlns:a16="http://schemas.microsoft.com/office/drawing/2014/main" id="{2D970E17-5A52-472F-AD9C-2A0296A4495F}"/>
              </a:ext>
            </a:extLst>
          </p:cNvPr>
          <p:cNvSpPr>
            <a:spLocks noGrp="1"/>
          </p:cNvSpPr>
          <p:nvPr>
            <p:ph type="title" hasCustomPrompt="1"/>
          </p:nvPr>
        </p:nvSpPr>
        <p:spPr>
          <a:xfrm>
            <a:off x="571500" y="2113200"/>
            <a:ext cx="8640000" cy="3240000"/>
          </a:xfrm>
        </p:spPr>
        <p:txBody>
          <a:bodyPr vert="horz" lIns="0" tIns="0" rIns="0" bIns="0" rtlCol="0">
            <a:noAutofit/>
          </a:bodyPr>
          <a:lstStyle>
            <a:lvl1pPr>
              <a:defRPr lang="de-DE" sz="4800" cap="none" baseline="0">
                <a:latin typeface="STIHL Contraface Display Title" panose="02000600040000020004" pitchFamily="50" charset="0"/>
                <a:ea typeface="+mn-ea"/>
                <a:cs typeface="+mn-cs"/>
              </a:defRPr>
            </a:lvl1pPr>
          </a:lstStyle>
          <a:p>
            <a:pPr marL="0" lvl="0" indent="0">
              <a:spcBef>
                <a:spcPts val="1000"/>
              </a:spcBef>
              <a:buFont typeface="Arial" panose="020B0604020202020204" pitchFamily="34" charset="0"/>
            </a:pPr>
            <a:r>
              <a:rPr lang="en-GB"/>
              <a:t>Edit master title format</a:t>
            </a:r>
            <a:br>
              <a:rPr lang="en-GB"/>
            </a:br>
            <a:r>
              <a:rPr lang="en-GB"/>
              <a:t>ƒ</a:t>
            </a: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30261" y="502821"/>
            <a:ext cx="1385810" cy="287488"/>
          </a:xfrm>
          <a:prstGeom prst="rect">
            <a:avLst/>
          </a:prstGeom>
        </p:spPr>
      </p:pic>
      <p:sp>
        <p:nvSpPr>
          <p:cNvPr id="5" name="Rechteck 4">
            <a:extLst>
              <a:ext uri="{FF2B5EF4-FFF2-40B4-BE49-F238E27FC236}">
                <a16:creationId xmlns:a16="http://schemas.microsoft.com/office/drawing/2014/main" id="{EDFE4EF3-E694-84AE-1AE6-1C292CC7C560}"/>
              </a:ext>
            </a:extLst>
          </p:cNvPr>
          <p:cNvSpPr>
            <a:spLocks/>
          </p:cNvSpPr>
          <p:nvPr userDrawn="1"/>
        </p:nvSpPr>
        <p:spPr>
          <a:xfrm>
            <a:off x="-3139178" y="1477622"/>
            <a:ext cx="2845436" cy="4134191"/>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b" anchorCtr="0">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You can find more templates in the Template Library. They are stored in the template folders</a:t>
            </a:r>
            <a:br>
              <a:rPr lang="de-DE" sz="1600">
                <a:solidFill>
                  <a:schemeClr val="tx1"/>
                </a:solidFill>
              </a:rPr>
            </a:br>
            <a:endParaRPr lang="de-DE"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Images can be found on your local drive under </a:t>
            </a:r>
            <a:r>
              <a:rPr lang="en-US" sz="1600" b="1">
                <a:solidFill>
                  <a:schemeClr val="tx1"/>
                </a:solidFill>
              </a:rPr>
              <a:t>C:\Program Files (x86)\STIHL\PPT Images </a:t>
            </a:r>
            <a:r>
              <a:rPr lang="en-US" sz="1600">
                <a:solidFill>
                  <a:schemeClr val="tx1"/>
                </a:solidFill>
              </a:rPr>
              <a:t>or in the STIHL DAM </a:t>
            </a:r>
            <a:r>
              <a:rPr lang="en-US" sz="1600">
                <a:solidFill>
                  <a:schemeClr val="tx1"/>
                </a:solidFill>
                <a:hlinkClick r:id="rId7"/>
              </a:rPr>
              <a:t>https://dam.stihl.com/</a:t>
            </a:r>
            <a:endParaRPr lang="en-US"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Please do not print slides with full </a:t>
            </a:r>
            <a:r>
              <a:rPr lang="en-US" sz="1600" b="0" err="1">
                <a:solidFill>
                  <a:schemeClr val="tx1"/>
                </a:solidFill>
              </a:rPr>
              <a:t>colour</a:t>
            </a:r>
            <a:r>
              <a:rPr lang="en-US" sz="1600" b="0">
                <a:solidFill>
                  <a:schemeClr val="tx1"/>
                </a:solidFill>
              </a:rPr>
              <a:t> or images </a:t>
            </a: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b="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The stand line can be inserted via the "Insert" tab through the "Symbol" field</a:t>
            </a:r>
          </a:p>
        </p:txBody>
      </p:sp>
    </p:spTree>
    <p:extLst>
      <p:ext uri="{BB962C8B-B14F-4D97-AF65-F5344CB8AC3E}">
        <p14:creationId xmlns:p14="http://schemas.microsoft.com/office/powerpoint/2010/main" val="7971992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25DBC705-8149-459E-9D73-71848E406B17}"/>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25DBC705-8149-459E-9D73-71848E406B17}"/>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8" name="Rechteck 7" hidden="1">
            <a:extLst>
              <a:ext uri="{FF2B5EF4-FFF2-40B4-BE49-F238E27FC236}">
                <a16:creationId xmlns:a16="http://schemas.microsoft.com/office/drawing/2014/main" id="{39010A7A-64D4-40B1-96E7-BCEEBB7E8A30}"/>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9" name="Textplatzhalter 8">
            <a:extLst>
              <a:ext uri="{FF2B5EF4-FFF2-40B4-BE49-F238E27FC236}">
                <a16:creationId xmlns:a16="http://schemas.microsoft.com/office/drawing/2014/main" id="{DE73F636-8F03-4538-831F-37B264F004CE}"/>
              </a:ext>
            </a:extLst>
          </p:cNvPr>
          <p:cNvSpPr>
            <a:spLocks noGrp="1"/>
          </p:cNvSpPr>
          <p:nvPr>
            <p:ph type="body" sz="quarter" idx="13" hasCustomPrompt="1"/>
          </p:nvPr>
        </p:nvSpPr>
        <p:spPr>
          <a:xfrm>
            <a:off x="479426" y="1128730"/>
            <a:ext cx="11244913" cy="249299"/>
          </a:xfrm>
          <a:prstGeom prst="rect">
            <a:avLst/>
          </a:prstGeom>
        </p:spPr>
        <p:txBody>
          <a:bodyPr vert="horz" lIns="0" tIns="0" rIns="0" bIns="0" rtlCol="0" anchor="t" anchorCtr="0">
            <a:sp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7" name="Titel 6">
            <a:extLst>
              <a:ext uri="{FF2B5EF4-FFF2-40B4-BE49-F238E27FC236}">
                <a16:creationId xmlns:a16="http://schemas.microsoft.com/office/drawing/2014/main" id="{753CF0BC-3DA6-4688-820F-374B0CB9CADB}"/>
              </a:ext>
            </a:extLst>
          </p:cNvPr>
          <p:cNvSpPr>
            <a:spLocks noGrp="1"/>
          </p:cNvSpPr>
          <p:nvPr>
            <p:ph type="title" hasCustomPrompt="1"/>
          </p:nvPr>
        </p:nvSpPr>
        <p:spPr>
          <a:xfrm>
            <a:off x="479426" y="503546"/>
            <a:ext cx="9579925" cy="304699"/>
          </a:xfrm>
        </p:spPr>
        <p:txBody>
          <a:bodyPr anchor="t" anchorCtr="0">
            <a:noAutofit/>
          </a:bodyPr>
          <a:lstStyle>
            <a:lvl1pPr>
              <a:lnSpc>
                <a:spcPct val="90000"/>
              </a:lnSpc>
              <a:defRPr sz="2200"/>
            </a:lvl1pPr>
          </a:lstStyle>
          <a:p>
            <a:r>
              <a:rPr lang="en-GB"/>
              <a:t>Edit master title format</a:t>
            </a:r>
          </a:p>
        </p:txBody>
      </p:sp>
      <p:sp>
        <p:nvSpPr>
          <p:cNvPr id="5" name="Inhaltsplatzhalter 4"/>
          <p:cNvSpPr>
            <a:spLocks noGrp="1"/>
          </p:cNvSpPr>
          <p:nvPr>
            <p:ph sz="quarter" idx="14" hasCustomPrompt="1"/>
          </p:nvPr>
        </p:nvSpPr>
        <p:spPr>
          <a:xfrm>
            <a:off x="479425" y="1605307"/>
            <a:ext cx="11233149" cy="4855818"/>
          </a:xfrm>
        </p:spPr>
        <p:txBody>
          <a:bodyPr/>
          <a:lstStyle>
            <a:lvl1pPr>
              <a:defRPr baseline="0"/>
            </a:lvl1pPr>
            <a:lvl2pPr>
              <a:defRPr/>
            </a:lvl2pPr>
            <a:lvl3pPr>
              <a:defRPr/>
            </a:lvl3pPr>
            <a:lvl4pPr>
              <a:defRPr baseline="0"/>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6335988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r Titel">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F0605A64-2B63-413A-A26B-43B30D77127D}"/>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F0605A64-2B63-413A-A26B-43B30D77127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00416A2A-8426-4273-BB96-478B63147052}"/>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7" name="Titel 6">
            <a:extLst>
              <a:ext uri="{FF2B5EF4-FFF2-40B4-BE49-F238E27FC236}">
                <a16:creationId xmlns:a16="http://schemas.microsoft.com/office/drawing/2014/main" id="{F490E706-F8A4-4052-9AE3-BC93A228C907}"/>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9" name="Textplatzhalter 8">
            <a:extLst>
              <a:ext uri="{FF2B5EF4-FFF2-40B4-BE49-F238E27FC236}">
                <a16:creationId xmlns:a16="http://schemas.microsoft.com/office/drawing/2014/main" id="{9C20E754-BBFE-4A95-AA44-67ACDA85C71B}"/>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Tree>
    <p:extLst>
      <p:ext uri="{BB962C8B-B14F-4D97-AF65-F5344CB8AC3E}">
        <p14:creationId xmlns:p14="http://schemas.microsoft.com/office/powerpoint/2010/main" val="114405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el und Text">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08ED5069-7E91-48C5-95E3-99F57E17659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08ED5069-7E91-48C5-95E3-99F57E17659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B2A3BD8A-6CFF-48E0-A155-11F4B2BBD557}"/>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11" name="Titel 10">
            <a:extLst>
              <a:ext uri="{FF2B5EF4-FFF2-40B4-BE49-F238E27FC236}">
                <a16:creationId xmlns:a16="http://schemas.microsoft.com/office/drawing/2014/main" id="{A26E03A4-095B-410D-BCF8-3F189668F86A}"/>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2" name="Textplatzhalter 8">
            <a:extLst>
              <a:ext uri="{FF2B5EF4-FFF2-40B4-BE49-F238E27FC236}">
                <a16:creationId xmlns:a16="http://schemas.microsoft.com/office/drawing/2014/main" id="{2EA80287-A2C9-4521-95F7-BFAC821FCA08}"/>
              </a:ext>
            </a:extLst>
          </p:cNvPr>
          <p:cNvSpPr>
            <a:spLocks noGrp="1"/>
          </p:cNvSpPr>
          <p:nvPr>
            <p:ph type="body" sz="quarter" idx="14"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5" name="Textplatzhalter 4"/>
          <p:cNvSpPr>
            <a:spLocks noGrp="1"/>
          </p:cNvSpPr>
          <p:nvPr>
            <p:ph type="body" sz="quarter" idx="15" hasCustomPrompt="1"/>
          </p:nvPr>
        </p:nvSpPr>
        <p:spPr>
          <a:xfrm>
            <a:off x="479427" y="1605435"/>
            <a:ext cx="11233147" cy="4849340"/>
          </a:xfrm>
        </p:spPr>
        <p:txBody>
          <a:bodyPr/>
          <a:lstStyle>
            <a:lvl1pPr>
              <a:defRPr/>
            </a:lvl1pPr>
            <a:lvl2pPr>
              <a:defRPr baseline="0"/>
            </a:lvl2pPr>
            <a:lvl3pPr>
              <a:defRPr/>
            </a:lvl3pPr>
            <a:lvl4pPr>
              <a:defRPr baseline="0"/>
            </a:lvl4pPr>
            <a:lvl5pPr>
              <a:defRPr baseline="0"/>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1848248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two contents">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D653AC16-B8BF-4F06-9847-410FBD661142}"/>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D653AC16-B8BF-4F06-9847-410FBD661142}"/>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D21E1F63-0E73-4BE0-AB62-ECF4E2E15BF1}"/>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11" name="Titel 10">
            <a:extLst>
              <a:ext uri="{FF2B5EF4-FFF2-40B4-BE49-F238E27FC236}">
                <a16:creationId xmlns:a16="http://schemas.microsoft.com/office/drawing/2014/main" id="{A26E03A4-095B-410D-BCF8-3F189668F86A}"/>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3" name="Textplatzhalter 8">
            <a:extLst>
              <a:ext uri="{FF2B5EF4-FFF2-40B4-BE49-F238E27FC236}">
                <a16:creationId xmlns:a16="http://schemas.microsoft.com/office/drawing/2014/main" id="{6DBC4AB2-2C37-4DD5-89D1-6E82832F27B2}"/>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5" name="Inhaltsplatzhalter 4"/>
          <p:cNvSpPr>
            <a:spLocks noGrp="1"/>
          </p:cNvSpPr>
          <p:nvPr>
            <p:ph sz="quarter" idx="21" hasCustomPrompt="1"/>
          </p:nvPr>
        </p:nvSpPr>
        <p:spPr>
          <a:xfrm>
            <a:off x="479427" y="1605435"/>
            <a:ext cx="5384331" cy="4849340"/>
          </a:xfrm>
        </p:spPr>
        <p:txBody>
          <a:bodyPr/>
          <a:lstStyle>
            <a:lvl1pPr>
              <a:defRPr/>
            </a:lvl1pPr>
            <a:lvl2pPr>
              <a:defRPr/>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15" name="Inhaltsplatzhalter 4"/>
          <p:cNvSpPr>
            <a:spLocks noGrp="1"/>
          </p:cNvSpPr>
          <p:nvPr>
            <p:ph sz="quarter" idx="22" hasCustomPrompt="1"/>
          </p:nvPr>
        </p:nvSpPr>
        <p:spPr>
          <a:xfrm>
            <a:off x="6328243" y="1605435"/>
            <a:ext cx="5384331" cy="4849340"/>
          </a:xfrm>
        </p:spPr>
        <p:txBody>
          <a:bodyPr/>
          <a:lstStyle>
            <a:lvl1pPr>
              <a:defRPr/>
            </a:lvl1pPr>
            <a:lvl2pPr>
              <a:defRPr/>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613369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Background image with content">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n-ea"/>
              <a:cs typeface="+mn-cs"/>
              <a:sym typeface="STIHL Contraface Text"/>
            </a:endParaRP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17" name="Hintergrundbild">
            <a:extLst>
              <a:ext uri="{FF2B5EF4-FFF2-40B4-BE49-F238E27FC236}">
                <a16:creationId xmlns:a16="http://schemas.microsoft.com/office/drawing/2014/main" id="{91303CF3-1A7E-4149-A9A1-BC9B75037D65}"/>
              </a:ext>
            </a:extLst>
          </p:cNvPr>
          <p:cNvSpPr>
            <a:spLocks noGrp="1"/>
          </p:cNvSpPr>
          <p:nvPr>
            <p:ph type="pic" sz="quarter" idx="15" hasCustomPrompt="1"/>
          </p:nvPr>
        </p:nvSpPr>
        <p:spPr>
          <a:xfrm>
            <a:off x="0" y="0"/>
            <a:ext cx="12192000" cy="6858000"/>
          </a:xfrm>
          <a:custGeom>
            <a:avLst/>
            <a:gdLst>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4587758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87758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75232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81495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81495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600284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04664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04664 w 12192000"/>
              <a:gd name="connsiteY7" fmla="*/ 1027306 h 6858000"/>
              <a:gd name="connsiteX8" fmla="*/ 11904664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38870 w 12192000"/>
              <a:gd name="connsiteY6" fmla="*/ 1034926 h 6858000"/>
              <a:gd name="connsiteX7" fmla="*/ 11904664 w 12192000"/>
              <a:gd name="connsiteY7" fmla="*/ 1027306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721784 w 12192000"/>
              <a:gd name="connsiteY8" fmla="*/ 39012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649394 w 12192000"/>
              <a:gd name="connsiteY7" fmla="*/ 87109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756074 w 12192000"/>
              <a:gd name="connsiteY7" fmla="*/ 9530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2759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735119 w 12192000"/>
              <a:gd name="connsiteY7" fmla="*/ 89967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3111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20869 w 12192000"/>
              <a:gd name="connsiteY3" fmla="*/ 25296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361950 w 12192000"/>
              <a:gd name="connsiteY1" fmla="*/ 6536402 h 6858000"/>
              <a:gd name="connsiteX2" fmla="*/ 4587758 w 12192000"/>
              <a:gd name="connsiteY2" fmla="*/ 6536402 h 6858000"/>
              <a:gd name="connsiteX3" fmla="*/ 4520869 w 12192000"/>
              <a:gd name="connsiteY3" fmla="*/ 252962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87758 w 12192000"/>
              <a:gd name="connsiteY2" fmla="*/ 6536402 h 6858000"/>
              <a:gd name="connsiteX3" fmla="*/ 4520869 w 12192000"/>
              <a:gd name="connsiteY3" fmla="*/ 252962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08510 w 12192000"/>
              <a:gd name="connsiteY2" fmla="*/ 6603458 h 6858000"/>
              <a:gd name="connsiteX3" fmla="*/ 4520869 w 12192000"/>
              <a:gd name="connsiteY3" fmla="*/ 252962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02795 w 12192000"/>
              <a:gd name="connsiteY2" fmla="*/ 6599648 h 6858000"/>
              <a:gd name="connsiteX3" fmla="*/ 4520869 w 12192000"/>
              <a:gd name="connsiteY3" fmla="*/ 252962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02795 w 12192000"/>
              <a:gd name="connsiteY2" fmla="*/ 6599648 h 6858000"/>
              <a:gd name="connsiteX3" fmla="*/ 4233214 w 12192000"/>
              <a:gd name="connsiteY3" fmla="*/ 468227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02795 w 12192000"/>
              <a:gd name="connsiteY2" fmla="*/ 6599648 h 6858000"/>
              <a:gd name="connsiteX3" fmla="*/ 4503724 w 12192000"/>
              <a:gd name="connsiteY3" fmla="*/ 258677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549021 w 12192000"/>
              <a:gd name="connsiteY0" fmla="*/ 472418 h 6858000"/>
              <a:gd name="connsiteX1" fmla="*/ 282702 w 12192000"/>
              <a:gd name="connsiteY1" fmla="*/ 6597362 h 6858000"/>
              <a:gd name="connsiteX2" fmla="*/ 4502795 w 12192000"/>
              <a:gd name="connsiteY2" fmla="*/ 6599648 h 6858000"/>
              <a:gd name="connsiteX3" fmla="*/ 4503724 w 12192000"/>
              <a:gd name="connsiteY3" fmla="*/ 258677 h 6858000"/>
              <a:gd name="connsiteX4" fmla="*/ 549021 w 12192000"/>
              <a:gd name="connsiteY4" fmla="*/ 47241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4226 w 12192000"/>
              <a:gd name="connsiteY0" fmla="*/ 259058 h 6858000"/>
              <a:gd name="connsiteX1" fmla="*/ 282702 w 12192000"/>
              <a:gd name="connsiteY1" fmla="*/ 6597362 h 6858000"/>
              <a:gd name="connsiteX2" fmla="*/ 4502795 w 12192000"/>
              <a:gd name="connsiteY2" fmla="*/ 6599648 h 6858000"/>
              <a:gd name="connsiteX3" fmla="*/ 4503724 w 12192000"/>
              <a:gd name="connsiteY3" fmla="*/ 258677 h 6858000"/>
              <a:gd name="connsiteX4" fmla="*/ 28422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4226" y="259058"/>
                </a:moveTo>
                <a:lnTo>
                  <a:pt x="282702" y="6597362"/>
                </a:lnTo>
                <a:lnTo>
                  <a:pt x="4502795" y="6599648"/>
                </a:lnTo>
                <a:cubicBezTo>
                  <a:pt x="4504883" y="4535648"/>
                  <a:pt x="4501636" y="2322677"/>
                  <a:pt x="4503724" y="258677"/>
                </a:cubicBezTo>
                <a:lnTo>
                  <a:pt x="284226" y="259058"/>
                </a:lnTo>
                <a:close/>
                <a:moveTo>
                  <a:pt x="10144585" y="266296"/>
                </a:moveTo>
                <a:lnTo>
                  <a:pt x="10144585" y="1025401"/>
                </a:lnTo>
                <a:lnTo>
                  <a:pt x="11900854" y="1027306"/>
                </a:lnTo>
                <a:lnTo>
                  <a:pt x="11902759" y="268201"/>
                </a:lnTo>
                <a:lnTo>
                  <a:pt x="10144585" y="266296"/>
                </a:lnTo>
                <a:close/>
                <a:moveTo>
                  <a:pt x="0" y="0"/>
                </a:moveTo>
                <a:lnTo>
                  <a:pt x="12192000" y="0"/>
                </a:lnTo>
                <a:lnTo>
                  <a:pt x="12192000" y="6858000"/>
                </a:lnTo>
                <a:lnTo>
                  <a:pt x="0" y="6858000"/>
                </a:lnTo>
                <a:lnTo>
                  <a:pt x="0" y="0"/>
                </a:lnTo>
                <a:close/>
              </a:path>
            </a:pathLst>
          </a:custGeom>
          <a:noFill/>
        </p:spPr>
        <p:txBody>
          <a:bodyPr wrap="square">
            <a:noAutofit/>
          </a:bodyPr>
          <a:lstStyle>
            <a:lvl1pPr marL="0" indent="0">
              <a:buNone/>
              <a:defRPr/>
            </a:lvl1pPr>
          </a:lstStyle>
          <a:p>
            <a:r>
              <a:rPr lang="en-US"/>
              <a:t>Add image by clicking on icon</a:t>
            </a:r>
          </a:p>
        </p:txBody>
      </p:sp>
      <p:sp>
        <p:nvSpPr>
          <p:cNvPr id="8" name="Subline">
            <a:extLst>
              <a:ext uri="{FF2B5EF4-FFF2-40B4-BE49-F238E27FC236}">
                <a16:creationId xmlns:a16="http://schemas.microsoft.com/office/drawing/2014/main" id="{27895B51-0BE5-4A27-BF19-DDD42ED32697}"/>
              </a:ext>
            </a:extLst>
          </p:cNvPr>
          <p:cNvSpPr>
            <a:spLocks noGrp="1"/>
          </p:cNvSpPr>
          <p:nvPr>
            <p:ph type="body" sz="quarter" idx="13" hasCustomPrompt="1"/>
          </p:nvPr>
        </p:nvSpPr>
        <p:spPr>
          <a:xfrm>
            <a:off x="283316" y="5443855"/>
            <a:ext cx="4219882" cy="166199"/>
          </a:xfrm>
          <a:prstGeom prst="rect">
            <a:avLst/>
          </a:prstGeom>
        </p:spPr>
        <p:txBody>
          <a:bodyPr lIns="288000" rIns="288000" anchor="t" anchorCtr="0">
            <a:spAutoFit/>
          </a:bodyPr>
          <a:lstStyle>
            <a:lvl1pPr marL="0" indent="0">
              <a:spcBef>
                <a:spcPts val="0"/>
              </a:spcBef>
              <a:buNone/>
              <a:defRPr sz="1200" b="1" cap="none" baseline="0">
                <a:latin typeface="+mj-lt"/>
              </a:defRPr>
            </a:lvl1pPr>
          </a:lstStyle>
          <a:p>
            <a:pPr lvl="0"/>
            <a:r>
              <a:rPr lang="en-GB"/>
              <a:t>Subline</a:t>
            </a:r>
          </a:p>
        </p:txBody>
      </p:sp>
      <p:sp>
        <p:nvSpPr>
          <p:cNvPr id="2" name="Titel 1">
            <a:extLst>
              <a:ext uri="{FF2B5EF4-FFF2-40B4-BE49-F238E27FC236}">
                <a16:creationId xmlns:a16="http://schemas.microsoft.com/office/drawing/2014/main" id="{26D20123-1501-4CA7-AA2F-3112A0331967}"/>
              </a:ext>
            </a:extLst>
          </p:cNvPr>
          <p:cNvSpPr>
            <a:spLocks noGrp="1"/>
          </p:cNvSpPr>
          <p:nvPr>
            <p:ph type="title" hasCustomPrompt="1"/>
          </p:nvPr>
        </p:nvSpPr>
        <p:spPr>
          <a:xfrm>
            <a:off x="283316" y="258750"/>
            <a:ext cx="4219882" cy="1191023"/>
          </a:xfrm>
        </p:spPr>
        <p:txBody>
          <a:bodyPr vert="horz" lIns="288000" tIns="288000" rIns="288000" bIns="288000" rtlCol="0">
            <a:noAutofit/>
          </a:bodyPr>
          <a:lstStyle>
            <a:lvl1pPr>
              <a:spcBef>
                <a:spcPts val="0"/>
              </a:spcBef>
              <a:defRPr lang="de-DE" sz="2200" cap="none" baseline="0" dirty="0">
                <a:latin typeface="+mj-lt"/>
                <a:ea typeface="+mn-ea"/>
                <a:cs typeface="+mn-cs"/>
              </a:defRPr>
            </a:lvl1pPr>
          </a:lstStyle>
          <a:p>
            <a:pPr marL="0" lvl="0" indent="0">
              <a:spcBef>
                <a:spcPts val="1000"/>
              </a:spcBef>
              <a:buFont typeface="Arial" panose="020B0604020202020204" pitchFamily="34" charset="0"/>
            </a:pPr>
            <a:r>
              <a:rPr lang="en-GB"/>
              <a:t>Edit master title format</a:t>
            </a:r>
          </a:p>
        </p:txBody>
      </p:sp>
      <p:sp>
        <p:nvSpPr>
          <p:cNvPr id="26" name="Rechteck 25">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
        <p:nvSpPr>
          <p:cNvPr id="6" name="Inhaltsplatzhalter 5"/>
          <p:cNvSpPr>
            <a:spLocks noGrp="1"/>
          </p:cNvSpPr>
          <p:nvPr>
            <p:ph sz="quarter" idx="16" hasCustomPrompt="1"/>
          </p:nvPr>
        </p:nvSpPr>
        <p:spPr>
          <a:xfrm>
            <a:off x="283316" y="1533024"/>
            <a:ext cx="4219882" cy="3910831"/>
          </a:xfrm>
        </p:spPr>
        <p:txBody>
          <a:bodyPr lIns="288000" rIns="288000"/>
          <a:lstStyle>
            <a:lvl1pPr>
              <a:defRPr/>
            </a:lvl1pPr>
            <a:lvl2pPr>
              <a:defRPr baseline="0"/>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7483884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ext content left / picture right">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7533893B-821E-4ADE-9220-F4BFD56A94DA}"/>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4" name="Objekt 3" hidden="1">
                        <a:extLst>
                          <a:ext uri="{FF2B5EF4-FFF2-40B4-BE49-F238E27FC236}">
                            <a16:creationId xmlns:a16="http://schemas.microsoft.com/office/drawing/2014/main" id="{7533893B-821E-4ADE-9220-F4BFD56A94DA}"/>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459E3539-5FD6-406C-97C0-23B63907A3AF}"/>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8" name="Titel 7">
            <a:extLst>
              <a:ext uri="{FF2B5EF4-FFF2-40B4-BE49-F238E27FC236}">
                <a16:creationId xmlns:a16="http://schemas.microsoft.com/office/drawing/2014/main" id="{3645C76C-2B5D-4ED3-8A37-4C9BFA9F1DA8}"/>
              </a:ext>
            </a:extLst>
          </p:cNvPr>
          <p:cNvSpPr>
            <a:spLocks noGrp="1"/>
          </p:cNvSpPr>
          <p:nvPr>
            <p:ph type="title" hasCustomPrompt="1"/>
          </p:nvPr>
        </p:nvSpPr>
        <p:spPr>
          <a:xfrm>
            <a:off x="479425"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6340007" y="1605435"/>
            <a:ext cx="5372567" cy="4849340"/>
          </a:xfrm>
          <a:prstGeom prst="rect">
            <a:avLst/>
          </a:prstGeom>
        </p:spPr>
        <p:txBody>
          <a:bodyPr vert="horz" lIns="0" tIns="0" rIns="0" bIns="0" rtlCol="0">
            <a:normAutofit/>
          </a:bodyPr>
          <a:lstStyle>
            <a:lvl1pPr>
              <a:lnSpc>
                <a:spcPct val="90000"/>
              </a:lnSpc>
              <a:defRPr lang="de-DE" dirty="0"/>
            </a:lvl1pPr>
          </a:lstStyle>
          <a:p>
            <a:pPr lvl="0"/>
            <a:r>
              <a:rPr lang="en-US"/>
              <a:t>Add image by clicking on icon</a:t>
            </a:r>
          </a:p>
        </p:txBody>
      </p:sp>
      <p:sp>
        <p:nvSpPr>
          <p:cNvPr id="13" name="Textplatzhalter 8">
            <a:extLst>
              <a:ext uri="{FF2B5EF4-FFF2-40B4-BE49-F238E27FC236}">
                <a16:creationId xmlns:a16="http://schemas.microsoft.com/office/drawing/2014/main" id="{3F74B75A-3F3E-4E2B-84F3-277B54EBC3AE}"/>
              </a:ext>
            </a:extLst>
          </p:cNvPr>
          <p:cNvSpPr>
            <a:spLocks noGrp="1"/>
          </p:cNvSpPr>
          <p:nvPr>
            <p:ph type="body" sz="quarter" idx="14"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6" name="Inhaltsplatzhalter 5"/>
          <p:cNvSpPr>
            <a:spLocks noGrp="1"/>
          </p:cNvSpPr>
          <p:nvPr>
            <p:ph sz="quarter" idx="15" hasCustomPrompt="1"/>
          </p:nvPr>
        </p:nvSpPr>
        <p:spPr>
          <a:xfrm>
            <a:off x="479427" y="1605435"/>
            <a:ext cx="5384332" cy="4849340"/>
          </a:xfrm>
        </p:spPr>
        <p:txBody>
          <a:bodyPr/>
          <a:lstStyle>
            <a:lvl1pPr>
              <a:defRPr/>
            </a:lvl1pPr>
            <a:lvl2pPr>
              <a:defRPr/>
            </a:lvl2pPr>
            <a:lvl3pPr>
              <a:defRPr/>
            </a:lvl3pPr>
            <a:lvl4pPr>
              <a:defRPr/>
            </a:lvl4pPr>
            <a:lvl5pPr>
              <a:defRPr baseline="0"/>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2263738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icture left / text content right">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6C37FF3E-A92A-4E10-BE06-1BAF6DBEE3A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4" name="Objekt 3" hidden="1">
                        <a:extLst>
                          <a:ext uri="{FF2B5EF4-FFF2-40B4-BE49-F238E27FC236}">
                            <a16:creationId xmlns:a16="http://schemas.microsoft.com/office/drawing/2014/main" id="{6C37FF3E-A92A-4E10-BE06-1BAF6DBEE3A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D59466C3-9696-446B-A506-2764C30C5245}"/>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8" name="Titel 7">
            <a:extLst>
              <a:ext uri="{FF2B5EF4-FFF2-40B4-BE49-F238E27FC236}">
                <a16:creationId xmlns:a16="http://schemas.microsoft.com/office/drawing/2014/main" id="{3645C76C-2B5D-4ED3-8A37-4C9BFA9F1DA8}"/>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479427" y="1605435"/>
            <a:ext cx="5384332" cy="4849340"/>
          </a:xfrm>
          <a:prstGeom prst="rect">
            <a:avLst/>
          </a:prstGeom>
        </p:spPr>
        <p:txBody>
          <a:bodyPr/>
          <a:lstStyle>
            <a:lvl1pPr marL="0" indent="0">
              <a:lnSpc>
                <a:spcPct val="90000"/>
              </a:lnSpc>
              <a:buNone/>
              <a:defRPr/>
            </a:lvl1pPr>
          </a:lstStyle>
          <a:p>
            <a:r>
              <a:rPr lang="en-US"/>
              <a:t>Add image by clicking on icon</a:t>
            </a:r>
          </a:p>
        </p:txBody>
      </p:sp>
      <p:sp>
        <p:nvSpPr>
          <p:cNvPr id="12" name="Textplatzhalter 8">
            <a:extLst>
              <a:ext uri="{FF2B5EF4-FFF2-40B4-BE49-F238E27FC236}">
                <a16:creationId xmlns:a16="http://schemas.microsoft.com/office/drawing/2014/main" id="{5E1810CB-B3A3-4F48-882E-1806957C5A9D}"/>
              </a:ext>
            </a:extLst>
          </p:cNvPr>
          <p:cNvSpPr>
            <a:spLocks noGrp="1"/>
          </p:cNvSpPr>
          <p:nvPr>
            <p:ph type="body" sz="quarter" idx="15"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a:t>
            </a:r>
            <a:r>
              <a:rPr lang="en-GB" noProof="0"/>
              <a:t>headline</a:t>
            </a:r>
          </a:p>
        </p:txBody>
      </p:sp>
      <p:sp>
        <p:nvSpPr>
          <p:cNvPr id="6" name="Inhaltsplatzhalter 5"/>
          <p:cNvSpPr>
            <a:spLocks noGrp="1"/>
          </p:cNvSpPr>
          <p:nvPr>
            <p:ph sz="quarter" idx="16" hasCustomPrompt="1"/>
          </p:nvPr>
        </p:nvSpPr>
        <p:spPr>
          <a:xfrm>
            <a:off x="6328242" y="1605435"/>
            <a:ext cx="5384332" cy="4849340"/>
          </a:xfrm>
        </p:spPr>
        <p:txBody>
          <a:bodyPr/>
          <a:lstStyle>
            <a:lvl1pPr>
              <a:defRPr baseline="0"/>
            </a:lvl1pPr>
            <a:lvl2pPr>
              <a:defRPr/>
            </a:lvl2pPr>
            <a:lvl3pPr>
              <a:defRPr/>
            </a:lvl3pPr>
            <a:lvl4pPr>
              <a:defRPr baseline="0"/>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38451347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ong title background image / text content right">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0" y="0"/>
            <a:ext cx="4068000" cy="6858000"/>
          </a:xfrm>
          <a:prstGeom prst="rect">
            <a:avLst/>
          </a:prstGeom>
        </p:spPr>
        <p:txBody>
          <a:bodyPr/>
          <a:lstStyle>
            <a:lvl1pPr marL="0" indent="0">
              <a:buNone/>
              <a:defRPr/>
            </a:lvl1pPr>
          </a:lstStyle>
          <a:p>
            <a:r>
              <a:rPr lang="en-US"/>
              <a:t>Add image by clicking on icon</a:t>
            </a:r>
          </a:p>
        </p:txBody>
      </p:sp>
      <p:sp>
        <p:nvSpPr>
          <p:cNvPr id="7" name="Inhaltsplatzhalter 6"/>
          <p:cNvSpPr>
            <a:spLocks noGrp="1"/>
          </p:cNvSpPr>
          <p:nvPr>
            <p:ph sz="quarter" idx="14" hasCustomPrompt="1"/>
          </p:nvPr>
        </p:nvSpPr>
        <p:spPr>
          <a:xfrm>
            <a:off x="4547426" y="1605435"/>
            <a:ext cx="5488114" cy="4849340"/>
          </a:xfrm>
        </p:spPr>
        <p:txBody>
          <a:bodyPr/>
          <a:lstStyle>
            <a:lvl1pPr>
              <a:defRPr baseline="0"/>
            </a:lvl1pPr>
            <a:lvl2pPr>
              <a:defRPr baseline="0"/>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39974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Picture large left / text content right">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0" y="0"/>
            <a:ext cx="6731876" cy="6858000"/>
          </a:xfrm>
          <a:prstGeom prst="rect">
            <a:avLst/>
          </a:prstGeom>
        </p:spPr>
        <p:txBody>
          <a:bodyPr/>
          <a:lstStyle>
            <a:lvl1pPr marL="0" indent="0">
              <a:buNone/>
              <a:defRPr/>
            </a:lvl1pPr>
          </a:lstStyle>
          <a:p>
            <a:r>
              <a:rPr lang="en-US"/>
              <a:t>Add image by clicking on icon</a:t>
            </a:r>
          </a:p>
        </p:txBody>
      </p:sp>
      <p:sp>
        <p:nvSpPr>
          <p:cNvPr id="8" name="Inhaltsplatzhalter 7"/>
          <p:cNvSpPr>
            <a:spLocks noGrp="1"/>
          </p:cNvSpPr>
          <p:nvPr>
            <p:ph sz="quarter" idx="14" hasCustomPrompt="1"/>
          </p:nvPr>
        </p:nvSpPr>
        <p:spPr>
          <a:xfrm>
            <a:off x="7209713" y="1605435"/>
            <a:ext cx="4502861" cy="4849340"/>
          </a:xfrm>
        </p:spPr>
        <p:txBody>
          <a:bodyPr/>
          <a:lstStyle>
            <a:lvl1pPr>
              <a:defRPr/>
            </a:lvl1pPr>
            <a:lvl2pPr>
              <a:defRPr baseline="0"/>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17984517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Vergleich">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435B4EBB-2F7A-4AE4-BD00-67C8C0B62C2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435B4EBB-2F7A-4AE4-BD00-67C8C0B62C23}"/>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A7CB53B2-ECA4-444A-AB4E-723BCED04A18}"/>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3" name="Textplatzhalter 2">
            <a:extLst>
              <a:ext uri="{FF2B5EF4-FFF2-40B4-BE49-F238E27FC236}">
                <a16:creationId xmlns:a16="http://schemas.microsoft.com/office/drawing/2014/main" id="{74A3FDA9-3CE6-48AD-AE14-9F756B6E73F7}"/>
              </a:ext>
            </a:extLst>
          </p:cNvPr>
          <p:cNvSpPr>
            <a:spLocks noGrp="1"/>
          </p:cNvSpPr>
          <p:nvPr>
            <p:ph type="body" idx="1" hasCustomPrompt="1"/>
          </p:nvPr>
        </p:nvSpPr>
        <p:spPr>
          <a:xfrm>
            <a:off x="479427" y="4810219"/>
            <a:ext cx="5384333" cy="1644556"/>
          </a:xfrm>
          <a:prstGeom prst="rect">
            <a:avLst/>
          </a:prstGeom>
        </p:spPr>
        <p:txBody>
          <a:bodyPr anchor="t" anchorCtr="0">
            <a:normAutofit/>
          </a:bodyPr>
          <a:lstStyle>
            <a:lvl1pPr marL="0" indent="0">
              <a:lnSpc>
                <a:spcPct val="90000"/>
              </a:lnSpc>
              <a:buFont typeface="Arial" panose="020B0604020202020204" pitchFamily="34" charset="0"/>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Edit master text format</a:t>
            </a:r>
          </a:p>
        </p:txBody>
      </p:sp>
      <p:sp>
        <p:nvSpPr>
          <p:cNvPr id="5" name="Textplatzhalter 4">
            <a:extLst>
              <a:ext uri="{FF2B5EF4-FFF2-40B4-BE49-F238E27FC236}">
                <a16:creationId xmlns:a16="http://schemas.microsoft.com/office/drawing/2014/main" id="{AD7E1FB2-B072-4C41-88FD-F720EB877288}"/>
              </a:ext>
            </a:extLst>
          </p:cNvPr>
          <p:cNvSpPr>
            <a:spLocks noGrp="1"/>
          </p:cNvSpPr>
          <p:nvPr>
            <p:ph type="body" sz="quarter" idx="3" hasCustomPrompt="1"/>
          </p:nvPr>
        </p:nvSpPr>
        <p:spPr>
          <a:xfrm>
            <a:off x="6328241" y="4810219"/>
            <a:ext cx="5384333" cy="1644556"/>
          </a:xfrm>
          <a:prstGeom prst="rect">
            <a:avLst/>
          </a:prstGeom>
        </p:spPr>
        <p:txBody>
          <a:bodyPr anchor="t" anchorCtr="0">
            <a:normAutofit/>
          </a:bodyPr>
          <a:lstStyle>
            <a:lvl1pPr marL="0" indent="0">
              <a:lnSpc>
                <a:spcPct val="90000"/>
              </a:lnSpc>
              <a:buFont typeface="Arial" panose="020B0604020202020204" pitchFamily="34" charset="0"/>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Edit master text format</a:t>
            </a:r>
          </a:p>
        </p:txBody>
      </p:sp>
      <p:sp>
        <p:nvSpPr>
          <p:cNvPr id="11"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4" name="Textplatzhalter 8">
            <a:extLst>
              <a:ext uri="{FF2B5EF4-FFF2-40B4-BE49-F238E27FC236}">
                <a16:creationId xmlns:a16="http://schemas.microsoft.com/office/drawing/2014/main" id="{6584C2F4-58E3-486D-88D2-9F6D570B6CAC}"/>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8" name="Inhaltsplatzhalter 7"/>
          <p:cNvSpPr>
            <a:spLocks noGrp="1"/>
          </p:cNvSpPr>
          <p:nvPr>
            <p:ph sz="quarter" idx="14" hasCustomPrompt="1"/>
          </p:nvPr>
        </p:nvSpPr>
        <p:spPr>
          <a:xfrm>
            <a:off x="6328241" y="1605435"/>
            <a:ext cx="5384333" cy="3075921"/>
          </a:xfrm>
        </p:spPr>
        <p:txBody>
          <a:bodyPr/>
          <a:lstStyle>
            <a:lvl1pPr>
              <a:defRPr baseline="0"/>
            </a:lvl1pPr>
            <a:lvl2pPr>
              <a:defRPr baseline="0"/>
            </a:lvl2pPr>
            <a:lvl3pPr>
              <a:defRPr baseline="0"/>
            </a:lvl3pPr>
            <a:lvl4pPr>
              <a:defRPr/>
            </a:lvl4pPr>
            <a:lvl5pPr>
              <a:defRPr baseline="0"/>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 </a:t>
            </a:r>
          </a:p>
        </p:txBody>
      </p:sp>
      <p:sp>
        <p:nvSpPr>
          <p:cNvPr id="15" name="Inhaltsplatzhalter 7"/>
          <p:cNvSpPr>
            <a:spLocks noGrp="1"/>
          </p:cNvSpPr>
          <p:nvPr>
            <p:ph sz="quarter" idx="15" hasCustomPrompt="1"/>
          </p:nvPr>
        </p:nvSpPr>
        <p:spPr>
          <a:xfrm>
            <a:off x="479427" y="1605435"/>
            <a:ext cx="5384333" cy="3075921"/>
          </a:xfrm>
        </p:spPr>
        <p:txBody>
          <a:bodyPr/>
          <a:lstStyle>
            <a:lvl1pPr>
              <a:defRPr baseline="0"/>
            </a:lvl1pPr>
            <a:lvl2pPr>
              <a:defRPr baseline="0"/>
            </a:lvl2pPr>
            <a:lvl3pPr>
              <a:defRPr baseline="0"/>
            </a:lvl3pPr>
            <a:lvl4pPr>
              <a:defRPr/>
            </a:lvl4pPr>
            <a:lvl5pPr>
              <a:defRPr baseline="0"/>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 </a:t>
            </a:r>
          </a:p>
        </p:txBody>
      </p:sp>
    </p:spTree>
    <p:extLst>
      <p:ext uri="{BB962C8B-B14F-4D97-AF65-F5344CB8AC3E}">
        <p14:creationId xmlns:p14="http://schemas.microsoft.com/office/powerpoint/2010/main" val="20562469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Picture only">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0" y="0"/>
            <a:ext cx="12192000" cy="6858000"/>
          </a:xfrm>
          <a:prstGeom prst="rect">
            <a:avLst/>
          </a:prstGeom>
        </p:spPr>
        <p:txBody>
          <a:bodyPr/>
          <a:lstStyle>
            <a:lvl1pPr marL="0" indent="0">
              <a:buNone/>
              <a:defRPr/>
            </a:lvl1pPr>
          </a:lstStyle>
          <a:p>
            <a:r>
              <a:rPr lang="en-US"/>
              <a:t>Add image by clicking on icon</a:t>
            </a:r>
          </a:p>
        </p:txBody>
      </p:sp>
      <p:sp>
        <p:nvSpPr>
          <p:cNvPr id="4" name="Rechteck 3">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1058241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Five picture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479427" y="503236"/>
            <a:ext cx="7434865" cy="2876627"/>
          </a:xfrm>
          <a:prstGeom prst="rect">
            <a:avLst/>
          </a:prstGeom>
        </p:spPr>
        <p:txBody>
          <a:bodyPr/>
          <a:lstStyle>
            <a:lvl1pPr marL="0" indent="0">
              <a:buNone/>
              <a:defRPr/>
            </a:lvl1pPr>
          </a:lstStyle>
          <a:p>
            <a:r>
              <a:rPr lang="en-US"/>
              <a:t>Add image by clicking on icon</a:t>
            </a:r>
          </a:p>
        </p:txBody>
      </p:sp>
      <p:sp>
        <p:nvSpPr>
          <p:cNvPr id="4" name="Bildplatzhalter 7">
            <a:extLst>
              <a:ext uri="{FF2B5EF4-FFF2-40B4-BE49-F238E27FC236}">
                <a16:creationId xmlns:a16="http://schemas.microsoft.com/office/drawing/2014/main" id="{3874E60C-732A-46D4-A0D2-7308833B35F3}"/>
              </a:ext>
            </a:extLst>
          </p:cNvPr>
          <p:cNvSpPr>
            <a:spLocks noGrp="1"/>
          </p:cNvSpPr>
          <p:nvPr>
            <p:ph type="pic" sz="quarter" idx="14" hasCustomPrompt="1"/>
          </p:nvPr>
        </p:nvSpPr>
        <p:spPr>
          <a:xfrm>
            <a:off x="8112574" y="503236"/>
            <a:ext cx="3600000" cy="2876627"/>
          </a:xfrm>
          <a:prstGeom prst="rect">
            <a:avLst/>
          </a:prstGeom>
        </p:spPr>
        <p:txBody>
          <a:bodyPr/>
          <a:lstStyle>
            <a:lvl1pPr marL="0" indent="0">
              <a:buNone/>
              <a:defRPr/>
            </a:lvl1pPr>
          </a:lstStyle>
          <a:p>
            <a:r>
              <a:rPr lang="en-US"/>
              <a:t>Add image by clicking on icon</a:t>
            </a:r>
          </a:p>
        </p:txBody>
      </p:sp>
      <p:sp>
        <p:nvSpPr>
          <p:cNvPr id="5" name="Bildplatzhalter 7">
            <a:extLst>
              <a:ext uri="{FF2B5EF4-FFF2-40B4-BE49-F238E27FC236}">
                <a16:creationId xmlns:a16="http://schemas.microsoft.com/office/drawing/2014/main" id="{39157FFC-465D-4202-AA4E-49F8E951F1B8}"/>
              </a:ext>
            </a:extLst>
          </p:cNvPr>
          <p:cNvSpPr>
            <a:spLocks noGrp="1"/>
          </p:cNvSpPr>
          <p:nvPr>
            <p:ph type="pic" sz="quarter" idx="15" hasCustomPrompt="1"/>
          </p:nvPr>
        </p:nvSpPr>
        <p:spPr>
          <a:xfrm>
            <a:off x="8112574" y="3578149"/>
            <a:ext cx="3600000" cy="2876626"/>
          </a:xfrm>
          <a:prstGeom prst="rect">
            <a:avLst/>
          </a:prstGeom>
        </p:spPr>
        <p:txBody>
          <a:bodyPr/>
          <a:lstStyle>
            <a:lvl1pPr marL="0" indent="0">
              <a:buNone/>
              <a:defRPr/>
            </a:lvl1pPr>
          </a:lstStyle>
          <a:p>
            <a:r>
              <a:rPr lang="en-US"/>
              <a:t>Add image by clicking on icon</a:t>
            </a:r>
          </a:p>
        </p:txBody>
      </p:sp>
      <p:sp>
        <p:nvSpPr>
          <p:cNvPr id="6" name="Bildplatzhalter 7">
            <a:extLst>
              <a:ext uri="{FF2B5EF4-FFF2-40B4-BE49-F238E27FC236}">
                <a16:creationId xmlns:a16="http://schemas.microsoft.com/office/drawing/2014/main" id="{398ADFCC-9F73-4FCE-B41A-76494D790BAA}"/>
              </a:ext>
            </a:extLst>
          </p:cNvPr>
          <p:cNvSpPr>
            <a:spLocks noGrp="1"/>
          </p:cNvSpPr>
          <p:nvPr>
            <p:ph type="pic" sz="quarter" idx="16" hasCustomPrompt="1"/>
          </p:nvPr>
        </p:nvSpPr>
        <p:spPr>
          <a:xfrm>
            <a:off x="3326525" y="3578149"/>
            <a:ext cx="4587765" cy="2876626"/>
          </a:xfrm>
          <a:prstGeom prst="rect">
            <a:avLst/>
          </a:prstGeom>
        </p:spPr>
        <p:txBody>
          <a:bodyPr/>
          <a:lstStyle>
            <a:lvl1pPr marL="0" indent="0">
              <a:buNone/>
              <a:defRPr/>
            </a:lvl1pPr>
          </a:lstStyle>
          <a:p>
            <a:r>
              <a:rPr lang="en-US"/>
              <a:t>Add image by clicking on icon</a:t>
            </a:r>
          </a:p>
        </p:txBody>
      </p:sp>
      <p:sp>
        <p:nvSpPr>
          <p:cNvPr id="7" name="Bildplatzhalter 7">
            <a:extLst>
              <a:ext uri="{FF2B5EF4-FFF2-40B4-BE49-F238E27FC236}">
                <a16:creationId xmlns:a16="http://schemas.microsoft.com/office/drawing/2014/main" id="{9C2AE974-6668-41BF-9CA5-FBFDB292E2F0}"/>
              </a:ext>
            </a:extLst>
          </p:cNvPr>
          <p:cNvSpPr>
            <a:spLocks noGrp="1"/>
          </p:cNvSpPr>
          <p:nvPr>
            <p:ph type="pic" sz="quarter" idx="17" hasCustomPrompt="1"/>
          </p:nvPr>
        </p:nvSpPr>
        <p:spPr>
          <a:xfrm>
            <a:off x="479427" y="3578149"/>
            <a:ext cx="2648814" cy="2876626"/>
          </a:xfrm>
          <a:prstGeom prst="rect">
            <a:avLst/>
          </a:prstGeom>
        </p:spPr>
        <p:txBody>
          <a:bodyPr/>
          <a:lstStyle>
            <a:lvl1pPr marL="0" indent="0">
              <a:buNone/>
              <a:defRPr/>
            </a:lvl1pPr>
          </a:lstStyle>
          <a:p>
            <a:r>
              <a:rPr lang="en-US"/>
              <a:t>Add image by clicking on icon</a:t>
            </a:r>
          </a:p>
        </p:txBody>
      </p:sp>
      <p:sp>
        <p:nvSpPr>
          <p:cNvPr id="10" name="Rechteck 9">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35567295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Three picture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479427" y="503236"/>
            <a:ext cx="6912000" cy="5951537"/>
          </a:xfrm>
          <a:prstGeom prst="rect">
            <a:avLst/>
          </a:prstGeom>
        </p:spPr>
        <p:txBody>
          <a:bodyPr/>
          <a:lstStyle>
            <a:lvl1pPr marL="0" indent="0">
              <a:buNone/>
              <a:defRPr/>
            </a:lvl1pPr>
          </a:lstStyle>
          <a:p>
            <a:r>
              <a:rPr lang="en-US"/>
              <a:t>Add image by clicking on icon</a:t>
            </a:r>
          </a:p>
        </p:txBody>
      </p:sp>
      <p:sp>
        <p:nvSpPr>
          <p:cNvPr id="4" name="Bildplatzhalter 7">
            <a:extLst>
              <a:ext uri="{FF2B5EF4-FFF2-40B4-BE49-F238E27FC236}">
                <a16:creationId xmlns:a16="http://schemas.microsoft.com/office/drawing/2014/main" id="{3874E60C-732A-46D4-A0D2-7308833B35F3}"/>
              </a:ext>
            </a:extLst>
          </p:cNvPr>
          <p:cNvSpPr>
            <a:spLocks noGrp="1"/>
          </p:cNvSpPr>
          <p:nvPr>
            <p:ph type="pic" sz="quarter" idx="14" hasCustomPrompt="1"/>
          </p:nvPr>
        </p:nvSpPr>
        <p:spPr>
          <a:xfrm>
            <a:off x="7587672" y="503236"/>
            <a:ext cx="4124902" cy="2876622"/>
          </a:xfrm>
          <a:prstGeom prst="rect">
            <a:avLst/>
          </a:prstGeom>
        </p:spPr>
        <p:txBody>
          <a:bodyPr/>
          <a:lstStyle>
            <a:lvl1pPr marL="0" indent="0">
              <a:buNone/>
              <a:defRPr/>
            </a:lvl1pPr>
          </a:lstStyle>
          <a:p>
            <a:r>
              <a:rPr lang="en-US"/>
              <a:t>Add image by clicking on icon</a:t>
            </a:r>
          </a:p>
        </p:txBody>
      </p:sp>
      <p:sp>
        <p:nvSpPr>
          <p:cNvPr id="9" name="Bildplatzhalter 7">
            <a:extLst>
              <a:ext uri="{FF2B5EF4-FFF2-40B4-BE49-F238E27FC236}">
                <a16:creationId xmlns:a16="http://schemas.microsoft.com/office/drawing/2014/main" id="{77162A5A-203D-4041-B750-630136532946}"/>
              </a:ext>
            </a:extLst>
          </p:cNvPr>
          <p:cNvSpPr>
            <a:spLocks noGrp="1"/>
          </p:cNvSpPr>
          <p:nvPr>
            <p:ph type="pic" sz="quarter" idx="15" hasCustomPrompt="1"/>
          </p:nvPr>
        </p:nvSpPr>
        <p:spPr>
          <a:xfrm>
            <a:off x="7587672" y="3578151"/>
            <a:ext cx="4124902" cy="2876622"/>
          </a:xfrm>
          <a:prstGeom prst="rect">
            <a:avLst/>
          </a:prstGeom>
        </p:spPr>
        <p:txBody>
          <a:bodyPr/>
          <a:lstStyle>
            <a:lvl1pPr marL="0" indent="0">
              <a:buNone/>
              <a:defRPr/>
            </a:lvl1pPr>
          </a:lstStyle>
          <a:p>
            <a:r>
              <a:rPr lang="en-US"/>
              <a:t>Add image by clicking on icon</a:t>
            </a:r>
          </a:p>
        </p:txBody>
      </p:sp>
      <p:sp>
        <p:nvSpPr>
          <p:cNvPr id="6" name="Rechteck 5">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33639881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435B4EBB-2F7A-4AE4-BD00-67C8C0B62C2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435B4EBB-2F7A-4AE4-BD00-67C8C0B62C23}"/>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A7CB53B2-ECA4-444A-AB4E-723BCED04A18}"/>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11"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4" name="Textplatzhalter 8">
            <a:extLst>
              <a:ext uri="{FF2B5EF4-FFF2-40B4-BE49-F238E27FC236}">
                <a16:creationId xmlns:a16="http://schemas.microsoft.com/office/drawing/2014/main" id="{6584C2F4-58E3-486D-88D2-9F6D570B6CAC}"/>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err="1"/>
              <a:t>Subheadline</a:t>
            </a:r>
            <a:endParaRPr lang="en-GB"/>
          </a:p>
        </p:txBody>
      </p:sp>
      <p:sp>
        <p:nvSpPr>
          <p:cNvPr id="6" name="Textplatzhalter 5"/>
          <p:cNvSpPr>
            <a:spLocks noGrp="1"/>
          </p:cNvSpPr>
          <p:nvPr>
            <p:ph type="body" sz="quarter" idx="14" hasCustomPrompt="1"/>
          </p:nvPr>
        </p:nvSpPr>
        <p:spPr>
          <a:xfrm>
            <a:off x="479427" y="4253457"/>
            <a:ext cx="2700000" cy="2201318"/>
          </a:xfrm>
        </p:spPr>
        <p:txBody>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16" name="Textplatzhalter 5"/>
          <p:cNvSpPr>
            <a:spLocks noGrp="1"/>
          </p:cNvSpPr>
          <p:nvPr>
            <p:ph type="body" sz="quarter" idx="15" hasCustomPrompt="1"/>
          </p:nvPr>
        </p:nvSpPr>
        <p:spPr>
          <a:xfrm>
            <a:off x="3323809" y="4253457"/>
            <a:ext cx="2700000" cy="2201318"/>
          </a:xfrm>
        </p:spPr>
        <p:txBody>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17" name="Textplatzhalter 5"/>
          <p:cNvSpPr>
            <a:spLocks noGrp="1"/>
          </p:cNvSpPr>
          <p:nvPr>
            <p:ph type="body" sz="quarter" idx="16" hasCustomPrompt="1"/>
          </p:nvPr>
        </p:nvSpPr>
        <p:spPr>
          <a:xfrm>
            <a:off x="6168191" y="4253457"/>
            <a:ext cx="2700000" cy="2201318"/>
          </a:xfrm>
        </p:spPr>
        <p:txBody>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18" name="Textplatzhalter 5"/>
          <p:cNvSpPr>
            <a:spLocks noGrp="1"/>
          </p:cNvSpPr>
          <p:nvPr>
            <p:ph type="body" sz="quarter" idx="17" hasCustomPrompt="1"/>
          </p:nvPr>
        </p:nvSpPr>
        <p:spPr>
          <a:xfrm>
            <a:off x="9012574" y="4253457"/>
            <a:ext cx="2700000" cy="2201318"/>
          </a:xfrm>
        </p:spPr>
        <p:txBody>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9" name="Bildplatzhalter 8"/>
          <p:cNvSpPr>
            <a:spLocks noGrp="1"/>
          </p:cNvSpPr>
          <p:nvPr>
            <p:ph type="pic" sz="quarter" idx="18" hasCustomPrompt="1"/>
          </p:nvPr>
        </p:nvSpPr>
        <p:spPr>
          <a:xfrm>
            <a:off x="479427" y="1605435"/>
            <a:ext cx="1836000" cy="2448000"/>
          </a:xfrm>
        </p:spPr>
        <p:txBody>
          <a:bodyPr/>
          <a:lstStyle>
            <a:lvl1pPr>
              <a:defRPr b="0"/>
            </a:lvl1pPr>
          </a:lstStyle>
          <a:p>
            <a:r>
              <a:rPr lang="en-US"/>
              <a:t>Add image by clicking on icon</a:t>
            </a:r>
          </a:p>
        </p:txBody>
      </p:sp>
      <p:sp>
        <p:nvSpPr>
          <p:cNvPr id="19" name="Bildplatzhalter 8"/>
          <p:cNvSpPr>
            <a:spLocks noGrp="1"/>
          </p:cNvSpPr>
          <p:nvPr>
            <p:ph type="pic" sz="quarter" idx="19" hasCustomPrompt="1"/>
          </p:nvPr>
        </p:nvSpPr>
        <p:spPr>
          <a:xfrm>
            <a:off x="3323809" y="1605435"/>
            <a:ext cx="1836000" cy="2448000"/>
          </a:xfrm>
        </p:spPr>
        <p:txBody>
          <a:bodyPr/>
          <a:lstStyle>
            <a:lvl1pPr>
              <a:defRPr b="0"/>
            </a:lvl1pPr>
          </a:lstStyle>
          <a:p>
            <a:r>
              <a:rPr lang="en-US"/>
              <a:t>Add image by clicking on icon</a:t>
            </a:r>
          </a:p>
        </p:txBody>
      </p:sp>
      <p:sp>
        <p:nvSpPr>
          <p:cNvPr id="20" name="Bildplatzhalter 8"/>
          <p:cNvSpPr>
            <a:spLocks noGrp="1"/>
          </p:cNvSpPr>
          <p:nvPr>
            <p:ph type="pic" sz="quarter" idx="20" hasCustomPrompt="1"/>
          </p:nvPr>
        </p:nvSpPr>
        <p:spPr>
          <a:xfrm>
            <a:off x="6168191" y="1605435"/>
            <a:ext cx="1836000" cy="2448000"/>
          </a:xfrm>
        </p:spPr>
        <p:txBody>
          <a:bodyPr/>
          <a:lstStyle>
            <a:lvl1pPr>
              <a:defRPr b="0"/>
            </a:lvl1pPr>
          </a:lstStyle>
          <a:p>
            <a:r>
              <a:rPr lang="en-US"/>
              <a:t>Add image by clicking on icon</a:t>
            </a:r>
          </a:p>
        </p:txBody>
      </p:sp>
      <p:sp>
        <p:nvSpPr>
          <p:cNvPr id="21" name="Bildplatzhalter 8"/>
          <p:cNvSpPr>
            <a:spLocks noGrp="1"/>
          </p:cNvSpPr>
          <p:nvPr>
            <p:ph type="pic" sz="quarter" idx="21" hasCustomPrompt="1"/>
          </p:nvPr>
        </p:nvSpPr>
        <p:spPr>
          <a:xfrm>
            <a:off x="9012574" y="1605435"/>
            <a:ext cx="1836000" cy="2448000"/>
          </a:xfrm>
        </p:spPr>
        <p:txBody>
          <a:bodyPr/>
          <a:lstStyle>
            <a:lvl1pPr>
              <a:defRPr b="0"/>
            </a:lvl1pPr>
          </a:lstStyle>
          <a:p>
            <a:r>
              <a:rPr lang="en-US"/>
              <a:t>Add image by clicking on icon</a:t>
            </a:r>
          </a:p>
        </p:txBody>
      </p:sp>
    </p:spTree>
    <p:extLst>
      <p:ext uri="{BB962C8B-B14F-4D97-AF65-F5344CB8AC3E}">
        <p14:creationId xmlns:p14="http://schemas.microsoft.com/office/powerpoint/2010/main" val="2681845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Quote message">
    <p:bg>
      <p:bgPr>
        <a:solidFill>
          <a:srgbClr val="F37A1F"/>
        </a:solidFill>
        <a:effectLst/>
      </p:bgPr>
    </p:bg>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4400" b="1" i="0" baseline="0">
              <a:solidFill>
                <a:schemeClr val="tx1"/>
              </a:solidFill>
              <a:latin typeface="STIHL Contraface Display Title" panose="02000600040000020004" pitchFamily="50" charset="0"/>
              <a:ea typeface="+mj-ea"/>
              <a:cs typeface="+mj-cs"/>
              <a:sym typeface="STIHL Contraface Display Title" panose="02000600040000020004" pitchFamily="50" charset="0"/>
            </a:endParaRPr>
          </a:p>
        </p:txBody>
      </p:sp>
      <p:sp>
        <p:nvSpPr>
          <p:cNvPr id="9" name="Textplatzhalter 8"/>
          <p:cNvSpPr>
            <a:spLocks noGrp="1"/>
          </p:cNvSpPr>
          <p:nvPr>
            <p:ph type="body" sz="quarter" idx="10" hasCustomPrompt="1"/>
          </p:nvPr>
        </p:nvSpPr>
        <p:spPr>
          <a:xfrm>
            <a:off x="568237" y="1186049"/>
            <a:ext cx="450670" cy="609398"/>
          </a:xfrm>
        </p:spPr>
        <p:txBody>
          <a:bodyPr wrap="square">
            <a:noAutofit/>
          </a:bodyPr>
          <a:lstStyle>
            <a:lvl1pPr>
              <a:tabLst>
                <a:tab pos="449263" algn="l"/>
              </a:tabLst>
              <a:defRPr sz="4400">
                <a:solidFill>
                  <a:schemeClr val="bg1"/>
                </a:solidFill>
                <a:latin typeface="STIHL Contraface Display Title" pitchFamily="50" charset="0"/>
              </a:defRPr>
            </a:lvl1pPr>
            <a:lvl2pPr>
              <a:defRPr sz="4400"/>
            </a:lvl2pPr>
            <a:lvl3pPr>
              <a:defRPr sz="4400"/>
            </a:lvl3pPr>
            <a:lvl4pPr>
              <a:defRPr sz="4400"/>
            </a:lvl4pPr>
            <a:lvl5pPr>
              <a:defRPr sz="4400"/>
            </a:lvl5pPr>
          </a:lstStyle>
          <a:p>
            <a:pPr lvl="0"/>
            <a:r>
              <a:rPr lang="en-GB"/>
              <a:t>»	</a:t>
            </a:r>
          </a:p>
        </p:txBody>
      </p:sp>
      <p:sp>
        <p:nvSpPr>
          <p:cNvPr id="11" name="Textplatzhalter 10"/>
          <p:cNvSpPr>
            <a:spLocks noGrp="1"/>
          </p:cNvSpPr>
          <p:nvPr>
            <p:ph type="body" sz="quarter" idx="11" hasCustomPrompt="1"/>
          </p:nvPr>
        </p:nvSpPr>
        <p:spPr>
          <a:xfrm>
            <a:off x="1018907" y="3806696"/>
            <a:ext cx="10695256" cy="249299"/>
          </a:xfrm>
        </p:spPr>
        <p:txBody>
          <a:bodyPr>
            <a:spAutoFit/>
          </a:bodyPr>
          <a:lstStyle>
            <a:lvl1pPr>
              <a:defRPr>
                <a:solidFill>
                  <a:schemeClr val="bg1"/>
                </a:solidFill>
              </a:defRPr>
            </a:lvl1pPr>
          </a:lstStyle>
          <a:p>
            <a:pPr lvl="0"/>
            <a:r>
              <a:rPr lang="en-GB"/>
              <a:t>Edit master text format</a:t>
            </a:r>
          </a:p>
        </p:txBody>
      </p:sp>
      <p:sp>
        <p:nvSpPr>
          <p:cNvPr id="12" name="Textplatzhalter 8">
            <a:extLst>
              <a:ext uri="{FF2B5EF4-FFF2-40B4-BE49-F238E27FC236}">
                <a16:creationId xmlns:a16="http://schemas.microsoft.com/office/drawing/2014/main" id="{12D84E73-3E59-4631-ADBE-BD568242641B}"/>
              </a:ext>
            </a:extLst>
          </p:cNvPr>
          <p:cNvSpPr>
            <a:spLocks noGrp="1"/>
          </p:cNvSpPr>
          <p:nvPr>
            <p:ph type="body" sz="quarter" idx="12" hasCustomPrompt="1"/>
          </p:nvPr>
        </p:nvSpPr>
        <p:spPr>
          <a:xfrm>
            <a:off x="1018907" y="1186049"/>
            <a:ext cx="10695256" cy="609398"/>
          </a:xfrm>
        </p:spPr>
        <p:txBody>
          <a:bodyPr wrap="square">
            <a:spAutoFit/>
          </a:bodyPr>
          <a:lstStyle>
            <a:lvl1pPr>
              <a:tabLst>
                <a:tab pos="449263" algn="l"/>
              </a:tabLst>
              <a:defRPr sz="4400">
                <a:solidFill>
                  <a:schemeClr val="bg1"/>
                </a:solidFill>
                <a:latin typeface="STIHL Contraface Display Title" pitchFamily="50" charset="0"/>
              </a:defRPr>
            </a:lvl1pPr>
            <a:lvl2pPr>
              <a:defRPr sz="4400"/>
            </a:lvl2pPr>
            <a:lvl3pPr>
              <a:defRPr sz="4400"/>
            </a:lvl3pPr>
            <a:lvl4pPr>
              <a:defRPr sz="4400"/>
            </a:lvl4pPr>
            <a:lvl5pPr>
              <a:defRPr sz="4400"/>
            </a:lvl5pPr>
          </a:lstStyle>
          <a:p>
            <a:pPr lvl="0"/>
            <a:r>
              <a:rPr lang="en-GB"/>
              <a:t>quote «</a:t>
            </a:r>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images </a:t>
            </a:r>
          </a:p>
        </p:txBody>
      </p:sp>
      <p:sp>
        <p:nvSpPr>
          <p:cNvPr id="14" name="Rechteck 13">
            <a:extLst>
              <a:ext uri="{FF2B5EF4-FFF2-40B4-BE49-F238E27FC236}">
                <a16:creationId xmlns:a16="http://schemas.microsoft.com/office/drawing/2014/main" id="{5CF86407-DA27-4CA6-A346-F8477F884E96}"/>
              </a:ext>
            </a:extLst>
          </p:cNvPr>
          <p:cNvSpPr>
            <a:spLocks/>
          </p:cNvSpPr>
          <p:nvPr/>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The Guillemets </a:t>
            </a:r>
            <a:br>
              <a:rPr lang="en-US" sz="1600" b="0">
                <a:solidFill>
                  <a:schemeClr val="tx1"/>
                </a:solidFill>
              </a:rPr>
            </a:br>
            <a:r>
              <a:rPr lang="en-US" sz="1600" b="0">
                <a:solidFill>
                  <a:schemeClr val="tx1"/>
                </a:solidFill>
              </a:rPr>
              <a:t>can be inserted </a:t>
            </a:r>
            <a:br>
              <a:rPr lang="en-US" sz="1600" b="0">
                <a:solidFill>
                  <a:schemeClr val="tx1"/>
                </a:solidFill>
              </a:rPr>
            </a:br>
            <a:r>
              <a:rPr lang="en-US" sz="1600" b="0">
                <a:solidFill>
                  <a:schemeClr val="tx1"/>
                </a:solidFill>
              </a:rPr>
              <a:t>via the "Insert" tab through the "Symbol" field</a:t>
            </a:r>
          </a:p>
        </p:txBody>
      </p:sp>
    </p:spTree>
    <p:extLst>
      <p:ext uri="{BB962C8B-B14F-4D97-AF65-F5344CB8AC3E}">
        <p14:creationId xmlns:p14="http://schemas.microsoft.com/office/powerpoint/2010/main" val="33917225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onclusion">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Rechteck 6">
            <a:extLst>
              <a:ext uri="{FF2B5EF4-FFF2-40B4-BE49-F238E27FC236}">
                <a16:creationId xmlns:a16="http://schemas.microsoft.com/office/drawing/2014/main" id="{16762DA5-7BF5-44ED-A0E7-1C1B1049A63C}"/>
              </a:ext>
            </a:extLst>
          </p:cNvPr>
          <p:cNvSpPr/>
          <p:nvPr/>
        </p:nvSpPr>
        <p:spPr>
          <a:xfrm>
            <a:off x="495191" y="6283982"/>
            <a:ext cx="450741" cy="945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GB"/>
          </a:p>
        </p:txBody>
      </p:sp>
      <p:sp>
        <p:nvSpPr>
          <p:cNvPr id="3" name="Textplatzhalter 2">
            <a:extLst>
              <a:ext uri="{FF2B5EF4-FFF2-40B4-BE49-F238E27FC236}">
                <a16:creationId xmlns:a16="http://schemas.microsoft.com/office/drawing/2014/main" id="{2684D222-F168-4BDD-AE60-92B32E636597}"/>
              </a:ext>
            </a:extLst>
          </p:cNvPr>
          <p:cNvSpPr>
            <a:spLocks noGrp="1"/>
          </p:cNvSpPr>
          <p:nvPr>
            <p:ph type="body" sz="quarter" idx="10" hasCustomPrompt="1"/>
          </p:nvPr>
        </p:nvSpPr>
        <p:spPr>
          <a:xfrm>
            <a:off x="479425" y="5499656"/>
            <a:ext cx="7812088" cy="671274"/>
          </a:xfrm>
          <a:prstGeom prst="rect">
            <a:avLst/>
          </a:prstGeom>
          <a:noFill/>
        </p:spPr>
        <p:txBody>
          <a:bodyPr wrap="square" rtlCol="0" anchor="b">
            <a:spAutoFit/>
          </a:bodyPr>
          <a:lstStyle>
            <a:lvl1pPr marL="0" indent="0">
              <a:lnSpc>
                <a:spcPct val="90000"/>
              </a:lnSpc>
              <a:buNone/>
              <a:defRPr lang="de-DE" sz="4800" b="1" cap="all" baseline="0" smtClean="0">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GB"/>
              <a:t>Edit Conclusion</a:t>
            </a:r>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30261" y="502821"/>
            <a:ext cx="1385810" cy="287488"/>
          </a:xfrm>
          <a:prstGeom prst="rect">
            <a:avLst/>
          </a:prstGeom>
        </p:spPr>
      </p:pic>
    </p:spTree>
    <p:extLst>
      <p:ext uri="{BB962C8B-B14F-4D97-AF65-F5344CB8AC3E}">
        <p14:creationId xmlns:p14="http://schemas.microsoft.com/office/powerpoint/2010/main" val="12899558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hapter separator without picture">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extplatzhalter 2">
            <a:extLst>
              <a:ext uri="{FF2B5EF4-FFF2-40B4-BE49-F238E27FC236}">
                <a16:creationId xmlns:a16="http://schemas.microsoft.com/office/drawing/2014/main" id="{2684D222-F168-4BDD-AE60-92B32E636597}"/>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GB"/>
              <a:t>Edit chapter separators</a:t>
            </a:r>
          </a:p>
        </p:txBody>
      </p:sp>
      <p:sp>
        <p:nvSpPr>
          <p:cNvPr id="15" name="Rechteck 14">
            <a:extLst>
              <a:ext uri="{FF2B5EF4-FFF2-40B4-BE49-F238E27FC236}">
                <a16:creationId xmlns:a16="http://schemas.microsoft.com/office/drawing/2014/main" id="{5228CAB1-2EA1-4F8A-B1D7-C5BA22E44783}"/>
              </a:ext>
            </a:extLst>
          </p:cNvPr>
          <p:cNvSpPr/>
          <p:nvPr/>
        </p:nvSpPr>
        <p:spPr>
          <a:xfrm>
            <a:off x="495191" y="6283982"/>
            <a:ext cx="450741" cy="945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GB"/>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30261" y="502821"/>
            <a:ext cx="1385810" cy="287488"/>
          </a:xfrm>
          <a:prstGeom prst="rect">
            <a:avLst/>
          </a:prstGeom>
        </p:spPr>
      </p:pic>
    </p:spTree>
    <p:extLst>
      <p:ext uri="{BB962C8B-B14F-4D97-AF65-F5344CB8AC3E}">
        <p14:creationId xmlns:p14="http://schemas.microsoft.com/office/powerpoint/2010/main" val="4948541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Chapter separator with picture">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0" name="Grafik 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7" name="Bildplatzhalter 14">
            <a:extLst>
              <a:ext uri="{FF2B5EF4-FFF2-40B4-BE49-F238E27FC236}">
                <a16:creationId xmlns:a16="http://schemas.microsoft.com/office/drawing/2014/main" id="{12A2E7EC-D35A-4A4A-BBD2-6097A2AF7814}"/>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673524 w 12192000"/>
              <a:gd name="connsiteY7" fmla="*/ 907291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474785 w 12192000"/>
              <a:gd name="connsiteY6" fmla="*/ 90411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510345 w 12192000"/>
              <a:gd name="connsiteY5" fmla="*/ 58189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510345 w 12192000"/>
              <a:gd name="connsiteY9" fmla="*/ 58189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566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26500 w 12192000"/>
              <a:gd name="connsiteY5" fmla="*/ 339956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226500 w 12192000"/>
              <a:gd name="connsiteY9" fmla="*/ 3399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7306"/>
                </a:lnTo>
                <a:lnTo>
                  <a:pt x="11902124"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Add image by clicking on icon</a:t>
            </a:r>
          </a:p>
        </p:txBody>
      </p:sp>
      <p:sp>
        <p:nvSpPr>
          <p:cNvPr id="8"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GB"/>
              <a:t>Edit chapter separators</a:t>
            </a:r>
          </a:p>
        </p:txBody>
      </p:sp>
      <p:sp>
        <p:nvSpPr>
          <p:cNvPr id="9" name="Rechteck 8">
            <a:extLst>
              <a:ext uri="{FF2B5EF4-FFF2-40B4-BE49-F238E27FC236}">
                <a16:creationId xmlns:a16="http://schemas.microsoft.com/office/drawing/2014/main" id="{2C6085ED-8EF3-4C74-9B9D-7804FC5FAEA1}"/>
              </a:ext>
            </a:extLst>
          </p:cNvPr>
          <p:cNvSpPr/>
          <p:nvPr/>
        </p:nvSpPr>
        <p:spPr>
          <a:xfrm>
            <a:off x="495191" y="6283982"/>
            <a:ext cx="450741" cy="945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GB"/>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129519993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clusion picture">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Grafik 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27" name="Bildplatzhalter 14">
            <a:extLst>
              <a:ext uri="{FF2B5EF4-FFF2-40B4-BE49-F238E27FC236}">
                <a16:creationId xmlns:a16="http://schemas.microsoft.com/office/drawing/2014/main" id="{12A2E7EC-D35A-4A4A-BBD2-6097A2AF7814}"/>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16035 w 12192000"/>
              <a:gd name="connsiteY5" fmla="*/ 36472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316035 w 12192000"/>
              <a:gd name="connsiteY9" fmla="*/ 3647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829734 w 12192000"/>
              <a:gd name="connsiteY8" fmla="*/ 35138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623994 w 12192000"/>
              <a:gd name="connsiteY7" fmla="*/ 92443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206180 w 12192000"/>
              <a:gd name="connsiteY6" fmla="*/ 95555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1410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60790 w 12192000"/>
              <a:gd name="connsiteY5" fmla="*/ 3856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260790 w 12192000"/>
              <a:gd name="connsiteY9" fmla="*/ 385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782109 w 12192000"/>
              <a:gd name="connsiteY8" fmla="*/ 36091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669714 w 12192000"/>
              <a:gd name="connsiteY7" fmla="*/ 95682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217610 w 12192000"/>
              <a:gd name="connsiteY6" fmla="*/ 963171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97620 w 12192000"/>
              <a:gd name="connsiteY6" fmla="*/ 88506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984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349055 w 12192000"/>
              <a:gd name="connsiteY6" fmla="*/ 8755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625899 w 12192000"/>
              <a:gd name="connsiteY8" fmla="*/ 41234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76995 w 12192000"/>
              <a:gd name="connsiteY5" fmla="*/ 44092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376995 w 12192000"/>
              <a:gd name="connsiteY9" fmla="*/ 4409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021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903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5401"/>
                </a:lnTo>
                <a:lnTo>
                  <a:pt x="11904029"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Add image by clicking on icon</a:t>
            </a:r>
          </a:p>
        </p:txBody>
      </p:sp>
      <p:sp>
        <p:nvSpPr>
          <p:cNvPr id="24"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GB"/>
              <a:t>Final words </a:t>
            </a:r>
            <a:br>
              <a:rPr lang="en-GB"/>
            </a:br>
            <a:r>
              <a:rPr lang="en-GB"/>
              <a:t>(many thanks)</a:t>
            </a:r>
          </a:p>
        </p:txBody>
      </p:sp>
      <p:sp>
        <p:nvSpPr>
          <p:cNvPr id="29" name="Rechteck 28">
            <a:extLst>
              <a:ext uri="{FF2B5EF4-FFF2-40B4-BE49-F238E27FC236}">
                <a16:creationId xmlns:a16="http://schemas.microsoft.com/office/drawing/2014/main" id="{2C6085ED-8EF3-4C74-9B9D-7804FC5FAEA1}"/>
              </a:ext>
            </a:extLst>
          </p:cNvPr>
          <p:cNvSpPr/>
          <p:nvPr/>
        </p:nvSpPr>
        <p:spPr>
          <a:xfrm>
            <a:off x="495191" y="6283982"/>
            <a:ext cx="450741" cy="945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GB"/>
          </a:p>
        </p:txBody>
      </p:sp>
      <p:sp>
        <p:nvSpPr>
          <p:cNvPr id="9" name="Rechteck 8">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9123761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Inhalt">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extLst>
              <p:ext uri="{D42A27DB-BD31-4B8C-83A1-F6EECF244321}">
                <p14:modId xmlns:p14="http://schemas.microsoft.com/office/powerpoint/2010/main" val="76221271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7"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Agenda</a:t>
            </a:r>
          </a:p>
        </p:txBody>
      </p:sp>
      <p:sp>
        <p:nvSpPr>
          <p:cNvPr id="4" name="Rechteck 3">
            <a:extLst>
              <a:ext uri="{FF2B5EF4-FFF2-40B4-BE49-F238E27FC236}">
                <a16:creationId xmlns:a16="http://schemas.microsoft.com/office/drawing/2014/main" id="{5CF86407-DA27-4CA6-A346-F8477F884E96}"/>
              </a:ext>
            </a:extLst>
          </p:cNvPr>
          <p:cNvSpPr>
            <a:spLocks/>
          </p:cNvSpPr>
          <p:nvPr/>
        </p:nvSpPr>
        <p:spPr>
          <a:xfrm>
            <a:off x="-1943099" y="2137502"/>
            <a:ext cx="1772284" cy="2582997"/>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a:solidFill>
                  <a:schemeClr val="tx1"/>
                </a:solidFill>
              </a:rPr>
              <a:t>The suggested font sizes are not binding and can be adjusted individually depending on the content density and type of presentation. Please ensure good readability.</a:t>
            </a:r>
          </a:p>
        </p:txBody>
      </p:sp>
    </p:spTree>
    <p:extLst>
      <p:ext uri="{BB962C8B-B14F-4D97-AF65-F5344CB8AC3E}">
        <p14:creationId xmlns:p14="http://schemas.microsoft.com/office/powerpoint/2010/main" val="29665773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Titelfolie leer">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10632919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de-DE" sz="4800" b="1" i="0" baseline="0">
              <a:solidFill>
                <a:schemeClr val="tx1"/>
              </a:solidFill>
              <a:latin typeface="STIHL Contraface Display Title"/>
              <a:ea typeface="+mn-ea"/>
              <a:cs typeface="+mn-cs"/>
              <a:sym typeface="STIHL Contraface Display Title"/>
            </a:endParaRPr>
          </a:p>
        </p:txBody>
      </p:sp>
      <p:sp>
        <p:nvSpPr>
          <p:cNvPr id="11" name="Subline">
            <a:extLst>
              <a:ext uri="{FF2B5EF4-FFF2-40B4-BE49-F238E27FC236}">
                <a16:creationId xmlns:a16="http://schemas.microsoft.com/office/drawing/2014/main" id="{93378434-A597-4F7F-B029-ECD35EA41BCB}"/>
              </a:ext>
            </a:extLst>
          </p:cNvPr>
          <p:cNvSpPr>
            <a:spLocks noGrp="1"/>
          </p:cNvSpPr>
          <p:nvPr>
            <p:ph type="body" sz="quarter" idx="13" hasCustomPrompt="1"/>
          </p:nvPr>
        </p:nvSpPr>
        <p:spPr>
          <a:xfrm>
            <a:off x="571500" y="5706830"/>
            <a:ext cx="8640000" cy="216000"/>
          </a:xfrm>
          <a:prstGeom prst="rect">
            <a:avLst/>
          </a:prstGeom>
        </p:spPr>
        <p:txBody>
          <a:bodyPr lIns="0" rIns="0" anchor="b" anchorCtr="0">
            <a:noAutofit/>
          </a:bodyPr>
          <a:lstStyle>
            <a:lvl1pPr marL="0" indent="0">
              <a:buNone/>
              <a:defRPr sz="1800" b="1" cap="none" baseline="0">
                <a:latin typeface="+mj-lt"/>
              </a:defRPr>
            </a:lvl1pPr>
          </a:lstStyle>
          <a:p>
            <a:pPr lvl="0"/>
            <a:r>
              <a:rPr lang="de-DE" err="1"/>
              <a:t>Subline</a:t>
            </a:r>
            <a:endParaRPr lang="de-DE"/>
          </a:p>
        </p:txBody>
      </p:sp>
      <p:sp>
        <p:nvSpPr>
          <p:cNvPr id="12" name="Name">
            <a:extLst>
              <a:ext uri="{FF2B5EF4-FFF2-40B4-BE49-F238E27FC236}">
                <a16:creationId xmlns:a16="http://schemas.microsoft.com/office/drawing/2014/main" id="{78096696-CF0D-4E90-AD93-F265006F5553}"/>
              </a:ext>
            </a:extLst>
          </p:cNvPr>
          <p:cNvSpPr>
            <a:spLocks noGrp="1"/>
          </p:cNvSpPr>
          <p:nvPr>
            <p:ph type="body" sz="quarter" idx="14" hasCustomPrompt="1"/>
          </p:nvPr>
        </p:nvSpPr>
        <p:spPr>
          <a:xfrm>
            <a:off x="571500" y="6049289"/>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de-DE"/>
              <a:t>Vorname Nachname</a:t>
            </a:r>
          </a:p>
        </p:txBody>
      </p:sp>
      <p:sp>
        <p:nvSpPr>
          <p:cNvPr id="9" name="Datum">
            <a:extLst>
              <a:ext uri="{FF2B5EF4-FFF2-40B4-BE49-F238E27FC236}">
                <a16:creationId xmlns:a16="http://schemas.microsoft.com/office/drawing/2014/main" id="{93CE0D43-2D94-4A12-94F6-C940A9EBB106}"/>
              </a:ext>
            </a:extLst>
          </p:cNvPr>
          <p:cNvSpPr>
            <a:spLocks noGrp="1"/>
          </p:cNvSpPr>
          <p:nvPr>
            <p:ph type="body" sz="quarter" idx="15" hasCustomPrompt="1"/>
          </p:nvPr>
        </p:nvSpPr>
        <p:spPr>
          <a:xfrm>
            <a:off x="571500" y="6283748"/>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de-DE"/>
              <a:t>Datum</a:t>
            </a: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
        <p:nvSpPr>
          <p:cNvPr id="2" name="Titel 1"/>
          <p:cNvSpPr>
            <a:spLocks noGrp="1"/>
          </p:cNvSpPr>
          <p:nvPr>
            <p:ph type="title" hasCustomPrompt="1"/>
          </p:nvPr>
        </p:nvSpPr>
        <p:spPr>
          <a:xfrm>
            <a:off x="572400" y="2113200"/>
            <a:ext cx="8640000" cy="3240000"/>
          </a:xfrm>
        </p:spPr>
        <p:txBody>
          <a:bodyPr vert="horz" lIns="288000" tIns="288000" rIns="288000" bIns="288000" rtlCol="0">
            <a:noAutofit/>
          </a:bodyPr>
          <a:lstStyle>
            <a:lvl1pPr>
              <a:defRPr lang="de-DE" sz="4800" dirty="0">
                <a:latin typeface="STIHL Contraface Display Title" pitchFamily="50" charset="0"/>
                <a:ea typeface="+mn-ea"/>
                <a:cs typeface="+mn-cs"/>
              </a:defRPr>
            </a:lvl1pPr>
          </a:lstStyle>
          <a:p>
            <a:pPr lvl="0"/>
            <a:r>
              <a:rPr lang="de-DE"/>
              <a:t>Mastertitelformat bearbeiten</a:t>
            </a:r>
            <a:br>
              <a:rPr lang="de-DE"/>
            </a:br>
            <a:r>
              <a:rPr lang="de-DE"/>
              <a:t>ƒ</a:t>
            </a:r>
          </a:p>
        </p:txBody>
      </p:sp>
      <p:sp>
        <p:nvSpPr>
          <p:cNvPr id="6" name="Rechteck 5">
            <a:extLst>
              <a:ext uri="{FF2B5EF4-FFF2-40B4-BE49-F238E27FC236}">
                <a16:creationId xmlns:a16="http://schemas.microsoft.com/office/drawing/2014/main" id="{FDB70F68-AAEF-6EC4-A4BD-F3AAFC20BE10}"/>
              </a:ext>
            </a:extLst>
          </p:cNvPr>
          <p:cNvSpPr>
            <a:spLocks/>
          </p:cNvSpPr>
          <p:nvPr userDrawn="1"/>
        </p:nvSpPr>
        <p:spPr>
          <a:xfrm>
            <a:off x="-3139178" y="1034423"/>
            <a:ext cx="2845436" cy="4577389"/>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b" anchorCtr="0">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de-DE" sz="1600">
                <a:solidFill>
                  <a:schemeClr val="tx1"/>
                </a:solidFill>
              </a:rPr>
              <a:t>Weitere Vorlagen finden Sie in der Template Library. Diese ist in den Template Ordnern gespeichert</a:t>
            </a:r>
            <a:br>
              <a:rPr lang="de-DE" sz="1600">
                <a:solidFill>
                  <a:schemeClr val="tx1"/>
                </a:solidFill>
              </a:rPr>
            </a:br>
            <a:endParaRPr lang="de-DE"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de-DE" sz="1600">
                <a:solidFill>
                  <a:schemeClr val="tx1"/>
                </a:solidFill>
              </a:rPr>
              <a:t>Bildmaterial finden Sie auf Ihrem lokalen Laufwerk unter </a:t>
            </a:r>
            <a:r>
              <a:rPr lang="de-DE" sz="1600" b="1">
                <a:solidFill>
                  <a:schemeClr val="tx1"/>
                </a:solidFill>
              </a:rPr>
              <a:t>C:\Program Files (x86)\STIHL\PPT Images </a:t>
            </a:r>
            <a:br>
              <a:rPr lang="de-DE" sz="1600">
                <a:solidFill>
                  <a:schemeClr val="tx1"/>
                </a:solidFill>
              </a:rPr>
            </a:br>
            <a:r>
              <a:rPr lang="de-DE" sz="1600">
                <a:solidFill>
                  <a:schemeClr val="tx1"/>
                </a:solidFill>
              </a:rPr>
              <a:t>oder im STIHL DAM </a:t>
            </a:r>
            <a:r>
              <a:rPr lang="de-DE" sz="1600">
                <a:hlinkClick r:id="rId7"/>
              </a:rPr>
              <a:t>https://dam.stihl.com/</a:t>
            </a: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de-DE" sz="1600" b="0">
                <a:solidFill>
                  <a:schemeClr val="tx1"/>
                </a:solidFill>
              </a:rPr>
              <a:t>Bitte keine Folien mit vollflächigen Farben oder Motiven drucken </a:t>
            </a: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b="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de-DE" sz="1600" b="0">
                <a:solidFill>
                  <a:schemeClr val="tx1"/>
                </a:solidFill>
              </a:rPr>
              <a:t>Die Standlinie kann über den Reiter "Einfügen" durch das Feld "Symbol" eingefügt werden</a:t>
            </a:r>
          </a:p>
        </p:txBody>
      </p:sp>
      <p:pic>
        <p:nvPicPr>
          <p:cNvPr id="5" name="Grafik 4" descr="Ein Bild, das Kunst, Kreis, Grafiken, Bernstein enthält.&#10;&#10;Automatisch generierte Beschreibung">
            <a:extLst>
              <a:ext uri="{FF2B5EF4-FFF2-40B4-BE49-F238E27FC236}">
                <a16:creationId xmlns:a16="http://schemas.microsoft.com/office/drawing/2014/main" id="{F6843835-CB15-66DE-11FE-87078B37653C}"/>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404332" y="503545"/>
            <a:ext cx="715973" cy="294981"/>
          </a:xfrm>
          <a:prstGeom prst="rect">
            <a:avLst/>
          </a:prstGeom>
        </p:spPr>
      </p:pic>
    </p:spTree>
    <p:extLst>
      <p:ext uri="{BB962C8B-B14F-4D97-AF65-F5344CB8AC3E}">
        <p14:creationId xmlns:p14="http://schemas.microsoft.com/office/powerpoint/2010/main" val="11846614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cSld name="Schlussfolie Hintergrundbild">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7" name="Bildplatzhalter 14">
            <a:extLst>
              <a:ext uri="{FF2B5EF4-FFF2-40B4-BE49-F238E27FC236}">
                <a16:creationId xmlns:a16="http://schemas.microsoft.com/office/drawing/2014/main" id="{12A2E7EC-D35A-4A4A-BBD2-6097A2AF7814}"/>
              </a:ext>
            </a:extLst>
          </p:cNvPr>
          <p:cNvSpPr>
            <a:spLocks noGrp="1"/>
          </p:cNvSpPr>
          <p:nvPr>
            <p:ph type="pic" sz="quarter" idx="15"/>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16035 w 12192000"/>
              <a:gd name="connsiteY5" fmla="*/ 36472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316035 w 12192000"/>
              <a:gd name="connsiteY9" fmla="*/ 3647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829734 w 12192000"/>
              <a:gd name="connsiteY8" fmla="*/ 35138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623994 w 12192000"/>
              <a:gd name="connsiteY7" fmla="*/ 92443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206180 w 12192000"/>
              <a:gd name="connsiteY6" fmla="*/ 95555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1410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60790 w 12192000"/>
              <a:gd name="connsiteY5" fmla="*/ 3856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260790 w 12192000"/>
              <a:gd name="connsiteY9" fmla="*/ 385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782109 w 12192000"/>
              <a:gd name="connsiteY8" fmla="*/ 36091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669714 w 12192000"/>
              <a:gd name="connsiteY7" fmla="*/ 95682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217610 w 12192000"/>
              <a:gd name="connsiteY6" fmla="*/ 963171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97620 w 12192000"/>
              <a:gd name="connsiteY6" fmla="*/ 88506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984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349055 w 12192000"/>
              <a:gd name="connsiteY6" fmla="*/ 8755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625899 w 12192000"/>
              <a:gd name="connsiteY8" fmla="*/ 41234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76995 w 12192000"/>
              <a:gd name="connsiteY5" fmla="*/ 44092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376995 w 12192000"/>
              <a:gd name="connsiteY9" fmla="*/ 4409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021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903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5401"/>
                </a:lnTo>
                <a:lnTo>
                  <a:pt x="11904029"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de-DE"/>
              <a:t>Bild durch Klicken auf Symbol hinzufügen</a:t>
            </a:r>
          </a:p>
        </p:txBody>
      </p:sp>
      <p:sp>
        <p:nvSpPr>
          <p:cNvPr id="24"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de-DE"/>
              <a:t>Abschlussworte (vielen Dank)</a:t>
            </a:r>
          </a:p>
        </p:txBody>
      </p:sp>
      <p:sp>
        <p:nvSpPr>
          <p:cNvPr id="29" name="Rechteck 28">
            <a:extLst>
              <a:ext uri="{FF2B5EF4-FFF2-40B4-BE49-F238E27FC236}">
                <a16:creationId xmlns:a16="http://schemas.microsoft.com/office/drawing/2014/main" id="{2C6085ED-8EF3-4C74-9B9D-7804FC5FAEA1}"/>
              </a:ext>
            </a:extLst>
          </p:cNvPr>
          <p:cNvSpPr/>
          <p:nvPr/>
        </p:nvSpPr>
        <p:spPr>
          <a:xfrm>
            <a:off x="495191" y="6283982"/>
            <a:ext cx="450741" cy="945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de-DE"/>
          </a:p>
        </p:txBody>
      </p:sp>
      <p:sp>
        <p:nvSpPr>
          <p:cNvPr id="8" name="Rechteck 7">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de-DE" sz="1600" b="0">
                <a:solidFill>
                  <a:schemeClr val="tx1"/>
                </a:solidFill>
              </a:rPr>
              <a:t>Bitte keine Folien mit vollflächigen Farben oder Motiven drucken </a:t>
            </a:r>
          </a:p>
        </p:txBody>
      </p:sp>
      <p:pic>
        <p:nvPicPr>
          <p:cNvPr id="9" name="Grafik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pic>
        <p:nvPicPr>
          <p:cNvPr id="3" name="Grafik 2" descr="Ein Bild, das Entwurf, Kreis, Schwarzweiß, Grafiken enthält.&#10;&#10;Automatisch generierte Beschreibung">
            <a:extLst>
              <a:ext uri="{FF2B5EF4-FFF2-40B4-BE49-F238E27FC236}">
                <a16:creationId xmlns:a16="http://schemas.microsoft.com/office/drawing/2014/main" id="{4CCAB04F-9C20-1FC6-8252-4035346818F0}"/>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8558680" y="378086"/>
            <a:ext cx="1303300" cy="536960"/>
          </a:xfrm>
          <a:prstGeom prst="rect">
            <a:avLst/>
          </a:prstGeom>
        </p:spPr>
      </p:pic>
    </p:spTree>
    <p:extLst>
      <p:ext uri="{BB962C8B-B14F-4D97-AF65-F5344CB8AC3E}">
        <p14:creationId xmlns:p14="http://schemas.microsoft.com/office/powerpoint/2010/main" val="105087792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langes Bild links /Text Inhalt recht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p:nvPr>
        </p:nvSpPr>
        <p:spPr>
          <a:xfrm>
            <a:off x="0" y="0"/>
            <a:ext cx="4068000" cy="6858000"/>
          </a:xfrm>
          <a:prstGeom prst="rect">
            <a:avLst/>
          </a:prstGeom>
        </p:spPr>
        <p:txBody>
          <a:bodyPr/>
          <a:lstStyle>
            <a:lvl1pPr marL="0" indent="0">
              <a:buNone/>
              <a:defRPr/>
            </a:lvl1pPr>
          </a:lstStyle>
          <a:p>
            <a:r>
              <a:rPr lang="en-US"/>
              <a:t>Click icon to add picture</a:t>
            </a:r>
            <a:endParaRPr lang="de-DE"/>
          </a:p>
        </p:txBody>
      </p:sp>
      <p:sp>
        <p:nvSpPr>
          <p:cNvPr id="6" name="Inhaltsplatzhalter 5"/>
          <p:cNvSpPr>
            <a:spLocks noGrp="1"/>
          </p:cNvSpPr>
          <p:nvPr>
            <p:ph sz="quarter" idx="14" hasCustomPrompt="1"/>
          </p:nvPr>
        </p:nvSpPr>
        <p:spPr>
          <a:xfrm>
            <a:off x="4547426" y="1605307"/>
            <a:ext cx="5488114" cy="484946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8945862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elfolie Hintergrundbild">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35781363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3200" b="1" i="0" baseline="0">
              <a:solidFill>
                <a:schemeClr val="tx1"/>
              </a:solidFill>
              <a:latin typeface="STIHL Contraface Display Title"/>
              <a:ea typeface="+mn-ea"/>
              <a:cs typeface="+mn-cs"/>
              <a:sym typeface="STIHL Contraface Display Title"/>
            </a:endParaRPr>
          </a:p>
        </p:txBody>
      </p:sp>
      <p:pic>
        <p:nvPicPr>
          <p:cNvPr id="12" name="Grafik 11"/>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
        <p:nvSpPr>
          <p:cNvPr id="15" name="Bildplatzhalter 14">
            <a:extLst>
              <a:ext uri="{FF2B5EF4-FFF2-40B4-BE49-F238E27FC236}">
                <a16:creationId xmlns:a16="http://schemas.microsoft.com/office/drawing/2014/main" id="{F81A1AFD-D231-4C55-9AAB-DA10BA8E7D13}"/>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3950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7839 w 12192000"/>
              <a:gd name="connsiteY7" fmla="*/ 1031116 h 6858000"/>
              <a:gd name="connsiteX8" fmla="*/ 1190402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5994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0775 w 12192000"/>
              <a:gd name="connsiteY9" fmla="*/ 2599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5994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6490 w 12192000"/>
              <a:gd name="connsiteY9" fmla="*/ 2599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077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077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6490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047430 w 12192000"/>
              <a:gd name="connsiteY5" fmla="*/ 197081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047430 w 12192000"/>
              <a:gd name="connsiteY9" fmla="*/ 19708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207450 w 12192000"/>
              <a:gd name="connsiteY5" fmla="*/ 338051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207450 w 12192000"/>
              <a:gd name="connsiteY9" fmla="*/ 33805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902124 w 12192000"/>
              <a:gd name="connsiteY7" fmla="*/ 1031116 h 6858000"/>
              <a:gd name="connsiteX8" fmla="*/ 11900219 w 12192000"/>
              <a:gd name="connsiteY8" fmla="*/ 26756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858309 w 12192000"/>
              <a:gd name="connsiteY7" fmla="*/ 994921 h 6858000"/>
              <a:gd name="connsiteX8" fmla="*/ 11900219 w 12192000"/>
              <a:gd name="connsiteY8" fmla="*/ 26756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3315 w 12192000"/>
              <a:gd name="connsiteY6" fmla="*/ 1031751 h 6858000"/>
              <a:gd name="connsiteX7" fmla="*/ 11858309 w 12192000"/>
              <a:gd name="connsiteY7" fmla="*/ 99492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3315 w 12192000"/>
              <a:gd name="connsiteY6" fmla="*/ 1031751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603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9030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593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709719 w 12192000"/>
              <a:gd name="connsiteY8" fmla="*/ 45235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398585 w 12192000"/>
              <a:gd name="connsiteY6" fmla="*/ 778386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285750 w 12192000"/>
              <a:gd name="connsiteY1" fmla="*/ 659576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595767 h 6858000"/>
              <a:gd name="connsiteX2" fmla="*/ 5401950 w 12192000"/>
              <a:gd name="connsiteY2" fmla="*/ 6534807 h 6858000"/>
              <a:gd name="connsiteX3" fmla="*/ 5401950 w 12192000"/>
              <a:gd name="connsiteY3" fmla="*/ 275108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595767 h 6858000"/>
              <a:gd name="connsiteX2" fmla="*/ 5401950 w 12192000"/>
              <a:gd name="connsiteY2" fmla="*/ 6534807 h 6858000"/>
              <a:gd name="connsiteX3" fmla="*/ 5330830 w 12192000"/>
              <a:gd name="connsiteY3" fmla="*/ 282220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595767 h 6858000"/>
              <a:gd name="connsiteX2" fmla="*/ 5325750 w 12192000"/>
              <a:gd name="connsiteY2" fmla="*/ 6595767 h 6858000"/>
              <a:gd name="connsiteX3" fmla="*/ 5330830 w 12192000"/>
              <a:gd name="connsiteY3" fmla="*/ 282220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5750" y="2822204"/>
                </a:moveTo>
                <a:lnTo>
                  <a:pt x="285750" y="6595767"/>
                </a:lnTo>
                <a:lnTo>
                  <a:pt x="5325750" y="6595767"/>
                </a:lnTo>
                <a:cubicBezTo>
                  <a:pt x="5327443" y="5337913"/>
                  <a:pt x="5329137" y="4080058"/>
                  <a:pt x="5330830" y="2822204"/>
                </a:cubicBezTo>
                <a:lnTo>
                  <a:pt x="285750" y="2822204"/>
                </a:lnTo>
                <a:close/>
                <a:moveTo>
                  <a:pt x="10146490" y="265661"/>
                </a:moveTo>
                <a:cubicBezTo>
                  <a:pt x="10144797" y="524199"/>
                  <a:pt x="10146913" y="769403"/>
                  <a:pt x="10145220" y="1027941"/>
                </a:cubicBezTo>
                <a:lnTo>
                  <a:pt x="11904029" y="1025401"/>
                </a:lnTo>
                <a:lnTo>
                  <a:pt x="11902124" y="267566"/>
                </a:lnTo>
                <a:lnTo>
                  <a:pt x="10146490" y="265661"/>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8" name="Subline">
            <a:extLst>
              <a:ext uri="{FF2B5EF4-FFF2-40B4-BE49-F238E27FC236}">
                <a16:creationId xmlns:a16="http://schemas.microsoft.com/office/drawing/2014/main" id="{F64F20BE-9490-4534-8D22-D527DF582B17}"/>
              </a:ext>
            </a:extLst>
          </p:cNvPr>
          <p:cNvSpPr>
            <a:spLocks noGrp="1"/>
          </p:cNvSpPr>
          <p:nvPr>
            <p:ph type="body" sz="quarter" idx="13" hasCustomPrompt="1"/>
          </p:nvPr>
        </p:nvSpPr>
        <p:spPr>
          <a:xfrm>
            <a:off x="284904" y="5510860"/>
            <a:ext cx="5040313" cy="360000"/>
          </a:xfrm>
          <a:prstGeom prst="rect">
            <a:avLst/>
          </a:prstGeom>
        </p:spPr>
        <p:txBody>
          <a:bodyPr lIns="288000" rIns="288000" anchor="b" anchorCtr="0">
            <a:noAutofit/>
          </a:bodyPr>
          <a:lstStyle>
            <a:lvl1pPr marL="0" indent="0">
              <a:buNone/>
              <a:defRPr sz="1600" b="1" cap="none" baseline="0">
                <a:latin typeface="+mj-lt"/>
              </a:defRPr>
            </a:lvl1pPr>
          </a:lstStyle>
          <a:p>
            <a:pPr lvl="0"/>
            <a:r>
              <a:rPr lang="en-US"/>
              <a:t>Subline</a:t>
            </a:r>
          </a:p>
        </p:txBody>
      </p:sp>
      <p:sp>
        <p:nvSpPr>
          <p:cNvPr id="9" name="Textplatzhalter 4">
            <a:extLst>
              <a:ext uri="{FF2B5EF4-FFF2-40B4-BE49-F238E27FC236}">
                <a16:creationId xmlns:a16="http://schemas.microsoft.com/office/drawing/2014/main" id="{DCF84473-59A5-4A28-B312-2557D7CFAFBE}"/>
              </a:ext>
            </a:extLst>
          </p:cNvPr>
          <p:cNvSpPr>
            <a:spLocks noGrp="1"/>
          </p:cNvSpPr>
          <p:nvPr>
            <p:ph type="body" sz="quarter" idx="16" hasCustomPrompt="1"/>
          </p:nvPr>
        </p:nvSpPr>
        <p:spPr>
          <a:xfrm>
            <a:off x="284904" y="5886100"/>
            <a:ext cx="5040313" cy="189474"/>
          </a:xfrm>
          <a:prstGeom prst="rect">
            <a:avLst/>
          </a:prstGeom>
        </p:spPr>
        <p:txBody>
          <a:bodyPr lIns="288000" tIns="36000">
            <a:noAutofit/>
          </a:bodyPr>
          <a:lstStyle>
            <a:lvl1pPr marL="0" indent="0">
              <a:buNone/>
              <a:defRPr sz="1600" cap="none" baseline="0"/>
            </a:lvl1pPr>
          </a:lstStyle>
          <a:p>
            <a:pPr lvl="0"/>
            <a:r>
              <a:rPr lang="en-US" err="1"/>
              <a:t>Vorname</a:t>
            </a:r>
            <a:r>
              <a:rPr lang="en-US"/>
              <a:t> </a:t>
            </a:r>
            <a:r>
              <a:rPr lang="en-US" err="1"/>
              <a:t>Nachname</a:t>
            </a:r>
            <a:endParaRPr lang="en-US"/>
          </a:p>
        </p:txBody>
      </p:sp>
      <p:sp>
        <p:nvSpPr>
          <p:cNvPr id="10" name="Textplatzhalter 4">
            <a:extLst>
              <a:ext uri="{FF2B5EF4-FFF2-40B4-BE49-F238E27FC236}">
                <a16:creationId xmlns:a16="http://schemas.microsoft.com/office/drawing/2014/main" id="{57D522EB-93F7-49B3-9164-076263457E70}"/>
              </a:ext>
            </a:extLst>
          </p:cNvPr>
          <p:cNvSpPr>
            <a:spLocks noGrp="1"/>
          </p:cNvSpPr>
          <p:nvPr>
            <p:ph type="body" sz="quarter" idx="17" hasCustomPrompt="1"/>
          </p:nvPr>
        </p:nvSpPr>
        <p:spPr>
          <a:xfrm>
            <a:off x="284904" y="6091840"/>
            <a:ext cx="5040313" cy="189474"/>
          </a:xfrm>
          <a:prstGeom prst="rect">
            <a:avLst/>
          </a:prstGeom>
        </p:spPr>
        <p:txBody>
          <a:bodyPr lIns="288000" tIns="36000">
            <a:noAutofit/>
          </a:bodyPr>
          <a:lstStyle>
            <a:lvl1pPr marL="0" indent="0">
              <a:buNone/>
              <a:defRPr sz="1600" cap="none" baseline="0"/>
            </a:lvl1pPr>
          </a:lstStyle>
          <a:p>
            <a:pPr lvl="0"/>
            <a:r>
              <a:rPr lang="en-US"/>
              <a:t>Datum</a:t>
            </a:r>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17" name="Rechteck 16">
            <a:extLst>
              <a:ext uri="{FF2B5EF4-FFF2-40B4-BE49-F238E27FC236}">
                <a16:creationId xmlns:a16="http://schemas.microsoft.com/office/drawing/2014/main" id="{5CF86407-DA27-4CA6-A346-F8477F884E96}"/>
              </a:ext>
            </a:extLst>
          </p:cNvPr>
          <p:cNvSpPr>
            <a:spLocks/>
          </p:cNvSpPr>
          <p:nvPr/>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Die </a:t>
            </a:r>
            <a:r>
              <a:rPr lang="en-US" sz="1600" b="0" err="1">
                <a:solidFill>
                  <a:schemeClr val="tx1"/>
                </a:solidFill>
              </a:rPr>
              <a:t>Standlinie</a:t>
            </a:r>
            <a:r>
              <a:rPr lang="en-US" sz="1600" b="0">
                <a:solidFill>
                  <a:schemeClr val="tx1"/>
                </a:solidFill>
              </a:rPr>
              <a:t> </a:t>
            </a:r>
            <a:r>
              <a:rPr lang="en-US" sz="1600" b="0" err="1">
                <a:solidFill>
                  <a:schemeClr val="tx1"/>
                </a:solidFill>
              </a:rPr>
              <a:t>kann</a:t>
            </a:r>
            <a:r>
              <a:rPr lang="en-US" sz="1600" b="0">
                <a:solidFill>
                  <a:schemeClr val="tx1"/>
                </a:solidFill>
              </a:rPr>
              <a:t> </a:t>
            </a:r>
            <a:r>
              <a:rPr lang="en-US" sz="1600" b="0" err="1">
                <a:solidFill>
                  <a:schemeClr val="tx1"/>
                </a:solidFill>
              </a:rPr>
              <a:t>über</a:t>
            </a:r>
            <a:r>
              <a:rPr lang="en-US" sz="1600" b="0">
                <a:solidFill>
                  <a:schemeClr val="tx1"/>
                </a:solidFill>
              </a:rPr>
              <a:t> den Reiter "</a:t>
            </a:r>
            <a:r>
              <a:rPr lang="en-US" sz="1600" b="0" err="1">
                <a:solidFill>
                  <a:schemeClr val="tx1"/>
                </a:solidFill>
              </a:rPr>
              <a:t>Einfügen</a:t>
            </a:r>
            <a:r>
              <a:rPr lang="en-US" sz="1600" b="0">
                <a:solidFill>
                  <a:schemeClr val="tx1"/>
                </a:solidFill>
              </a:rPr>
              <a:t>" </a:t>
            </a:r>
            <a:r>
              <a:rPr lang="en-US" sz="1600" b="0" err="1">
                <a:solidFill>
                  <a:schemeClr val="tx1"/>
                </a:solidFill>
              </a:rPr>
              <a:t>durch</a:t>
            </a:r>
            <a:r>
              <a:rPr lang="en-US" sz="1600" b="0">
                <a:solidFill>
                  <a:schemeClr val="tx1"/>
                </a:solidFill>
              </a:rPr>
              <a:t> das Feld "Symbol" </a:t>
            </a:r>
            <a:r>
              <a:rPr lang="en-US" sz="1600" b="0" err="1">
                <a:solidFill>
                  <a:schemeClr val="tx1"/>
                </a:solidFill>
              </a:rPr>
              <a:t>eingefügt</a:t>
            </a:r>
            <a:r>
              <a:rPr lang="en-US" sz="1600" b="0">
                <a:solidFill>
                  <a:schemeClr val="tx1"/>
                </a:solidFill>
              </a:rPr>
              <a:t> </a:t>
            </a:r>
            <a:r>
              <a:rPr lang="en-US" sz="1600" b="0" err="1">
                <a:solidFill>
                  <a:schemeClr val="tx1"/>
                </a:solidFill>
              </a:rPr>
              <a:t>werden</a:t>
            </a:r>
            <a:endParaRPr lang="en-US" sz="1600" b="0">
              <a:solidFill>
                <a:schemeClr val="tx1"/>
              </a:solidFill>
            </a:endParaRPr>
          </a:p>
        </p:txBody>
      </p:sp>
      <p:sp>
        <p:nvSpPr>
          <p:cNvPr id="2" name="Titel 1"/>
          <p:cNvSpPr>
            <a:spLocks noGrp="1"/>
          </p:cNvSpPr>
          <p:nvPr>
            <p:ph type="title" hasCustomPrompt="1"/>
          </p:nvPr>
        </p:nvSpPr>
        <p:spPr>
          <a:xfrm>
            <a:off x="284400" y="2822400"/>
            <a:ext cx="5040000" cy="2664000"/>
          </a:xfrm>
        </p:spPr>
        <p:txBody>
          <a:bodyPr vert="horz" lIns="288000" tIns="288000" rIns="288000" bIns="288000" rtlCol="0">
            <a:noAutofit/>
          </a:bodyPr>
          <a:lstStyle>
            <a:lvl1pPr>
              <a:defRPr lang="de-DE" sz="3200" dirty="0">
                <a:latin typeface="STIHL Contraface Display Title" pitchFamily="50" charset="0"/>
                <a:ea typeface="+mn-ea"/>
                <a:cs typeface="+mn-cs"/>
              </a:defRPr>
            </a:lvl1pPr>
          </a:lstStyle>
          <a:p>
            <a:pPr lvl="0"/>
            <a:r>
              <a:rPr lang="en-US" err="1"/>
              <a:t>Mastertitel</a:t>
            </a:r>
            <a:r>
              <a:rPr lang="en-US"/>
              <a:t>-format </a:t>
            </a:r>
            <a:r>
              <a:rPr lang="en-US" err="1"/>
              <a:t>bearbeiten</a:t>
            </a:r>
            <a:br>
              <a:rPr lang="en-US"/>
            </a:br>
            <a:r>
              <a:rPr lang="en-US"/>
              <a:t>ƒ</a:t>
            </a:r>
          </a:p>
        </p:txBody>
      </p:sp>
    </p:spTree>
    <p:extLst>
      <p:ext uri="{BB962C8B-B14F-4D97-AF65-F5344CB8AC3E}">
        <p14:creationId xmlns:p14="http://schemas.microsoft.com/office/powerpoint/2010/main" val="37114652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Lange Titelfolie Hintergrundbild">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7519672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3200" b="1" i="0" baseline="0">
              <a:solidFill>
                <a:schemeClr val="tx1"/>
              </a:solidFill>
              <a:latin typeface="STIHL Contraface Display Title"/>
              <a:ea typeface="+mn-ea"/>
              <a:cs typeface="+mn-cs"/>
              <a:sym typeface="STIHL Contraface Display Title"/>
            </a:endParaRPr>
          </a:p>
        </p:txBody>
      </p:sp>
      <p:pic>
        <p:nvPicPr>
          <p:cNvPr id="12" name="Grafik 11"/>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
        <p:nvSpPr>
          <p:cNvPr id="17" name="Hintergrundbild">
            <a:extLst>
              <a:ext uri="{FF2B5EF4-FFF2-40B4-BE49-F238E27FC236}">
                <a16:creationId xmlns:a16="http://schemas.microsoft.com/office/drawing/2014/main" id="{91303CF3-1A7E-4149-A9A1-BC9B75037D65}"/>
              </a:ext>
            </a:extLst>
          </p:cNvPr>
          <p:cNvSpPr>
            <a:spLocks noGrp="1"/>
          </p:cNvSpPr>
          <p:nvPr>
            <p:ph type="pic" sz="quarter" idx="15" hasCustomPrompt="1"/>
          </p:nvPr>
        </p:nvSpPr>
        <p:spPr>
          <a:xfrm>
            <a:off x="0" y="0"/>
            <a:ext cx="12192000" cy="6858000"/>
          </a:xfrm>
          <a:custGeom>
            <a:avLst/>
            <a:gdLst>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23714 w 12192000"/>
              <a:gd name="connsiteY7" fmla="*/ 104826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04664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6490 w 12192000"/>
              <a:gd name="connsiteY5" fmla="*/ 268201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295080 w 12192000"/>
              <a:gd name="connsiteY5" fmla="*/ 36154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295080 w 12192000"/>
              <a:gd name="connsiteY9" fmla="*/ 3615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830369 w 12192000"/>
              <a:gd name="connsiteY7" fmla="*/ 96444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757979 w 12192000"/>
              <a:gd name="connsiteY8" fmla="*/ 39774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262695 w 12192000"/>
              <a:gd name="connsiteY5" fmla="*/ 35202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262695 w 12192000"/>
              <a:gd name="connsiteY9" fmla="*/ 3520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361950 w 12192000"/>
              <a:gd name="connsiteY1" fmla="*/ 6536402 h 6858000"/>
              <a:gd name="connsiteX2" fmla="*/ 5401950 w 12192000"/>
              <a:gd name="connsiteY2" fmla="*/ 6536402 h 6858000"/>
              <a:gd name="connsiteX3" fmla="*/ 5334894 w 12192000"/>
              <a:gd name="connsiteY3" fmla="*/ 259058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288798 w 12192000"/>
              <a:gd name="connsiteY1" fmla="*/ 6603458 h 6858000"/>
              <a:gd name="connsiteX2" fmla="*/ 5401950 w 12192000"/>
              <a:gd name="connsiteY2" fmla="*/ 6536402 h 6858000"/>
              <a:gd name="connsiteX3" fmla="*/ 5334894 w 12192000"/>
              <a:gd name="connsiteY3" fmla="*/ 259058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288798 w 12192000"/>
              <a:gd name="connsiteY1" fmla="*/ 6603458 h 6858000"/>
              <a:gd name="connsiteX2" fmla="*/ 5328798 w 12192000"/>
              <a:gd name="connsiteY2" fmla="*/ 6597362 h 6858000"/>
              <a:gd name="connsiteX3" fmla="*/ 5334894 w 12192000"/>
              <a:gd name="connsiteY3" fmla="*/ 259058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288798 w 12192000"/>
              <a:gd name="connsiteY1" fmla="*/ 6597362 h 6858000"/>
              <a:gd name="connsiteX2" fmla="*/ 5328798 w 12192000"/>
              <a:gd name="connsiteY2" fmla="*/ 6597362 h 6858000"/>
              <a:gd name="connsiteX3" fmla="*/ 5334894 w 12192000"/>
              <a:gd name="connsiteY3" fmla="*/ 259058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2702" y="252962"/>
                </a:moveTo>
                <a:lnTo>
                  <a:pt x="288798" y="6597362"/>
                </a:lnTo>
                <a:lnTo>
                  <a:pt x="5328798" y="6597362"/>
                </a:lnTo>
                <a:lnTo>
                  <a:pt x="5334894" y="259058"/>
                </a:lnTo>
                <a:lnTo>
                  <a:pt x="282702" y="252962"/>
                </a:lnTo>
                <a:close/>
                <a:moveTo>
                  <a:pt x="10146490" y="268201"/>
                </a:moveTo>
                <a:lnTo>
                  <a:pt x="10142680" y="1025401"/>
                </a:lnTo>
                <a:lnTo>
                  <a:pt x="11904664" y="1025401"/>
                </a:lnTo>
                <a:lnTo>
                  <a:pt x="11904664" y="268201"/>
                </a:lnTo>
                <a:lnTo>
                  <a:pt x="10146490" y="268201"/>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23" name="Subline">
            <a:extLst>
              <a:ext uri="{FF2B5EF4-FFF2-40B4-BE49-F238E27FC236}">
                <a16:creationId xmlns:a16="http://schemas.microsoft.com/office/drawing/2014/main" id="{F64F20BE-9490-4534-8D22-D527DF582B17}"/>
              </a:ext>
            </a:extLst>
          </p:cNvPr>
          <p:cNvSpPr>
            <a:spLocks noGrp="1"/>
          </p:cNvSpPr>
          <p:nvPr>
            <p:ph type="body" sz="quarter" idx="13" hasCustomPrompt="1"/>
          </p:nvPr>
        </p:nvSpPr>
        <p:spPr>
          <a:xfrm>
            <a:off x="284904" y="5510860"/>
            <a:ext cx="5040313" cy="360000"/>
          </a:xfrm>
          <a:prstGeom prst="rect">
            <a:avLst/>
          </a:prstGeom>
        </p:spPr>
        <p:txBody>
          <a:bodyPr lIns="288000" rIns="288000" anchor="b" anchorCtr="0">
            <a:noAutofit/>
          </a:bodyPr>
          <a:lstStyle>
            <a:lvl1pPr marL="0" indent="0">
              <a:buNone/>
              <a:defRPr sz="1600" b="1" cap="none" baseline="0">
                <a:latin typeface="+mj-lt"/>
              </a:defRPr>
            </a:lvl1pPr>
          </a:lstStyle>
          <a:p>
            <a:pPr lvl="0"/>
            <a:r>
              <a:rPr lang="en-US"/>
              <a:t>Subline</a:t>
            </a:r>
          </a:p>
        </p:txBody>
      </p:sp>
      <p:sp>
        <p:nvSpPr>
          <p:cNvPr id="24" name="Textplatzhalter 4">
            <a:extLst>
              <a:ext uri="{FF2B5EF4-FFF2-40B4-BE49-F238E27FC236}">
                <a16:creationId xmlns:a16="http://schemas.microsoft.com/office/drawing/2014/main" id="{DCF84473-59A5-4A28-B312-2557D7CFAFBE}"/>
              </a:ext>
            </a:extLst>
          </p:cNvPr>
          <p:cNvSpPr>
            <a:spLocks noGrp="1"/>
          </p:cNvSpPr>
          <p:nvPr>
            <p:ph type="body" sz="quarter" idx="16" hasCustomPrompt="1"/>
          </p:nvPr>
        </p:nvSpPr>
        <p:spPr>
          <a:xfrm>
            <a:off x="284904" y="5886100"/>
            <a:ext cx="5040313" cy="189474"/>
          </a:xfrm>
          <a:prstGeom prst="rect">
            <a:avLst/>
          </a:prstGeom>
        </p:spPr>
        <p:txBody>
          <a:bodyPr lIns="288000" tIns="36000">
            <a:noAutofit/>
          </a:bodyPr>
          <a:lstStyle>
            <a:lvl1pPr marL="0" indent="0">
              <a:buNone/>
              <a:defRPr sz="1600" cap="none" baseline="0"/>
            </a:lvl1pPr>
          </a:lstStyle>
          <a:p>
            <a:pPr lvl="0"/>
            <a:r>
              <a:rPr lang="en-US" err="1"/>
              <a:t>Vorname</a:t>
            </a:r>
            <a:r>
              <a:rPr lang="en-US"/>
              <a:t> </a:t>
            </a:r>
            <a:r>
              <a:rPr lang="en-US" err="1"/>
              <a:t>Nachname</a:t>
            </a:r>
            <a:endParaRPr lang="en-US"/>
          </a:p>
        </p:txBody>
      </p:sp>
      <p:sp>
        <p:nvSpPr>
          <p:cNvPr id="25" name="Textplatzhalter 4">
            <a:extLst>
              <a:ext uri="{FF2B5EF4-FFF2-40B4-BE49-F238E27FC236}">
                <a16:creationId xmlns:a16="http://schemas.microsoft.com/office/drawing/2014/main" id="{57D522EB-93F7-49B3-9164-076263457E70}"/>
              </a:ext>
            </a:extLst>
          </p:cNvPr>
          <p:cNvSpPr>
            <a:spLocks noGrp="1"/>
          </p:cNvSpPr>
          <p:nvPr>
            <p:ph type="body" sz="quarter" idx="17" hasCustomPrompt="1"/>
          </p:nvPr>
        </p:nvSpPr>
        <p:spPr>
          <a:xfrm>
            <a:off x="284904" y="6091840"/>
            <a:ext cx="5040313" cy="189474"/>
          </a:xfrm>
          <a:prstGeom prst="rect">
            <a:avLst/>
          </a:prstGeom>
        </p:spPr>
        <p:txBody>
          <a:bodyPr lIns="288000" tIns="36000">
            <a:noAutofit/>
          </a:bodyPr>
          <a:lstStyle>
            <a:lvl1pPr marL="0" indent="0">
              <a:buNone/>
              <a:defRPr sz="1600" cap="none" baseline="0"/>
            </a:lvl1pPr>
          </a:lstStyle>
          <a:p>
            <a:pPr lvl="0"/>
            <a:r>
              <a:rPr lang="en-US"/>
              <a:t>Datum</a:t>
            </a:r>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14" name="Rechteck 13">
            <a:extLst>
              <a:ext uri="{FF2B5EF4-FFF2-40B4-BE49-F238E27FC236}">
                <a16:creationId xmlns:a16="http://schemas.microsoft.com/office/drawing/2014/main" id="{5CF86407-DA27-4CA6-A346-F8477F884E96}"/>
              </a:ext>
            </a:extLst>
          </p:cNvPr>
          <p:cNvSpPr>
            <a:spLocks/>
          </p:cNvSpPr>
          <p:nvPr/>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Die </a:t>
            </a:r>
            <a:r>
              <a:rPr lang="en-US" sz="1600" b="0" err="1">
                <a:solidFill>
                  <a:schemeClr val="tx1"/>
                </a:solidFill>
              </a:rPr>
              <a:t>Standlinie</a:t>
            </a:r>
            <a:r>
              <a:rPr lang="en-US" sz="1600" b="0">
                <a:solidFill>
                  <a:schemeClr val="tx1"/>
                </a:solidFill>
              </a:rPr>
              <a:t> </a:t>
            </a:r>
            <a:r>
              <a:rPr lang="en-US" sz="1600" b="0" err="1">
                <a:solidFill>
                  <a:schemeClr val="tx1"/>
                </a:solidFill>
              </a:rPr>
              <a:t>kann</a:t>
            </a:r>
            <a:r>
              <a:rPr lang="en-US" sz="1600" b="0">
                <a:solidFill>
                  <a:schemeClr val="tx1"/>
                </a:solidFill>
              </a:rPr>
              <a:t> </a:t>
            </a:r>
            <a:r>
              <a:rPr lang="en-US" sz="1600" b="0" err="1">
                <a:solidFill>
                  <a:schemeClr val="tx1"/>
                </a:solidFill>
              </a:rPr>
              <a:t>über</a:t>
            </a:r>
            <a:r>
              <a:rPr lang="en-US" sz="1600" b="0">
                <a:solidFill>
                  <a:schemeClr val="tx1"/>
                </a:solidFill>
              </a:rPr>
              <a:t> den Reiter "</a:t>
            </a:r>
            <a:r>
              <a:rPr lang="en-US" sz="1600" b="0" err="1">
                <a:solidFill>
                  <a:schemeClr val="tx1"/>
                </a:solidFill>
              </a:rPr>
              <a:t>Einfügen</a:t>
            </a:r>
            <a:r>
              <a:rPr lang="en-US" sz="1600" b="0">
                <a:solidFill>
                  <a:schemeClr val="tx1"/>
                </a:solidFill>
              </a:rPr>
              <a:t>" </a:t>
            </a:r>
            <a:r>
              <a:rPr lang="en-US" sz="1600" b="0" err="1">
                <a:solidFill>
                  <a:schemeClr val="tx1"/>
                </a:solidFill>
              </a:rPr>
              <a:t>durch</a:t>
            </a:r>
            <a:r>
              <a:rPr lang="en-US" sz="1600" b="0">
                <a:solidFill>
                  <a:schemeClr val="tx1"/>
                </a:solidFill>
              </a:rPr>
              <a:t> das Feld "Symbol" </a:t>
            </a:r>
            <a:r>
              <a:rPr lang="en-US" sz="1600" b="0" err="1">
                <a:solidFill>
                  <a:schemeClr val="tx1"/>
                </a:solidFill>
              </a:rPr>
              <a:t>eingefügt</a:t>
            </a:r>
            <a:r>
              <a:rPr lang="en-US" sz="1600" b="0">
                <a:solidFill>
                  <a:schemeClr val="tx1"/>
                </a:solidFill>
              </a:rPr>
              <a:t> </a:t>
            </a:r>
            <a:r>
              <a:rPr lang="en-US" sz="1600" b="0" err="1">
                <a:solidFill>
                  <a:schemeClr val="tx1"/>
                </a:solidFill>
              </a:rPr>
              <a:t>werden</a:t>
            </a:r>
            <a:endParaRPr lang="en-US" sz="1600" b="0">
              <a:solidFill>
                <a:schemeClr val="tx1"/>
              </a:solidFill>
            </a:endParaRPr>
          </a:p>
        </p:txBody>
      </p:sp>
      <p:sp>
        <p:nvSpPr>
          <p:cNvPr id="2" name="Titel 1"/>
          <p:cNvSpPr>
            <a:spLocks noGrp="1"/>
          </p:cNvSpPr>
          <p:nvPr>
            <p:ph type="title" hasCustomPrompt="1"/>
          </p:nvPr>
        </p:nvSpPr>
        <p:spPr>
          <a:xfrm>
            <a:off x="284400" y="259200"/>
            <a:ext cx="5040000" cy="5040000"/>
          </a:xfrm>
        </p:spPr>
        <p:txBody>
          <a:bodyPr vert="horz" lIns="288000" tIns="288000" rIns="288000" bIns="288000" rtlCol="0">
            <a:noAutofit/>
          </a:bodyPr>
          <a:lstStyle>
            <a:lvl1pPr marL="0" marR="0" indent="0" algn="l" defTabSz="914400" rtl="0" eaLnBrk="1" fontAlgn="auto" latinLnBrk="0" hangingPunct="1">
              <a:lnSpc>
                <a:spcPct val="90000"/>
              </a:lnSpc>
              <a:spcBef>
                <a:spcPts val="0"/>
              </a:spcBef>
              <a:spcAft>
                <a:spcPts val="0"/>
              </a:spcAft>
              <a:buClrTx/>
              <a:buSzTx/>
              <a:buFont typeface="Arial" panose="020B0604020202020204" pitchFamily="34" charset="0"/>
              <a:buNone/>
              <a:tabLst/>
              <a:defRPr lang="de-DE" sz="3200" dirty="0">
                <a:latin typeface="STIHL Contraface Display Title" pitchFamily="50" charset="0"/>
                <a:ea typeface="+mn-ea"/>
                <a:cs typeface="+mn-cs"/>
              </a:defRPr>
            </a:lvl1pPr>
          </a:lstStyle>
          <a:p>
            <a:pPr lvl="0"/>
            <a:r>
              <a:rPr lang="en-US" err="1"/>
              <a:t>Mastertitel</a:t>
            </a:r>
            <a:r>
              <a:rPr lang="en-US"/>
              <a:t>-format </a:t>
            </a:r>
            <a:r>
              <a:rPr lang="en-US" err="1"/>
              <a:t>bearbeiten</a:t>
            </a:r>
            <a:br>
              <a:rPr lang="en-US"/>
            </a:br>
            <a:r>
              <a:rPr lang="en-US"/>
              <a:t>ƒ</a:t>
            </a:r>
          </a:p>
        </p:txBody>
      </p:sp>
    </p:spTree>
    <p:extLst>
      <p:ext uri="{BB962C8B-B14F-4D97-AF65-F5344CB8AC3E}">
        <p14:creationId xmlns:p14="http://schemas.microsoft.com/office/powerpoint/2010/main" val="109246287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itelfolie leer">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10632919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4800" b="1" i="0" baseline="0">
              <a:solidFill>
                <a:schemeClr val="tx1"/>
              </a:solidFill>
              <a:latin typeface="STIHL Contraface Display Title"/>
              <a:ea typeface="+mn-ea"/>
              <a:cs typeface="+mn-cs"/>
              <a:sym typeface="STIHL Contraface Display Title"/>
            </a:endParaRPr>
          </a:p>
        </p:txBody>
      </p:sp>
      <p:sp>
        <p:nvSpPr>
          <p:cNvPr id="11" name="Subline">
            <a:extLst>
              <a:ext uri="{FF2B5EF4-FFF2-40B4-BE49-F238E27FC236}">
                <a16:creationId xmlns:a16="http://schemas.microsoft.com/office/drawing/2014/main" id="{93378434-A597-4F7F-B029-ECD35EA41BCB}"/>
              </a:ext>
            </a:extLst>
          </p:cNvPr>
          <p:cNvSpPr>
            <a:spLocks noGrp="1"/>
          </p:cNvSpPr>
          <p:nvPr>
            <p:ph type="body" sz="quarter" idx="13" hasCustomPrompt="1"/>
          </p:nvPr>
        </p:nvSpPr>
        <p:spPr>
          <a:xfrm>
            <a:off x="571500" y="5706830"/>
            <a:ext cx="8640000" cy="216000"/>
          </a:xfrm>
          <a:prstGeom prst="rect">
            <a:avLst/>
          </a:prstGeom>
        </p:spPr>
        <p:txBody>
          <a:bodyPr lIns="0" rIns="0" anchor="b" anchorCtr="0">
            <a:noAutofit/>
          </a:bodyPr>
          <a:lstStyle>
            <a:lvl1pPr marL="0" indent="0">
              <a:buNone/>
              <a:defRPr sz="1800" b="1" cap="none" baseline="0">
                <a:latin typeface="+mj-lt"/>
              </a:defRPr>
            </a:lvl1pPr>
          </a:lstStyle>
          <a:p>
            <a:pPr lvl="0"/>
            <a:r>
              <a:rPr lang="en-US"/>
              <a:t>Subline</a:t>
            </a:r>
          </a:p>
        </p:txBody>
      </p:sp>
      <p:sp>
        <p:nvSpPr>
          <p:cNvPr id="12" name="Name">
            <a:extLst>
              <a:ext uri="{FF2B5EF4-FFF2-40B4-BE49-F238E27FC236}">
                <a16:creationId xmlns:a16="http://schemas.microsoft.com/office/drawing/2014/main" id="{78096696-CF0D-4E90-AD93-F265006F5553}"/>
              </a:ext>
            </a:extLst>
          </p:cNvPr>
          <p:cNvSpPr>
            <a:spLocks noGrp="1"/>
          </p:cNvSpPr>
          <p:nvPr>
            <p:ph type="body" sz="quarter" idx="14" hasCustomPrompt="1"/>
          </p:nvPr>
        </p:nvSpPr>
        <p:spPr>
          <a:xfrm>
            <a:off x="571500" y="6049289"/>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en-US" err="1"/>
              <a:t>Vorname</a:t>
            </a:r>
            <a:r>
              <a:rPr lang="en-US"/>
              <a:t> </a:t>
            </a:r>
            <a:r>
              <a:rPr lang="en-US" err="1"/>
              <a:t>Nachname</a:t>
            </a:r>
            <a:endParaRPr lang="en-US"/>
          </a:p>
        </p:txBody>
      </p:sp>
      <p:sp>
        <p:nvSpPr>
          <p:cNvPr id="9" name="Datum">
            <a:extLst>
              <a:ext uri="{FF2B5EF4-FFF2-40B4-BE49-F238E27FC236}">
                <a16:creationId xmlns:a16="http://schemas.microsoft.com/office/drawing/2014/main" id="{93CE0D43-2D94-4A12-94F6-C940A9EBB106}"/>
              </a:ext>
            </a:extLst>
          </p:cNvPr>
          <p:cNvSpPr>
            <a:spLocks noGrp="1"/>
          </p:cNvSpPr>
          <p:nvPr>
            <p:ph type="body" sz="quarter" idx="15" hasCustomPrompt="1"/>
          </p:nvPr>
        </p:nvSpPr>
        <p:spPr>
          <a:xfrm>
            <a:off x="571500" y="6283748"/>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en-US"/>
              <a:t>Datum</a:t>
            </a: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
        <p:nvSpPr>
          <p:cNvPr id="16" name="Rechteck 15">
            <a:extLst>
              <a:ext uri="{FF2B5EF4-FFF2-40B4-BE49-F238E27FC236}">
                <a16:creationId xmlns:a16="http://schemas.microsoft.com/office/drawing/2014/main" id="{5CF86407-DA27-4CA6-A346-F8477F884E96}"/>
              </a:ext>
            </a:extLst>
          </p:cNvPr>
          <p:cNvSpPr>
            <a:spLocks/>
          </p:cNvSpPr>
          <p:nvPr/>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Die </a:t>
            </a:r>
            <a:r>
              <a:rPr lang="en-US" sz="1600" b="0" err="1">
                <a:solidFill>
                  <a:schemeClr val="tx1"/>
                </a:solidFill>
              </a:rPr>
              <a:t>Standlinie</a:t>
            </a:r>
            <a:r>
              <a:rPr lang="en-US" sz="1600" b="0">
                <a:solidFill>
                  <a:schemeClr val="tx1"/>
                </a:solidFill>
              </a:rPr>
              <a:t> </a:t>
            </a:r>
            <a:r>
              <a:rPr lang="en-US" sz="1600" b="0" err="1">
                <a:solidFill>
                  <a:schemeClr val="tx1"/>
                </a:solidFill>
              </a:rPr>
              <a:t>kann</a:t>
            </a:r>
            <a:r>
              <a:rPr lang="en-US" sz="1600" b="0">
                <a:solidFill>
                  <a:schemeClr val="tx1"/>
                </a:solidFill>
              </a:rPr>
              <a:t> </a:t>
            </a:r>
            <a:r>
              <a:rPr lang="en-US" sz="1600" b="0" err="1">
                <a:solidFill>
                  <a:schemeClr val="tx1"/>
                </a:solidFill>
              </a:rPr>
              <a:t>über</a:t>
            </a:r>
            <a:r>
              <a:rPr lang="en-US" sz="1600" b="0">
                <a:solidFill>
                  <a:schemeClr val="tx1"/>
                </a:solidFill>
              </a:rPr>
              <a:t> den Reiter "</a:t>
            </a:r>
            <a:r>
              <a:rPr lang="en-US" sz="1600" b="0" err="1">
                <a:solidFill>
                  <a:schemeClr val="tx1"/>
                </a:solidFill>
              </a:rPr>
              <a:t>Einfügen</a:t>
            </a:r>
            <a:r>
              <a:rPr lang="en-US" sz="1600" b="0">
                <a:solidFill>
                  <a:schemeClr val="tx1"/>
                </a:solidFill>
              </a:rPr>
              <a:t>" </a:t>
            </a:r>
            <a:r>
              <a:rPr lang="en-US" sz="1600" b="0" err="1">
                <a:solidFill>
                  <a:schemeClr val="tx1"/>
                </a:solidFill>
              </a:rPr>
              <a:t>durch</a:t>
            </a:r>
            <a:r>
              <a:rPr lang="en-US" sz="1600" b="0">
                <a:solidFill>
                  <a:schemeClr val="tx1"/>
                </a:solidFill>
              </a:rPr>
              <a:t> das Feld "Symbol" </a:t>
            </a:r>
            <a:r>
              <a:rPr lang="en-US" sz="1600" b="0" err="1">
                <a:solidFill>
                  <a:schemeClr val="tx1"/>
                </a:solidFill>
              </a:rPr>
              <a:t>eingefügt</a:t>
            </a:r>
            <a:r>
              <a:rPr lang="en-US" sz="1600" b="0">
                <a:solidFill>
                  <a:schemeClr val="tx1"/>
                </a:solidFill>
              </a:rPr>
              <a:t> </a:t>
            </a:r>
            <a:r>
              <a:rPr lang="en-US" sz="1600" b="0" err="1">
                <a:solidFill>
                  <a:schemeClr val="tx1"/>
                </a:solidFill>
              </a:rPr>
              <a:t>werden</a:t>
            </a:r>
            <a:endParaRPr lang="en-US" sz="1600" b="0">
              <a:solidFill>
                <a:schemeClr val="tx1"/>
              </a:solidFill>
            </a:endParaRPr>
          </a:p>
        </p:txBody>
      </p:sp>
      <p:sp>
        <p:nvSpPr>
          <p:cNvPr id="2" name="Titel 1"/>
          <p:cNvSpPr>
            <a:spLocks noGrp="1"/>
          </p:cNvSpPr>
          <p:nvPr>
            <p:ph type="title" hasCustomPrompt="1"/>
          </p:nvPr>
        </p:nvSpPr>
        <p:spPr>
          <a:xfrm>
            <a:off x="572400" y="2113200"/>
            <a:ext cx="8640000" cy="3240000"/>
          </a:xfrm>
        </p:spPr>
        <p:txBody>
          <a:bodyPr vert="horz" lIns="288000" tIns="288000" rIns="288000" bIns="288000" rtlCol="0">
            <a:noAutofit/>
          </a:bodyPr>
          <a:lstStyle>
            <a:lvl1pPr>
              <a:defRPr lang="de-DE" sz="4800" dirty="0">
                <a:latin typeface="STIHL Contraface Display Title" pitchFamily="50" charset="0"/>
                <a:ea typeface="+mn-ea"/>
                <a:cs typeface="+mn-cs"/>
              </a:defRPr>
            </a:lvl1pPr>
          </a:lstStyle>
          <a:p>
            <a:pPr lvl="0"/>
            <a:r>
              <a:rPr lang="en-US" err="1"/>
              <a:t>Mastertitelformat</a:t>
            </a:r>
            <a:r>
              <a:rPr lang="en-US"/>
              <a:t> </a:t>
            </a:r>
            <a:r>
              <a:rPr lang="en-US" err="1"/>
              <a:t>bearbeiten</a:t>
            </a:r>
            <a:br>
              <a:rPr lang="en-US"/>
            </a:br>
            <a:r>
              <a:rPr lang="en-US"/>
              <a:t>ƒ</a:t>
            </a:r>
          </a:p>
        </p:txBody>
      </p:sp>
    </p:spTree>
    <p:extLst>
      <p:ext uri="{BB962C8B-B14F-4D97-AF65-F5344CB8AC3E}">
        <p14:creationId xmlns:p14="http://schemas.microsoft.com/office/powerpoint/2010/main" val="38888434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25DBC705-8149-459E-9D73-71848E406B17}"/>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25DBC705-8149-459E-9D73-71848E406B17}"/>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8" name="Rechteck 7" hidden="1">
            <a:extLst>
              <a:ext uri="{FF2B5EF4-FFF2-40B4-BE49-F238E27FC236}">
                <a16:creationId xmlns:a16="http://schemas.microsoft.com/office/drawing/2014/main" id="{39010A7A-64D4-40B1-96E7-BCEEBB7E8A30}"/>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9" name="Textplatzhalter 8">
            <a:extLst>
              <a:ext uri="{FF2B5EF4-FFF2-40B4-BE49-F238E27FC236}">
                <a16:creationId xmlns:a16="http://schemas.microsoft.com/office/drawing/2014/main" id="{DE73F636-8F03-4538-831F-37B264F004CE}"/>
              </a:ext>
            </a:extLst>
          </p:cNvPr>
          <p:cNvSpPr>
            <a:spLocks noGrp="1"/>
          </p:cNvSpPr>
          <p:nvPr>
            <p:ph type="body" sz="quarter" idx="13" hasCustomPrompt="1"/>
          </p:nvPr>
        </p:nvSpPr>
        <p:spPr>
          <a:xfrm>
            <a:off x="479426"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7" name="Titel 6">
            <a:extLst>
              <a:ext uri="{FF2B5EF4-FFF2-40B4-BE49-F238E27FC236}">
                <a16:creationId xmlns:a16="http://schemas.microsoft.com/office/drawing/2014/main" id="{753CF0BC-3DA6-4688-820F-374B0CB9CADB}"/>
              </a:ext>
            </a:extLst>
          </p:cNvPr>
          <p:cNvSpPr>
            <a:spLocks noGrp="1"/>
          </p:cNvSpPr>
          <p:nvPr>
            <p:ph type="title" hasCustomPrompt="1"/>
          </p:nvPr>
        </p:nvSpPr>
        <p:spPr>
          <a:xfrm>
            <a:off x="479426" y="503546"/>
            <a:ext cx="9579925" cy="304699"/>
          </a:xfrm>
        </p:spPr>
        <p:txBody>
          <a:bodyPr anchor="t" anchorCtr="0">
            <a:noAutofit/>
          </a:bodyPr>
          <a:lstStyle>
            <a:lvl1pPr>
              <a:lnSpc>
                <a:spcPct val="90000"/>
              </a:lnSpc>
              <a:defRPr sz="2200"/>
            </a:lvl1pPr>
          </a:lstStyle>
          <a:p>
            <a:r>
              <a:rPr lang="en-US" err="1"/>
              <a:t>Mastertitelformat</a:t>
            </a:r>
            <a:r>
              <a:rPr lang="en-US"/>
              <a:t> </a:t>
            </a:r>
            <a:r>
              <a:rPr lang="en-US" err="1"/>
              <a:t>bearbeiten</a:t>
            </a:r>
            <a:endParaRPr lang="en-US"/>
          </a:p>
        </p:txBody>
      </p:sp>
      <p:sp>
        <p:nvSpPr>
          <p:cNvPr id="5" name="Inhaltsplatzhalter 4"/>
          <p:cNvSpPr>
            <a:spLocks noGrp="1"/>
          </p:cNvSpPr>
          <p:nvPr>
            <p:ph sz="quarter" idx="14" hasCustomPrompt="1"/>
          </p:nvPr>
        </p:nvSpPr>
        <p:spPr>
          <a:xfrm>
            <a:off x="479426" y="1603375"/>
            <a:ext cx="11233147" cy="4851399"/>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10192873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ur Titel">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F0605A64-2B63-413A-A26B-43B30D77127D}"/>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F0605A64-2B63-413A-A26B-43B30D77127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00416A2A-8426-4273-BB96-478B63147052}"/>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7" name="Titel 6">
            <a:extLst>
              <a:ext uri="{FF2B5EF4-FFF2-40B4-BE49-F238E27FC236}">
                <a16:creationId xmlns:a16="http://schemas.microsoft.com/office/drawing/2014/main" id="{F490E706-F8A4-4052-9AE3-BC93A228C907}"/>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9" name="Textplatzhalter 8">
            <a:extLst>
              <a:ext uri="{FF2B5EF4-FFF2-40B4-BE49-F238E27FC236}">
                <a16:creationId xmlns:a16="http://schemas.microsoft.com/office/drawing/2014/main" id="{9C20E754-BBFE-4A95-AA44-67ACDA85C71B}"/>
              </a:ext>
            </a:extLst>
          </p:cNvPr>
          <p:cNvSpPr>
            <a:spLocks noGrp="1"/>
          </p:cNvSpPr>
          <p:nvPr>
            <p:ph type="body" sz="quarter" idx="13" hasCustomPrompt="1"/>
          </p:nvPr>
        </p:nvSpPr>
        <p:spPr>
          <a:xfrm>
            <a:off x="479426"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Tree>
    <p:extLst>
      <p:ext uri="{BB962C8B-B14F-4D97-AF65-F5344CB8AC3E}">
        <p14:creationId xmlns:p14="http://schemas.microsoft.com/office/powerpoint/2010/main" val="355876177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 und Text">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08ED5069-7E91-48C5-95E3-99F57E17659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08ED5069-7E91-48C5-95E3-99F57E17659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B2A3BD8A-6CFF-48E0-A155-11F4B2BBD557}"/>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12" name="Textplatzhalter 8">
            <a:extLst>
              <a:ext uri="{FF2B5EF4-FFF2-40B4-BE49-F238E27FC236}">
                <a16:creationId xmlns:a16="http://schemas.microsoft.com/office/drawing/2014/main" id="{2EA80287-A2C9-4521-95F7-BFAC821FCA08}"/>
              </a:ext>
            </a:extLst>
          </p:cNvPr>
          <p:cNvSpPr>
            <a:spLocks noGrp="1"/>
          </p:cNvSpPr>
          <p:nvPr>
            <p:ph type="body" sz="quarter" idx="14"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5" name="Textplatzhalter 4"/>
          <p:cNvSpPr>
            <a:spLocks noGrp="1"/>
          </p:cNvSpPr>
          <p:nvPr>
            <p:ph type="body" sz="quarter" idx="15" hasCustomPrompt="1"/>
          </p:nvPr>
        </p:nvSpPr>
        <p:spPr>
          <a:xfrm>
            <a:off x="479427" y="1605307"/>
            <a:ext cx="11233147"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6" name="Titel 5">
            <a:extLst>
              <a:ext uri="{FF2B5EF4-FFF2-40B4-BE49-F238E27FC236}">
                <a16:creationId xmlns:a16="http://schemas.microsoft.com/office/drawing/2014/main" id="{9D7F71C8-860B-7C26-7BBD-1656E3A41DC2}"/>
              </a:ext>
            </a:extLst>
          </p:cNvPr>
          <p:cNvSpPr>
            <a:spLocks noGrp="1"/>
          </p:cNvSpPr>
          <p:nvPr>
            <p:ph type="title" hasCustomPrompt="1"/>
          </p:nvPr>
        </p:nvSpPr>
        <p:spPr/>
        <p:txBody>
          <a:bodyPr/>
          <a:lstStyle/>
          <a:p>
            <a:r>
              <a:rPr lang="en-US" err="1"/>
              <a:t>Mastertitelformat</a:t>
            </a:r>
            <a:r>
              <a:rPr lang="en-US"/>
              <a:t> </a:t>
            </a:r>
            <a:r>
              <a:rPr lang="en-US" err="1"/>
              <a:t>bearbeiten</a:t>
            </a:r>
            <a:endParaRPr lang="en-US"/>
          </a:p>
        </p:txBody>
      </p:sp>
    </p:spTree>
    <p:extLst>
      <p:ext uri="{BB962C8B-B14F-4D97-AF65-F5344CB8AC3E}">
        <p14:creationId xmlns:p14="http://schemas.microsoft.com/office/powerpoint/2010/main" val="286459915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DFEF63-B1AE-7C03-1BC7-7225AD54AEA2}"/>
              </a:ext>
            </a:extLst>
          </p:cNvPr>
          <p:cNvSpPr>
            <a:spLocks noGrp="1"/>
          </p:cNvSpPr>
          <p:nvPr>
            <p:ph type="title" hasCustomPrompt="1"/>
          </p:nvPr>
        </p:nvSpPr>
        <p:spPr/>
        <p:txBody>
          <a:bodyPr/>
          <a:lstStyle/>
          <a:p>
            <a:r>
              <a:rPr lang="en-US" err="1"/>
              <a:t>Mastertitelformat</a:t>
            </a:r>
            <a:r>
              <a:rPr lang="en-US"/>
              <a:t> </a:t>
            </a:r>
            <a:r>
              <a:rPr lang="en-US" err="1"/>
              <a:t>bearbeiten</a:t>
            </a:r>
            <a:endParaRPr lang="en-US"/>
          </a:p>
        </p:txBody>
      </p:sp>
    </p:spTree>
    <p:extLst>
      <p:ext uri="{BB962C8B-B14F-4D97-AF65-F5344CB8AC3E}">
        <p14:creationId xmlns:p14="http://schemas.microsoft.com/office/powerpoint/2010/main" val="10892640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el zwei Inhalte">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D653AC16-B8BF-4F06-9847-410FBD661142}"/>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D653AC16-B8BF-4F06-9847-410FBD661142}"/>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D21E1F63-0E73-4BE0-AB62-ECF4E2E15BF1}"/>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11" name="Titel 10">
            <a:extLst>
              <a:ext uri="{FF2B5EF4-FFF2-40B4-BE49-F238E27FC236}">
                <a16:creationId xmlns:a16="http://schemas.microsoft.com/office/drawing/2014/main" id="{A26E03A4-095B-410D-BCF8-3F189668F86A}"/>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3" name="Textplatzhalter 8">
            <a:extLst>
              <a:ext uri="{FF2B5EF4-FFF2-40B4-BE49-F238E27FC236}">
                <a16:creationId xmlns:a16="http://schemas.microsoft.com/office/drawing/2014/main" id="{6DBC4AB2-2C37-4DD5-89D1-6E82832F27B2}"/>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5" name="Inhaltsplatzhalter 4"/>
          <p:cNvSpPr>
            <a:spLocks noGrp="1"/>
          </p:cNvSpPr>
          <p:nvPr>
            <p:ph sz="quarter" idx="21" hasCustomPrompt="1"/>
          </p:nvPr>
        </p:nvSpPr>
        <p:spPr>
          <a:xfrm>
            <a:off x="479426" y="1605307"/>
            <a:ext cx="5384330"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12" name="Inhaltsplatzhalter 4"/>
          <p:cNvSpPr>
            <a:spLocks noGrp="1"/>
          </p:cNvSpPr>
          <p:nvPr>
            <p:ph sz="quarter" idx="22" hasCustomPrompt="1"/>
          </p:nvPr>
        </p:nvSpPr>
        <p:spPr>
          <a:xfrm>
            <a:off x="6328244" y="1605307"/>
            <a:ext cx="5384330"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31160152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Hintergrundbild mit Inhalt">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n-ea"/>
              <a:cs typeface="+mn-cs"/>
              <a:sym typeface="STIHL Contraface Text"/>
            </a:endParaRPr>
          </a:p>
        </p:txBody>
      </p:sp>
      <p:sp>
        <p:nvSpPr>
          <p:cNvPr id="17" name="Hintergrundbild">
            <a:extLst>
              <a:ext uri="{FF2B5EF4-FFF2-40B4-BE49-F238E27FC236}">
                <a16:creationId xmlns:a16="http://schemas.microsoft.com/office/drawing/2014/main" id="{91303CF3-1A7E-4149-A9A1-BC9B75037D65}"/>
              </a:ext>
            </a:extLst>
          </p:cNvPr>
          <p:cNvSpPr>
            <a:spLocks noGrp="1"/>
          </p:cNvSpPr>
          <p:nvPr>
            <p:ph type="pic" sz="quarter" idx="15" hasCustomPrompt="1"/>
          </p:nvPr>
        </p:nvSpPr>
        <p:spPr>
          <a:xfrm>
            <a:off x="0" y="0"/>
            <a:ext cx="12192000" cy="6858000"/>
          </a:xfrm>
          <a:custGeom>
            <a:avLst/>
            <a:gdLst>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4587758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87758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75232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81495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81495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600284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04664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04664 w 12192000"/>
              <a:gd name="connsiteY7" fmla="*/ 1027306 h 6858000"/>
              <a:gd name="connsiteX8" fmla="*/ 11904664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38870 w 12192000"/>
              <a:gd name="connsiteY6" fmla="*/ 1034926 h 6858000"/>
              <a:gd name="connsiteX7" fmla="*/ 11904664 w 12192000"/>
              <a:gd name="connsiteY7" fmla="*/ 1027306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721784 w 12192000"/>
              <a:gd name="connsiteY8" fmla="*/ 39012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649394 w 12192000"/>
              <a:gd name="connsiteY7" fmla="*/ 87109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756074 w 12192000"/>
              <a:gd name="connsiteY7" fmla="*/ 9530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2759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735119 w 12192000"/>
              <a:gd name="connsiteY7" fmla="*/ 89967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3111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05121 w 12192000"/>
              <a:gd name="connsiteY3" fmla="*/ 26185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92100 w 12192000"/>
              <a:gd name="connsiteY0" fmla="*/ 261852 h 6858000"/>
              <a:gd name="connsiteX1" fmla="*/ 361950 w 12192000"/>
              <a:gd name="connsiteY1" fmla="*/ 6536402 h 6858000"/>
              <a:gd name="connsiteX2" fmla="*/ 4587758 w 12192000"/>
              <a:gd name="connsiteY2" fmla="*/ 6536402 h 6858000"/>
              <a:gd name="connsiteX3" fmla="*/ 4505121 w 12192000"/>
              <a:gd name="connsiteY3" fmla="*/ 261852 h 6858000"/>
              <a:gd name="connsiteX4" fmla="*/ 292100 w 12192000"/>
              <a:gd name="connsiteY4" fmla="*/ 26185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92100 w 12192000"/>
              <a:gd name="connsiteY0" fmla="*/ 261852 h 6858000"/>
              <a:gd name="connsiteX1" fmla="*/ 285750 w 12192000"/>
              <a:gd name="connsiteY1" fmla="*/ 6593552 h 6858000"/>
              <a:gd name="connsiteX2" fmla="*/ 4587758 w 12192000"/>
              <a:gd name="connsiteY2" fmla="*/ 6536402 h 6858000"/>
              <a:gd name="connsiteX3" fmla="*/ 4505121 w 12192000"/>
              <a:gd name="connsiteY3" fmla="*/ 261852 h 6858000"/>
              <a:gd name="connsiteX4" fmla="*/ 292100 w 12192000"/>
              <a:gd name="connsiteY4" fmla="*/ 26185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92100 w 12192000"/>
              <a:gd name="connsiteY0" fmla="*/ 261852 h 6858000"/>
              <a:gd name="connsiteX1" fmla="*/ 285750 w 12192000"/>
              <a:gd name="connsiteY1" fmla="*/ 6593552 h 6858000"/>
              <a:gd name="connsiteX2" fmla="*/ 4498858 w 12192000"/>
              <a:gd name="connsiteY2" fmla="*/ 6593552 h 6858000"/>
              <a:gd name="connsiteX3" fmla="*/ 4505121 w 12192000"/>
              <a:gd name="connsiteY3" fmla="*/ 261852 h 6858000"/>
              <a:gd name="connsiteX4" fmla="*/ 292100 w 12192000"/>
              <a:gd name="connsiteY4" fmla="*/ 26185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92100 w 12192000"/>
              <a:gd name="connsiteY0" fmla="*/ 261852 h 6858000"/>
              <a:gd name="connsiteX1" fmla="*/ 285750 w 12192000"/>
              <a:gd name="connsiteY1" fmla="*/ 6593552 h 6858000"/>
              <a:gd name="connsiteX2" fmla="*/ 4511558 w 12192000"/>
              <a:gd name="connsiteY2" fmla="*/ 6599902 h 6858000"/>
              <a:gd name="connsiteX3" fmla="*/ 4505121 w 12192000"/>
              <a:gd name="connsiteY3" fmla="*/ 261852 h 6858000"/>
              <a:gd name="connsiteX4" fmla="*/ 292100 w 12192000"/>
              <a:gd name="connsiteY4" fmla="*/ 26185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92100" y="261852"/>
                </a:moveTo>
                <a:cubicBezTo>
                  <a:pt x="289983" y="2372419"/>
                  <a:pt x="287867" y="4482985"/>
                  <a:pt x="285750" y="6593552"/>
                </a:cubicBezTo>
                <a:lnTo>
                  <a:pt x="4511558" y="6599902"/>
                </a:lnTo>
                <a:cubicBezTo>
                  <a:pt x="4513646" y="4535902"/>
                  <a:pt x="4503033" y="2325852"/>
                  <a:pt x="4505121" y="261852"/>
                </a:cubicBezTo>
                <a:lnTo>
                  <a:pt x="292100" y="261852"/>
                </a:lnTo>
                <a:close/>
                <a:moveTo>
                  <a:pt x="10144585" y="266296"/>
                </a:moveTo>
                <a:lnTo>
                  <a:pt x="10144585" y="1025401"/>
                </a:lnTo>
                <a:lnTo>
                  <a:pt x="11900854" y="1027306"/>
                </a:lnTo>
                <a:lnTo>
                  <a:pt x="11902759" y="268201"/>
                </a:lnTo>
                <a:lnTo>
                  <a:pt x="10144585" y="26629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8" name="Subline">
            <a:extLst>
              <a:ext uri="{FF2B5EF4-FFF2-40B4-BE49-F238E27FC236}">
                <a16:creationId xmlns:a16="http://schemas.microsoft.com/office/drawing/2014/main" id="{27895B51-0BE5-4A27-BF19-DDD42ED32697}"/>
              </a:ext>
            </a:extLst>
          </p:cNvPr>
          <p:cNvSpPr>
            <a:spLocks noGrp="1"/>
          </p:cNvSpPr>
          <p:nvPr>
            <p:ph type="body" sz="quarter" idx="13" hasCustomPrompt="1"/>
          </p:nvPr>
        </p:nvSpPr>
        <p:spPr>
          <a:xfrm>
            <a:off x="284904" y="5443855"/>
            <a:ext cx="4219882" cy="166199"/>
          </a:xfrm>
          <a:prstGeom prst="rect">
            <a:avLst/>
          </a:prstGeom>
        </p:spPr>
        <p:txBody>
          <a:bodyPr lIns="288000" rIns="288000" anchor="t" anchorCtr="0">
            <a:spAutoFit/>
          </a:bodyPr>
          <a:lstStyle>
            <a:lvl1pPr marL="0" indent="0">
              <a:spcBef>
                <a:spcPts val="0"/>
              </a:spcBef>
              <a:buNone/>
              <a:defRPr sz="1200" b="1" cap="none" baseline="0">
                <a:latin typeface="+mj-lt"/>
              </a:defRPr>
            </a:lvl1pPr>
          </a:lstStyle>
          <a:p>
            <a:pPr lvl="0"/>
            <a:r>
              <a:rPr lang="en-US"/>
              <a:t>Subline</a:t>
            </a:r>
          </a:p>
        </p:txBody>
      </p:sp>
      <p:sp>
        <p:nvSpPr>
          <p:cNvPr id="2" name="Titel 1">
            <a:extLst>
              <a:ext uri="{FF2B5EF4-FFF2-40B4-BE49-F238E27FC236}">
                <a16:creationId xmlns:a16="http://schemas.microsoft.com/office/drawing/2014/main" id="{26D20123-1501-4CA7-AA2F-3112A0331967}"/>
              </a:ext>
            </a:extLst>
          </p:cNvPr>
          <p:cNvSpPr>
            <a:spLocks noGrp="1"/>
          </p:cNvSpPr>
          <p:nvPr>
            <p:ph type="title" hasCustomPrompt="1"/>
          </p:nvPr>
        </p:nvSpPr>
        <p:spPr>
          <a:xfrm>
            <a:off x="284904" y="258750"/>
            <a:ext cx="4219882" cy="1191023"/>
          </a:xfrm>
        </p:spPr>
        <p:txBody>
          <a:bodyPr vert="horz" lIns="288000" tIns="288000" rIns="288000" bIns="288000" rtlCol="0">
            <a:noAutofit/>
          </a:bodyPr>
          <a:lstStyle>
            <a:lvl1pPr>
              <a:spcBef>
                <a:spcPts val="0"/>
              </a:spcBef>
              <a:defRPr lang="de-DE" sz="2200" cap="none" baseline="0" dirty="0">
                <a:latin typeface="+mj-lt"/>
                <a:ea typeface="+mn-ea"/>
                <a:cs typeface="+mn-cs"/>
              </a:defRPr>
            </a:lvl1pPr>
          </a:lstStyle>
          <a:p>
            <a:pPr marL="0" lvl="0" indent="0">
              <a:spcBef>
                <a:spcPts val="1000"/>
              </a:spcBef>
              <a:buFont typeface="Arial" panose="020B0604020202020204" pitchFamily="34" charset="0"/>
            </a:pPr>
            <a:r>
              <a:rPr lang="en-US" err="1"/>
              <a:t>Mastertitelformat</a:t>
            </a:r>
            <a:r>
              <a:rPr lang="en-US"/>
              <a:t> </a:t>
            </a:r>
            <a:r>
              <a:rPr lang="en-US" err="1"/>
              <a:t>bearbeiten</a:t>
            </a:r>
            <a:endParaRPr lang="en-US"/>
          </a:p>
        </p:txBody>
      </p:sp>
      <p:sp>
        <p:nvSpPr>
          <p:cNvPr id="9" name="Rechteck 8">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
        <p:nvSpPr>
          <p:cNvPr id="6" name="Inhaltsplatzhalter 5"/>
          <p:cNvSpPr>
            <a:spLocks noGrp="1"/>
          </p:cNvSpPr>
          <p:nvPr>
            <p:ph sz="quarter" idx="16" hasCustomPrompt="1"/>
          </p:nvPr>
        </p:nvSpPr>
        <p:spPr>
          <a:xfrm>
            <a:off x="284904" y="1533024"/>
            <a:ext cx="4219882" cy="3910831"/>
          </a:xfrm>
        </p:spPr>
        <p:txBody>
          <a:bodyPr lIns="288000" rIns="288000"/>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5" name="txtIntern">
            <a:extLst>
              <a:ext uri="{FF2B5EF4-FFF2-40B4-BE49-F238E27FC236}">
                <a16:creationId xmlns:a16="http://schemas.microsoft.com/office/drawing/2014/main" id="{8EF6AB80-B4EA-6017-F631-015FE17668D6}"/>
              </a:ext>
            </a:extLst>
          </p:cNvPr>
          <p:cNvSpPr txBox="1"/>
          <p:nvPr userDrawn="1"/>
        </p:nvSpPr>
        <p:spPr>
          <a:xfrm>
            <a:off x="5302250" y="0"/>
            <a:ext cx="258084" cy="162096"/>
          </a:xfrm>
          <a:prstGeom prst="rect">
            <a:avLst/>
          </a:prstGeom>
          <a:pattFill>
            <a:fgClr>
              <a:srgbClr val="878787"/>
            </a:fgClr>
            <a:bgClr>
              <a:srgbClr val="878787"/>
            </a:bgClr>
          </a:pattFill>
        </p:spPr>
        <p:txBody>
          <a:bodyPr vert="horz" wrap="none" lIns="0" tIns="25400" rIns="0" bIns="25400" rtlCol="0" anchorCtr="1">
            <a:spAutoFit/>
          </a:bodyPr>
          <a:lstStyle/>
          <a:p>
            <a:pPr algn="l">
              <a:lnSpc>
                <a:spcPct val="90000"/>
              </a:lnSpc>
              <a:spcBef>
                <a:spcPts val="400"/>
              </a:spcBef>
            </a:pPr>
            <a:r>
              <a:rPr lang="en-US" sz="800" b="1">
                <a:solidFill>
                  <a:srgbClr val="FFFFFF"/>
                </a:solidFill>
              </a:rPr>
              <a:t>intern</a:t>
            </a:r>
          </a:p>
        </p:txBody>
      </p:sp>
    </p:spTree>
    <p:extLst>
      <p:ext uri="{BB962C8B-B14F-4D97-AF65-F5344CB8AC3E}">
        <p14:creationId xmlns:p14="http://schemas.microsoft.com/office/powerpoint/2010/main" val="134497009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ext Inhalt links /  Bild rechts">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7533893B-821E-4ADE-9220-F4BFD56A94DA}"/>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4" name="Objekt 3" hidden="1">
                        <a:extLst>
                          <a:ext uri="{FF2B5EF4-FFF2-40B4-BE49-F238E27FC236}">
                            <a16:creationId xmlns:a16="http://schemas.microsoft.com/office/drawing/2014/main" id="{7533893B-821E-4ADE-9220-F4BFD56A94DA}"/>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459E3539-5FD6-406C-97C0-23B63907A3AF}"/>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8" name="Titel 7">
            <a:extLst>
              <a:ext uri="{FF2B5EF4-FFF2-40B4-BE49-F238E27FC236}">
                <a16:creationId xmlns:a16="http://schemas.microsoft.com/office/drawing/2014/main" id="{3645C76C-2B5D-4ED3-8A37-4C9BFA9F1DA8}"/>
              </a:ext>
            </a:extLst>
          </p:cNvPr>
          <p:cNvSpPr>
            <a:spLocks noGrp="1"/>
          </p:cNvSpPr>
          <p:nvPr>
            <p:ph type="title" hasCustomPrompt="1"/>
          </p:nvPr>
        </p:nvSpPr>
        <p:spPr>
          <a:xfrm>
            <a:off x="479425"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6340007" y="1605435"/>
            <a:ext cx="5372567" cy="4849340"/>
          </a:xfrm>
          <a:prstGeom prst="rect">
            <a:avLst/>
          </a:prstGeom>
        </p:spPr>
        <p:txBody>
          <a:bodyPr vert="horz" lIns="0" tIns="0" rIns="0" bIns="0" rtlCol="0">
            <a:normAutofit/>
          </a:bodyPr>
          <a:lstStyle>
            <a:lvl1pPr>
              <a:lnSpc>
                <a:spcPct val="90000"/>
              </a:lnSpc>
              <a:defRPr lang="de-DE" dirty="0"/>
            </a:lvl1pPr>
          </a:lstStyle>
          <a:p>
            <a:pPr lvl="0"/>
            <a:r>
              <a:rPr lang="en-US"/>
              <a:t>Bild </a:t>
            </a:r>
            <a:r>
              <a:rPr lang="en-US" err="1"/>
              <a:t>durch</a:t>
            </a:r>
            <a:r>
              <a:rPr lang="en-US"/>
              <a:t> </a:t>
            </a:r>
            <a:r>
              <a:rPr lang="en-US" err="1"/>
              <a:t>Klicken</a:t>
            </a:r>
            <a:r>
              <a:rPr lang="en-US"/>
              <a:t> auf Symbol </a:t>
            </a:r>
            <a:r>
              <a:rPr lang="en-US" err="1"/>
              <a:t>hinzufügen</a:t>
            </a:r>
            <a:endParaRPr lang="en-US"/>
          </a:p>
        </p:txBody>
      </p:sp>
      <p:sp>
        <p:nvSpPr>
          <p:cNvPr id="13" name="Textplatzhalter 8">
            <a:extLst>
              <a:ext uri="{FF2B5EF4-FFF2-40B4-BE49-F238E27FC236}">
                <a16:creationId xmlns:a16="http://schemas.microsoft.com/office/drawing/2014/main" id="{3F74B75A-3F3E-4E2B-84F3-277B54EBC3AE}"/>
              </a:ext>
            </a:extLst>
          </p:cNvPr>
          <p:cNvSpPr>
            <a:spLocks noGrp="1"/>
          </p:cNvSpPr>
          <p:nvPr>
            <p:ph type="body" sz="quarter" idx="14"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6" name="Inhaltsplatzhalter 5"/>
          <p:cNvSpPr>
            <a:spLocks noGrp="1"/>
          </p:cNvSpPr>
          <p:nvPr>
            <p:ph sz="quarter" idx="15" hasCustomPrompt="1"/>
          </p:nvPr>
        </p:nvSpPr>
        <p:spPr>
          <a:xfrm>
            <a:off x="479426" y="1605435"/>
            <a:ext cx="5384332"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186397229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ld links / Text Inhalt rechts">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6C37FF3E-A92A-4E10-BE06-1BAF6DBEE3A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4" name="Objekt 3" hidden="1">
                        <a:extLst>
                          <a:ext uri="{FF2B5EF4-FFF2-40B4-BE49-F238E27FC236}">
                            <a16:creationId xmlns:a16="http://schemas.microsoft.com/office/drawing/2014/main" id="{6C37FF3E-A92A-4E10-BE06-1BAF6DBEE3A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D59466C3-9696-446B-A506-2764C30C5245}"/>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8" name="Titel 7">
            <a:extLst>
              <a:ext uri="{FF2B5EF4-FFF2-40B4-BE49-F238E27FC236}">
                <a16:creationId xmlns:a16="http://schemas.microsoft.com/office/drawing/2014/main" id="{3645C76C-2B5D-4ED3-8A37-4C9BFA9F1DA8}"/>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479426" y="1605307"/>
            <a:ext cx="5384332" cy="4849340"/>
          </a:xfrm>
          <a:prstGeom prst="rect">
            <a:avLst/>
          </a:prstGeom>
        </p:spPr>
        <p:txBody>
          <a:bodyPr/>
          <a:lstStyle>
            <a:lvl1pPr marL="0" indent="0">
              <a:lnSpc>
                <a:spcPct val="90000"/>
              </a:lnSpc>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12" name="Textplatzhalter 8">
            <a:extLst>
              <a:ext uri="{FF2B5EF4-FFF2-40B4-BE49-F238E27FC236}">
                <a16:creationId xmlns:a16="http://schemas.microsoft.com/office/drawing/2014/main" id="{5E1810CB-B3A3-4F48-882E-1806957C5A9D}"/>
              </a:ext>
            </a:extLst>
          </p:cNvPr>
          <p:cNvSpPr>
            <a:spLocks noGrp="1"/>
          </p:cNvSpPr>
          <p:nvPr>
            <p:ph type="body" sz="quarter" idx="15"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6" name="Inhaltsplatzhalter 5"/>
          <p:cNvSpPr>
            <a:spLocks noGrp="1"/>
          </p:cNvSpPr>
          <p:nvPr>
            <p:ph sz="quarter" idx="16" hasCustomPrompt="1"/>
          </p:nvPr>
        </p:nvSpPr>
        <p:spPr>
          <a:xfrm>
            <a:off x="6328242" y="1605307"/>
            <a:ext cx="5384332"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7555126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langes Bild links / Text Inhalt recht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0" y="0"/>
            <a:ext cx="4068000" cy="6858000"/>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6" name="Inhaltsplatzhalter 5"/>
          <p:cNvSpPr>
            <a:spLocks noGrp="1"/>
          </p:cNvSpPr>
          <p:nvPr>
            <p:ph sz="quarter" idx="14" hasCustomPrompt="1"/>
          </p:nvPr>
        </p:nvSpPr>
        <p:spPr>
          <a:xfrm>
            <a:off x="4547426" y="1605307"/>
            <a:ext cx="5488114" cy="484946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58067106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Bild groß links / Text Inhalt recht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0" y="0"/>
            <a:ext cx="6731876" cy="6858000"/>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6" name="Inhaltsplatzhalter 5"/>
          <p:cNvSpPr>
            <a:spLocks noGrp="1"/>
          </p:cNvSpPr>
          <p:nvPr>
            <p:ph sz="quarter" idx="14" hasCustomPrompt="1"/>
          </p:nvPr>
        </p:nvSpPr>
        <p:spPr>
          <a:xfrm>
            <a:off x="7209713" y="1605307"/>
            <a:ext cx="4502861"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417570445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Vergleich">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435B4EBB-2F7A-4AE4-BD00-67C8C0B62C2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435B4EBB-2F7A-4AE4-BD00-67C8C0B62C23}"/>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A7CB53B2-ECA4-444A-AB4E-723BCED04A18}"/>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3" name="Textplatzhalter 2">
            <a:extLst>
              <a:ext uri="{FF2B5EF4-FFF2-40B4-BE49-F238E27FC236}">
                <a16:creationId xmlns:a16="http://schemas.microsoft.com/office/drawing/2014/main" id="{74A3FDA9-3CE6-48AD-AE14-9F756B6E73F7}"/>
              </a:ext>
            </a:extLst>
          </p:cNvPr>
          <p:cNvSpPr>
            <a:spLocks noGrp="1"/>
          </p:cNvSpPr>
          <p:nvPr>
            <p:ph type="body" idx="1" hasCustomPrompt="1"/>
          </p:nvPr>
        </p:nvSpPr>
        <p:spPr>
          <a:xfrm>
            <a:off x="479427" y="4810091"/>
            <a:ext cx="5384333" cy="1644556"/>
          </a:xfrm>
          <a:prstGeom prst="rect">
            <a:avLst/>
          </a:prstGeom>
        </p:spPr>
        <p:txBody>
          <a:bodyPr anchor="t" anchorCtr="0">
            <a:normAutofit/>
          </a:bodyPr>
          <a:lstStyle>
            <a:lvl1pPr marL="0" indent="0">
              <a:lnSpc>
                <a:spcPct val="90000"/>
              </a:lnSpc>
              <a:buFont typeface="Arial" panose="020B0604020202020204" pitchFamily="34" charset="0"/>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err="1"/>
              <a:t>Mastertextformat</a:t>
            </a:r>
            <a:r>
              <a:rPr lang="en-US"/>
              <a:t> </a:t>
            </a:r>
            <a:r>
              <a:rPr lang="en-US" err="1"/>
              <a:t>bearbeiten</a:t>
            </a:r>
            <a:endParaRPr lang="en-US"/>
          </a:p>
        </p:txBody>
      </p:sp>
      <p:sp>
        <p:nvSpPr>
          <p:cNvPr id="5" name="Textplatzhalter 4">
            <a:extLst>
              <a:ext uri="{FF2B5EF4-FFF2-40B4-BE49-F238E27FC236}">
                <a16:creationId xmlns:a16="http://schemas.microsoft.com/office/drawing/2014/main" id="{AD7E1FB2-B072-4C41-88FD-F720EB877288}"/>
              </a:ext>
            </a:extLst>
          </p:cNvPr>
          <p:cNvSpPr>
            <a:spLocks noGrp="1"/>
          </p:cNvSpPr>
          <p:nvPr>
            <p:ph type="body" sz="quarter" idx="3" hasCustomPrompt="1"/>
          </p:nvPr>
        </p:nvSpPr>
        <p:spPr>
          <a:xfrm>
            <a:off x="6328241" y="4810091"/>
            <a:ext cx="5384333" cy="1644556"/>
          </a:xfrm>
          <a:prstGeom prst="rect">
            <a:avLst/>
          </a:prstGeom>
        </p:spPr>
        <p:txBody>
          <a:bodyPr anchor="t" anchorCtr="0">
            <a:normAutofit/>
          </a:bodyPr>
          <a:lstStyle>
            <a:lvl1pPr marL="0" indent="0">
              <a:lnSpc>
                <a:spcPct val="90000"/>
              </a:lnSpc>
              <a:buFont typeface="Arial" panose="020B0604020202020204" pitchFamily="34" charset="0"/>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err="1"/>
              <a:t>Mastertextformat</a:t>
            </a:r>
            <a:r>
              <a:rPr lang="en-US"/>
              <a:t> </a:t>
            </a:r>
            <a:r>
              <a:rPr lang="en-US" err="1"/>
              <a:t>bearbeiten</a:t>
            </a:r>
            <a:endParaRPr lang="en-US"/>
          </a:p>
        </p:txBody>
      </p:sp>
      <p:sp>
        <p:nvSpPr>
          <p:cNvPr id="11"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4" name="Textplatzhalter 8">
            <a:extLst>
              <a:ext uri="{FF2B5EF4-FFF2-40B4-BE49-F238E27FC236}">
                <a16:creationId xmlns:a16="http://schemas.microsoft.com/office/drawing/2014/main" id="{6584C2F4-58E3-486D-88D2-9F6D570B6CAC}"/>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8" name="Inhaltsplatzhalter 7"/>
          <p:cNvSpPr>
            <a:spLocks noGrp="1"/>
          </p:cNvSpPr>
          <p:nvPr>
            <p:ph sz="quarter" idx="14" hasCustomPrompt="1"/>
          </p:nvPr>
        </p:nvSpPr>
        <p:spPr>
          <a:xfrm>
            <a:off x="479427" y="1605307"/>
            <a:ext cx="5384333" cy="3075921"/>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13" name="Inhaltsplatzhalter 7"/>
          <p:cNvSpPr>
            <a:spLocks noGrp="1"/>
          </p:cNvSpPr>
          <p:nvPr>
            <p:ph sz="quarter" idx="15" hasCustomPrompt="1"/>
          </p:nvPr>
        </p:nvSpPr>
        <p:spPr>
          <a:xfrm>
            <a:off x="6328241" y="1605307"/>
            <a:ext cx="5384333" cy="3075921"/>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35776856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p:cSld name="Nur Bild">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0" y="0"/>
            <a:ext cx="12192000" cy="6858000"/>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3" name="Rechteck 2">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4" name="txtIntern">
            <a:extLst>
              <a:ext uri="{FF2B5EF4-FFF2-40B4-BE49-F238E27FC236}">
                <a16:creationId xmlns:a16="http://schemas.microsoft.com/office/drawing/2014/main" id="{9925B003-9D49-DC0D-0304-DAA21AA44D95}"/>
              </a:ext>
            </a:extLst>
          </p:cNvPr>
          <p:cNvSpPr txBox="1"/>
          <p:nvPr userDrawn="1"/>
        </p:nvSpPr>
        <p:spPr>
          <a:xfrm>
            <a:off x="5302250" y="0"/>
            <a:ext cx="258084" cy="162096"/>
          </a:xfrm>
          <a:prstGeom prst="rect">
            <a:avLst/>
          </a:prstGeom>
          <a:pattFill>
            <a:fgClr>
              <a:srgbClr val="878787"/>
            </a:fgClr>
            <a:bgClr>
              <a:srgbClr val="878787"/>
            </a:bgClr>
          </a:pattFill>
        </p:spPr>
        <p:txBody>
          <a:bodyPr vert="horz" wrap="none" lIns="0" tIns="25400" rIns="0" bIns="25400" rtlCol="0" anchorCtr="1">
            <a:spAutoFit/>
          </a:bodyPr>
          <a:lstStyle/>
          <a:p>
            <a:pPr algn="l">
              <a:lnSpc>
                <a:spcPct val="90000"/>
              </a:lnSpc>
              <a:spcBef>
                <a:spcPts val="400"/>
              </a:spcBef>
            </a:pPr>
            <a:r>
              <a:rPr lang="en-US" sz="800" b="1">
                <a:solidFill>
                  <a:srgbClr val="FFFFFF"/>
                </a:solidFill>
              </a:rPr>
              <a:t>intern</a:t>
            </a:r>
          </a:p>
        </p:txBody>
      </p:sp>
    </p:spTree>
    <p:extLst>
      <p:ext uri="{BB962C8B-B14F-4D97-AF65-F5344CB8AC3E}">
        <p14:creationId xmlns:p14="http://schemas.microsoft.com/office/powerpoint/2010/main" val="368646624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p:cSld name="Fünf Bilder">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479427" y="503236"/>
            <a:ext cx="7434865" cy="2876627"/>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4" name="Bildplatzhalter 7">
            <a:extLst>
              <a:ext uri="{FF2B5EF4-FFF2-40B4-BE49-F238E27FC236}">
                <a16:creationId xmlns:a16="http://schemas.microsoft.com/office/drawing/2014/main" id="{3874E60C-732A-46D4-A0D2-7308833B35F3}"/>
              </a:ext>
            </a:extLst>
          </p:cNvPr>
          <p:cNvSpPr>
            <a:spLocks noGrp="1"/>
          </p:cNvSpPr>
          <p:nvPr>
            <p:ph type="pic" sz="quarter" idx="14" hasCustomPrompt="1"/>
          </p:nvPr>
        </p:nvSpPr>
        <p:spPr>
          <a:xfrm>
            <a:off x="8112574" y="503236"/>
            <a:ext cx="3600000" cy="2876627"/>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5" name="Bildplatzhalter 7">
            <a:extLst>
              <a:ext uri="{FF2B5EF4-FFF2-40B4-BE49-F238E27FC236}">
                <a16:creationId xmlns:a16="http://schemas.microsoft.com/office/drawing/2014/main" id="{39157FFC-465D-4202-AA4E-49F8E951F1B8}"/>
              </a:ext>
            </a:extLst>
          </p:cNvPr>
          <p:cNvSpPr>
            <a:spLocks noGrp="1"/>
          </p:cNvSpPr>
          <p:nvPr>
            <p:ph type="pic" sz="quarter" idx="15" hasCustomPrompt="1"/>
          </p:nvPr>
        </p:nvSpPr>
        <p:spPr>
          <a:xfrm>
            <a:off x="8112574" y="3578021"/>
            <a:ext cx="3600000" cy="2876626"/>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6" name="Bildplatzhalter 7">
            <a:extLst>
              <a:ext uri="{FF2B5EF4-FFF2-40B4-BE49-F238E27FC236}">
                <a16:creationId xmlns:a16="http://schemas.microsoft.com/office/drawing/2014/main" id="{398ADFCC-9F73-4FCE-B41A-76494D790BAA}"/>
              </a:ext>
            </a:extLst>
          </p:cNvPr>
          <p:cNvSpPr>
            <a:spLocks noGrp="1"/>
          </p:cNvSpPr>
          <p:nvPr>
            <p:ph type="pic" sz="quarter" idx="16" hasCustomPrompt="1"/>
          </p:nvPr>
        </p:nvSpPr>
        <p:spPr>
          <a:xfrm>
            <a:off x="3326524" y="3578021"/>
            <a:ext cx="4587765" cy="2876626"/>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7" name="Bildplatzhalter 7">
            <a:extLst>
              <a:ext uri="{FF2B5EF4-FFF2-40B4-BE49-F238E27FC236}">
                <a16:creationId xmlns:a16="http://schemas.microsoft.com/office/drawing/2014/main" id="{9C2AE974-6668-41BF-9CA5-FBFDB292E2F0}"/>
              </a:ext>
            </a:extLst>
          </p:cNvPr>
          <p:cNvSpPr>
            <a:spLocks noGrp="1"/>
          </p:cNvSpPr>
          <p:nvPr>
            <p:ph type="pic" sz="quarter" idx="17" hasCustomPrompt="1"/>
          </p:nvPr>
        </p:nvSpPr>
        <p:spPr>
          <a:xfrm>
            <a:off x="479427" y="3578021"/>
            <a:ext cx="2648814" cy="2876626"/>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9" name="Rechteck 8">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3" name="txtIntern">
            <a:extLst>
              <a:ext uri="{FF2B5EF4-FFF2-40B4-BE49-F238E27FC236}">
                <a16:creationId xmlns:a16="http://schemas.microsoft.com/office/drawing/2014/main" id="{5EA216B3-DFA0-7D69-F790-9E8E1BFCACAF}"/>
              </a:ext>
            </a:extLst>
          </p:cNvPr>
          <p:cNvSpPr txBox="1"/>
          <p:nvPr userDrawn="1"/>
        </p:nvSpPr>
        <p:spPr>
          <a:xfrm>
            <a:off x="5302250" y="0"/>
            <a:ext cx="258084" cy="162096"/>
          </a:xfrm>
          <a:prstGeom prst="rect">
            <a:avLst/>
          </a:prstGeom>
          <a:pattFill>
            <a:fgClr>
              <a:srgbClr val="878787"/>
            </a:fgClr>
            <a:bgClr>
              <a:srgbClr val="878787"/>
            </a:bgClr>
          </a:pattFill>
        </p:spPr>
        <p:txBody>
          <a:bodyPr vert="horz" wrap="none" lIns="0" tIns="25400" rIns="0" bIns="25400" rtlCol="0" anchorCtr="1">
            <a:spAutoFit/>
          </a:bodyPr>
          <a:lstStyle/>
          <a:p>
            <a:pPr algn="l">
              <a:lnSpc>
                <a:spcPct val="90000"/>
              </a:lnSpc>
              <a:spcBef>
                <a:spcPts val="400"/>
              </a:spcBef>
            </a:pPr>
            <a:r>
              <a:rPr lang="en-US" sz="800" b="1">
                <a:solidFill>
                  <a:srgbClr val="FFFFFF"/>
                </a:solidFill>
              </a:rPr>
              <a:t>intern</a:t>
            </a:r>
          </a:p>
        </p:txBody>
      </p:sp>
    </p:spTree>
    <p:extLst>
      <p:ext uri="{BB962C8B-B14F-4D97-AF65-F5344CB8AC3E}">
        <p14:creationId xmlns:p14="http://schemas.microsoft.com/office/powerpoint/2010/main" val="421818188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p:cSld name="Drei Bilder">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479427" y="503236"/>
            <a:ext cx="6912000" cy="5951537"/>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4" name="Bildplatzhalter 7">
            <a:extLst>
              <a:ext uri="{FF2B5EF4-FFF2-40B4-BE49-F238E27FC236}">
                <a16:creationId xmlns:a16="http://schemas.microsoft.com/office/drawing/2014/main" id="{3874E60C-732A-46D4-A0D2-7308833B35F3}"/>
              </a:ext>
            </a:extLst>
          </p:cNvPr>
          <p:cNvSpPr>
            <a:spLocks noGrp="1"/>
          </p:cNvSpPr>
          <p:nvPr>
            <p:ph type="pic" sz="quarter" idx="14" hasCustomPrompt="1"/>
          </p:nvPr>
        </p:nvSpPr>
        <p:spPr>
          <a:xfrm>
            <a:off x="7587672" y="503236"/>
            <a:ext cx="4124902" cy="2876622"/>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9" name="Bildplatzhalter 7">
            <a:extLst>
              <a:ext uri="{FF2B5EF4-FFF2-40B4-BE49-F238E27FC236}">
                <a16:creationId xmlns:a16="http://schemas.microsoft.com/office/drawing/2014/main" id="{77162A5A-203D-4041-B750-630136532946}"/>
              </a:ext>
            </a:extLst>
          </p:cNvPr>
          <p:cNvSpPr>
            <a:spLocks noGrp="1"/>
          </p:cNvSpPr>
          <p:nvPr>
            <p:ph type="pic" sz="quarter" idx="15" hasCustomPrompt="1"/>
          </p:nvPr>
        </p:nvSpPr>
        <p:spPr>
          <a:xfrm>
            <a:off x="7587672" y="3578025"/>
            <a:ext cx="4124902" cy="2876622"/>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5" name="Rechteck 4">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3" name="txtIntern">
            <a:extLst>
              <a:ext uri="{FF2B5EF4-FFF2-40B4-BE49-F238E27FC236}">
                <a16:creationId xmlns:a16="http://schemas.microsoft.com/office/drawing/2014/main" id="{2CCCEF40-AD85-EA62-EA6B-968F9F8EA7CE}"/>
              </a:ext>
            </a:extLst>
          </p:cNvPr>
          <p:cNvSpPr txBox="1"/>
          <p:nvPr userDrawn="1"/>
        </p:nvSpPr>
        <p:spPr>
          <a:xfrm>
            <a:off x="5302250" y="0"/>
            <a:ext cx="258084" cy="162096"/>
          </a:xfrm>
          <a:prstGeom prst="rect">
            <a:avLst/>
          </a:prstGeom>
          <a:pattFill>
            <a:fgClr>
              <a:srgbClr val="878787"/>
            </a:fgClr>
            <a:bgClr>
              <a:srgbClr val="878787"/>
            </a:bgClr>
          </a:pattFill>
        </p:spPr>
        <p:txBody>
          <a:bodyPr vert="horz" wrap="none" lIns="0" tIns="25400" rIns="0" bIns="25400" rtlCol="0" anchorCtr="1">
            <a:spAutoFit/>
          </a:bodyPr>
          <a:lstStyle/>
          <a:p>
            <a:pPr algn="l">
              <a:lnSpc>
                <a:spcPct val="90000"/>
              </a:lnSpc>
              <a:spcBef>
                <a:spcPts val="400"/>
              </a:spcBef>
            </a:pPr>
            <a:r>
              <a:rPr lang="en-US" sz="800" b="1">
                <a:solidFill>
                  <a:srgbClr val="FFFFFF"/>
                </a:solidFill>
              </a:rPr>
              <a:t>intern</a:t>
            </a:r>
          </a:p>
        </p:txBody>
      </p:sp>
    </p:spTree>
    <p:extLst>
      <p:ext uri="{BB962C8B-B14F-4D97-AF65-F5344CB8AC3E}">
        <p14:creationId xmlns:p14="http://schemas.microsoft.com/office/powerpoint/2010/main" val="116236128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eam">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435B4EBB-2F7A-4AE4-BD00-67C8C0B62C2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435B4EBB-2F7A-4AE4-BD00-67C8C0B62C23}"/>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A7CB53B2-ECA4-444A-AB4E-723BCED04A18}"/>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panose="020B0503020202020102" pitchFamily="34" charset="0"/>
              <a:ea typeface="+mj-ea"/>
              <a:cs typeface="+mj-cs"/>
              <a:sym typeface="STIHL Contraface Text" panose="020B0503020202020102" pitchFamily="34" charset="0"/>
            </a:endParaRPr>
          </a:p>
        </p:txBody>
      </p:sp>
      <p:sp>
        <p:nvSpPr>
          <p:cNvPr id="11"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4" name="Textplatzhalter 8">
            <a:extLst>
              <a:ext uri="{FF2B5EF4-FFF2-40B4-BE49-F238E27FC236}">
                <a16:creationId xmlns:a16="http://schemas.microsoft.com/office/drawing/2014/main" id="{6584C2F4-58E3-486D-88D2-9F6D570B6CAC}"/>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9" name="Bildplatzhalter 8"/>
          <p:cNvSpPr>
            <a:spLocks noGrp="1"/>
          </p:cNvSpPr>
          <p:nvPr>
            <p:ph type="pic" sz="quarter" idx="18" hasCustomPrompt="1"/>
          </p:nvPr>
        </p:nvSpPr>
        <p:spPr>
          <a:xfrm>
            <a:off x="479427" y="1605435"/>
            <a:ext cx="1836000" cy="2448000"/>
          </a:xfrm>
        </p:spPr>
        <p:txBody>
          <a:bodyPr/>
          <a:lstStyle>
            <a:lvl1pPr>
              <a:defRPr b="0"/>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19" name="Bildplatzhalter 8"/>
          <p:cNvSpPr>
            <a:spLocks noGrp="1"/>
          </p:cNvSpPr>
          <p:nvPr>
            <p:ph type="pic" sz="quarter" idx="19" hasCustomPrompt="1"/>
          </p:nvPr>
        </p:nvSpPr>
        <p:spPr>
          <a:xfrm>
            <a:off x="3323809" y="1605435"/>
            <a:ext cx="1836000" cy="2448000"/>
          </a:xfrm>
        </p:spPr>
        <p:txBody>
          <a:bodyPr/>
          <a:lstStyle>
            <a:lvl1pPr>
              <a:defRPr b="0"/>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20" name="Bildplatzhalter 8"/>
          <p:cNvSpPr>
            <a:spLocks noGrp="1"/>
          </p:cNvSpPr>
          <p:nvPr>
            <p:ph type="pic" sz="quarter" idx="20" hasCustomPrompt="1"/>
          </p:nvPr>
        </p:nvSpPr>
        <p:spPr>
          <a:xfrm>
            <a:off x="6168191" y="1605435"/>
            <a:ext cx="1836000" cy="2448000"/>
          </a:xfrm>
        </p:spPr>
        <p:txBody>
          <a:bodyPr/>
          <a:lstStyle>
            <a:lvl1pPr>
              <a:defRPr b="0"/>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21" name="Bildplatzhalter 8"/>
          <p:cNvSpPr>
            <a:spLocks noGrp="1"/>
          </p:cNvSpPr>
          <p:nvPr>
            <p:ph type="pic" sz="quarter" idx="21" hasCustomPrompt="1"/>
          </p:nvPr>
        </p:nvSpPr>
        <p:spPr>
          <a:xfrm>
            <a:off x="9012574" y="1605435"/>
            <a:ext cx="1836000" cy="2448000"/>
          </a:xfrm>
        </p:spPr>
        <p:txBody>
          <a:bodyPr/>
          <a:lstStyle>
            <a:lvl1pPr>
              <a:defRPr b="0"/>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5" name="Textplatzhalter 4"/>
          <p:cNvSpPr>
            <a:spLocks noGrp="1"/>
          </p:cNvSpPr>
          <p:nvPr>
            <p:ph type="body" sz="quarter" idx="22" hasCustomPrompt="1"/>
          </p:nvPr>
        </p:nvSpPr>
        <p:spPr>
          <a:xfrm>
            <a:off x="479427" y="4253457"/>
            <a:ext cx="2700000" cy="220131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22" name="Textplatzhalter 4"/>
          <p:cNvSpPr>
            <a:spLocks noGrp="1"/>
          </p:cNvSpPr>
          <p:nvPr>
            <p:ph type="body" sz="quarter" idx="23" hasCustomPrompt="1"/>
          </p:nvPr>
        </p:nvSpPr>
        <p:spPr>
          <a:xfrm>
            <a:off x="3323809" y="4253457"/>
            <a:ext cx="2700000" cy="220131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23" name="Textplatzhalter 4"/>
          <p:cNvSpPr>
            <a:spLocks noGrp="1"/>
          </p:cNvSpPr>
          <p:nvPr>
            <p:ph type="body" sz="quarter" idx="24" hasCustomPrompt="1"/>
          </p:nvPr>
        </p:nvSpPr>
        <p:spPr>
          <a:xfrm>
            <a:off x="6168191" y="4253457"/>
            <a:ext cx="2700000" cy="220131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24" name="Textplatzhalter 4"/>
          <p:cNvSpPr>
            <a:spLocks noGrp="1"/>
          </p:cNvSpPr>
          <p:nvPr>
            <p:ph type="body" sz="quarter" idx="25" hasCustomPrompt="1"/>
          </p:nvPr>
        </p:nvSpPr>
        <p:spPr>
          <a:xfrm>
            <a:off x="9012574" y="4253457"/>
            <a:ext cx="2700000" cy="220131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311801623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p:cSld name="Zitat Botschaft">
    <p:bg>
      <p:bgPr>
        <a:solidFill>
          <a:srgbClr val="F37A1F"/>
        </a:solidFill>
        <a:effectLst/>
      </p:bgPr>
    </p:bg>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4400" b="1" i="0" baseline="0">
              <a:solidFill>
                <a:schemeClr val="tx1"/>
              </a:solidFill>
              <a:latin typeface="STIHL Contraface Display Title" panose="02000600040000020004" pitchFamily="50" charset="0"/>
              <a:ea typeface="+mj-ea"/>
              <a:cs typeface="+mj-cs"/>
              <a:sym typeface="STIHL Contraface Display Title" panose="02000600040000020004" pitchFamily="50" charset="0"/>
            </a:endParaRPr>
          </a:p>
        </p:txBody>
      </p:sp>
      <p:sp>
        <p:nvSpPr>
          <p:cNvPr id="10" name="Textplatzhalter 9"/>
          <p:cNvSpPr>
            <a:spLocks noGrp="1"/>
          </p:cNvSpPr>
          <p:nvPr>
            <p:ph type="body" sz="quarter" idx="10" hasCustomPrompt="1"/>
          </p:nvPr>
        </p:nvSpPr>
        <p:spPr>
          <a:xfrm>
            <a:off x="568237" y="1186684"/>
            <a:ext cx="450670" cy="609398"/>
          </a:xfrm>
        </p:spPr>
        <p:txBody>
          <a:bodyPr wrap="square">
            <a:noAutofit/>
          </a:bodyPr>
          <a:lstStyle>
            <a:lvl1pPr>
              <a:tabLst>
                <a:tab pos="449263" algn="l"/>
              </a:tabLst>
              <a:defRPr sz="4400">
                <a:solidFill>
                  <a:schemeClr val="bg1"/>
                </a:solidFill>
                <a:latin typeface="STIHL Contraface Display Title" pitchFamily="50" charset="0"/>
              </a:defRPr>
            </a:lvl1pPr>
          </a:lstStyle>
          <a:p>
            <a:pPr lvl="0"/>
            <a:r>
              <a:rPr lang="en-US"/>
              <a:t>»	</a:t>
            </a:r>
          </a:p>
        </p:txBody>
      </p:sp>
      <p:sp>
        <p:nvSpPr>
          <p:cNvPr id="12" name="Textplatzhalter 11"/>
          <p:cNvSpPr>
            <a:spLocks noGrp="1"/>
          </p:cNvSpPr>
          <p:nvPr>
            <p:ph type="body" sz="quarter" idx="11" hasCustomPrompt="1"/>
          </p:nvPr>
        </p:nvSpPr>
        <p:spPr>
          <a:xfrm>
            <a:off x="1018907" y="3806696"/>
            <a:ext cx="10695255" cy="249299"/>
          </a:xfrm>
        </p:spPr>
        <p:txBody>
          <a:bodyPr wrap="square">
            <a:sp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err="1"/>
              <a:t>Textmasterformat</a:t>
            </a:r>
            <a:r>
              <a:rPr lang="en-US"/>
              <a:t> </a:t>
            </a:r>
            <a:r>
              <a:rPr lang="en-US" err="1"/>
              <a:t>bearbeiten</a:t>
            </a:r>
            <a:endParaRPr lang="en-US"/>
          </a:p>
        </p:txBody>
      </p:sp>
      <p:sp>
        <p:nvSpPr>
          <p:cNvPr id="11" name="Textplatzhalter 9">
            <a:extLst>
              <a:ext uri="{FF2B5EF4-FFF2-40B4-BE49-F238E27FC236}">
                <a16:creationId xmlns:a16="http://schemas.microsoft.com/office/drawing/2014/main" id="{282F2CC6-4FF4-4A58-802A-E33AC37E42FB}"/>
              </a:ext>
            </a:extLst>
          </p:cNvPr>
          <p:cNvSpPr>
            <a:spLocks noGrp="1"/>
          </p:cNvSpPr>
          <p:nvPr>
            <p:ph type="body" sz="quarter" idx="12" hasCustomPrompt="1"/>
          </p:nvPr>
        </p:nvSpPr>
        <p:spPr>
          <a:xfrm>
            <a:off x="1018907" y="1186684"/>
            <a:ext cx="10695256" cy="609398"/>
          </a:xfrm>
        </p:spPr>
        <p:txBody>
          <a:bodyPr wrap="square">
            <a:spAutoFit/>
          </a:bodyPr>
          <a:lstStyle>
            <a:lvl1pPr>
              <a:tabLst>
                <a:tab pos="449263" algn="l"/>
              </a:tabLst>
              <a:defRPr sz="4400">
                <a:solidFill>
                  <a:schemeClr val="bg1"/>
                </a:solidFill>
                <a:latin typeface="STIHL Contraface Display Title" pitchFamily="50" charset="0"/>
              </a:defRPr>
            </a:lvl1pPr>
          </a:lstStyle>
          <a:p>
            <a:pPr lvl="0"/>
            <a:r>
              <a:rPr lang="en-US" err="1"/>
              <a:t>Zitat</a:t>
            </a:r>
            <a:r>
              <a:rPr lang="en-US"/>
              <a:t> «</a:t>
            </a:r>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14" name="Rechteck 13">
            <a:extLst>
              <a:ext uri="{FF2B5EF4-FFF2-40B4-BE49-F238E27FC236}">
                <a16:creationId xmlns:a16="http://schemas.microsoft.com/office/drawing/2014/main" id="{5CF86407-DA27-4CA6-A346-F8477F884E96}"/>
              </a:ext>
            </a:extLst>
          </p:cNvPr>
          <p:cNvSpPr>
            <a:spLocks/>
          </p:cNvSpPr>
          <p:nvPr/>
        </p:nvSpPr>
        <p:spPr>
          <a:xfrm>
            <a:off x="-1943099" y="4117246"/>
            <a:ext cx="1772284" cy="1475001"/>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Die Guillemets </a:t>
            </a:r>
            <a:r>
              <a:rPr lang="en-US" sz="1600" b="0" err="1">
                <a:solidFill>
                  <a:schemeClr val="tx1"/>
                </a:solidFill>
              </a:rPr>
              <a:t>können</a:t>
            </a:r>
            <a:r>
              <a:rPr lang="en-US" sz="1600" b="0">
                <a:solidFill>
                  <a:schemeClr val="tx1"/>
                </a:solidFill>
              </a:rPr>
              <a:t> </a:t>
            </a:r>
            <a:r>
              <a:rPr lang="en-US" sz="1600" b="0" err="1">
                <a:solidFill>
                  <a:schemeClr val="tx1"/>
                </a:solidFill>
              </a:rPr>
              <a:t>über</a:t>
            </a:r>
            <a:r>
              <a:rPr lang="en-US" sz="1600" b="0">
                <a:solidFill>
                  <a:schemeClr val="tx1"/>
                </a:solidFill>
              </a:rPr>
              <a:t> den Reiter "</a:t>
            </a:r>
            <a:r>
              <a:rPr lang="en-US" sz="1600" b="0" err="1">
                <a:solidFill>
                  <a:schemeClr val="tx1"/>
                </a:solidFill>
              </a:rPr>
              <a:t>Einfügen</a:t>
            </a:r>
            <a:r>
              <a:rPr lang="en-US" sz="1600" b="0">
                <a:solidFill>
                  <a:schemeClr val="tx1"/>
                </a:solidFill>
              </a:rPr>
              <a:t>" </a:t>
            </a:r>
            <a:r>
              <a:rPr lang="en-US" sz="1600" b="0" err="1">
                <a:solidFill>
                  <a:schemeClr val="tx1"/>
                </a:solidFill>
              </a:rPr>
              <a:t>durch</a:t>
            </a:r>
            <a:r>
              <a:rPr lang="en-US" sz="1600" b="0">
                <a:solidFill>
                  <a:schemeClr val="tx1"/>
                </a:solidFill>
              </a:rPr>
              <a:t> das Feld "Symbol" </a:t>
            </a:r>
            <a:r>
              <a:rPr lang="en-US" sz="1600" b="0" err="1">
                <a:solidFill>
                  <a:schemeClr val="tx1"/>
                </a:solidFill>
              </a:rPr>
              <a:t>eingefügt</a:t>
            </a:r>
            <a:r>
              <a:rPr lang="en-US" sz="1600" b="0">
                <a:solidFill>
                  <a:schemeClr val="tx1"/>
                </a:solidFill>
              </a:rPr>
              <a:t> </a:t>
            </a:r>
            <a:r>
              <a:rPr lang="en-US" sz="1600" b="0" err="1">
                <a:solidFill>
                  <a:schemeClr val="tx1"/>
                </a:solidFill>
              </a:rPr>
              <a:t>werden</a:t>
            </a:r>
            <a:endParaRPr lang="en-US" sz="1600" b="0">
              <a:solidFill>
                <a:schemeClr val="tx1"/>
              </a:solidFill>
            </a:endParaRPr>
          </a:p>
        </p:txBody>
      </p:sp>
    </p:spTree>
    <p:extLst>
      <p:ext uri="{BB962C8B-B14F-4D97-AF65-F5344CB8AC3E}">
        <p14:creationId xmlns:p14="http://schemas.microsoft.com/office/powerpoint/2010/main" val="256085932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p:cSld name="Schlussfolie">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Rechteck 6">
            <a:extLst>
              <a:ext uri="{FF2B5EF4-FFF2-40B4-BE49-F238E27FC236}">
                <a16:creationId xmlns:a16="http://schemas.microsoft.com/office/drawing/2014/main" id="{16762DA5-7BF5-44ED-A0E7-1C1B1049A63C}"/>
              </a:ext>
            </a:extLst>
          </p:cNvPr>
          <p:cNvSpPr/>
          <p:nvPr/>
        </p:nvSpPr>
        <p:spPr>
          <a:xfrm>
            <a:off x="495191" y="6283982"/>
            <a:ext cx="450741" cy="945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US"/>
          </a:p>
        </p:txBody>
      </p:sp>
      <p:sp>
        <p:nvSpPr>
          <p:cNvPr id="3" name="Textplatzhalter 2">
            <a:extLst>
              <a:ext uri="{FF2B5EF4-FFF2-40B4-BE49-F238E27FC236}">
                <a16:creationId xmlns:a16="http://schemas.microsoft.com/office/drawing/2014/main" id="{2684D222-F168-4BDD-AE60-92B32E636597}"/>
              </a:ext>
            </a:extLst>
          </p:cNvPr>
          <p:cNvSpPr>
            <a:spLocks noGrp="1"/>
          </p:cNvSpPr>
          <p:nvPr>
            <p:ph type="body" sz="quarter" idx="10" hasCustomPrompt="1"/>
          </p:nvPr>
        </p:nvSpPr>
        <p:spPr>
          <a:xfrm>
            <a:off x="479425" y="5506133"/>
            <a:ext cx="7812088" cy="664797"/>
          </a:xfrm>
          <a:prstGeom prst="rect">
            <a:avLst/>
          </a:prstGeom>
          <a:noFill/>
        </p:spPr>
        <p:txBody>
          <a:bodyPr wrap="square" rtlCol="0" anchor="b">
            <a:spAutoFit/>
          </a:bodyPr>
          <a:lstStyle>
            <a:lvl1pPr marL="0" indent="0">
              <a:lnSpc>
                <a:spcPct val="90000"/>
              </a:lnSpc>
              <a:buNone/>
              <a:defRPr lang="de-DE" sz="4800" b="1" cap="all" baseline="0" smtClean="0">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US" err="1"/>
              <a:t>Schlussfolie</a:t>
            </a:r>
            <a:r>
              <a:rPr lang="en-US"/>
              <a:t> </a:t>
            </a:r>
            <a:r>
              <a:rPr lang="en-US" err="1"/>
              <a:t>bearbeiten</a:t>
            </a:r>
            <a:endParaRPr lang="en-US"/>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Tree>
    <p:extLst>
      <p:ext uri="{BB962C8B-B14F-4D97-AF65-F5344CB8AC3E}">
        <p14:creationId xmlns:p14="http://schemas.microsoft.com/office/powerpoint/2010/main" val="219006880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Kapiteltrenner ohne Hintergrundbild">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extplatzhalter 2">
            <a:extLst>
              <a:ext uri="{FF2B5EF4-FFF2-40B4-BE49-F238E27FC236}">
                <a16:creationId xmlns:a16="http://schemas.microsoft.com/office/drawing/2014/main" id="{2684D222-F168-4BDD-AE60-92B32E636597}"/>
              </a:ext>
            </a:extLst>
          </p:cNvPr>
          <p:cNvSpPr>
            <a:spLocks noGrp="1"/>
          </p:cNvSpPr>
          <p:nvPr>
            <p:ph type="body" sz="quarter" idx="10" hasCustomPrompt="1"/>
          </p:nvPr>
        </p:nvSpPr>
        <p:spPr>
          <a:xfrm>
            <a:off x="479425" y="5506133"/>
            <a:ext cx="7812088" cy="664797"/>
          </a:xfrm>
          <a:prstGeom prst="rect">
            <a:avLst/>
          </a:prstGeom>
          <a:noFill/>
        </p:spPr>
        <p:txBody>
          <a:bodyPr wrap="square" rtlCol="0" anchor="b">
            <a:spAutoFit/>
          </a:bodyPr>
          <a:lstStyle>
            <a:lvl1pPr marL="0" indent="0">
              <a:buNone/>
              <a:tabLst>
                <a:tab pos="1074738" algn="l"/>
              </a:tabLst>
              <a:defRPr lang="de-DE" sz="4800" b="1" cap="all" baseline="0" smtClean="0">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US" err="1"/>
              <a:t>Kapiteltrenner</a:t>
            </a:r>
            <a:r>
              <a:rPr lang="en-US"/>
              <a:t> </a:t>
            </a:r>
            <a:r>
              <a:rPr lang="en-US" err="1"/>
              <a:t>bearbeiten</a:t>
            </a:r>
            <a:endParaRPr lang="en-US"/>
          </a:p>
        </p:txBody>
      </p:sp>
      <p:sp>
        <p:nvSpPr>
          <p:cNvPr id="15" name="Rechteck 14">
            <a:extLst>
              <a:ext uri="{FF2B5EF4-FFF2-40B4-BE49-F238E27FC236}">
                <a16:creationId xmlns:a16="http://schemas.microsoft.com/office/drawing/2014/main" id="{5228CAB1-2EA1-4F8A-B1D7-C5BA22E44783}"/>
              </a:ext>
            </a:extLst>
          </p:cNvPr>
          <p:cNvSpPr/>
          <p:nvPr/>
        </p:nvSpPr>
        <p:spPr>
          <a:xfrm>
            <a:off x="495191" y="6283982"/>
            <a:ext cx="450741" cy="945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US"/>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Tree>
    <p:extLst>
      <p:ext uri="{BB962C8B-B14F-4D97-AF65-F5344CB8AC3E}">
        <p14:creationId xmlns:p14="http://schemas.microsoft.com/office/powerpoint/2010/main" val="203359842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Kapiteltrenner mit Hintergrundbild">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Bildplatzhalter 14">
            <a:extLst>
              <a:ext uri="{FF2B5EF4-FFF2-40B4-BE49-F238E27FC236}">
                <a16:creationId xmlns:a16="http://schemas.microsoft.com/office/drawing/2014/main" id="{12A2E7EC-D35A-4A4A-BBD2-6097A2AF7814}"/>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673524 w 12192000"/>
              <a:gd name="connsiteY7" fmla="*/ 907291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474785 w 12192000"/>
              <a:gd name="connsiteY6" fmla="*/ 90411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510345 w 12192000"/>
              <a:gd name="connsiteY5" fmla="*/ 58189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510345 w 12192000"/>
              <a:gd name="connsiteY9" fmla="*/ 58189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566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26500 w 12192000"/>
              <a:gd name="connsiteY5" fmla="*/ 339956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226500 w 12192000"/>
              <a:gd name="connsiteY9" fmla="*/ 3399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7306"/>
                </a:lnTo>
                <a:lnTo>
                  <a:pt x="11902124"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8"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5506133"/>
            <a:ext cx="7812088" cy="664797"/>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US" err="1"/>
              <a:t>Kapiteltrenner</a:t>
            </a:r>
            <a:r>
              <a:rPr lang="en-US"/>
              <a:t> </a:t>
            </a:r>
            <a:r>
              <a:rPr lang="en-US" err="1"/>
              <a:t>bearbeiten</a:t>
            </a:r>
            <a:endParaRPr lang="en-US"/>
          </a:p>
        </p:txBody>
      </p:sp>
      <p:sp>
        <p:nvSpPr>
          <p:cNvPr id="9" name="Rechteck 8">
            <a:extLst>
              <a:ext uri="{FF2B5EF4-FFF2-40B4-BE49-F238E27FC236}">
                <a16:creationId xmlns:a16="http://schemas.microsoft.com/office/drawing/2014/main" id="{2C6085ED-8EF3-4C74-9B9D-7804FC5FAEA1}"/>
              </a:ext>
            </a:extLst>
          </p:cNvPr>
          <p:cNvSpPr/>
          <p:nvPr/>
        </p:nvSpPr>
        <p:spPr>
          <a:xfrm>
            <a:off x="495191" y="6283982"/>
            <a:ext cx="450741" cy="945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US"/>
          </a:p>
        </p:txBody>
      </p:sp>
      <p:sp>
        <p:nvSpPr>
          <p:cNvPr id="10" name="Rechteck 9">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pic>
        <p:nvPicPr>
          <p:cNvPr id="12" name="Grafik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Tree>
    <p:extLst>
      <p:ext uri="{BB962C8B-B14F-4D97-AF65-F5344CB8AC3E}">
        <p14:creationId xmlns:p14="http://schemas.microsoft.com/office/powerpoint/2010/main" val="22164311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Schlussfolie Hintergrundbild">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7" name="Bildplatzhalter 14">
            <a:extLst>
              <a:ext uri="{FF2B5EF4-FFF2-40B4-BE49-F238E27FC236}">
                <a16:creationId xmlns:a16="http://schemas.microsoft.com/office/drawing/2014/main" id="{12A2E7EC-D35A-4A4A-BBD2-6097A2AF7814}"/>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16035 w 12192000"/>
              <a:gd name="connsiteY5" fmla="*/ 36472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316035 w 12192000"/>
              <a:gd name="connsiteY9" fmla="*/ 3647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829734 w 12192000"/>
              <a:gd name="connsiteY8" fmla="*/ 35138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623994 w 12192000"/>
              <a:gd name="connsiteY7" fmla="*/ 92443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206180 w 12192000"/>
              <a:gd name="connsiteY6" fmla="*/ 95555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1410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60790 w 12192000"/>
              <a:gd name="connsiteY5" fmla="*/ 3856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260790 w 12192000"/>
              <a:gd name="connsiteY9" fmla="*/ 385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782109 w 12192000"/>
              <a:gd name="connsiteY8" fmla="*/ 36091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669714 w 12192000"/>
              <a:gd name="connsiteY7" fmla="*/ 95682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217610 w 12192000"/>
              <a:gd name="connsiteY6" fmla="*/ 963171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97620 w 12192000"/>
              <a:gd name="connsiteY6" fmla="*/ 88506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984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349055 w 12192000"/>
              <a:gd name="connsiteY6" fmla="*/ 8755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625899 w 12192000"/>
              <a:gd name="connsiteY8" fmla="*/ 41234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76995 w 12192000"/>
              <a:gd name="connsiteY5" fmla="*/ 44092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376995 w 12192000"/>
              <a:gd name="connsiteY9" fmla="*/ 4409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021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903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5401"/>
                </a:lnTo>
                <a:lnTo>
                  <a:pt x="11904029"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24"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US" err="1"/>
              <a:t>Abschlussworte</a:t>
            </a:r>
            <a:r>
              <a:rPr lang="en-US"/>
              <a:t> (</a:t>
            </a:r>
            <a:r>
              <a:rPr lang="en-US" err="1"/>
              <a:t>vielen</a:t>
            </a:r>
            <a:r>
              <a:rPr lang="en-US"/>
              <a:t> Dank)</a:t>
            </a:r>
          </a:p>
        </p:txBody>
      </p:sp>
      <p:sp>
        <p:nvSpPr>
          <p:cNvPr id="8" name="Rechteck 7">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pic>
        <p:nvPicPr>
          <p:cNvPr id="9" name="Grafik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Tree>
    <p:extLst>
      <p:ext uri="{BB962C8B-B14F-4D97-AF65-F5344CB8AC3E}">
        <p14:creationId xmlns:p14="http://schemas.microsoft.com/office/powerpoint/2010/main" val="403062313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Agenda Tabelle">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extLst>
              <p:ext uri="{D42A27DB-BD31-4B8C-83A1-F6EECF244321}">
                <p14:modId xmlns:p14="http://schemas.microsoft.com/office/powerpoint/2010/main" val="352889506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0"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Inhaltsverzeichnis</a:t>
            </a:r>
            <a:endParaRPr lang="en-US"/>
          </a:p>
        </p:txBody>
      </p:sp>
      <p:sp>
        <p:nvSpPr>
          <p:cNvPr id="4" name="Rechteck 3">
            <a:extLst>
              <a:ext uri="{FF2B5EF4-FFF2-40B4-BE49-F238E27FC236}">
                <a16:creationId xmlns:a16="http://schemas.microsoft.com/office/drawing/2014/main" id="{5CF86407-DA27-4CA6-A346-F8477F884E96}"/>
              </a:ext>
            </a:extLst>
          </p:cNvPr>
          <p:cNvSpPr>
            <a:spLocks/>
          </p:cNvSpPr>
          <p:nvPr/>
        </p:nvSpPr>
        <p:spPr>
          <a:xfrm>
            <a:off x="-1943099" y="2137502"/>
            <a:ext cx="1772284" cy="2582997"/>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a:solidFill>
                  <a:schemeClr val="tx1"/>
                </a:solidFill>
              </a:rPr>
              <a:t>Die </a:t>
            </a:r>
            <a:r>
              <a:rPr lang="en-US" sz="1600" err="1">
                <a:solidFill>
                  <a:schemeClr val="tx1"/>
                </a:solidFill>
              </a:rPr>
              <a:t>vorgeschlagenen</a:t>
            </a:r>
            <a:r>
              <a:rPr lang="en-US" sz="1600">
                <a:solidFill>
                  <a:schemeClr val="tx1"/>
                </a:solidFill>
              </a:rPr>
              <a:t> </a:t>
            </a:r>
            <a:r>
              <a:rPr lang="en-US" sz="1600" err="1">
                <a:solidFill>
                  <a:schemeClr val="tx1"/>
                </a:solidFill>
              </a:rPr>
              <a:t>Schriftgrößen</a:t>
            </a:r>
            <a:r>
              <a:rPr lang="en-US" sz="1600">
                <a:solidFill>
                  <a:schemeClr val="tx1"/>
                </a:solidFill>
              </a:rPr>
              <a:t> </a:t>
            </a:r>
            <a:r>
              <a:rPr lang="en-US" sz="1600" err="1">
                <a:solidFill>
                  <a:schemeClr val="tx1"/>
                </a:solidFill>
              </a:rPr>
              <a:t>sind</a:t>
            </a:r>
            <a:r>
              <a:rPr lang="en-US" sz="1600">
                <a:solidFill>
                  <a:schemeClr val="tx1"/>
                </a:solidFill>
              </a:rPr>
              <a:t> </a:t>
            </a:r>
            <a:r>
              <a:rPr lang="en-US" sz="1600" err="1">
                <a:solidFill>
                  <a:schemeClr val="tx1"/>
                </a:solidFill>
              </a:rPr>
              <a:t>nicht</a:t>
            </a:r>
            <a:r>
              <a:rPr lang="en-US" sz="1600">
                <a:solidFill>
                  <a:schemeClr val="tx1"/>
                </a:solidFill>
              </a:rPr>
              <a:t> </a:t>
            </a:r>
            <a:r>
              <a:rPr lang="en-US" sz="1600" err="1">
                <a:solidFill>
                  <a:schemeClr val="tx1"/>
                </a:solidFill>
              </a:rPr>
              <a:t>bindend</a:t>
            </a:r>
            <a:r>
              <a:rPr lang="en-US" sz="1600">
                <a:solidFill>
                  <a:schemeClr val="tx1"/>
                </a:solidFill>
              </a:rPr>
              <a:t> und </a:t>
            </a:r>
            <a:r>
              <a:rPr lang="en-US" sz="1600" err="1">
                <a:solidFill>
                  <a:schemeClr val="tx1"/>
                </a:solidFill>
              </a:rPr>
              <a:t>können</a:t>
            </a:r>
            <a:r>
              <a:rPr lang="en-US" sz="1600">
                <a:solidFill>
                  <a:schemeClr val="tx1"/>
                </a:solidFill>
              </a:rPr>
              <a:t> je </a:t>
            </a:r>
            <a:r>
              <a:rPr lang="en-US" sz="1600" err="1">
                <a:solidFill>
                  <a:schemeClr val="tx1"/>
                </a:solidFill>
              </a:rPr>
              <a:t>nach</a:t>
            </a:r>
            <a:r>
              <a:rPr lang="en-US" sz="1600">
                <a:solidFill>
                  <a:schemeClr val="tx1"/>
                </a:solidFill>
              </a:rPr>
              <a:t> </a:t>
            </a:r>
            <a:r>
              <a:rPr lang="en-US" sz="1600" err="1">
                <a:solidFill>
                  <a:schemeClr val="tx1"/>
                </a:solidFill>
              </a:rPr>
              <a:t>Inhaltsdichte</a:t>
            </a:r>
            <a:r>
              <a:rPr lang="en-US" sz="1600">
                <a:solidFill>
                  <a:schemeClr val="tx1"/>
                </a:solidFill>
              </a:rPr>
              <a:t> und </a:t>
            </a:r>
            <a:r>
              <a:rPr lang="en-US" sz="1600" err="1">
                <a:solidFill>
                  <a:schemeClr val="tx1"/>
                </a:solidFill>
              </a:rPr>
              <a:t>Vortragsart</a:t>
            </a:r>
            <a:r>
              <a:rPr lang="en-US" sz="1600">
                <a:solidFill>
                  <a:schemeClr val="tx1"/>
                </a:solidFill>
              </a:rPr>
              <a:t> </a:t>
            </a:r>
            <a:r>
              <a:rPr lang="en-US" sz="1600" err="1">
                <a:solidFill>
                  <a:schemeClr val="tx1"/>
                </a:solidFill>
              </a:rPr>
              <a:t>individuell</a:t>
            </a:r>
            <a:r>
              <a:rPr lang="en-US" sz="1600">
                <a:solidFill>
                  <a:schemeClr val="tx1"/>
                </a:solidFill>
              </a:rPr>
              <a:t> </a:t>
            </a:r>
            <a:r>
              <a:rPr lang="en-US" sz="1600" err="1">
                <a:solidFill>
                  <a:schemeClr val="tx1"/>
                </a:solidFill>
              </a:rPr>
              <a:t>ange-passt</a:t>
            </a:r>
            <a:r>
              <a:rPr lang="en-US" sz="1600">
                <a:solidFill>
                  <a:schemeClr val="tx1"/>
                </a:solidFill>
              </a:rPr>
              <a:t> </a:t>
            </a:r>
            <a:r>
              <a:rPr lang="en-US" sz="1600" err="1">
                <a:solidFill>
                  <a:schemeClr val="tx1"/>
                </a:solidFill>
              </a:rPr>
              <a:t>werden</a:t>
            </a:r>
            <a:r>
              <a:rPr lang="en-US" sz="1600">
                <a:solidFill>
                  <a:schemeClr val="tx1"/>
                </a:solidFill>
              </a:rPr>
              <a:t>. Bitte </a:t>
            </a:r>
            <a:r>
              <a:rPr lang="en-US" sz="1600" err="1">
                <a:solidFill>
                  <a:schemeClr val="tx1"/>
                </a:solidFill>
              </a:rPr>
              <a:t>achten</a:t>
            </a:r>
            <a:r>
              <a:rPr lang="en-US" sz="1600">
                <a:solidFill>
                  <a:schemeClr val="tx1"/>
                </a:solidFill>
              </a:rPr>
              <a:t> Sie auf </a:t>
            </a:r>
            <a:r>
              <a:rPr lang="en-US" sz="1600" err="1">
                <a:solidFill>
                  <a:schemeClr val="tx1"/>
                </a:solidFill>
              </a:rPr>
              <a:t>eine</a:t>
            </a:r>
            <a:r>
              <a:rPr lang="en-US" sz="1600">
                <a:solidFill>
                  <a:schemeClr val="tx1"/>
                </a:solidFill>
              </a:rPr>
              <a:t> </a:t>
            </a:r>
            <a:r>
              <a:rPr lang="en-US" sz="1600" err="1">
                <a:solidFill>
                  <a:schemeClr val="tx1"/>
                </a:solidFill>
              </a:rPr>
              <a:t>gute</a:t>
            </a:r>
            <a:r>
              <a:rPr lang="en-US" sz="1600">
                <a:solidFill>
                  <a:schemeClr val="tx1"/>
                </a:solidFill>
              </a:rPr>
              <a:t> </a:t>
            </a:r>
            <a:r>
              <a:rPr lang="en-US" sz="1600" err="1">
                <a:solidFill>
                  <a:schemeClr val="tx1"/>
                </a:solidFill>
              </a:rPr>
              <a:t>Lesbarkeit</a:t>
            </a:r>
            <a:r>
              <a:rPr lang="en-US" sz="1600">
                <a:solidFill>
                  <a:schemeClr val="tx1"/>
                </a:solidFill>
              </a:rPr>
              <a:t>!</a:t>
            </a:r>
          </a:p>
        </p:txBody>
      </p:sp>
    </p:spTree>
    <p:extLst>
      <p:ext uri="{BB962C8B-B14F-4D97-AF65-F5344CB8AC3E}">
        <p14:creationId xmlns:p14="http://schemas.microsoft.com/office/powerpoint/2010/main" val="29879965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userDrawn="1">
  <p:cSld name="Quote message">
    <p:bg>
      <p:bgPr>
        <a:solidFill>
          <a:srgbClr val="F37A1F"/>
        </a:solidFill>
        <a:effectLst/>
      </p:bgPr>
    </p:bg>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userDrawn="1">
            <p:custDataLst>
              <p:tags r:id="rId1"/>
            </p:custDataLst>
            <p:extLst>
              <p:ext uri="{D42A27DB-BD31-4B8C-83A1-F6EECF244321}">
                <p14:modId xmlns:p14="http://schemas.microsoft.com/office/powerpoint/2010/main" val="5875161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userDrawn="1">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4400" b="1" i="0" baseline="0">
              <a:solidFill>
                <a:schemeClr val="tx1"/>
              </a:solidFill>
              <a:latin typeface="STIHL Contraface Display Title" panose="02000600040000020004" pitchFamily="50" charset="0"/>
              <a:ea typeface="+mj-ea"/>
              <a:cs typeface="+mj-cs"/>
              <a:sym typeface="STIHL Contraface Display Title" panose="02000600040000020004" pitchFamily="50" charset="0"/>
            </a:endParaRPr>
          </a:p>
        </p:txBody>
      </p:sp>
      <p:sp>
        <p:nvSpPr>
          <p:cNvPr id="5" name="Rechteck 4">
            <a:extLst>
              <a:ext uri="{FF2B5EF4-FFF2-40B4-BE49-F238E27FC236}">
                <a16:creationId xmlns:a16="http://schemas.microsoft.com/office/drawing/2014/main" id="{5CF86407-DA27-4CA6-A346-F8477F884E96}"/>
              </a:ext>
            </a:extLst>
          </p:cNvPr>
          <p:cNvSpPr>
            <a:spLocks/>
          </p:cNvSpPr>
          <p:nvPr userDrawn="1"/>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images </a:t>
            </a:r>
          </a:p>
        </p:txBody>
      </p:sp>
      <p:sp>
        <p:nvSpPr>
          <p:cNvPr id="9" name="Textplatzhalter 8"/>
          <p:cNvSpPr>
            <a:spLocks noGrp="1"/>
          </p:cNvSpPr>
          <p:nvPr>
            <p:ph type="body" sz="quarter" idx="10" hasCustomPrompt="1"/>
          </p:nvPr>
        </p:nvSpPr>
        <p:spPr>
          <a:xfrm>
            <a:off x="568237" y="1186049"/>
            <a:ext cx="450670" cy="609398"/>
          </a:xfrm>
        </p:spPr>
        <p:txBody>
          <a:bodyPr wrap="square">
            <a:noAutofit/>
          </a:bodyPr>
          <a:lstStyle>
            <a:lvl1pPr>
              <a:tabLst>
                <a:tab pos="449263" algn="l"/>
              </a:tabLst>
              <a:defRPr sz="4400">
                <a:solidFill>
                  <a:schemeClr val="bg1"/>
                </a:solidFill>
                <a:latin typeface="STIHL Contraface Display Title" pitchFamily="50" charset="0"/>
              </a:defRPr>
            </a:lvl1pPr>
            <a:lvl2pPr>
              <a:defRPr sz="4400"/>
            </a:lvl2pPr>
            <a:lvl3pPr>
              <a:defRPr sz="4400"/>
            </a:lvl3pPr>
            <a:lvl4pPr>
              <a:defRPr sz="4400"/>
            </a:lvl4pPr>
            <a:lvl5pPr>
              <a:defRPr sz="4400"/>
            </a:lvl5pPr>
          </a:lstStyle>
          <a:p>
            <a:pPr lvl="0"/>
            <a:r>
              <a:rPr lang="en-GB"/>
              <a:t>»	</a:t>
            </a:r>
          </a:p>
        </p:txBody>
      </p:sp>
      <p:sp>
        <p:nvSpPr>
          <p:cNvPr id="11" name="Textplatzhalter 10"/>
          <p:cNvSpPr>
            <a:spLocks noGrp="1"/>
          </p:cNvSpPr>
          <p:nvPr>
            <p:ph type="body" sz="quarter" idx="11" hasCustomPrompt="1"/>
          </p:nvPr>
        </p:nvSpPr>
        <p:spPr>
          <a:xfrm>
            <a:off x="1018907" y="3806696"/>
            <a:ext cx="10695256" cy="249299"/>
          </a:xfrm>
        </p:spPr>
        <p:txBody>
          <a:bodyPr>
            <a:spAutoFit/>
          </a:bodyPr>
          <a:lstStyle>
            <a:lvl1pPr>
              <a:defRPr>
                <a:solidFill>
                  <a:schemeClr val="bg1"/>
                </a:solidFill>
              </a:defRPr>
            </a:lvl1pPr>
          </a:lstStyle>
          <a:p>
            <a:pPr lvl="0"/>
            <a:r>
              <a:rPr lang="en-GB"/>
              <a:t>Edit master text format</a:t>
            </a:r>
          </a:p>
        </p:txBody>
      </p:sp>
      <p:sp>
        <p:nvSpPr>
          <p:cNvPr id="12" name="Textplatzhalter 8">
            <a:extLst>
              <a:ext uri="{FF2B5EF4-FFF2-40B4-BE49-F238E27FC236}">
                <a16:creationId xmlns:a16="http://schemas.microsoft.com/office/drawing/2014/main" id="{12D84E73-3E59-4631-ADBE-BD568242641B}"/>
              </a:ext>
            </a:extLst>
          </p:cNvPr>
          <p:cNvSpPr>
            <a:spLocks noGrp="1"/>
          </p:cNvSpPr>
          <p:nvPr>
            <p:ph type="body" sz="quarter" idx="12" hasCustomPrompt="1"/>
          </p:nvPr>
        </p:nvSpPr>
        <p:spPr>
          <a:xfrm>
            <a:off x="1018907" y="1186049"/>
            <a:ext cx="10695256" cy="609398"/>
          </a:xfrm>
        </p:spPr>
        <p:txBody>
          <a:bodyPr wrap="square">
            <a:spAutoFit/>
          </a:bodyPr>
          <a:lstStyle>
            <a:lvl1pPr>
              <a:tabLst>
                <a:tab pos="449263" algn="l"/>
              </a:tabLst>
              <a:defRPr sz="4400">
                <a:solidFill>
                  <a:schemeClr val="bg1"/>
                </a:solidFill>
                <a:latin typeface="STIHL Contraface Display Title" pitchFamily="50" charset="0"/>
              </a:defRPr>
            </a:lvl1pPr>
            <a:lvl2pPr>
              <a:defRPr sz="4400"/>
            </a:lvl2pPr>
            <a:lvl3pPr>
              <a:defRPr sz="4400"/>
            </a:lvl3pPr>
            <a:lvl4pPr>
              <a:defRPr sz="4400"/>
            </a:lvl4pPr>
            <a:lvl5pPr>
              <a:defRPr sz="4400"/>
            </a:lvl5pPr>
          </a:lstStyle>
          <a:p>
            <a:pPr lvl="0"/>
            <a:r>
              <a:rPr lang="en-GB"/>
              <a:t>quote «</a:t>
            </a:r>
          </a:p>
        </p:txBody>
      </p:sp>
      <p:sp>
        <p:nvSpPr>
          <p:cNvPr id="13" name="Rechteck 12">
            <a:extLst>
              <a:ext uri="{FF2B5EF4-FFF2-40B4-BE49-F238E27FC236}">
                <a16:creationId xmlns:a16="http://schemas.microsoft.com/office/drawing/2014/main" id="{5CF86407-DA27-4CA6-A346-F8477F884E96}"/>
              </a:ext>
            </a:extLst>
          </p:cNvPr>
          <p:cNvSpPr>
            <a:spLocks/>
          </p:cNvSpPr>
          <p:nvPr userDrawn="1"/>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The Guillemets </a:t>
            </a:r>
            <a:br>
              <a:rPr lang="en-US" sz="1600" b="0">
                <a:solidFill>
                  <a:schemeClr val="tx1"/>
                </a:solidFill>
              </a:rPr>
            </a:br>
            <a:r>
              <a:rPr lang="en-US" sz="1600" b="0">
                <a:solidFill>
                  <a:schemeClr val="tx1"/>
                </a:solidFill>
              </a:rPr>
              <a:t>can be inserted </a:t>
            </a:r>
            <a:br>
              <a:rPr lang="en-US" sz="1600" b="0">
                <a:solidFill>
                  <a:schemeClr val="tx1"/>
                </a:solidFill>
              </a:rPr>
            </a:br>
            <a:r>
              <a:rPr lang="en-US" sz="1600" b="0">
                <a:solidFill>
                  <a:schemeClr val="tx1"/>
                </a:solidFill>
              </a:rPr>
              <a:t>via the "Insert" tab through the "Symbol" field</a:t>
            </a:r>
          </a:p>
        </p:txBody>
      </p:sp>
    </p:spTree>
    <p:extLst>
      <p:ext uri="{BB962C8B-B14F-4D97-AF65-F5344CB8AC3E}">
        <p14:creationId xmlns:p14="http://schemas.microsoft.com/office/powerpoint/2010/main" val="29809193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 preserve="1">
  <p:cSld name="1_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0760D26-D543-7109-ED94-AFD42BE42F1A}"/>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AD3FEB7A-DAAB-D96E-2355-7EBF81B6C5F3}"/>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EE23E40-9E9B-4B60-E395-D722F971B883}"/>
              </a:ext>
            </a:extLst>
          </p:cNvPr>
          <p:cNvSpPr>
            <a:spLocks noGrp="1"/>
          </p:cNvSpPr>
          <p:nvPr>
            <p:ph type="dt" sz="half" idx="10"/>
          </p:nvPr>
        </p:nvSpPr>
        <p:spPr/>
        <p:txBody>
          <a:bodyPr/>
          <a:lstStyle/>
          <a:p>
            <a:fld id="{F2D86FBA-6273-4079-9096-9854F10BFF97}" type="datetimeFigureOut">
              <a:rPr lang="de-DE" smtClean="0"/>
              <a:t>19.06.2026</a:t>
            </a:fld>
            <a:endParaRPr lang="de-DE"/>
          </a:p>
        </p:txBody>
      </p:sp>
      <p:sp>
        <p:nvSpPr>
          <p:cNvPr id="5" name="Fußzeilenplatzhalter 4">
            <a:extLst>
              <a:ext uri="{FF2B5EF4-FFF2-40B4-BE49-F238E27FC236}">
                <a16:creationId xmlns:a16="http://schemas.microsoft.com/office/drawing/2014/main" id="{B5F0FE66-BEDB-0E1B-A45B-78A40CA93AB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A916B1D8-8452-8D1C-6EBA-71177995E58D}"/>
              </a:ext>
            </a:extLst>
          </p:cNvPr>
          <p:cNvSpPr>
            <a:spLocks noGrp="1"/>
          </p:cNvSpPr>
          <p:nvPr>
            <p:ph type="sldNum" sz="quarter" idx="12"/>
          </p:nvPr>
        </p:nvSpPr>
        <p:spPr/>
        <p:txBody>
          <a:bodyPr/>
          <a:lstStyle/>
          <a:p>
            <a:fld id="{013A1B90-2109-4036-8525-F5E0DBA3203B}" type="slidenum">
              <a:rPr lang="de-DE" smtClean="0"/>
              <a:t>‹Nr.›</a:t>
            </a:fld>
            <a:endParaRPr lang="de-DE"/>
          </a:p>
        </p:txBody>
      </p:sp>
    </p:spTree>
    <p:extLst>
      <p:ext uri="{BB962C8B-B14F-4D97-AF65-F5344CB8AC3E}">
        <p14:creationId xmlns:p14="http://schemas.microsoft.com/office/powerpoint/2010/main" val="112350943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langes Bild links /Text Inhalt recht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p:nvPr>
        </p:nvSpPr>
        <p:spPr>
          <a:xfrm>
            <a:off x="0" y="0"/>
            <a:ext cx="4068000" cy="6858000"/>
          </a:xfrm>
          <a:prstGeom prst="rect">
            <a:avLst/>
          </a:prstGeom>
        </p:spPr>
        <p:txBody>
          <a:bodyPr/>
          <a:lstStyle>
            <a:lvl1pPr marL="0" indent="0">
              <a:buNone/>
              <a:defRPr/>
            </a:lvl1pPr>
          </a:lstStyle>
          <a:p>
            <a:r>
              <a:rPr lang="en-US"/>
              <a:t>Click icon to add picture</a:t>
            </a:r>
            <a:endParaRPr lang="de-DE"/>
          </a:p>
        </p:txBody>
      </p:sp>
      <p:sp>
        <p:nvSpPr>
          <p:cNvPr id="6" name="Inhaltsplatzhalter 5"/>
          <p:cNvSpPr>
            <a:spLocks noGrp="1"/>
          </p:cNvSpPr>
          <p:nvPr>
            <p:ph sz="quarter" idx="14" hasCustomPrompt="1"/>
          </p:nvPr>
        </p:nvSpPr>
        <p:spPr>
          <a:xfrm>
            <a:off x="4547426" y="1605307"/>
            <a:ext cx="5488114" cy="484946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2198932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Title Only">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1CF3057-DD90-4507-86D6-88B2F18D5C55}"/>
              </a:ext>
            </a:extLst>
          </p:cNvPr>
          <p:cNvGraphicFramePr>
            <a:graphicFrameLocks noChangeAspect="1"/>
          </p:cNvGraphicFramePr>
          <p:nvPr>
            <p:custDataLst>
              <p:tags r:id="rId1"/>
            </p:custDataLst>
          </p:nvPr>
        </p:nvGraphicFramePr>
        <p:xfrm>
          <a:off x="1589" y="1589"/>
          <a:ext cx="1588" cy="1588"/>
        </p:xfrm>
        <a:graphic>
          <a:graphicData uri="http://schemas.openxmlformats.org/presentationml/2006/ole">
            <mc:AlternateContent xmlns:mc="http://schemas.openxmlformats.org/markup-compatibility/2006">
              <mc:Choice xmlns:v="urn:schemas-microsoft-com:vml" Requires="v">
                <p:oleObj name="think-cell Folie" r:id="rId5" imgW="473" imgH="473" progId="TCLayout.ActiveDocument.1">
                  <p:embed/>
                </p:oleObj>
              </mc:Choice>
              <mc:Fallback>
                <p:oleObj name="think-cell Folie" r:id="rId5" imgW="473" imgH="473" progId="TCLayout.ActiveDocument.1">
                  <p:embed/>
                  <p:pic>
                    <p:nvPicPr>
                      <p:cNvPr id="5" name="Object 4" hidden="1">
                        <a:extLst>
                          <a:ext uri="{FF2B5EF4-FFF2-40B4-BE49-F238E27FC236}">
                            <a16:creationId xmlns:a16="http://schemas.microsoft.com/office/drawing/2014/main" id="{C1CF3057-DD90-4507-86D6-88B2F18D5C55}"/>
                          </a:ext>
                        </a:extLst>
                      </p:cNvPr>
                      <p:cNvPicPr/>
                      <p:nvPr/>
                    </p:nvPicPr>
                    <p:blipFill>
                      <a:blip r:embed="rId6"/>
                      <a:stretch>
                        <a:fillRect/>
                      </a:stretch>
                    </p:blipFill>
                    <p:spPr>
                      <a:xfrm>
                        <a:off x="1589" y="1589"/>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A7517C02-D276-45C5-A785-D9D4656BC5D8}"/>
              </a:ext>
            </a:extLst>
          </p:cNvPr>
          <p:cNvSpPr/>
          <p:nvPr>
            <p:custDataLst>
              <p:tags r:id="rId2"/>
            </p:custDataLst>
          </p:nvPr>
        </p:nvSpPr>
        <p:spPr bwMode="auto">
          <a:xfrm>
            <a:off x="1" y="1"/>
            <a:ext cx="158751" cy="158751"/>
          </a:xfrm>
          <a:prstGeom prst="rect">
            <a:avLst/>
          </a:prstGeom>
          <a:solidFill>
            <a:schemeClr val="bg1"/>
          </a:solidFill>
          <a:ln w="9525" cap="flat" cmpd="sng" algn="ctr">
            <a:solidFill>
              <a:schemeClr val="accent3"/>
            </a:solidFill>
            <a:prstDash val="solid"/>
            <a:round/>
            <a:headEnd type="none" w="med" len="med"/>
            <a:tailEnd type="none" w="med" len="med"/>
          </a:ln>
          <a:effectLst/>
        </p:spPr>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l" defTabSz="914377" rtl="0" eaLnBrk="0" fontAlgn="base" latinLnBrk="0" hangingPunct="0">
              <a:lnSpc>
                <a:spcPct val="100000"/>
              </a:lnSpc>
              <a:spcBef>
                <a:spcPct val="50000"/>
              </a:spcBef>
              <a:spcAft>
                <a:spcPct val="0"/>
              </a:spcAft>
              <a:buClr>
                <a:schemeClr val="accent1"/>
              </a:buClr>
              <a:buSzPct val="80000"/>
              <a:buFont typeface="Wingdings" pitchFamily="2" charset="2"/>
              <a:buNone/>
              <a:tabLst/>
            </a:pPr>
            <a:endParaRPr kumimoji="0" lang="en-US" sz="2667" b="1" i="0" u="none" strike="noStrike" cap="none" normalizeH="0" baseline="0">
              <a:ln>
                <a:noFill/>
              </a:ln>
              <a:solidFill>
                <a:schemeClr val="tx1"/>
              </a:solidFill>
              <a:effectLst/>
              <a:latin typeface="Arial" panose="020B0604020202020204" pitchFamily="34" charset="0"/>
              <a:ea typeface="+mj-ea"/>
              <a:cs typeface="+mj-cs"/>
              <a:sym typeface="Arial" panose="020B0604020202020204" pitchFamily="34" charset="0"/>
            </a:endParaRPr>
          </a:p>
        </p:txBody>
      </p:sp>
      <p:sp>
        <p:nvSpPr>
          <p:cNvPr id="2" name="Titel 1"/>
          <p:cNvSpPr>
            <a:spLocks noGrp="1"/>
          </p:cNvSpPr>
          <p:nvPr>
            <p:ph type="title" hasCustomPrompt="1"/>
          </p:nvPr>
        </p:nvSpPr>
        <p:spPr>
          <a:xfrm>
            <a:off x="278399" y="457200"/>
            <a:ext cx="11640000" cy="762000"/>
          </a:xfrm>
        </p:spPr>
        <p:txBody>
          <a:bodyPr vert="horz"/>
          <a:lstStyle>
            <a:lvl1pPr rtl="0">
              <a:defRPr/>
            </a:lvl1pPr>
          </a:lstStyle>
          <a:p>
            <a:r>
              <a:rPr lang="en-US" noProof="0"/>
              <a:t>Click</a:t>
            </a:r>
            <a:r>
              <a:rPr lang="en-US"/>
              <a:t> to add title</a:t>
            </a:r>
          </a:p>
        </p:txBody>
      </p:sp>
      <p:sp>
        <p:nvSpPr>
          <p:cNvPr id="21" name="Rectangle 45">
            <a:extLst>
              <a:ext uri="{FF2B5EF4-FFF2-40B4-BE49-F238E27FC236}">
                <a16:creationId xmlns:a16="http://schemas.microsoft.com/office/drawing/2014/main" id="{1E4AC81D-3E52-40F0-85B8-CC904A2CEC0A}"/>
              </a:ext>
            </a:extLst>
          </p:cNvPr>
          <p:cNvSpPr>
            <a:spLocks noGrp="1" noChangeArrowheads="1"/>
          </p:cNvSpPr>
          <p:nvPr>
            <p:ph type="sldNum" sz="quarter" idx="4"/>
            <p:custDataLst>
              <p:tags r:id="rId3"/>
            </p:custDataLst>
          </p:nvPr>
        </p:nvSpPr>
        <p:spPr bwMode="auto">
          <a:xfrm>
            <a:off x="283200" y="6480063"/>
            <a:ext cx="200376" cy="205121"/>
          </a:xfrm>
          <a:prstGeom prst="rect">
            <a:avLst/>
          </a:prstGeom>
          <a:noFill/>
          <a:ln w="9525">
            <a:noFill/>
            <a:miter lim="800000"/>
            <a:headEnd/>
            <a:tailEnd/>
          </a:ln>
          <a:effectLst/>
        </p:spPr>
        <p:txBody>
          <a:bodyPr vert="horz" wrap="none" lIns="0" tIns="0" rIns="0" bIns="0" numCol="1" anchor="b" anchorCtr="0" compatLnSpc="1">
            <a:prstTxWarp prst="textNoShape">
              <a:avLst/>
            </a:prstTxWarp>
            <a:spAutoFit/>
          </a:bodyPr>
          <a:lstStyle>
            <a:lvl1pPr rtl="0">
              <a:spcBef>
                <a:spcPct val="0"/>
              </a:spcBef>
              <a:buClrTx/>
              <a:buSzTx/>
              <a:buFontTx/>
              <a:buNone/>
              <a:defRPr sz="1333" b="0"/>
            </a:lvl1pPr>
          </a:lstStyle>
          <a:p>
            <a:pPr>
              <a:defRPr/>
            </a:pPr>
            <a:fld id="{916336A2-5EB4-4EC1-953B-D9D538DF092C}" type="slidenum">
              <a:rPr lang="en-US" smtClean="0"/>
              <a:pPr>
                <a:defRPr/>
              </a:pPr>
              <a:t>‹Nr.›</a:t>
            </a:fld>
            <a:endParaRPr lang="en-US"/>
          </a:p>
        </p:txBody>
      </p:sp>
    </p:spTree>
    <p:extLst>
      <p:ext uri="{BB962C8B-B14F-4D97-AF65-F5344CB8AC3E}">
        <p14:creationId xmlns:p14="http://schemas.microsoft.com/office/powerpoint/2010/main" val="4243886901"/>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tags" Target="../tags/tag2.xml"/><Relationship Id="rId29" Type="http://schemas.openxmlformats.org/officeDocument/2006/relationships/tags" Target="../tags/tag3.xml"/><Relationship Id="rId30" Type="http://schemas.openxmlformats.org/officeDocument/2006/relationships/oleObject" Target="../embeddings/oleObject1.bin"/><Relationship Id="rId31" Type="http://schemas.openxmlformats.org/officeDocument/2006/relationships/image" Target="../media/image1.emf"/><Relationship Id="rId32"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theme" Target="../theme/theme2.xml"/><Relationship Id="rId30" Type="http://schemas.openxmlformats.org/officeDocument/2006/relationships/tags" Target="../tags/tag44.xml"/><Relationship Id="rId31" Type="http://schemas.openxmlformats.org/officeDocument/2006/relationships/tags" Target="../tags/tag45.xml"/><Relationship Id="rId32" Type="http://schemas.openxmlformats.org/officeDocument/2006/relationships/oleObject" Target="../embeddings/oleObject17.bin"/><Relationship Id="rId33" Type="http://schemas.openxmlformats.org/officeDocument/2006/relationships/image" Target="../media/image1.emf"/><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kt 7" hidden="1">
            <a:extLst>
              <a:ext uri="{FF2B5EF4-FFF2-40B4-BE49-F238E27FC236}">
                <a16:creationId xmlns:a16="http://schemas.microsoft.com/office/drawing/2014/main" id="{D9C97816-FB06-4E95-856C-7D63D0431A47}"/>
              </a:ext>
            </a:extLst>
          </p:cNvPr>
          <p:cNvGraphicFramePr>
            <a:graphicFrameLocks noChangeAspect="1"/>
          </p:cNvGraphicFramePr>
          <p:nvPr>
            <p:custDataLst>
              <p:tags r:id="rId28"/>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0" imgW="408" imgH="408" progId="TCLayout.ActiveDocument.1">
                  <p:embed/>
                </p:oleObj>
              </mc:Choice>
              <mc:Fallback>
                <p:oleObj name="think-cell Folie" r:id="rId30" imgW="408" imgH="408" progId="TCLayout.ActiveDocument.1">
                  <p:embed/>
                  <p:pic>
                    <p:nvPicPr>
                      <p:cNvPr id="8" name="Objekt 7" hidden="1">
                        <a:extLst>
                          <a:ext uri="{FF2B5EF4-FFF2-40B4-BE49-F238E27FC236}">
                            <a16:creationId xmlns:a16="http://schemas.microsoft.com/office/drawing/2014/main" id="{D9C97816-FB06-4E95-856C-7D63D0431A47}"/>
                          </a:ext>
                        </a:extLst>
                      </p:cNvPr>
                      <p:cNvPicPr/>
                      <p:nvPr/>
                    </p:nvPicPr>
                    <p:blipFill>
                      <a:blip r:embed="rId31"/>
                      <a:stretch>
                        <a:fillRect/>
                      </a:stretch>
                    </p:blipFill>
                    <p:spPr>
                      <a:xfrm>
                        <a:off x="1588" y="1588"/>
                        <a:ext cx="1588" cy="1588"/>
                      </a:xfrm>
                      <a:prstGeom prst="rect">
                        <a:avLst/>
                      </a:prstGeom>
                    </p:spPr>
                  </p:pic>
                </p:oleObj>
              </mc:Fallback>
            </mc:AlternateContent>
          </a:graphicData>
        </a:graphic>
      </p:graphicFrame>
      <p:sp>
        <p:nvSpPr>
          <p:cNvPr id="7" name="Rechteck 6" hidden="1">
            <a:extLst>
              <a:ext uri="{FF2B5EF4-FFF2-40B4-BE49-F238E27FC236}">
                <a16:creationId xmlns:a16="http://schemas.microsoft.com/office/drawing/2014/main" id="{5931360F-217C-4503-B09B-C80FE49E58A8}"/>
              </a:ext>
            </a:extLst>
          </p:cNvPr>
          <p:cNvSpPr/>
          <p:nvPr>
            <p:custDataLst>
              <p:tags r:id="rId29"/>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2" name="Titelplatzhalter 1">
            <a:extLst>
              <a:ext uri="{FF2B5EF4-FFF2-40B4-BE49-F238E27FC236}">
                <a16:creationId xmlns:a16="http://schemas.microsoft.com/office/drawing/2014/main" id="{47881EEE-4F13-4DC9-B8A4-B54C0C3C05F9}"/>
              </a:ext>
            </a:extLst>
          </p:cNvPr>
          <p:cNvSpPr>
            <a:spLocks noGrp="1"/>
          </p:cNvSpPr>
          <p:nvPr>
            <p:ph type="title"/>
          </p:nvPr>
        </p:nvSpPr>
        <p:spPr>
          <a:xfrm>
            <a:off x="479426" y="503546"/>
            <a:ext cx="9579925" cy="252000"/>
          </a:xfrm>
          <a:prstGeom prst="rect">
            <a:avLst/>
          </a:prstGeom>
        </p:spPr>
        <p:txBody>
          <a:bodyPr vert="horz" lIns="0" tIns="0" rIns="0" bIns="0" rtlCol="0" anchor="t" anchorCtr="0">
            <a:noAutofit/>
          </a:bodyPr>
          <a:lstStyle/>
          <a:p>
            <a:r>
              <a:rPr lang="en-GB"/>
              <a:t>Edit master title format</a:t>
            </a:r>
          </a:p>
        </p:txBody>
      </p:sp>
      <p:sp>
        <p:nvSpPr>
          <p:cNvPr id="10" name="Textfeld 9">
            <a:extLst>
              <a:ext uri="{FF2B5EF4-FFF2-40B4-BE49-F238E27FC236}">
                <a16:creationId xmlns:a16="http://schemas.microsoft.com/office/drawing/2014/main" id="{22C7C99F-364C-426F-8FE4-3FD5F0CADA8A}"/>
              </a:ext>
            </a:extLst>
          </p:cNvPr>
          <p:cNvSpPr txBox="1"/>
          <p:nvPr/>
        </p:nvSpPr>
        <p:spPr>
          <a:xfrm>
            <a:off x="479425" y="6592970"/>
            <a:ext cx="1453924" cy="123111"/>
          </a:xfrm>
          <a:prstGeom prst="rect">
            <a:avLst/>
          </a:prstGeom>
          <a:noFill/>
        </p:spPr>
        <p:txBody>
          <a:bodyPr wrap="none" lIns="0" tIns="0" rIns="0" bIns="0" rtlCol="0">
            <a:spAutoFit/>
          </a:bodyPr>
          <a:lstStyle/>
          <a:p>
            <a:pPr algn="l"/>
            <a:r>
              <a:rPr lang="en-GB" sz="800">
                <a:solidFill>
                  <a:schemeClr val="tx2"/>
                </a:solidFill>
              </a:rPr>
              <a:t>© ANDREAS STIHL AG &amp; Co. KG</a:t>
            </a:r>
          </a:p>
        </p:txBody>
      </p:sp>
      <p:sp>
        <p:nvSpPr>
          <p:cNvPr id="12" name="Slide Number">
            <a:extLst>
              <a:ext uri="{FF2B5EF4-FFF2-40B4-BE49-F238E27FC236}">
                <a16:creationId xmlns:a16="http://schemas.microsoft.com/office/drawing/2014/main" id="{B120AD0C-5E57-45D6-8C62-2EFE6678CD8B}"/>
              </a:ext>
            </a:extLst>
          </p:cNvPr>
          <p:cNvSpPr txBox="1">
            <a:spLocks noChangeArrowheads="1"/>
          </p:cNvSpPr>
          <p:nvPr/>
        </p:nvSpPr>
        <p:spPr bwMode="auto">
          <a:xfrm>
            <a:off x="11528228" y="6592970"/>
            <a:ext cx="184346" cy="123111"/>
          </a:xfrm>
          <a:prstGeom prst="rect">
            <a:avLst/>
          </a:prstGeom>
          <a:noFill/>
        </p:spPr>
        <p:txBody>
          <a:bodyPr wrap="none" lIns="0" tIns="0" rIns="0" bIns="0" rtlCol="0">
            <a:spAutoFit/>
          </a:bodyPr>
          <a:lstStyle>
            <a:defPPr>
              <a:defRPr lang="de-DE"/>
            </a:defPPr>
            <a:lvl1pPr>
              <a:defRPr sz="800">
                <a:solidFill>
                  <a:schemeClr val="tx2"/>
                </a:solidFill>
              </a:defRPr>
            </a:lvl1pPr>
            <a:lvl2pPr marL="457200" algn="l" rtl="0" fontAlgn="base">
              <a:spcBef>
                <a:spcPct val="0"/>
              </a:spcBef>
              <a:spcAft>
                <a:spcPct val="0"/>
              </a:spcAft>
              <a:defRPr sz="1300" b="1" kern="1200">
                <a:solidFill>
                  <a:schemeClr val="tx1"/>
                </a:solidFill>
                <a:latin typeface="Arial Narrow" charset="0"/>
                <a:ea typeface="+mn-ea"/>
                <a:cs typeface="+mn-cs"/>
              </a:defRPr>
            </a:lvl2pPr>
            <a:lvl3pPr marL="914400" algn="l" rtl="0" fontAlgn="base">
              <a:spcBef>
                <a:spcPct val="0"/>
              </a:spcBef>
              <a:spcAft>
                <a:spcPct val="0"/>
              </a:spcAft>
              <a:defRPr sz="1300" b="1" kern="1200">
                <a:solidFill>
                  <a:schemeClr val="tx1"/>
                </a:solidFill>
                <a:latin typeface="Arial Narrow" charset="0"/>
                <a:ea typeface="+mn-ea"/>
                <a:cs typeface="+mn-cs"/>
              </a:defRPr>
            </a:lvl3pPr>
            <a:lvl4pPr marL="1371600" algn="l" rtl="0" fontAlgn="base">
              <a:spcBef>
                <a:spcPct val="0"/>
              </a:spcBef>
              <a:spcAft>
                <a:spcPct val="0"/>
              </a:spcAft>
              <a:defRPr sz="1300" b="1" kern="1200">
                <a:solidFill>
                  <a:schemeClr val="tx1"/>
                </a:solidFill>
                <a:latin typeface="Arial Narrow" charset="0"/>
                <a:ea typeface="+mn-ea"/>
                <a:cs typeface="+mn-cs"/>
              </a:defRPr>
            </a:lvl4pPr>
            <a:lvl5pPr marL="1828800" algn="l" rtl="0" fontAlgn="base">
              <a:spcBef>
                <a:spcPct val="0"/>
              </a:spcBef>
              <a:spcAft>
                <a:spcPct val="0"/>
              </a:spcAft>
              <a:defRPr sz="1300" b="1" kern="1200">
                <a:solidFill>
                  <a:schemeClr val="tx1"/>
                </a:solidFill>
                <a:latin typeface="Arial Narrow" charset="0"/>
                <a:ea typeface="+mn-ea"/>
                <a:cs typeface="+mn-cs"/>
              </a:defRPr>
            </a:lvl5pPr>
            <a:lvl6pPr marL="2286000" algn="l" defTabSz="914400" rtl="0" eaLnBrk="1" latinLnBrk="0" hangingPunct="1">
              <a:defRPr sz="1300" b="1" kern="1200">
                <a:solidFill>
                  <a:schemeClr val="tx1"/>
                </a:solidFill>
                <a:latin typeface="Arial Narrow" charset="0"/>
                <a:ea typeface="+mn-ea"/>
                <a:cs typeface="+mn-cs"/>
              </a:defRPr>
            </a:lvl6pPr>
            <a:lvl7pPr marL="2743200" algn="l" defTabSz="914400" rtl="0" eaLnBrk="1" latinLnBrk="0" hangingPunct="1">
              <a:defRPr sz="1300" b="1" kern="1200">
                <a:solidFill>
                  <a:schemeClr val="tx1"/>
                </a:solidFill>
                <a:latin typeface="Arial Narrow" charset="0"/>
                <a:ea typeface="+mn-ea"/>
                <a:cs typeface="+mn-cs"/>
              </a:defRPr>
            </a:lvl7pPr>
            <a:lvl8pPr marL="3200400" algn="l" defTabSz="914400" rtl="0" eaLnBrk="1" latinLnBrk="0" hangingPunct="1">
              <a:defRPr sz="1300" b="1" kern="1200">
                <a:solidFill>
                  <a:schemeClr val="tx1"/>
                </a:solidFill>
                <a:latin typeface="Arial Narrow" charset="0"/>
                <a:ea typeface="+mn-ea"/>
                <a:cs typeface="+mn-cs"/>
              </a:defRPr>
            </a:lvl8pPr>
            <a:lvl9pPr marL="3657600" algn="l" defTabSz="914400" rtl="0" eaLnBrk="1" latinLnBrk="0" hangingPunct="1">
              <a:defRPr sz="1300" b="1" kern="1200">
                <a:solidFill>
                  <a:schemeClr val="tx1"/>
                </a:solidFill>
                <a:latin typeface="Arial Narrow" charset="0"/>
                <a:ea typeface="+mn-ea"/>
                <a:cs typeface="+mn-cs"/>
              </a:defRPr>
            </a:lvl9pPr>
          </a:lstStyle>
          <a:p>
            <a:pPr lvl="0" algn="r"/>
            <a:fld id="{7AA7B471-74A3-4F5F-8955-6C99E2375CAC}" type="slidenum">
              <a:rPr lang="en-GB" noProof="1" smtClean="0">
                <a:sym typeface="+mn-lt"/>
              </a:rPr>
              <a:pPr lvl="0" algn="r"/>
              <a:t>‹Nr.›</a:t>
            </a:fld>
            <a:endParaRPr lang="en-GB" noProof="1">
              <a:sym typeface="+mn-lt"/>
            </a:endParaRPr>
          </a:p>
        </p:txBody>
      </p:sp>
      <p:cxnSp>
        <p:nvCxnSpPr>
          <p:cNvPr id="23" name="Gerade Verbindung 7">
            <a:extLst>
              <a:ext uri="{FF2B5EF4-FFF2-40B4-BE49-F238E27FC236}">
                <a16:creationId xmlns:a16="http://schemas.microsoft.com/office/drawing/2014/main" id="{28D584E0-5EF6-4DC5-B2D7-FFDA778CFAC1}"/>
              </a:ext>
            </a:extLst>
          </p:cNvPr>
          <p:cNvCxnSpPr>
            <a:cxnSpLocks/>
          </p:cNvCxnSpPr>
          <p:nvPr/>
        </p:nvCxnSpPr>
        <p:spPr>
          <a:xfrm>
            <a:off x="10059360"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platzhalter 5">
            <a:extLst>
              <a:ext uri="{FF2B5EF4-FFF2-40B4-BE49-F238E27FC236}">
                <a16:creationId xmlns:a16="http://schemas.microsoft.com/office/drawing/2014/main" id="{E531305B-43CE-446C-88D1-BBDB27457244}"/>
              </a:ext>
            </a:extLst>
          </p:cNvPr>
          <p:cNvSpPr>
            <a:spLocks noGrp="1"/>
          </p:cNvSpPr>
          <p:nvPr>
            <p:ph type="body" idx="1"/>
          </p:nvPr>
        </p:nvSpPr>
        <p:spPr>
          <a:xfrm>
            <a:off x="479426" y="1130298"/>
            <a:ext cx="11233147" cy="5322741"/>
          </a:xfrm>
          <a:prstGeom prst="rect">
            <a:avLst/>
          </a:prstGeom>
        </p:spPr>
        <p:txBody>
          <a:bodyPr vert="horz" lIns="0" tIns="0" rIns="0" bIns="0" rtlCol="0">
            <a:noAutofit/>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cxnSp>
        <p:nvCxnSpPr>
          <p:cNvPr id="18" name="Gerade Verbindung 7">
            <a:extLst>
              <a:ext uri="{FF2B5EF4-FFF2-40B4-BE49-F238E27FC236}">
                <a16:creationId xmlns:a16="http://schemas.microsoft.com/office/drawing/2014/main" id="{EFB36787-F98E-4B12-B104-EEBBD9EECC10}"/>
              </a:ext>
            </a:extLst>
          </p:cNvPr>
          <p:cNvCxnSpPr>
            <a:cxnSpLocks/>
          </p:cNvCxnSpPr>
          <p:nvPr/>
        </p:nvCxnSpPr>
        <p:spPr>
          <a:xfrm>
            <a:off x="90280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 Verbindung 7">
            <a:extLst>
              <a:ext uri="{FF2B5EF4-FFF2-40B4-BE49-F238E27FC236}">
                <a16:creationId xmlns:a16="http://schemas.microsoft.com/office/drawing/2014/main" id="{465918F8-CA5D-4293-89DC-F10E8B1C5462}"/>
              </a:ext>
            </a:extLst>
          </p:cNvPr>
          <p:cNvCxnSpPr>
            <a:cxnSpLocks/>
          </p:cNvCxnSpPr>
          <p:nvPr/>
        </p:nvCxnSpPr>
        <p:spPr>
          <a:xfrm>
            <a:off x="69111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Gerade Verbindung 7">
            <a:extLst>
              <a:ext uri="{FF2B5EF4-FFF2-40B4-BE49-F238E27FC236}">
                <a16:creationId xmlns:a16="http://schemas.microsoft.com/office/drawing/2014/main" id="{160AE795-C735-4204-9FF6-8CD4C42875B3}"/>
              </a:ext>
            </a:extLst>
          </p:cNvPr>
          <p:cNvCxnSpPr>
            <a:cxnSpLocks/>
          </p:cNvCxnSpPr>
          <p:nvPr/>
        </p:nvCxnSpPr>
        <p:spPr>
          <a:xfrm>
            <a:off x="47942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 Verbindung 7">
            <a:extLst>
              <a:ext uri="{FF2B5EF4-FFF2-40B4-BE49-F238E27FC236}">
                <a16:creationId xmlns:a16="http://schemas.microsoft.com/office/drawing/2014/main" id="{0F42B521-F5CC-46CF-86E8-5B383F9E4C65}"/>
              </a:ext>
            </a:extLst>
          </p:cNvPr>
          <p:cNvCxnSpPr>
            <a:cxnSpLocks/>
          </p:cNvCxnSpPr>
          <p:nvPr/>
        </p:nvCxnSpPr>
        <p:spPr>
          <a:xfrm rot="5400000">
            <a:off x="-160655" y="196071"/>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pic>
        <p:nvPicPr>
          <p:cNvPr id="14" name="Grafik 13"/>
          <p:cNvPicPr>
            <a:picLocks noChangeAspect="1"/>
          </p:cNvPicPr>
          <p:nvPr/>
        </p:nvPicPr>
        <p:blipFill>
          <a:blip r:embed="rId32" cstate="print">
            <a:extLst>
              <a:ext uri="{28A0092B-C50C-407E-A947-70E740481C1C}">
                <a14:useLocalDpi xmlns:a14="http://schemas.microsoft.com/office/drawing/2010/main" val="0"/>
              </a:ext>
            </a:extLst>
          </a:blip>
          <a:stretch>
            <a:fillRect/>
          </a:stretch>
        </p:blipFill>
        <p:spPr>
          <a:xfrm>
            <a:off x="10330261" y="502821"/>
            <a:ext cx="1385810" cy="287488"/>
          </a:xfrm>
          <a:prstGeom prst="rect">
            <a:avLst/>
          </a:prstGeom>
        </p:spPr>
      </p:pic>
      <p:sp>
        <p:nvSpPr>
          <p:cNvPr id="4" name="MSIPCMContentMarking" descr="{&quot;HashCode&quot;:-1642666559,&quot;Placement&quot;:&quot;Header&quot;,&quot;Top&quot;:0.0,&quot;Left&quot;:435.1923,&quot;SlideWidth&quot;:960,&quot;SlideHeight&quot;:540}"/>
          <p:cNvSpPr txBox="1"/>
          <p:nvPr userDrawn="1"/>
        </p:nvSpPr>
        <p:spPr>
          <a:xfrm>
            <a:off x="5526942" y="0"/>
            <a:ext cx="1138115" cy="249198"/>
          </a:xfrm>
          <a:prstGeom prst="rect">
            <a:avLst/>
          </a:prstGeom>
          <a:noFill/>
        </p:spPr>
        <p:txBody>
          <a:bodyPr vert="horz" wrap="square" lIns="0" tIns="0" rIns="0" bIns="0" rtlCol="0" anchor="ctr" anchorCtr="1">
            <a:spAutoFit/>
          </a:bodyPr>
          <a:lstStyle/>
          <a:p>
            <a:pPr algn="ctr">
              <a:lnSpc>
                <a:spcPct val="90000"/>
              </a:lnSpc>
              <a:spcBef>
                <a:spcPts val="0"/>
              </a:spcBef>
              <a:spcAft>
                <a:spcPts val="0"/>
              </a:spcAft>
            </a:pPr>
            <a:r>
              <a:rPr lang="de-DE" sz="1000">
                <a:solidFill>
                  <a:srgbClr val="B1B1B1"/>
                </a:solidFill>
                <a:latin typeface="Arial" panose="020B0604020202020204" pitchFamily="34" charset="0"/>
              </a:rPr>
              <a:t>Intern | Internal</a:t>
            </a:r>
            <a:endParaRPr lang="de-DE" sz="1000" err="1">
              <a:solidFill>
                <a:srgbClr val="B1B1B1"/>
              </a:solidFill>
              <a:latin typeface="Arial" panose="020B0604020202020204" pitchFamily="34" charset="0"/>
            </a:endParaRPr>
          </a:p>
        </p:txBody>
      </p:sp>
    </p:spTree>
    <p:extLst>
      <p:ext uri="{BB962C8B-B14F-4D97-AF65-F5344CB8AC3E}">
        <p14:creationId xmlns:p14="http://schemas.microsoft.com/office/powerpoint/2010/main" val="372346558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9" r:id="rId17"/>
    <p:sldLayoutId id="2147483703" r:id="rId18"/>
    <p:sldLayoutId id="2147483704" r:id="rId19"/>
    <p:sldLayoutId id="2147483705" r:id="rId20"/>
    <p:sldLayoutId id="2147483706" r:id="rId21"/>
    <p:sldLayoutId id="2147483707" r:id="rId22"/>
    <p:sldLayoutId id="2147483701" r:id="rId23"/>
    <p:sldLayoutId id="2147483711" r:id="rId24"/>
    <p:sldLayoutId id="2147483712" r:id="rId25"/>
    <p:sldLayoutId id="2147483713" r:id="rId26"/>
  </p:sldLayoutIdLst>
  <p:hf sldNum="0" hdr="0" ftr="0" dt="0"/>
  <p:txStyles>
    <p:titleStyle>
      <a:lvl1pPr algn="l" defTabSz="914400" rtl="0" eaLnBrk="1" latinLnBrk="0" hangingPunct="1">
        <a:lnSpc>
          <a:spcPct val="90000"/>
        </a:lnSpc>
        <a:spcBef>
          <a:spcPct val="0"/>
        </a:spcBef>
        <a:buNone/>
        <a:defRPr sz="2200" b="1" kern="1200" cap="none" baseline="0">
          <a:solidFill>
            <a:schemeClr val="tx1"/>
          </a:solidFill>
          <a:latin typeface="+mj-lt"/>
          <a:ea typeface="+mj-ea"/>
          <a:cs typeface="+mj-cs"/>
        </a:defRPr>
      </a:lvl1pPr>
    </p:titleStyle>
    <p:bodyStyle>
      <a:lvl1pPr marL="0" indent="0" algn="l" defTabSz="914400" rtl="0" eaLnBrk="1" latinLnBrk="0" hangingPunct="1">
        <a:lnSpc>
          <a:spcPct val="90000"/>
        </a:lnSpc>
        <a:spcBef>
          <a:spcPts val="0"/>
        </a:spcBef>
        <a:spcAft>
          <a:spcPts val="600"/>
        </a:spcAft>
        <a:buFont typeface="Arial" panose="020B0604020202020204" pitchFamily="34" charset="0"/>
        <a:buNone/>
        <a:defRPr lang="de-DE" sz="1800" kern="1200" dirty="0">
          <a:solidFill>
            <a:schemeClr val="tx1"/>
          </a:solidFill>
          <a:latin typeface="+mn-lt"/>
          <a:ea typeface="+mn-ea"/>
          <a:cs typeface="+mn-cs"/>
        </a:defRPr>
      </a:lvl1pPr>
      <a:lvl2pPr marL="176213" indent="-176213" algn="l" defTabSz="914400" rtl="0" eaLnBrk="1" latinLnBrk="0" hangingPunct="1">
        <a:lnSpc>
          <a:spcPct val="90000"/>
        </a:lnSpc>
        <a:spcBef>
          <a:spcPts val="0"/>
        </a:spcBef>
        <a:spcAft>
          <a:spcPts val="600"/>
        </a:spcAft>
        <a:buFont typeface="Arial" panose="020B0604020202020204" pitchFamily="34" charset="0"/>
        <a:buChar char="•"/>
        <a:tabLst/>
        <a:defRPr lang="de-DE" sz="1800" kern="1200" baseline="0" dirty="0">
          <a:solidFill>
            <a:schemeClr val="tx1"/>
          </a:solidFill>
          <a:latin typeface="+mn-lt"/>
          <a:ea typeface="+mn-ea"/>
          <a:cs typeface="+mn-cs"/>
        </a:defRPr>
      </a:lvl2pPr>
      <a:lvl3pPr marL="358775" indent="-182563" algn="l" defTabSz="914400" rtl="0" eaLnBrk="1" latinLnBrk="0" hangingPunct="1">
        <a:lnSpc>
          <a:spcPct val="90000"/>
        </a:lnSpc>
        <a:spcBef>
          <a:spcPts val="0"/>
        </a:spcBef>
        <a:spcAft>
          <a:spcPts val="600"/>
        </a:spcAft>
        <a:buFont typeface="Arial" panose="020B0604020202020204" pitchFamily="34" charset="0"/>
        <a:buChar char="•"/>
        <a:defRPr lang="de-DE" sz="1600" kern="1200" dirty="0">
          <a:solidFill>
            <a:schemeClr val="tx1"/>
          </a:solidFill>
          <a:latin typeface="+mn-lt"/>
          <a:ea typeface="+mn-ea"/>
          <a:cs typeface="+mn-cs"/>
        </a:defRPr>
      </a:lvl3pPr>
      <a:lvl4pPr marL="534988" indent="-176213" algn="l" defTabSz="914400" rtl="0" eaLnBrk="1" latinLnBrk="0" hangingPunct="1">
        <a:lnSpc>
          <a:spcPct val="90000"/>
        </a:lnSpc>
        <a:spcBef>
          <a:spcPts val="0"/>
        </a:spcBef>
        <a:spcAft>
          <a:spcPts val="600"/>
        </a:spcAft>
        <a:buFont typeface="Arial" panose="020B0604020202020204" pitchFamily="34" charset="0"/>
        <a:buChar char="•"/>
        <a:defRPr lang="de-DE" sz="1400" kern="1200" dirty="0">
          <a:solidFill>
            <a:schemeClr val="tx1"/>
          </a:solidFill>
          <a:latin typeface="+mn-lt"/>
          <a:ea typeface="+mn-ea"/>
          <a:cs typeface="+mn-cs"/>
        </a:defRPr>
      </a:lvl4pPr>
      <a:lvl5pPr marL="719138" indent="-184150" algn="l" defTabSz="914400" rtl="0" eaLnBrk="1" latinLnBrk="0" hangingPunct="1">
        <a:lnSpc>
          <a:spcPct val="90000"/>
        </a:lnSpc>
        <a:spcBef>
          <a:spcPts val="0"/>
        </a:spcBef>
        <a:spcAft>
          <a:spcPts val="600"/>
        </a:spcAft>
        <a:buFont typeface="Arial" panose="020B0604020202020204" pitchFamily="34" charset="0"/>
        <a:buChar char="•"/>
        <a:defRPr lang="de-DE" sz="1200" kern="1200" dirty="0">
          <a:solidFill>
            <a:schemeClr val="tx1"/>
          </a:solidFill>
          <a:latin typeface="+mn-lt"/>
          <a:ea typeface="+mn-ea"/>
          <a:cs typeface="+mn-cs"/>
        </a:defRPr>
      </a:lvl5pPr>
      <a:lvl6pPr marL="3155950" indent="-2622550" algn="l" defTabSz="914400" rtl="0" eaLnBrk="1" latinLnBrk="0" hangingPunct="1">
        <a:lnSpc>
          <a:spcPct val="90000"/>
        </a:lnSpc>
        <a:spcBef>
          <a:spcPts val="500"/>
        </a:spcBef>
        <a:buFont typeface="Arial" panose="020B0604020202020204" pitchFamily="34" charset="0"/>
        <a:buChar char="•"/>
        <a:defRPr lang="de-DE" sz="1800" kern="1200" dirty="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1">
          <p15:clr>
            <a:srgbClr val="F26B43"/>
          </p15:clr>
        </p15:guide>
        <p15:guide id="4" pos="7379">
          <p15:clr>
            <a:srgbClr val="F26B43"/>
          </p15:clr>
        </p15:guide>
        <p15:guide id="5" orient="horz" pos="317">
          <p15:clr>
            <a:srgbClr val="F26B43"/>
          </p15:clr>
        </p15:guide>
        <p15:guide id="10" orient="horz" pos="4066">
          <p15:clr>
            <a:srgbClr val="F26B43"/>
          </p15:clr>
        </p15:guide>
        <p15:guide id="11" orient="horz" pos="1010">
          <p15:clr>
            <a:srgbClr val="F26B43"/>
          </p15:clr>
        </p15:guide>
        <p15:guide id="13" orient="horz" pos="712">
          <p15:clr>
            <a:srgbClr val="F26B43"/>
          </p15:clr>
        </p15:guide>
        <p15:guide id="14" orient="horz" pos="16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Objekt 7" hidden="1">
            <a:extLst>
              <a:ext uri="{FF2B5EF4-FFF2-40B4-BE49-F238E27FC236}">
                <a16:creationId xmlns:a16="http://schemas.microsoft.com/office/drawing/2014/main" id="{D9C97816-FB06-4E95-856C-7D63D0431A47}"/>
              </a:ext>
            </a:extLst>
          </p:cNvPr>
          <p:cNvGraphicFramePr>
            <a:graphicFrameLocks noChangeAspect="1"/>
          </p:cNvGraphicFramePr>
          <p:nvPr>
            <p:custDataLst>
              <p:tags r:id="rId30"/>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2" imgW="408" imgH="408" progId="TCLayout.ActiveDocument.1">
                  <p:embed/>
                </p:oleObj>
              </mc:Choice>
              <mc:Fallback>
                <p:oleObj name="think-cell Folie" r:id="rId32" imgW="408" imgH="408" progId="TCLayout.ActiveDocument.1">
                  <p:embed/>
                  <p:pic>
                    <p:nvPicPr>
                      <p:cNvPr id="8" name="Objekt 7" hidden="1">
                        <a:extLst>
                          <a:ext uri="{FF2B5EF4-FFF2-40B4-BE49-F238E27FC236}">
                            <a16:creationId xmlns:a16="http://schemas.microsoft.com/office/drawing/2014/main" id="{D9C97816-FB06-4E95-856C-7D63D0431A47}"/>
                          </a:ext>
                        </a:extLst>
                      </p:cNvPr>
                      <p:cNvPicPr/>
                      <p:nvPr/>
                    </p:nvPicPr>
                    <p:blipFill>
                      <a:blip r:embed="rId33"/>
                      <a:stretch>
                        <a:fillRect/>
                      </a:stretch>
                    </p:blipFill>
                    <p:spPr>
                      <a:xfrm>
                        <a:off x="1588" y="1588"/>
                        <a:ext cx="1588" cy="1588"/>
                      </a:xfrm>
                      <a:prstGeom prst="rect">
                        <a:avLst/>
                      </a:prstGeom>
                    </p:spPr>
                  </p:pic>
                </p:oleObj>
              </mc:Fallback>
            </mc:AlternateContent>
          </a:graphicData>
        </a:graphic>
      </p:graphicFrame>
      <p:sp>
        <p:nvSpPr>
          <p:cNvPr id="7" name="Rechteck 6" hidden="1">
            <a:extLst>
              <a:ext uri="{FF2B5EF4-FFF2-40B4-BE49-F238E27FC236}">
                <a16:creationId xmlns:a16="http://schemas.microsoft.com/office/drawing/2014/main" id="{5931360F-217C-4503-B09B-C80FE49E58A8}"/>
              </a:ext>
            </a:extLst>
          </p:cNvPr>
          <p:cNvSpPr/>
          <p:nvPr>
            <p:custDataLst>
              <p:tags r:id="rId31"/>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de-DE" sz="2200" b="1" i="0" baseline="0">
              <a:solidFill>
                <a:schemeClr val="tx1"/>
              </a:solidFill>
              <a:latin typeface="STIHL Contraface Text"/>
              <a:ea typeface="+mj-ea"/>
              <a:cs typeface="+mj-cs"/>
              <a:sym typeface="STIHL Contraface Text"/>
            </a:endParaRPr>
          </a:p>
        </p:txBody>
      </p:sp>
      <p:sp>
        <p:nvSpPr>
          <p:cNvPr id="2" name="Titelplatzhalter 1">
            <a:extLst>
              <a:ext uri="{FF2B5EF4-FFF2-40B4-BE49-F238E27FC236}">
                <a16:creationId xmlns:a16="http://schemas.microsoft.com/office/drawing/2014/main" id="{47881EEE-4F13-4DC9-B8A4-B54C0C3C05F9}"/>
              </a:ext>
            </a:extLst>
          </p:cNvPr>
          <p:cNvSpPr>
            <a:spLocks noGrp="1"/>
          </p:cNvSpPr>
          <p:nvPr>
            <p:ph type="title"/>
          </p:nvPr>
        </p:nvSpPr>
        <p:spPr>
          <a:xfrm>
            <a:off x="479425" y="503546"/>
            <a:ext cx="9579925" cy="252000"/>
          </a:xfrm>
          <a:prstGeom prst="rect">
            <a:avLst/>
          </a:prstGeom>
        </p:spPr>
        <p:txBody>
          <a:bodyPr vert="horz" lIns="0" tIns="0" rIns="0" bIns="0" rtlCol="0" anchor="t" anchorCtr="0">
            <a:noAutofit/>
          </a:bodyPr>
          <a:lstStyle/>
          <a:p>
            <a:r>
              <a:rPr lang="de-DE"/>
              <a:t>Mastertitelformat bearbeiten</a:t>
            </a:r>
          </a:p>
        </p:txBody>
      </p:sp>
      <p:sp>
        <p:nvSpPr>
          <p:cNvPr id="10" name="Textfeld 9">
            <a:extLst>
              <a:ext uri="{FF2B5EF4-FFF2-40B4-BE49-F238E27FC236}">
                <a16:creationId xmlns:a16="http://schemas.microsoft.com/office/drawing/2014/main" id="{22C7C99F-364C-426F-8FE4-3FD5F0CADA8A}"/>
              </a:ext>
            </a:extLst>
          </p:cNvPr>
          <p:cNvSpPr txBox="1"/>
          <p:nvPr/>
        </p:nvSpPr>
        <p:spPr>
          <a:xfrm>
            <a:off x="479425" y="6592970"/>
            <a:ext cx="1453924" cy="123111"/>
          </a:xfrm>
          <a:prstGeom prst="rect">
            <a:avLst/>
          </a:prstGeom>
          <a:noFill/>
        </p:spPr>
        <p:txBody>
          <a:bodyPr wrap="none" lIns="0" tIns="0" rIns="0" bIns="0" rtlCol="0">
            <a:spAutoFit/>
          </a:bodyPr>
          <a:lstStyle/>
          <a:p>
            <a:pPr algn="l"/>
            <a:r>
              <a:rPr lang="de-DE" sz="800">
                <a:solidFill>
                  <a:schemeClr val="tx2"/>
                </a:solidFill>
              </a:rPr>
              <a:t>© ANDREAS STIHL AG &amp; Co. KG</a:t>
            </a:r>
          </a:p>
        </p:txBody>
      </p:sp>
      <p:sp>
        <p:nvSpPr>
          <p:cNvPr id="12" name="Slide Number">
            <a:extLst>
              <a:ext uri="{FF2B5EF4-FFF2-40B4-BE49-F238E27FC236}">
                <a16:creationId xmlns:a16="http://schemas.microsoft.com/office/drawing/2014/main" id="{B120AD0C-5E57-45D6-8C62-2EFE6678CD8B}"/>
              </a:ext>
            </a:extLst>
          </p:cNvPr>
          <p:cNvSpPr txBox="1">
            <a:spLocks noChangeArrowheads="1"/>
          </p:cNvSpPr>
          <p:nvPr/>
        </p:nvSpPr>
        <p:spPr bwMode="auto">
          <a:xfrm>
            <a:off x="11528228" y="6592970"/>
            <a:ext cx="184346" cy="123111"/>
          </a:xfrm>
          <a:prstGeom prst="rect">
            <a:avLst/>
          </a:prstGeom>
          <a:noFill/>
        </p:spPr>
        <p:txBody>
          <a:bodyPr wrap="none" lIns="0" tIns="0" rIns="0" bIns="0" rtlCol="0">
            <a:spAutoFit/>
          </a:bodyPr>
          <a:lstStyle>
            <a:defPPr>
              <a:defRPr lang="de-DE"/>
            </a:defPPr>
            <a:lvl1pPr>
              <a:defRPr sz="800">
                <a:solidFill>
                  <a:schemeClr val="tx2"/>
                </a:solidFill>
              </a:defRPr>
            </a:lvl1pPr>
            <a:lvl2pPr marL="457200" algn="l" rtl="0" fontAlgn="base">
              <a:spcBef>
                <a:spcPct val="0"/>
              </a:spcBef>
              <a:spcAft>
                <a:spcPct val="0"/>
              </a:spcAft>
              <a:defRPr sz="1300" b="1" kern="1200">
                <a:solidFill>
                  <a:schemeClr val="tx1"/>
                </a:solidFill>
                <a:latin typeface="Arial Narrow" charset="0"/>
                <a:ea typeface="+mn-ea"/>
                <a:cs typeface="+mn-cs"/>
              </a:defRPr>
            </a:lvl2pPr>
            <a:lvl3pPr marL="914400" algn="l" rtl="0" fontAlgn="base">
              <a:spcBef>
                <a:spcPct val="0"/>
              </a:spcBef>
              <a:spcAft>
                <a:spcPct val="0"/>
              </a:spcAft>
              <a:defRPr sz="1300" b="1" kern="1200">
                <a:solidFill>
                  <a:schemeClr val="tx1"/>
                </a:solidFill>
                <a:latin typeface="Arial Narrow" charset="0"/>
                <a:ea typeface="+mn-ea"/>
                <a:cs typeface="+mn-cs"/>
              </a:defRPr>
            </a:lvl3pPr>
            <a:lvl4pPr marL="1371600" algn="l" rtl="0" fontAlgn="base">
              <a:spcBef>
                <a:spcPct val="0"/>
              </a:spcBef>
              <a:spcAft>
                <a:spcPct val="0"/>
              </a:spcAft>
              <a:defRPr sz="1300" b="1" kern="1200">
                <a:solidFill>
                  <a:schemeClr val="tx1"/>
                </a:solidFill>
                <a:latin typeface="Arial Narrow" charset="0"/>
                <a:ea typeface="+mn-ea"/>
                <a:cs typeface="+mn-cs"/>
              </a:defRPr>
            </a:lvl4pPr>
            <a:lvl5pPr marL="1828800" algn="l" rtl="0" fontAlgn="base">
              <a:spcBef>
                <a:spcPct val="0"/>
              </a:spcBef>
              <a:spcAft>
                <a:spcPct val="0"/>
              </a:spcAft>
              <a:defRPr sz="1300" b="1" kern="1200">
                <a:solidFill>
                  <a:schemeClr val="tx1"/>
                </a:solidFill>
                <a:latin typeface="Arial Narrow" charset="0"/>
                <a:ea typeface="+mn-ea"/>
                <a:cs typeface="+mn-cs"/>
              </a:defRPr>
            </a:lvl5pPr>
            <a:lvl6pPr marL="2286000" algn="l" defTabSz="914400" rtl="0" eaLnBrk="1" latinLnBrk="0" hangingPunct="1">
              <a:defRPr sz="1300" b="1" kern="1200">
                <a:solidFill>
                  <a:schemeClr val="tx1"/>
                </a:solidFill>
                <a:latin typeface="Arial Narrow" charset="0"/>
                <a:ea typeface="+mn-ea"/>
                <a:cs typeface="+mn-cs"/>
              </a:defRPr>
            </a:lvl6pPr>
            <a:lvl7pPr marL="2743200" algn="l" defTabSz="914400" rtl="0" eaLnBrk="1" latinLnBrk="0" hangingPunct="1">
              <a:defRPr sz="1300" b="1" kern="1200">
                <a:solidFill>
                  <a:schemeClr val="tx1"/>
                </a:solidFill>
                <a:latin typeface="Arial Narrow" charset="0"/>
                <a:ea typeface="+mn-ea"/>
                <a:cs typeface="+mn-cs"/>
              </a:defRPr>
            </a:lvl7pPr>
            <a:lvl8pPr marL="3200400" algn="l" defTabSz="914400" rtl="0" eaLnBrk="1" latinLnBrk="0" hangingPunct="1">
              <a:defRPr sz="1300" b="1" kern="1200">
                <a:solidFill>
                  <a:schemeClr val="tx1"/>
                </a:solidFill>
                <a:latin typeface="Arial Narrow" charset="0"/>
                <a:ea typeface="+mn-ea"/>
                <a:cs typeface="+mn-cs"/>
              </a:defRPr>
            </a:lvl8pPr>
            <a:lvl9pPr marL="3657600" algn="l" defTabSz="914400" rtl="0" eaLnBrk="1" latinLnBrk="0" hangingPunct="1">
              <a:defRPr sz="1300" b="1" kern="1200">
                <a:solidFill>
                  <a:schemeClr val="tx1"/>
                </a:solidFill>
                <a:latin typeface="Arial Narrow" charset="0"/>
                <a:ea typeface="+mn-ea"/>
                <a:cs typeface="+mn-cs"/>
              </a:defRPr>
            </a:lvl9pPr>
          </a:lstStyle>
          <a:p>
            <a:pPr lvl="0" algn="r"/>
            <a:fld id="{7AA7B471-74A3-4F5F-8955-6C99E2375CAC}" type="slidenum">
              <a:rPr lang="de-DE" noProof="1" smtClean="0">
                <a:sym typeface="+mn-lt"/>
              </a:rPr>
              <a:pPr lvl="0" algn="r"/>
              <a:t>‹Nr.›</a:t>
            </a:fld>
            <a:endParaRPr lang="de-DE" noProof="1">
              <a:sym typeface="+mn-lt"/>
            </a:endParaRPr>
          </a:p>
        </p:txBody>
      </p:sp>
      <p:cxnSp>
        <p:nvCxnSpPr>
          <p:cNvPr id="23" name="Gerade Verbindung 7">
            <a:extLst>
              <a:ext uri="{FF2B5EF4-FFF2-40B4-BE49-F238E27FC236}">
                <a16:creationId xmlns:a16="http://schemas.microsoft.com/office/drawing/2014/main" id="{28D584E0-5EF6-4DC5-B2D7-FFDA778CFAC1}"/>
              </a:ext>
            </a:extLst>
          </p:cNvPr>
          <p:cNvCxnSpPr>
            <a:cxnSpLocks/>
          </p:cNvCxnSpPr>
          <p:nvPr/>
        </p:nvCxnSpPr>
        <p:spPr>
          <a:xfrm>
            <a:off x="10059350"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platzhalter 5">
            <a:extLst>
              <a:ext uri="{FF2B5EF4-FFF2-40B4-BE49-F238E27FC236}">
                <a16:creationId xmlns:a16="http://schemas.microsoft.com/office/drawing/2014/main" id="{E531305B-43CE-446C-88D1-BBDB27457244}"/>
              </a:ext>
            </a:extLst>
          </p:cNvPr>
          <p:cNvSpPr>
            <a:spLocks noGrp="1"/>
          </p:cNvSpPr>
          <p:nvPr>
            <p:ph type="body" idx="1"/>
          </p:nvPr>
        </p:nvSpPr>
        <p:spPr>
          <a:xfrm>
            <a:off x="479426" y="1130298"/>
            <a:ext cx="11233147" cy="5322741"/>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cxnSp>
        <p:nvCxnSpPr>
          <p:cNvPr id="18" name="Gerade Verbindung 7">
            <a:extLst>
              <a:ext uri="{FF2B5EF4-FFF2-40B4-BE49-F238E27FC236}">
                <a16:creationId xmlns:a16="http://schemas.microsoft.com/office/drawing/2014/main" id="{EFB36787-F98E-4B12-B104-EEBBD9EECC10}"/>
              </a:ext>
            </a:extLst>
          </p:cNvPr>
          <p:cNvCxnSpPr>
            <a:cxnSpLocks/>
          </p:cNvCxnSpPr>
          <p:nvPr/>
        </p:nvCxnSpPr>
        <p:spPr>
          <a:xfrm>
            <a:off x="90280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 Verbindung 7">
            <a:extLst>
              <a:ext uri="{FF2B5EF4-FFF2-40B4-BE49-F238E27FC236}">
                <a16:creationId xmlns:a16="http://schemas.microsoft.com/office/drawing/2014/main" id="{465918F8-CA5D-4293-89DC-F10E8B1C5462}"/>
              </a:ext>
            </a:extLst>
          </p:cNvPr>
          <p:cNvCxnSpPr>
            <a:cxnSpLocks/>
          </p:cNvCxnSpPr>
          <p:nvPr/>
        </p:nvCxnSpPr>
        <p:spPr>
          <a:xfrm>
            <a:off x="69111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Gerade Verbindung 7">
            <a:extLst>
              <a:ext uri="{FF2B5EF4-FFF2-40B4-BE49-F238E27FC236}">
                <a16:creationId xmlns:a16="http://schemas.microsoft.com/office/drawing/2014/main" id="{160AE795-C735-4204-9FF6-8CD4C42875B3}"/>
              </a:ext>
            </a:extLst>
          </p:cNvPr>
          <p:cNvCxnSpPr>
            <a:cxnSpLocks/>
          </p:cNvCxnSpPr>
          <p:nvPr/>
        </p:nvCxnSpPr>
        <p:spPr>
          <a:xfrm>
            <a:off x="47942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 Verbindung 7">
            <a:extLst>
              <a:ext uri="{FF2B5EF4-FFF2-40B4-BE49-F238E27FC236}">
                <a16:creationId xmlns:a16="http://schemas.microsoft.com/office/drawing/2014/main" id="{0F42B521-F5CC-46CF-86E8-5B383F9E4C65}"/>
              </a:ext>
            </a:extLst>
          </p:cNvPr>
          <p:cNvCxnSpPr>
            <a:cxnSpLocks/>
          </p:cNvCxnSpPr>
          <p:nvPr/>
        </p:nvCxnSpPr>
        <p:spPr>
          <a:xfrm rot="5400000">
            <a:off x="-160655" y="196071"/>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pic>
        <p:nvPicPr>
          <p:cNvPr id="16" name="Grafik 15"/>
          <p:cNvPicPr>
            <a:picLocks noChangeAspect="1"/>
          </p:cNvPicPr>
          <p:nvPr/>
        </p:nvPicPr>
        <p:blipFill>
          <a:blip r:embed="rId34"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
        <p:nvSpPr>
          <p:cNvPr id="5" name="Textfeld 4">
            <a:extLst>
              <a:ext uri="{FF2B5EF4-FFF2-40B4-BE49-F238E27FC236}">
                <a16:creationId xmlns:a16="http://schemas.microsoft.com/office/drawing/2014/main" id="{29A746A5-3521-CCE9-9CDE-2E36C1A7EA4B}"/>
              </a:ext>
            </a:extLst>
          </p:cNvPr>
          <p:cNvSpPr txBox="1"/>
          <p:nvPr userDrawn="1">
            <p:extLst>
              <p:ext uri="{1162E1C5-73C7-4A58-AE30-91384D911F3F}">
                <p184:classification xmlns:p184="http://schemas.microsoft.com/office/powerpoint/2018/4/main" val="hdr"/>
              </p:ext>
            </p:extLst>
          </p:nvPr>
        </p:nvSpPr>
        <p:spPr>
          <a:xfrm>
            <a:off x="5408613" y="63500"/>
            <a:ext cx="1409700" cy="152400"/>
          </a:xfrm>
          <a:prstGeom prst="rect">
            <a:avLst/>
          </a:prstGeom>
        </p:spPr>
        <p:txBody>
          <a:bodyPr horzOverflow="overflow" lIns="0" tIns="0" rIns="0" bIns="0">
            <a:spAutoFit/>
          </a:bodyPr>
          <a:lstStyle/>
          <a:p>
            <a:pPr algn="l"/>
            <a:r>
              <a:rPr lang="de-DE" sz="1000">
                <a:solidFill>
                  <a:srgbClr val="000000">
                    <a:alpha val="50000"/>
                  </a:srgbClr>
                </a:solidFill>
                <a:latin typeface="Arial" panose="020B0604020202020204" pitchFamily="34" charset="0"/>
                <a:cs typeface="Arial" panose="020B0604020202020204" pitchFamily="34" charset="0"/>
              </a:rPr>
              <a:t>Vertraulich | Confidential</a:t>
            </a:r>
          </a:p>
        </p:txBody>
      </p:sp>
    </p:spTree>
    <p:extLst>
      <p:ext uri="{BB962C8B-B14F-4D97-AF65-F5344CB8AC3E}">
        <p14:creationId xmlns:p14="http://schemas.microsoft.com/office/powerpoint/2010/main" val="1513723515"/>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 id="2147483732" r:id="rId18"/>
    <p:sldLayoutId id="2147483733" r:id="rId19"/>
    <p:sldLayoutId id="2147483734" r:id="rId20"/>
    <p:sldLayoutId id="2147483735" r:id="rId21"/>
    <p:sldLayoutId id="2147483736" r:id="rId22"/>
    <p:sldLayoutId id="2147483737" r:id="rId23"/>
    <p:sldLayoutId id="2147483738" r:id="rId24"/>
    <p:sldLayoutId id="2147483739" r:id="rId25"/>
    <p:sldLayoutId id="2147483740" r:id="rId26"/>
    <p:sldLayoutId id="2147483741" r:id="rId27"/>
    <p:sldLayoutId id="2147483742" r:id="rId28"/>
  </p:sldLayoutIdLst>
  <p:hf sldNum="0" hdr="0" ftr="0" dt="0"/>
  <p:txStyles>
    <p:titleStyle>
      <a:lvl1pPr algn="l" defTabSz="914400" rtl="0" eaLnBrk="1" latinLnBrk="0" hangingPunct="1">
        <a:lnSpc>
          <a:spcPct val="90000"/>
        </a:lnSpc>
        <a:spcBef>
          <a:spcPct val="0"/>
        </a:spcBef>
        <a:buNone/>
        <a:defRPr sz="2200" b="1" kern="1200" cap="none" baseline="0">
          <a:solidFill>
            <a:schemeClr val="tx1"/>
          </a:solidFill>
          <a:latin typeface="+mj-lt"/>
          <a:ea typeface="+mj-ea"/>
          <a:cs typeface="+mj-cs"/>
        </a:defRPr>
      </a:lvl1pPr>
    </p:titleStyle>
    <p:bodyStyle>
      <a:lvl1pPr marL="0" indent="0" algn="l" defTabSz="914400" rtl="0" eaLnBrk="1" latinLnBrk="0" hangingPunct="1">
        <a:lnSpc>
          <a:spcPct val="90000"/>
        </a:lnSpc>
        <a:spcBef>
          <a:spcPts val="0"/>
        </a:spcBef>
        <a:spcAft>
          <a:spcPts val="600"/>
        </a:spcAft>
        <a:buFont typeface="Arial" panose="020B0604020202020204" pitchFamily="34" charset="0"/>
        <a:buNone/>
        <a:defRPr lang="de-DE" sz="1800" kern="1200" dirty="0">
          <a:solidFill>
            <a:schemeClr val="tx1"/>
          </a:solidFill>
          <a:latin typeface="+mn-lt"/>
          <a:ea typeface="+mn-ea"/>
          <a:cs typeface="+mn-cs"/>
        </a:defRPr>
      </a:lvl1pPr>
      <a:lvl2pPr marL="176213" indent="-176213" algn="l" defTabSz="914400" rtl="0" eaLnBrk="1" latinLnBrk="0" hangingPunct="1">
        <a:lnSpc>
          <a:spcPct val="90000"/>
        </a:lnSpc>
        <a:spcBef>
          <a:spcPts val="0"/>
        </a:spcBef>
        <a:spcAft>
          <a:spcPts val="600"/>
        </a:spcAft>
        <a:buFont typeface="Arial" panose="020B0604020202020204" pitchFamily="34" charset="0"/>
        <a:buChar char="•"/>
        <a:tabLst/>
        <a:defRPr lang="de-DE" sz="1800" kern="1200" dirty="0">
          <a:solidFill>
            <a:schemeClr val="tx1"/>
          </a:solidFill>
          <a:latin typeface="+mn-lt"/>
          <a:ea typeface="+mn-ea"/>
          <a:cs typeface="+mn-cs"/>
        </a:defRPr>
      </a:lvl2pPr>
      <a:lvl3pPr marL="358775" indent="-182563" algn="l" defTabSz="914400" rtl="0" eaLnBrk="1" latinLnBrk="0" hangingPunct="1">
        <a:lnSpc>
          <a:spcPct val="90000"/>
        </a:lnSpc>
        <a:spcBef>
          <a:spcPts val="0"/>
        </a:spcBef>
        <a:spcAft>
          <a:spcPts val="600"/>
        </a:spcAft>
        <a:buFont typeface="Arial" panose="020B0604020202020204" pitchFamily="34" charset="0"/>
        <a:buChar char="•"/>
        <a:defRPr lang="de-DE" sz="1600" kern="1200" dirty="0">
          <a:solidFill>
            <a:schemeClr val="tx1"/>
          </a:solidFill>
          <a:latin typeface="+mn-lt"/>
          <a:ea typeface="+mn-ea"/>
          <a:cs typeface="+mn-cs"/>
        </a:defRPr>
      </a:lvl3pPr>
      <a:lvl4pPr marL="534988" indent="-176213" algn="l" defTabSz="914400" rtl="0" eaLnBrk="1" latinLnBrk="0" hangingPunct="1">
        <a:lnSpc>
          <a:spcPct val="90000"/>
        </a:lnSpc>
        <a:spcBef>
          <a:spcPts val="0"/>
        </a:spcBef>
        <a:spcAft>
          <a:spcPts val="600"/>
        </a:spcAft>
        <a:buFont typeface="Arial" panose="020B0604020202020204" pitchFamily="34" charset="0"/>
        <a:buChar char="•"/>
        <a:defRPr lang="de-DE" sz="1400" kern="1200" dirty="0">
          <a:solidFill>
            <a:schemeClr val="tx1"/>
          </a:solidFill>
          <a:latin typeface="+mn-lt"/>
          <a:ea typeface="+mn-ea"/>
          <a:cs typeface="+mn-cs"/>
        </a:defRPr>
      </a:lvl4pPr>
      <a:lvl5pPr marL="719138" indent="-184150" algn="l" defTabSz="914400" rtl="0" eaLnBrk="1" latinLnBrk="0" hangingPunct="1">
        <a:lnSpc>
          <a:spcPct val="90000"/>
        </a:lnSpc>
        <a:spcBef>
          <a:spcPts val="0"/>
        </a:spcBef>
        <a:spcAft>
          <a:spcPts val="600"/>
        </a:spcAft>
        <a:buFont typeface="Arial" panose="020B0604020202020204" pitchFamily="34" charset="0"/>
        <a:buChar char="•"/>
        <a:defRPr lang="de-DE" sz="1200" kern="1200" dirty="0">
          <a:solidFill>
            <a:schemeClr val="tx1"/>
          </a:solidFill>
          <a:latin typeface="+mn-lt"/>
          <a:ea typeface="+mn-ea"/>
          <a:cs typeface="+mn-cs"/>
        </a:defRPr>
      </a:lvl5pPr>
      <a:lvl6pPr marL="3155950" indent="-2622550" algn="l" defTabSz="914400" rtl="0" eaLnBrk="1" latinLnBrk="0" hangingPunct="1">
        <a:lnSpc>
          <a:spcPct val="90000"/>
        </a:lnSpc>
        <a:spcBef>
          <a:spcPts val="500"/>
        </a:spcBef>
        <a:buFont typeface="Arial" panose="020B0604020202020204" pitchFamily="34" charset="0"/>
        <a:buChar char="•"/>
        <a:defRPr lang="de-DE" sz="1800" kern="1200" dirty="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1">
          <p15:clr>
            <a:srgbClr val="F26B43"/>
          </p15:clr>
        </p15:guide>
        <p15:guide id="4" pos="7379">
          <p15:clr>
            <a:srgbClr val="F26B43"/>
          </p15:clr>
        </p15:guide>
        <p15:guide id="5" orient="horz" pos="317">
          <p15:clr>
            <a:srgbClr val="F26B43"/>
          </p15:clr>
        </p15:guide>
        <p15:guide id="10" orient="horz" pos="4066">
          <p15:clr>
            <a:srgbClr val="F26B43"/>
          </p15:clr>
        </p15:guide>
        <p15:guide id="11" orient="horz" pos="1010">
          <p15:clr>
            <a:srgbClr val="F26B43"/>
          </p15:clr>
        </p15:guide>
        <p15:guide id="13" orient="horz" pos="712">
          <p15:clr>
            <a:srgbClr val="F26B43"/>
          </p15:clr>
        </p15:guide>
        <p15:guide id="14" orient="horz" pos="16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tags" Target="../tags/tag88.xml"/><Relationship Id="rId2" Type="http://schemas.openxmlformats.org/officeDocument/2006/relationships/slideLayout" Target="../slideLayouts/slideLayout6.xml"/><Relationship Id="rId3" Type="http://schemas.openxmlformats.org/officeDocument/2006/relationships/notesSlide" Target="../notesSlides/notesSlide1.xml"/><Relationship Id="rId4" Type="http://schemas.openxmlformats.org/officeDocument/2006/relationships/oleObject" Target="../embeddings/oleObject32.bin"/><Relationship Id="rId5" Type="http://schemas.openxmlformats.org/officeDocument/2006/relationships/image" Target="../media/image1.emf"/><Relationship Id="rId6" Type="http://schemas.openxmlformats.org/officeDocument/2006/relationships/image" Target="../media/image9.jpe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5.xml.rels><?xml version='1.0' encoding='UTF-8' standalone='yes'?>
<Relationships xmlns="http://schemas.openxmlformats.org/package/2006/relationships"><Relationship Id="rId1" Type="http://schemas.openxmlformats.org/officeDocument/2006/relationships/tags" Target="../tags/tag89.xml"/><Relationship Id="rId2" Type="http://schemas.openxmlformats.org/officeDocument/2006/relationships/slideLayout" Target="../slideLayouts/slideLayout6.xml"/><Relationship Id="rId3" Type="http://schemas.openxmlformats.org/officeDocument/2006/relationships/notesSlide" Target="../notesSlides/notesSlide2.xml"/><Relationship Id="rId4" Type="http://schemas.openxmlformats.org/officeDocument/2006/relationships/oleObject" Target="../embeddings/oleObject33.bin"/><Relationship Id="rId5" Type="http://schemas.openxmlformats.org/officeDocument/2006/relationships/image" Target="../media/image15.emf"/><Relationship Id="rId6" Type="http://schemas.openxmlformats.org/officeDocument/2006/relationships/image" Target="../media/image16.jpe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svg"/><Relationship Id="rId15" Type="http://schemas.openxmlformats.org/officeDocument/2006/relationships/image" Target="../media/image2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2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stihlgroup.sharepoint.com/:p:/r/sites/GBU_physisch/Freigegebene%20Dokumente/VFI/ISS/AS%20Arbeitsschutz%20ISS/AS%202026/010_Unterweisung_Pflichtmodule_ISS_2026_03.pptx?d=wfb927e10aaba48c182902faf9536be5c&amp;csf=1&amp;web=1&amp;e=wUeM8y" TargetMode="External"/><Relationship Id="rId3" Type="http://schemas.openxmlformats.org/officeDocument/2006/relationships/hyperlink" Target="https://stihlgroup.sharepoint.com/:x:/r/sites/GBU_physisch/Freigegebene%20Dokumente/VFI/ISS/US%20Umweltschutz%20ISS/UWS2026/S_UVV_ZIELE_ISS_2026.xlsx?d=w6822608d56854bcbb3ff6f42f5043e80&amp;csf=1&amp;web=1&amp;e=cbaD44" TargetMode="Externa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tags" Target="../tags/tag90.xml"/><Relationship Id="rId2" Type="http://schemas.openxmlformats.org/officeDocument/2006/relationships/slideLayout" Target="../slideLayouts/slideLayout6.xml"/><Relationship Id="rId3" Type="http://schemas.openxmlformats.org/officeDocument/2006/relationships/notesSlide" Target="../notesSlides/notesSlide4.xml"/><Relationship Id="rId4" Type="http://schemas.openxmlformats.org/officeDocument/2006/relationships/oleObject" Target="../embeddings/oleObject32.bin"/><Relationship Id="rId5" Type="http://schemas.openxmlformats.org/officeDocument/2006/relationships/image" Target="../media/image1.emf"/><Relationship Id="rId6" Type="http://schemas.openxmlformats.org/officeDocument/2006/relationships/image" Target="../media/image9.jpe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tags" Target="../tags/tag91.xml"/><Relationship Id="rId2" Type="http://schemas.openxmlformats.org/officeDocument/2006/relationships/slideLayout" Target="../slideLayouts/slideLayout6.xml"/><Relationship Id="rId3" Type="http://schemas.openxmlformats.org/officeDocument/2006/relationships/notesSlide" Target="../notesSlides/notesSlide5.xml"/><Relationship Id="rId4" Type="http://schemas.openxmlformats.org/officeDocument/2006/relationships/oleObject" Target="../embeddings/oleObject32.bin"/><Relationship Id="rId5" Type="http://schemas.openxmlformats.org/officeDocument/2006/relationships/image" Target="../media/image1.emf"/><Relationship Id="rId6" Type="http://schemas.openxmlformats.org/officeDocument/2006/relationships/image" Target="../media/image9.jpe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svg"/><Relationship Id="rId14"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hyperlink" Target="https://stihlgroup.sharepoint.com/sites/InformationSecurity/SitePages/en/INFOSESSIONS---CYBER-SECURITY-MONTH-OKTOBER-2025.aspx" TargetMode="External"/><Relationship Id="rId5" Type="http://schemas.openxmlformats.org/officeDocument/2006/relationships/hyperlink" Target="https://stihlgroup.sharepoint.com/sites/InformationSecurity/SitePages/Home.aspx" TargetMode="External"/><Relationship Id="rId6" Type="http://schemas.openxmlformats.org/officeDocument/2006/relationships/image" Target="../media/image4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s>
</file>

<file path=ppt/slides/_rels/slide19.xml.rels><?xml version='1.0' encoding='UTF-8' standalone='yes'?>
<Relationships xmlns="http://schemas.openxmlformats.org/package/2006/relationships"><Relationship Id="rId1" Type="http://schemas.openxmlformats.org/officeDocument/2006/relationships/tags" Target="../tags/tag92.xml"/><Relationship Id="rId2" Type="http://schemas.openxmlformats.org/officeDocument/2006/relationships/slideLayout" Target="../slideLayouts/slideLayout6.xml"/><Relationship Id="rId3" Type="http://schemas.openxmlformats.org/officeDocument/2006/relationships/notesSlide" Target="../notesSlides/notesSlide6.xml"/><Relationship Id="rId4" Type="http://schemas.openxmlformats.org/officeDocument/2006/relationships/oleObject" Target="../embeddings/oleObject32.bin"/><Relationship Id="rId5" Type="http://schemas.openxmlformats.org/officeDocument/2006/relationships/image" Target="../media/image1.emf"/><Relationship Id="rId6" Type="http://schemas.openxmlformats.org/officeDocument/2006/relationships/image" Target="../media/image9.jpe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tags" Target="../tags/tag93.xml"/><Relationship Id="rId2" Type="http://schemas.openxmlformats.org/officeDocument/2006/relationships/slideLayout" Target="../slideLayouts/slideLayout25.xml"/><Relationship Id="rId3" Type="http://schemas.openxmlformats.org/officeDocument/2006/relationships/notesSlide" Target="../notesSlides/notesSlide7.xml"/><Relationship Id="rId4" Type="http://schemas.openxmlformats.org/officeDocument/2006/relationships/image" Target="../media/image44.jpeg"/><Relationship Id="rId5" Type="http://schemas.openxmlformats.org/officeDocument/2006/relationships/oleObject" Target="../embeddings/oleObject34.bin"/><Relationship Id="rId6" Type="http://schemas.openxmlformats.org/officeDocument/2006/relationships/image" Target="../media/image3.emf"/><Relationship Id="rId7"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0B34AF4-2270-F99D-2A26-82D1E588A7DF}"/>
              </a:ext>
            </a:extLst>
          </p:cNvPr>
          <p:cNvSpPr>
            <a:spLocks noGrp="1"/>
          </p:cNvSpPr>
          <p:nvPr>
            <p:ph type="body" sz="quarter" idx="13"/>
          </p:nvPr>
        </p:nvSpPr>
        <p:spPr/>
        <p:txBody>
          <a:bodyPr/>
          <a:lstStyle/>
          <a:p>
            <a:endParaRPr lang="de-DE"/>
          </a:p>
        </p:txBody>
      </p:sp>
      <p:sp>
        <p:nvSpPr>
          <p:cNvPr id="3" name="Textplatzhalter 2">
            <a:extLst>
              <a:ext uri="{FF2B5EF4-FFF2-40B4-BE49-F238E27FC236}">
                <a16:creationId xmlns:a16="http://schemas.microsoft.com/office/drawing/2014/main" id="{32972CF5-26F3-88BE-98C6-7F379B4889C0}"/>
              </a:ext>
            </a:extLst>
          </p:cNvPr>
          <p:cNvSpPr>
            <a:spLocks noGrp="1"/>
          </p:cNvSpPr>
          <p:nvPr>
            <p:ph type="body" sz="quarter" idx="14"/>
          </p:nvPr>
        </p:nvSpPr>
        <p:spPr/>
        <p:txBody>
          <a:bodyPr/>
          <a:lstStyle/>
          <a:p>
            <a:r>
              <a:rPr lang="de-DE"/>
              <a:t>Dirk Hauke</a:t>
            </a:r>
          </a:p>
        </p:txBody>
      </p:sp>
      <p:sp>
        <p:nvSpPr>
          <p:cNvPr id="4" name="Textplatzhalter 3">
            <a:extLst>
              <a:ext uri="{FF2B5EF4-FFF2-40B4-BE49-F238E27FC236}">
                <a16:creationId xmlns:a16="http://schemas.microsoft.com/office/drawing/2014/main" id="{44F6FE75-A0BC-9256-E90F-2450989E8F20}"/>
              </a:ext>
            </a:extLst>
          </p:cNvPr>
          <p:cNvSpPr>
            <a:spLocks noGrp="1"/>
          </p:cNvSpPr>
          <p:nvPr>
            <p:ph type="body" sz="quarter" idx="15"/>
          </p:nvPr>
        </p:nvSpPr>
        <p:spPr/>
        <p:txBody>
          <a:bodyPr/>
          <a:lstStyle/>
          <a:p>
            <a:r>
              <a:rPr lang="de-DE"/>
              <a:t>01.07.2026</a:t>
            </a:r>
          </a:p>
        </p:txBody>
      </p:sp>
      <p:sp>
        <p:nvSpPr>
          <p:cNvPr id="5" name="Titel 4">
            <a:extLst>
              <a:ext uri="{FF2B5EF4-FFF2-40B4-BE49-F238E27FC236}">
                <a16:creationId xmlns:a16="http://schemas.microsoft.com/office/drawing/2014/main" id="{5925A8F2-D526-370B-79C8-F3F2C627129C}"/>
              </a:ext>
            </a:extLst>
          </p:cNvPr>
          <p:cNvSpPr>
            <a:spLocks noGrp="1"/>
          </p:cNvSpPr>
          <p:nvPr>
            <p:ph type="title"/>
          </p:nvPr>
        </p:nvSpPr>
        <p:spPr/>
        <p:txBody>
          <a:bodyPr/>
          <a:lstStyle/>
          <a:p>
            <a:r>
              <a:rPr lang="de-DE"/>
              <a:t>DQS Audit 2026</a:t>
            </a:r>
            <a:br>
              <a:rPr lang="de-DE"/>
            </a:br>
            <a:br>
              <a:rPr lang="de-DE"/>
            </a:br>
            <a:r>
              <a:rPr lang="de-DE"/>
              <a:t>Teilaudit 17 it1:</a:t>
            </a:r>
            <a:br>
              <a:rPr lang="de-DE"/>
            </a:br>
            <a:r>
              <a:rPr lang="de-DE"/>
              <a:t>IT</a:t>
            </a:r>
            <a:br>
              <a:rPr lang="de-DE"/>
            </a:br>
            <a:r>
              <a:rPr lang="de-DE"/>
              <a:t>ƒ</a:t>
            </a:r>
          </a:p>
        </p:txBody>
      </p:sp>
      <p:pic>
        <p:nvPicPr>
          <p:cNvPr id="10" name="Grafik 9" descr="Ein Bild, das Screenshot, Kunst, Muster, Design enthält.&#10;&#10;Automatisch generierte Beschreibung">
            <a:extLst>
              <a:ext uri="{FF2B5EF4-FFF2-40B4-BE49-F238E27FC236}">
                <a16:creationId xmlns:a16="http://schemas.microsoft.com/office/drawing/2014/main" id="{F9F59998-C27D-727C-FDD0-13F6C930303F}"/>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4540250" y="2043186"/>
            <a:ext cx="7648899" cy="4814814"/>
          </a:xfrm>
          <a:prstGeom prst="rect">
            <a:avLst/>
          </a:prstGeom>
        </p:spPr>
      </p:pic>
    </p:spTree>
    <p:extLst>
      <p:ext uri="{BB962C8B-B14F-4D97-AF65-F5344CB8AC3E}">
        <p14:creationId xmlns:p14="http://schemas.microsoft.com/office/powerpoint/2010/main" val="36250754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537F8-4A55-FE15-8244-19F3B3EFE490}"/>
            </a:ext>
          </a:extLst>
        </p:cNvPr>
        <p:cNvGrpSpPr/>
        <p:nvPr/>
      </p:nvGrpSpPr>
      <p:grpSpPr>
        <a:xfrm>
          <a:off x="0" y="0"/>
          <a:ext cx="0" cy="0"/>
          <a:chOff x="0" y="0"/>
          <a:chExt cx="0" cy="0"/>
        </a:xfrm>
      </p:grpSpPr>
      <p:sp>
        <p:nvSpPr>
          <p:cNvPr id="2" name="Textplatzhalter 1">
            <a:extLst>
              <a:ext uri="{FF2B5EF4-FFF2-40B4-BE49-F238E27FC236}">
                <a16:creationId xmlns:a16="http://schemas.microsoft.com/office/drawing/2014/main" id="{A4C3F091-F495-D6A0-5F14-BF7EB0CEEED6}"/>
              </a:ext>
            </a:extLst>
          </p:cNvPr>
          <p:cNvSpPr>
            <a:spLocks noGrp="1"/>
          </p:cNvSpPr>
          <p:nvPr>
            <p:ph type="body" sz="quarter" idx="13"/>
          </p:nvPr>
        </p:nvSpPr>
        <p:spPr/>
        <p:txBody>
          <a:bodyPr/>
          <a:lstStyle/>
          <a:p>
            <a:r>
              <a:rPr lang="de-DE"/>
              <a:t>Zusammenschluss</a:t>
            </a:r>
          </a:p>
          <a:p>
            <a:r>
              <a:rPr lang="de-DE"/>
              <a:t>Informationstechnologie &amp; ONE STIHL Projekt</a:t>
            </a:r>
          </a:p>
        </p:txBody>
      </p:sp>
      <p:sp>
        <p:nvSpPr>
          <p:cNvPr id="5" name="Titel 4">
            <a:extLst>
              <a:ext uri="{FF2B5EF4-FFF2-40B4-BE49-F238E27FC236}">
                <a16:creationId xmlns:a16="http://schemas.microsoft.com/office/drawing/2014/main" id="{D0851D9D-07CE-49FD-7561-39BB59076520}"/>
              </a:ext>
            </a:extLst>
          </p:cNvPr>
          <p:cNvSpPr>
            <a:spLocks noGrp="1"/>
          </p:cNvSpPr>
          <p:nvPr>
            <p:ph type="title"/>
          </p:nvPr>
        </p:nvSpPr>
        <p:spPr/>
        <p:txBody>
          <a:bodyPr/>
          <a:lstStyle/>
          <a:p>
            <a:r>
              <a:rPr lang="de-DE"/>
              <a:t>IPS – Integrated </a:t>
            </a:r>
            <a:r>
              <a:rPr lang="de-DE" err="1"/>
              <a:t>Processes</a:t>
            </a:r>
            <a:r>
              <a:rPr lang="de-DE"/>
              <a:t> and Solutions</a:t>
            </a:r>
          </a:p>
        </p:txBody>
      </p:sp>
      <p:pic>
        <p:nvPicPr>
          <p:cNvPr id="10" name="Grafik 9" descr="Ein Bild, das Screenshot, Kunst, Muster, Design enthält.&#10;&#10;Automatisch generierte Beschreibung">
            <a:extLst>
              <a:ext uri="{FF2B5EF4-FFF2-40B4-BE49-F238E27FC236}">
                <a16:creationId xmlns:a16="http://schemas.microsoft.com/office/drawing/2014/main" id="{BCD4E3B2-C2BC-76E6-D448-1A40FB9A73EE}"/>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4540250" y="2043186"/>
            <a:ext cx="7648899" cy="4814814"/>
          </a:xfrm>
          <a:prstGeom prst="rect">
            <a:avLst/>
          </a:prstGeom>
        </p:spPr>
      </p:pic>
    </p:spTree>
    <p:extLst>
      <p:ext uri="{BB962C8B-B14F-4D97-AF65-F5344CB8AC3E}">
        <p14:creationId xmlns:p14="http://schemas.microsoft.com/office/powerpoint/2010/main" val="2426946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2769F-9815-B698-517C-7C80F0B1648F}"/>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B2E6CAD-0595-DBAD-8640-D2C4FBC1D70F}"/>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27" imgH="327" progId="TCLayout.ActiveDocument.1">
                  <p:embed/>
                </p:oleObj>
              </mc:Choice>
              <mc:Fallback>
                <p:oleObj name="think-cell Folie" r:id="rId4" imgW="327" imgH="327" progId="TCLayout.ActiveDocument.1">
                  <p:embed/>
                  <p:pic>
                    <p:nvPicPr>
                      <p:cNvPr id="8" name="think-cell data - do not delete" hidden="1">
                        <a:extLst>
                          <a:ext uri="{FF2B5EF4-FFF2-40B4-BE49-F238E27FC236}">
                            <a16:creationId xmlns:a16="http://schemas.microsoft.com/office/drawing/2014/main" id="{AB2E6CAD-0595-DBAD-8640-D2C4FBC1D70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cxnSp>
        <p:nvCxnSpPr>
          <p:cNvPr id="9" name="Gerader Verbinder 8">
            <a:extLst>
              <a:ext uri="{FF2B5EF4-FFF2-40B4-BE49-F238E27FC236}">
                <a16:creationId xmlns:a16="http://schemas.microsoft.com/office/drawing/2014/main" id="{8EB83D92-D894-9B53-A568-D54B9ECD829C}"/>
              </a:ext>
            </a:extLst>
          </p:cNvPr>
          <p:cNvCxnSpPr>
            <a:cxnSpLocks/>
          </p:cNvCxnSpPr>
          <p:nvPr/>
        </p:nvCxnSpPr>
        <p:spPr>
          <a:xfrm>
            <a:off x="3276934" y="160019"/>
            <a:ext cx="0" cy="324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23C5EBC1-E49B-F1A9-3C92-E4B64DDE974F}"/>
              </a:ext>
            </a:extLst>
          </p:cNvPr>
          <p:cNvSpPr>
            <a:spLocks noGrp="1"/>
          </p:cNvSpPr>
          <p:nvPr>
            <p:ph type="title"/>
          </p:nvPr>
        </p:nvSpPr>
        <p:spPr>
          <a:xfrm>
            <a:off x="368214" y="408241"/>
            <a:ext cx="2927036" cy="780628"/>
          </a:xfrm>
        </p:spPr>
        <p:txBody>
          <a:bodyPr vert="horz" rIns="0"/>
          <a:lstStyle/>
          <a:p>
            <a:r>
              <a:rPr lang="de-DE" sz="2800">
                <a:latin typeface="STIHL Contraface Display Title" panose="02000600040000020004" pitchFamily="50" charset="0"/>
              </a:rPr>
              <a:t>Wer wir Sind</a:t>
            </a:r>
            <a:br>
              <a:rPr lang="de-DE" sz="3000">
                <a:latin typeface="STIHL Contraface Display Title" panose="02000600040000020004" pitchFamily="50" charset="0"/>
              </a:rPr>
            </a:br>
            <a:endParaRPr lang="en-US" sz="2000" b="0">
              <a:solidFill>
                <a:schemeClr val="accent2"/>
              </a:solidFill>
              <a:latin typeface="+mn-lt"/>
              <a:ea typeface="+mn-ea"/>
              <a:cs typeface="+mn-cs"/>
            </a:endParaRPr>
          </a:p>
        </p:txBody>
      </p:sp>
      <p:pic>
        <p:nvPicPr>
          <p:cNvPr id="29" name="Grafik 28" descr="Ein Bild, das Werkzeug, Design enthält.&#10;&#10;KI-generierte Inhalte können fehlerhaft sein.">
            <a:extLst>
              <a:ext uri="{FF2B5EF4-FFF2-40B4-BE49-F238E27FC236}">
                <a16:creationId xmlns:a16="http://schemas.microsoft.com/office/drawing/2014/main" id="{761F4264-9F3C-C4CB-10BB-D68D10F148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rot="20939143">
            <a:off x="4913697" y="456924"/>
            <a:ext cx="1090779" cy="1090779"/>
          </a:xfrm>
          <a:prstGeom prst="rect">
            <a:avLst/>
          </a:prstGeom>
        </p:spPr>
      </p:pic>
      <p:cxnSp>
        <p:nvCxnSpPr>
          <p:cNvPr id="25" name="Gerader Verbinder 24">
            <a:extLst>
              <a:ext uri="{FF2B5EF4-FFF2-40B4-BE49-F238E27FC236}">
                <a16:creationId xmlns:a16="http://schemas.microsoft.com/office/drawing/2014/main" id="{CCA31489-48A5-4900-04F1-B543D2D28118}"/>
              </a:ext>
            </a:extLst>
          </p:cNvPr>
          <p:cNvCxnSpPr>
            <a:cxnSpLocks/>
          </p:cNvCxnSpPr>
          <p:nvPr/>
        </p:nvCxnSpPr>
        <p:spPr>
          <a:xfrm flipV="1">
            <a:off x="479426" y="1892671"/>
            <a:ext cx="11177529" cy="3281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8D789BCB-09B2-51C5-C685-66866F5B0EC5}"/>
              </a:ext>
            </a:extLst>
          </p:cNvPr>
          <p:cNvCxnSpPr>
            <a:cxnSpLocks/>
          </p:cNvCxnSpPr>
          <p:nvPr/>
        </p:nvCxnSpPr>
        <p:spPr>
          <a:xfrm flipV="1">
            <a:off x="479426" y="3400019"/>
            <a:ext cx="5616572" cy="1293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Grafik 48" descr="Aktualisieren Silhouette">
            <a:extLst>
              <a:ext uri="{FF2B5EF4-FFF2-40B4-BE49-F238E27FC236}">
                <a16:creationId xmlns:a16="http://schemas.microsoft.com/office/drawing/2014/main" id="{59978DAC-F302-1AAB-E401-D670E25FEFE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7700810">
            <a:off x="1312816" y="863004"/>
            <a:ext cx="842496" cy="922423"/>
          </a:xfrm>
          <a:prstGeom prst="rect">
            <a:avLst/>
          </a:prstGeom>
        </p:spPr>
      </p:pic>
      <p:grpSp>
        <p:nvGrpSpPr>
          <p:cNvPr id="14" name="Gruppieren 13">
            <a:extLst>
              <a:ext uri="{FF2B5EF4-FFF2-40B4-BE49-F238E27FC236}">
                <a16:creationId xmlns:a16="http://schemas.microsoft.com/office/drawing/2014/main" id="{A143AEFC-1172-9255-6233-46FBC234F376}"/>
              </a:ext>
            </a:extLst>
          </p:cNvPr>
          <p:cNvGrpSpPr/>
          <p:nvPr/>
        </p:nvGrpSpPr>
        <p:grpSpPr>
          <a:xfrm>
            <a:off x="1406256" y="997984"/>
            <a:ext cx="686676" cy="680490"/>
            <a:chOff x="6941577" y="4658080"/>
            <a:chExt cx="1148613" cy="1148613"/>
          </a:xfrm>
        </p:grpSpPr>
        <p:pic>
          <p:nvPicPr>
            <p:cNvPr id="47" name="Grafik 46" descr="Erde Silhouette">
              <a:extLst>
                <a:ext uri="{FF2B5EF4-FFF2-40B4-BE49-F238E27FC236}">
                  <a16:creationId xmlns:a16="http://schemas.microsoft.com/office/drawing/2014/main" id="{A2B7B544-6255-7EEF-E984-06ECF9826A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41577" y="4658080"/>
              <a:ext cx="1148613" cy="1148613"/>
            </a:xfrm>
            <a:prstGeom prst="rect">
              <a:avLst/>
            </a:prstGeom>
          </p:spPr>
        </p:pic>
        <p:pic>
          <p:nvPicPr>
            <p:cNvPr id="51" name="Grafik 50" descr="Mann mit einfarbiger Füllung">
              <a:extLst>
                <a:ext uri="{FF2B5EF4-FFF2-40B4-BE49-F238E27FC236}">
                  <a16:creationId xmlns:a16="http://schemas.microsoft.com/office/drawing/2014/main" id="{10FAC4B9-1887-4FDE-A85C-388AAEBCA7D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8761" y="4813213"/>
              <a:ext cx="247692" cy="247692"/>
            </a:xfrm>
            <a:prstGeom prst="rect">
              <a:avLst/>
            </a:prstGeom>
          </p:spPr>
        </p:pic>
        <p:pic>
          <p:nvPicPr>
            <p:cNvPr id="52" name="Grafik 51" descr="Mann mit einfarbiger Füllung">
              <a:extLst>
                <a:ext uri="{FF2B5EF4-FFF2-40B4-BE49-F238E27FC236}">
                  <a16:creationId xmlns:a16="http://schemas.microsoft.com/office/drawing/2014/main" id="{C05B5A87-EABC-EC60-D461-6146C3D3F1C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84770" y="5164081"/>
              <a:ext cx="247692" cy="247692"/>
            </a:xfrm>
            <a:prstGeom prst="rect">
              <a:avLst/>
            </a:prstGeom>
          </p:spPr>
        </p:pic>
        <p:pic>
          <p:nvPicPr>
            <p:cNvPr id="53" name="Grafik 52" descr="Mann mit einfarbiger Füllung">
              <a:extLst>
                <a:ext uri="{FF2B5EF4-FFF2-40B4-BE49-F238E27FC236}">
                  <a16:creationId xmlns:a16="http://schemas.microsoft.com/office/drawing/2014/main" id="{329CF79E-E6A2-7AEC-803D-2A7193234F3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4813213"/>
              <a:ext cx="247692" cy="247692"/>
            </a:xfrm>
            <a:prstGeom prst="rect">
              <a:avLst/>
            </a:prstGeom>
          </p:spPr>
        </p:pic>
        <p:pic>
          <p:nvPicPr>
            <p:cNvPr id="54" name="Grafik 53" descr="Mann mit einfarbiger Füllung">
              <a:extLst>
                <a:ext uri="{FF2B5EF4-FFF2-40B4-BE49-F238E27FC236}">
                  <a16:creationId xmlns:a16="http://schemas.microsoft.com/office/drawing/2014/main" id="{6FC356C4-A1A9-457E-6F12-28388D78F4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5283295"/>
              <a:ext cx="233413" cy="233413"/>
            </a:xfrm>
            <a:prstGeom prst="rect">
              <a:avLst/>
            </a:prstGeom>
          </p:spPr>
        </p:pic>
        <p:pic>
          <p:nvPicPr>
            <p:cNvPr id="55" name="Grafik 54" descr="Mann mit einfarbiger Füllung">
              <a:extLst>
                <a:ext uri="{FF2B5EF4-FFF2-40B4-BE49-F238E27FC236}">
                  <a16:creationId xmlns:a16="http://schemas.microsoft.com/office/drawing/2014/main" id="{A890E21A-9274-578A-3604-E959D2939D9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11997" y="5172653"/>
              <a:ext cx="247692" cy="247692"/>
            </a:xfrm>
            <a:prstGeom prst="rect">
              <a:avLst/>
            </a:prstGeom>
          </p:spPr>
        </p:pic>
      </p:grpSp>
      <p:pic>
        <p:nvPicPr>
          <p:cNvPr id="64" name="Grafik 63" descr="Ein Bild, das Karte, Entwurf, Schwarzweiß, Silhouette enthält.&#10;&#10;KI-generierte Inhalte können fehlerhaft sein.">
            <a:extLst>
              <a:ext uri="{FF2B5EF4-FFF2-40B4-BE49-F238E27FC236}">
                <a16:creationId xmlns:a16="http://schemas.microsoft.com/office/drawing/2014/main" id="{6B69A623-1587-6FAF-3B7A-683C4E4B054E}"/>
              </a:ext>
            </a:extLst>
          </p:cNvPr>
          <p:cNvPicPr>
            <a:picLocks noChangeAspect="1"/>
          </p:cNvPicPr>
          <p:nvPr/>
        </p:nvPicPr>
        <p:blipFill>
          <a:blip r:embed="rId10" cstate="print">
            <a:extLst>
              <a:ext uri="{28A0092B-C50C-407E-A947-70E740481C1C}">
                <a14:useLocalDpi xmlns:a14="http://schemas.microsoft.com/office/drawing/2010/main" val="0"/>
              </a:ext>
            </a:extLst>
          </a:blip>
          <a:srcRect t="10020"/>
          <a:stretch/>
        </p:blipFill>
        <p:spPr>
          <a:xfrm>
            <a:off x="1202036" y="3472750"/>
            <a:ext cx="4149796" cy="2489340"/>
          </a:xfrm>
          <a:prstGeom prst="rect">
            <a:avLst/>
          </a:prstGeom>
        </p:spPr>
      </p:pic>
      <p:sp>
        <p:nvSpPr>
          <p:cNvPr id="58" name="Textfeld 57">
            <a:extLst>
              <a:ext uri="{FF2B5EF4-FFF2-40B4-BE49-F238E27FC236}">
                <a16:creationId xmlns:a16="http://schemas.microsoft.com/office/drawing/2014/main" id="{C33CAD84-20E8-A34F-1C9C-381A2FEF7CA5}"/>
              </a:ext>
            </a:extLst>
          </p:cNvPr>
          <p:cNvSpPr txBox="1"/>
          <p:nvPr/>
        </p:nvSpPr>
        <p:spPr>
          <a:xfrm>
            <a:off x="478703" y="5841959"/>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STIHL </a:t>
            </a:r>
            <a:r>
              <a:rPr lang="de-DE" sz="1000">
                <a:solidFill>
                  <a:prstClr val="black"/>
                </a:solidFill>
                <a:latin typeface="STIHL Contraface Text"/>
              </a:rPr>
              <a:t>IT Management Team</a:t>
            </a:r>
            <a:r>
              <a:rPr kumimoji="0" lang="de-DE" sz="1000" b="0" i="0" u="none" strike="noStrike" kern="1200" cap="none" spc="0" normalizeH="0" baseline="0" noProof="0">
                <a:ln>
                  <a:noFill/>
                </a:ln>
                <a:solidFill>
                  <a:prstClr val="black"/>
                </a:solidFill>
                <a:effectLst/>
                <a:uLnTx/>
                <a:uFillTx/>
                <a:latin typeface="STIHL Contraface Text"/>
                <a:ea typeface="+mn-ea"/>
                <a:cs typeface="+mn-cs"/>
              </a:rPr>
              <a:t> in</a:t>
            </a: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3000" b="1" i="0" u="none" strike="noStrike" kern="1200" cap="none" spc="0" normalizeH="0" baseline="0" noProof="0">
                <a:ln>
                  <a:noFill/>
                </a:ln>
                <a:solidFill>
                  <a:srgbClr val="F37A1F"/>
                </a:solidFill>
                <a:effectLst/>
                <a:uLnTx/>
                <a:uFillTx/>
                <a:latin typeface="STIHL Contraface Text"/>
                <a:ea typeface="+mn-ea"/>
                <a:cs typeface="+mn-cs"/>
              </a:rPr>
              <a:t>8</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1000">
                <a:solidFill>
                  <a:prstClr val="black"/>
                </a:solidFill>
                <a:latin typeface="STIHL Contraface Text"/>
              </a:rPr>
              <a:t>Ländern</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9" name="Textfeld 58">
            <a:extLst>
              <a:ext uri="{FF2B5EF4-FFF2-40B4-BE49-F238E27FC236}">
                <a16:creationId xmlns:a16="http://schemas.microsoft.com/office/drawing/2014/main" id="{919B801E-AC36-3B5E-7524-71453507D800}"/>
              </a:ext>
            </a:extLst>
          </p:cNvPr>
          <p:cNvSpPr txBox="1"/>
          <p:nvPr/>
        </p:nvSpPr>
        <p:spPr>
          <a:xfrm>
            <a:off x="4038548" y="5847322"/>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und</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514</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Globale IT Mitarbeitende</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6" name="Träne 65">
            <a:extLst>
              <a:ext uri="{FF2B5EF4-FFF2-40B4-BE49-F238E27FC236}">
                <a16:creationId xmlns:a16="http://schemas.microsoft.com/office/drawing/2014/main" id="{BBE1AA6A-DCC1-B47D-FC1A-CAC8F0DCBB12}"/>
              </a:ext>
            </a:extLst>
          </p:cNvPr>
          <p:cNvSpPr/>
          <p:nvPr/>
        </p:nvSpPr>
        <p:spPr>
          <a:xfrm rot="8363439">
            <a:off x="2038686" y="4020104"/>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7" name="Ellipse 66">
            <a:extLst>
              <a:ext uri="{FF2B5EF4-FFF2-40B4-BE49-F238E27FC236}">
                <a16:creationId xmlns:a16="http://schemas.microsoft.com/office/drawing/2014/main" id="{C1E5E69E-CCCB-1774-E2D3-169750467942}"/>
              </a:ext>
            </a:extLst>
          </p:cNvPr>
          <p:cNvSpPr/>
          <p:nvPr/>
        </p:nvSpPr>
        <p:spPr>
          <a:xfrm>
            <a:off x="2080246" y="4061664"/>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nvGrpSpPr>
          <p:cNvPr id="70" name="Gruppieren 69">
            <a:extLst>
              <a:ext uri="{FF2B5EF4-FFF2-40B4-BE49-F238E27FC236}">
                <a16:creationId xmlns:a16="http://schemas.microsoft.com/office/drawing/2014/main" id="{BB04DEA3-222E-BCB3-C428-70D9766A991F}"/>
              </a:ext>
            </a:extLst>
          </p:cNvPr>
          <p:cNvGrpSpPr/>
          <p:nvPr/>
        </p:nvGrpSpPr>
        <p:grpSpPr>
          <a:xfrm>
            <a:off x="3076075" y="3850512"/>
            <a:ext cx="172742" cy="172742"/>
            <a:chOff x="935444" y="4146329"/>
            <a:chExt cx="172742" cy="172742"/>
          </a:xfrm>
        </p:grpSpPr>
        <p:sp>
          <p:nvSpPr>
            <p:cNvPr id="68" name="Träne 67">
              <a:extLst>
                <a:ext uri="{FF2B5EF4-FFF2-40B4-BE49-F238E27FC236}">
                  <a16:creationId xmlns:a16="http://schemas.microsoft.com/office/drawing/2014/main" id="{BF0F7FB0-1B9E-FECB-72D4-76E036E144D4}"/>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9" name="Ellipse 68">
              <a:extLst>
                <a:ext uri="{FF2B5EF4-FFF2-40B4-BE49-F238E27FC236}">
                  <a16:creationId xmlns:a16="http://schemas.microsoft.com/office/drawing/2014/main" id="{DE5762A1-2429-A0F4-5715-99DF9C005E5A}"/>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1" name="Textfeld 70">
            <a:extLst>
              <a:ext uri="{FF2B5EF4-FFF2-40B4-BE49-F238E27FC236}">
                <a16:creationId xmlns:a16="http://schemas.microsoft.com/office/drawing/2014/main" id="{D27B7722-B7B0-1998-809B-8FCD720F982B}"/>
              </a:ext>
            </a:extLst>
          </p:cNvPr>
          <p:cNvSpPr txBox="1"/>
          <p:nvPr/>
        </p:nvSpPr>
        <p:spPr>
          <a:xfrm>
            <a:off x="1918206" y="3826084"/>
            <a:ext cx="41370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USA</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72" name="Gruppieren 71">
            <a:extLst>
              <a:ext uri="{FF2B5EF4-FFF2-40B4-BE49-F238E27FC236}">
                <a16:creationId xmlns:a16="http://schemas.microsoft.com/office/drawing/2014/main" id="{C08AC1AE-9577-3203-A6D1-A1CCD0FC5F9A}"/>
              </a:ext>
            </a:extLst>
          </p:cNvPr>
          <p:cNvGrpSpPr/>
          <p:nvPr/>
        </p:nvGrpSpPr>
        <p:grpSpPr>
          <a:xfrm rot="15908353">
            <a:off x="2920911" y="3997647"/>
            <a:ext cx="172742" cy="172742"/>
            <a:chOff x="935444" y="4146329"/>
            <a:chExt cx="172742" cy="172742"/>
          </a:xfrm>
        </p:grpSpPr>
        <p:sp>
          <p:nvSpPr>
            <p:cNvPr id="73" name="Träne 72">
              <a:extLst>
                <a:ext uri="{FF2B5EF4-FFF2-40B4-BE49-F238E27FC236}">
                  <a16:creationId xmlns:a16="http://schemas.microsoft.com/office/drawing/2014/main" id="{D1B7C44D-AD03-688D-3A22-560B44169944}"/>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74" name="Ellipse 73">
              <a:extLst>
                <a:ext uri="{FF2B5EF4-FFF2-40B4-BE49-F238E27FC236}">
                  <a16:creationId xmlns:a16="http://schemas.microsoft.com/office/drawing/2014/main" id="{AD43B32C-5F7F-0157-2B13-A2B9E054D1A6}"/>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78" name="Gruppieren 77">
            <a:extLst>
              <a:ext uri="{FF2B5EF4-FFF2-40B4-BE49-F238E27FC236}">
                <a16:creationId xmlns:a16="http://schemas.microsoft.com/office/drawing/2014/main" id="{F85D886D-65E4-4E68-70D7-B22A3F37D8DD}"/>
              </a:ext>
            </a:extLst>
          </p:cNvPr>
          <p:cNvGrpSpPr/>
          <p:nvPr/>
        </p:nvGrpSpPr>
        <p:grpSpPr>
          <a:xfrm rot="5691647" flipH="1">
            <a:off x="3216228" y="3997513"/>
            <a:ext cx="172742" cy="172742"/>
            <a:chOff x="935444" y="4146329"/>
            <a:chExt cx="172742" cy="172742"/>
          </a:xfrm>
        </p:grpSpPr>
        <p:sp>
          <p:nvSpPr>
            <p:cNvPr id="79" name="Träne 78">
              <a:extLst>
                <a:ext uri="{FF2B5EF4-FFF2-40B4-BE49-F238E27FC236}">
                  <a16:creationId xmlns:a16="http://schemas.microsoft.com/office/drawing/2014/main" id="{5206EE75-5B18-0AD1-465B-4C6BD73164D7}"/>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0" name="Ellipse 79">
              <a:extLst>
                <a:ext uri="{FF2B5EF4-FFF2-40B4-BE49-F238E27FC236}">
                  <a16:creationId xmlns:a16="http://schemas.microsoft.com/office/drawing/2014/main" id="{DA394D57-9799-F278-407C-E9381576B9C2}"/>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82" name="Textfeld 81">
            <a:extLst>
              <a:ext uri="{FF2B5EF4-FFF2-40B4-BE49-F238E27FC236}">
                <a16:creationId xmlns:a16="http://schemas.microsoft.com/office/drawing/2014/main" id="{0B8B8C84-C73E-AFEE-2FC9-E0D63064C513}"/>
              </a:ext>
            </a:extLst>
          </p:cNvPr>
          <p:cNvSpPr txBox="1"/>
          <p:nvPr/>
        </p:nvSpPr>
        <p:spPr>
          <a:xfrm>
            <a:off x="3040657" y="3657884"/>
            <a:ext cx="287437"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DE</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3" name="Textfeld 82">
            <a:extLst>
              <a:ext uri="{FF2B5EF4-FFF2-40B4-BE49-F238E27FC236}">
                <a16:creationId xmlns:a16="http://schemas.microsoft.com/office/drawing/2014/main" id="{18D33097-072B-E1C9-B141-8FDCAA16809E}"/>
              </a:ext>
            </a:extLst>
          </p:cNvPr>
          <p:cNvSpPr txBox="1"/>
          <p:nvPr/>
        </p:nvSpPr>
        <p:spPr>
          <a:xfrm>
            <a:off x="2606370" y="3995675"/>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CH</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4" name="Textfeld 83">
            <a:extLst>
              <a:ext uri="{FF2B5EF4-FFF2-40B4-BE49-F238E27FC236}">
                <a16:creationId xmlns:a16="http://schemas.microsoft.com/office/drawing/2014/main" id="{352F87F3-16A2-B2AA-79C5-CC4FC57EB2A7}"/>
              </a:ext>
            </a:extLst>
          </p:cNvPr>
          <p:cNvSpPr txBox="1"/>
          <p:nvPr/>
        </p:nvSpPr>
        <p:spPr>
          <a:xfrm>
            <a:off x="3411093" y="3984428"/>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AT</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grpSp>
        <p:nvGrpSpPr>
          <p:cNvPr id="85" name="Gruppieren 84">
            <a:extLst>
              <a:ext uri="{FF2B5EF4-FFF2-40B4-BE49-F238E27FC236}">
                <a16:creationId xmlns:a16="http://schemas.microsoft.com/office/drawing/2014/main" id="{ADEA9083-FDC5-D587-DE0A-3C0D40999069}"/>
              </a:ext>
            </a:extLst>
          </p:cNvPr>
          <p:cNvGrpSpPr/>
          <p:nvPr/>
        </p:nvGrpSpPr>
        <p:grpSpPr>
          <a:xfrm>
            <a:off x="4376369" y="4114148"/>
            <a:ext cx="172742" cy="172742"/>
            <a:chOff x="935444" y="4146329"/>
            <a:chExt cx="172742" cy="172742"/>
          </a:xfrm>
        </p:grpSpPr>
        <p:sp>
          <p:nvSpPr>
            <p:cNvPr id="86" name="Träne 85">
              <a:extLst>
                <a:ext uri="{FF2B5EF4-FFF2-40B4-BE49-F238E27FC236}">
                  <a16:creationId xmlns:a16="http://schemas.microsoft.com/office/drawing/2014/main" id="{6BCAA846-F068-BB5A-CD7F-524C36C42056}"/>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7" name="Ellipse 86">
              <a:extLst>
                <a:ext uri="{FF2B5EF4-FFF2-40B4-BE49-F238E27FC236}">
                  <a16:creationId xmlns:a16="http://schemas.microsoft.com/office/drawing/2014/main" id="{2C0CCBF4-3729-54B4-3B2F-CA2430E9CE91}"/>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88" name="Gruppieren 87">
            <a:extLst>
              <a:ext uri="{FF2B5EF4-FFF2-40B4-BE49-F238E27FC236}">
                <a16:creationId xmlns:a16="http://schemas.microsoft.com/office/drawing/2014/main" id="{8F2D3A9E-5DC9-799F-61B6-310E39AAD8A3}"/>
              </a:ext>
            </a:extLst>
          </p:cNvPr>
          <p:cNvGrpSpPr/>
          <p:nvPr/>
        </p:nvGrpSpPr>
        <p:grpSpPr>
          <a:xfrm>
            <a:off x="4526336" y="4482518"/>
            <a:ext cx="172742" cy="172742"/>
            <a:chOff x="935444" y="4146329"/>
            <a:chExt cx="172742" cy="172742"/>
          </a:xfrm>
        </p:grpSpPr>
        <p:sp>
          <p:nvSpPr>
            <p:cNvPr id="89" name="Träne 88">
              <a:extLst>
                <a:ext uri="{FF2B5EF4-FFF2-40B4-BE49-F238E27FC236}">
                  <a16:creationId xmlns:a16="http://schemas.microsoft.com/office/drawing/2014/main" id="{5E9B5923-C3A4-F1C7-C5C6-80B0A180580A}"/>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0" name="Ellipse 89">
              <a:extLst>
                <a:ext uri="{FF2B5EF4-FFF2-40B4-BE49-F238E27FC236}">
                  <a16:creationId xmlns:a16="http://schemas.microsoft.com/office/drawing/2014/main" id="{47A635BB-B734-863C-DEF2-F0D2843DCF4B}"/>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1" name="Textfeld 90">
            <a:extLst>
              <a:ext uri="{FF2B5EF4-FFF2-40B4-BE49-F238E27FC236}">
                <a16:creationId xmlns:a16="http://schemas.microsoft.com/office/drawing/2014/main" id="{F9FAD545-A2B8-BD69-74FB-C5FFE2B244B5}"/>
              </a:ext>
            </a:extLst>
          </p:cNvPr>
          <p:cNvSpPr txBox="1"/>
          <p:nvPr/>
        </p:nvSpPr>
        <p:spPr>
          <a:xfrm>
            <a:off x="4738263" y="4502900"/>
            <a:ext cx="43815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PHL</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92" name="Textfeld 91">
            <a:extLst>
              <a:ext uri="{FF2B5EF4-FFF2-40B4-BE49-F238E27FC236}">
                <a16:creationId xmlns:a16="http://schemas.microsoft.com/office/drawing/2014/main" id="{829D7160-3282-31FF-C5F4-9268F50F0B13}"/>
              </a:ext>
            </a:extLst>
          </p:cNvPr>
          <p:cNvSpPr txBox="1"/>
          <p:nvPr/>
        </p:nvSpPr>
        <p:spPr>
          <a:xfrm>
            <a:off x="4311531" y="3910732"/>
            <a:ext cx="358773"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CN</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93" name="Gruppieren 92">
            <a:extLst>
              <a:ext uri="{FF2B5EF4-FFF2-40B4-BE49-F238E27FC236}">
                <a16:creationId xmlns:a16="http://schemas.microsoft.com/office/drawing/2014/main" id="{4B8A8E4A-E9C2-9E02-2879-EC7A4795631C}"/>
              </a:ext>
            </a:extLst>
          </p:cNvPr>
          <p:cNvGrpSpPr/>
          <p:nvPr/>
        </p:nvGrpSpPr>
        <p:grpSpPr>
          <a:xfrm>
            <a:off x="2400084" y="4959050"/>
            <a:ext cx="172742" cy="172742"/>
            <a:chOff x="935444" y="4146329"/>
            <a:chExt cx="172742" cy="172742"/>
          </a:xfrm>
        </p:grpSpPr>
        <p:sp>
          <p:nvSpPr>
            <p:cNvPr id="94" name="Träne 93">
              <a:extLst>
                <a:ext uri="{FF2B5EF4-FFF2-40B4-BE49-F238E27FC236}">
                  <a16:creationId xmlns:a16="http://schemas.microsoft.com/office/drawing/2014/main" id="{0CF7BFD4-3520-5317-7093-3E22D98936D0}"/>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5" name="Ellipse 94">
              <a:extLst>
                <a:ext uri="{FF2B5EF4-FFF2-40B4-BE49-F238E27FC236}">
                  <a16:creationId xmlns:a16="http://schemas.microsoft.com/office/drawing/2014/main" id="{0830CF06-610E-6560-D777-43220559B7D8}"/>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6" name="Textfeld 95">
            <a:extLst>
              <a:ext uri="{FF2B5EF4-FFF2-40B4-BE49-F238E27FC236}">
                <a16:creationId xmlns:a16="http://schemas.microsoft.com/office/drawing/2014/main" id="{E2ADD869-1693-8334-BE21-9B015140095A}"/>
              </a:ext>
            </a:extLst>
          </p:cNvPr>
          <p:cNvSpPr txBox="1"/>
          <p:nvPr/>
        </p:nvSpPr>
        <p:spPr>
          <a:xfrm>
            <a:off x="2350893" y="4749111"/>
            <a:ext cx="271124"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BR</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3" name="Rechteck 2">
            <a:extLst>
              <a:ext uri="{FF2B5EF4-FFF2-40B4-BE49-F238E27FC236}">
                <a16:creationId xmlns:a16="http://schemas.microsoft.com/office/drawing/2014/main" id="{FB4231CC-651E-1E3C-28AE-155579DC402B}"/>
              </a:ext>
            </a:extLst>
          </p:cNvPr>
          <p:cNvSpPr/>
          <p:nvPr/>
        </p:nvSpPr>
        <p:spPr>
          <a:xfrm>
            <a:off x="5679586" y="-2916"/>
            <a:ext cx="858334" cy="170554"/>
          </a:xfrm>
          <a:prstGeom prst="rect">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cxnSp>
        <p:nvCxnSpPr>
          <p:cNvPr id="12" name="Gerader Verbinder 11">
            <a:extLst>
              <a:ext uri="{FF2B5EF4-FFF2-40B4-BE49-F238E27FC236}">
                <a16:creationId xmlns:a16="http://schemas.microsoft.com/office/drawing/2014/main" id="{B9358823-25ED-7A9D-51B2-8A0666DC3B21}"/>
              </a:ext>
            </a:extLst>
          </p:cNvPr>
          <p:cNvCxnSpPr/>
          <p:nvPr/>
        </p:nvCxnSpPr>
        <p:spPr>
          <a:xfrm>
            <a:off x="6096000" y="167638"/>
            <a:ext cx="0" cy="612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 name="Gruppieren 3">
            <a:extLst>
              <a:ext uri="{FF2B5EF4-FFF2-40B4-BE49-F238E27FC236}">
                <a16:creationId xmlns:a16="http://schemas.microsoft.com/office/drawing/2014/main" id="{C95B7A14-0858-6355-74FE-951BAC1C7537}"/>
              </a:ext>
            </a:extLst>
          </p:cNvPr>
          <p:cNvGrpSpPr/>
          <p:nvPr/>
        </p:nvGrpSpPr>
        <p:grpSpPr>
          <a:xfrm rot="5691647" flipH="1">
            <a:off x="3342621" y="4164371"/>
            <a:ext cx="172742" cy="172742"/>
            <a:chOff x="935444" y="4146329"/>
            <a:chExt cx="172742" cy="172742"/>
          </a:xfrm>
        </p:grpSpPr>
        <p:sp>
          <p:nvSpPr>
            <p:cNvPr id="5" name="Träne 4">
              <a:extLst>
                <a:ext uri="{FF2B5EF4-FFF2-40B4-BE49-F238E27FC236}">
                  <a16:creationId xmlns:a16="http://schemas.microsoft.com/office/drawing/2014/main" id="{1BA0A9C5-C9D2-8704-CB55-0DC3C71C3ED6}"/>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 name="Ellipse 5">
              <a:extLst>
                <a:ext uri="{FF2B5EF4-FFF2-40B4-BE49-F238E27FC236}">
                  <a16:creationId xmlns:a16="http://schemas.microsoft.com/office/drawing/2014/main" id="{194412AD-F1A7-F332-1623-126536E5D6AC}"/>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 name="Textfeld 6">
            <a:extLst>
              <a:ext uri="{FF2B5EF4-FFF2-40B4-BE49-F238E27FC236}">
                <a16:creationId xmlns:a16="http://schemas.microsoft.com/office/drawing/2014/main" id="{1D6225C3-9993-A8FE-4E5D-88695A422308}"/>
              </a:ext>
            </a:extLst>
          </p:cNvPr>
          <p:cNvSpPr txBox="1"/>
          <p:nvPr/>
        </p:nvSpPr>
        <p:spPr>
          <a:xfrm>
            <a:off x="3537486" y="4151286"/>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RP</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6" name="Textfeld 15">
            <a:extLst>
              <a:ext uri="{FF2B5EF4-FFF2-40B4-BE49-F238E27FC236}">
                <a16:creationId xmlns:a16="http://schemas.microsoft.com/office/drawing/2014/main" id="{23C133DC-7181-29F4-A65D-07B0BF15EE43}"/>
              </a:ext>
            </a:extLst>
          </p:cNvPr>
          <p:cNvSpPr txBox="1"/>
          <p:nvPr/>
        </p:nvSpPr>
        <p:spPr>
          <a:xfrm>
            <a:off x="3504988" y="2005021"/>
            <a:ext cx="2305059" cy="1317284"/>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1400" b="1" i="0" u="none" strike="noStrike" kern="1200" cap="none" spc="0" normalizeH="0" baseline="0" noProof="0">
                <a:ln>
                  <a:noFill/>
                </a:ln>
                <a:solidFill>
                  <a:prstClr val="black"/>
                </a:solidFill>
                <a:effectLst/>
                <a:uLnTx/>
                <a:uFillTx/>
                <a:latin typeface="STIHL Contraface Text"/>
                <a:ea typeface="+mn-ea"/>
                <a:cs typeface="+mn-cs"/>
              </a:rPr>
              <a:t>Stammhaus Mitarbeiteranzahl pro Geschlecht</a:t>
            </a:r>
            <a:endParaRPr kumimoji="0" lang="de-DE" sz="2000" b="0"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400"/>
              </a:spcBef>
              <a:spcAft>
                <a:spcPts val="0"/>
              </a:spcAft>
              <a:buClrTx/>
              <a:buSzTx/>
              <a:buFontTx/>
              <a:buNone/>
              <a:tabLst/>
              <a:defRPr/>
            </a:pPr>
            <a:endParaRPr kumimoji="0" lang="de-DE" sz="600" b="0"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b="1" i="0" u="none" strike="noStrike" kern="1200" cap="none" spc="0" normalizeH="0" baseline="0" noProof="0">
                <a:ln>
                  <a:noFill/>
                </a:ln>
                <a:solidFill>
                  <a:srgbClr val="F37A1F"/>
                </a:solidFill>
                <a:effectLst/>
                <a:uLnTx/>
                <a:uFillTx/>
                <a:latin typeface="STIHL Contraface Text"/>
                <a:ea typeface="+mn-ea"/>
                <a:cs typeface="+mn-cs"/>
              </a:rPr>
              <a:t>54 weiblich</a:t>
            </a:r>
          </a:p>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b="1" i="0" u="none" strike="noStrike" kern="1200" cap="none" spc="0" normalizeH="0" baseline="0" noProof="0">
                <a:ln>
                  <a:noFill/>
                </a:ln>
                <a:solidFill>
                  <a:srgbClr val="F37A1F"/>
                </a:solidFill>
                <a:effectLst/>
                <a:uLnTx/>
                <a:uFillTx/>
                <a:latin typeface="STIHL Contraface Text"/>
                <a:ea typeface="+mn-ea"/>
                <a:cs typeface="+mn-cs"/>
              </a:rPr>
              <a:t>186 männlich</a:t>
            </a:r>
          </a:p>
        </p:txBody>
      </p:sp>
      <p:sp>
        <p:nvSpPr>
          <p:cNvPr id="10" name="Textfeld 9">
            <a:extLst>
              <a:ext uri="{FF2B5EF4-FFF2-40B4-BE49-F238E27FC236}">
                <a16:creationId xmlns:a16="http://schemas.microsoft.com/office/drawing/2014/main" id="{EB32BDE3-B87F-9392-9379-A18802A22A6D}"/>
              </a:ext>
            </a:extLst>
          </p:cNvPr>
          <p:cNvSpPr txBox="1"/>
          <p:nvPr/>
        </p:nvSpPr>
        <p:spPr>
          <a:xfrm>
            <a:off x="3477439" y="434502"/>
            <a:ext cx="1516093" cy="1144347"/>
          </a:xfrm>
          <a:prstGeom prst="rect">
            <a:avLst/>
          </a:prstGeom>
          <a:noFill/>
        </p:spPr>
        <p:txBody>
          <a:bodyPr wrap="square" lIns="18000" tIns="18000" rIns="18000" bIns="18000" rtlCol="0">
            <a:spAutoFit/>
          </a:bodyPr>
          <a:lstStyle/>
          <a:p>
            <a:pPr>
              <a:lnSpc>
                <a:spcPct val="90000"/>
              </a:lnSpc>
              <a:spcBef>
                <a:spcPts val="400"/>
              </a:spcBef>
            </a:pPr>
            <a:r>
              <a:rPr lang="de-DE" sz="2000" b="1">
                <a:solidFill>
                  <a:schemeClr val="accent2"/>
                </a:solidFill>
              </a:rPr>
              <a:t>IPS: </a:t>
            </a:r>
            <a:br>
              <a:rPr lang="de-DE" sz="2000" b="1">
                <a:solidFill>
                  <a:schemeClr val="accent2"/>
                </a:solidFill>
              </a:rPr>
            </a:br>
            <a:r>
              <a:rPr lang="de-DE" sz="2000" b="1">
                <a:solidFill>
                  <a:schemeClr val="accent2"/>
                </a:solidFill>
              </a:rPr>
              <a:t>EFFICIENT.</a:t>
            </a:r>
            <a:br>
              <a:rPr lang="de-DE" sz="2000" b="1">
                <a:solidFill>
                  <a:schemeClr val="accent2"/>
                </a:solidFill>
              </a:rPr>
            </a:br>
            <a:r>
              <a:rPr lang="de-DE" sz="2000" b="1">
                <a:solidFill>
                  <a:schemeClr val="accent2"/>
                </a:solidFill>
              </a:rPr>
              <a:t>RELIABLE.</a:t>
            </a:r>
            <a:br>
              <a:rPr lang="de-DE" sz="2000" b="1">
                <a:solidFill>
                  <a:schemeClr val="accent2"/>
                </a:solidFill>
              </a:rPr>
            </a:br>
            <a:r>
              <a:rPr lang="de-DE" sz="2000" b="1">
                <a:solidFill>
                  <a:schemeClr val="accent2"/>
                </a:solidFill>
              </a:rPr>
              <a:t>SECURE.</a:t>
            </a:r>
            <a:endParaRPr lang="de-DE" sz="2000" b="1"/>
          </a:p>
        </p:txBody>
      </p:sp>
      <p:sp>
        <p:nvSpPr>
          <p:cNvPr id="18" name="Textfeld 17">
            <a:extLst>
              <a:ext uri="{FF2B5EF4-FFF2-40B4-BE49-F238E27FC236}">
                <a16:creationId xmlns:a16="http://schemas.microsoft.com/office/drawing/2014/main" id="{118E6E0D-A216-03EC-3E67-5334594D25F0}"/>
              </a:ext>
            </a:extLst>
          </p:cNvPr>
          <p:cNvSpPr txBox="1"/>
          <p:nvPr/>
        </p:nvSpPr>
        <p:spPr>
          <a:xfrm>
            <a:off x="567354" y="2224925"/>
            <a:ext cx="2305059" cy="905889"/>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1400" b="1" i="0" u="none" strike="noStrike" kern="1200" cap="none" spc="0" normalizeH="0" baseline="0" noProof="0">
                <a:ln>
                  <a:noFill/>
                </a:ln>
                <a:solidFill>
                  <a:prstClr val="black"/>
                </a:solidFill>
                <a:effectLst/>
                <a:uLnTx/>
                <a:uFillTx/>
                <a:latin typeface="STIHL Contraface Text"/>
                <a:ea typeface="+mn-ea"/>
                <a:cs typeface="+mn-cs"/>
              </a:rPr>
              <a:t>IPS </a:t>
            </a:r>
          </a:p>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1400" b="1" i="0" u="none" strike="noStrike" kern="1200" cap="none" spc="0" normalizeH="0" baseline="0" noProof="0">
                <a:ln>
                  <a:noFill/>
                </a:ln>
                <a:solidFill>
                  <a:prstClr val="black"/>
                </a:solidFill>
                <a:effectLst/>
                <a:uLnTx/>
                <a:uFillTx/>
                <a:latin typeface="STIHL Contraface Text"/>
                <a:ea typeface="+mn-ea"/>
                <a:cs typeface="+mn-cs"/>
              </a:rPr>
              <a:t>Stammhaus-Mitarbeitende</a:t>
            </a:r>
          </a:p>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3000" b="1" i="0" u="none" strike="noStrike" kern="1200" cap="none" spc="0" normalizeH="0" baseline="0" noProof="0">
                <a:ln>
                  <a:noFill/>
                </a:ln>
                <a:solidFill>
                  <a:srgbClr val="F37A1F"/>
                </a:solidFill>
                <a:effectLst/>
                <a:uLnTx/>
                <a:uFillTx/>
                <a:latin typeface="STIHL Contraface Text"/>
                <a:ea typeface="+mn-ea"/>
                <a:cs typeface="+mn-cs"/>
              </a:rPr>
              <a:t>240</a:t>
            </a:r>
          </a:p>
        </p:txBody>
      </p:sp>
      <p:sp>
        <p:nvSpPr>
          <p:cNvPr id="28" name="Title 1">
            <a:extLst>
              <a:ext uri="{FF2B5EF4-FFF2-40B4-BE49-F238E27FC236}">
                <a16:creationId xmlns:a16="http://schemas.microsoft.com/office/drawing/2014/main" id="{613359AC-7859-E8DC-77A8-428900292178}"/>
              </a:ext>
            </a:extLst>
          </p:cNvPr>
          <p:cNvSpPr txBox="1">
            <a:spLocks/>
          </p:cNvSpPr>
          <p:nvPr/>
        </p:nvSpPr>
        <p:spPr>
          <a:xfrm>
            <a:off x="7198469" y="368670"/>
            <a:ext cx="2927036" cy="7806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lang="de-DE" sz="2200" b="1" kern="1200" cap="none" baseline="0" dirty="0">
                <a:solidFill>
                  <a:schemeClr val="tx1"/>
                </a:solidFill>
                <a:latin typeface="+mj-lt"/>
                <a:ea typeface="+mj-ea"/>
                <a:cs typeface="+mj-cs"/>
              </a:defRPr>
            </a:lvl1pPr>
          </a:lstStyle>
          <a:p>
            <a:r>
              <a:rPr lang="de-DE" sz="2800">
                <a:latin typeface="STIHL Contraface Display Title" panose="02000600040000020004" pitchFamily="50" charset="0"/>
              </a:rPr>
              <a:t>VISION</a:t>
            </a:r>
            <a:br>
              <a:rPr lang="de-DE" sz="3000">
                <a:latin typeface="STIHL Contraface Display Title" panose="02000600040000020004" pitchFamily="50" charset="0"/>
              </a:rPr>
            </a:br>
            <a:endParaRPr lang="de-DE" sz="2000" b="0">
              <a:solidFill>
                <a:schemeClr val="accent2"/>
              </a:solidFill>
              <a:latin typeface="+mn-lt"/>
              <a:ea typeface="+mn-ea"/>
              <a:cs typeface="+mn-cs"/>
            </a:endParaRPr>
          </a:p>
        </p:txBody>
      </p:sp>
      <p:grpSp>
        <p:nvGrpSpPr>
          <p:cNvPr id="63" name="METRO ICON - target">
            <a:extLst>
              <a:ext uri="{FF2B5EF4-FFF2-40B4-BE49-F238E27FC236}">
                <a16:creationId xmlns:a16="http://schemas.microsoft.com/office/drawing/2014/main" id="{22B918A4-4E55-49E5-97BF-866A44F0EE88}"/>
              </a:ext>
            </a:extLst>
          </p:cNvPr>
          <p:cNvGrpSpPr>
            <a:grpSpLocks noChangeAspect="1"/>
          </p:cNvGrpSpPr>
          <p:nvPr/>
        </p:nvGrpSpPr>
        <p:grpSpPr bwMode="gray">
          <a:xfrm flipH="1">
            <a:off x="6269988" y="221683"/>
            <a:ext cx="770201" cy="665880"/>
            <a:chOff x="7062583" y="1558958"/>
            <a:chExt cx="632912" cy="540715"/>
          </a:xfrm>
          <a:solidFill>
            <a:schemeClr val="accent2"/>
          </a:solidFill>
        </p:grpSpPr>
        <p:sp>
          <p:nvSpPr>
            <p:cNvPr id="65" name="Freeform 6">
              <a:extLst>
                <a:ext uri="{FF2B5EF4-FFF2-40B4-BE49-F238E27FC236}">
                  <a16:creationId xmlns:a16="http://schemas.microsoft.com/office/drawing/2014/main" id="{56C54C47-23CC-6AF1-CB40-3A6177AE6FEC}"/>
                </a:ext>
              </a:extLst>
            </p:cNvPr>
            <p:cNvSpPr>
              <a:spLocks/>
            </p:cNvSpPr>
            <p:nvPr/>
          </p:nvSpPr>
          <p:spPr bwMode="gray">
            <a:xfrm>
              <a:off x="7062583" y="1558958"/>
              <a:ext cx="528257" cy="540715"/>
            </a:xfrm>
            <a:custGeom>
              <a:avLst/>
              <a:gdLst>
                <a:gd name="T0" fmla="*/ 286 w 298"/>
                <a:gd name="T1" fmla="*/ 124 h 303"/>
                <a:gd name="T2" fmla="*/ 205 w 298"/>
                <a:gd name="T3" fmla="*/ 276 h 303"/>
                <a:gd name="T4" fmla="*/ 33 w 298"/>
                <a:gd name="T5" fmla="*/ 215 h 303"/>
                <a:gd name="T6" fmla="*/ 77 w 298"/>
                <a:gd name="T7" fmla="*/ 38 h 303"/>
                <a:gd name="T8" fmla="*/ 244 w 298"/>
                <a:gd name="T9" fmla="*/ 50 h 303"/>
                <a:gd name="T10" fmla="*/ 227 w 298"/>
                <a:gd name="T11" fmla="*/ 69 h 303"/>
                <a:gd name="T12" fmla="*/ 205 w 298"/>
                <a:gd name="T13" fmla="*/ 55 h 303"/>
                <a:gd name="T14" fmla="*/ 100 w 298"/>
                <a:gd name="T15" fmla="*/ 55 h 303"/>
                <a:gd name="T16" fmla="*/ 45 w 298"/>
                <a:gd name="T17" fmla="*/ 130 h 303"/>
                <a:gd name="T18" fmla="*/ 126 w 298"/>
                <a:gd name="T19" fmla="*/ 256 h 303"/>
                <a:gd name="T20" fmla="*/ 261 w 298"/>
                <a:gd name="T21" fmla="*/ 167 h 303"/>
                <a:gd name="T22" fmla="*/ 260 w 298"/>
                <a:gd name="T23" fmla="*/ 132 h 303"/>
                <a:gd name="T24" fmla="*/ 263 w 298"/>
                <a:gd name="T25" fmla="*/ 127 h 303"/>
                <a:gd name="T26" fmla="*/ 286 w 298"/>
                <a:gd name="T27" fmla="*/ 12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8" h="303">
                  <a:moveTo>
                    <a:pt x="286" y="124"/>
                  </a:moveTo>
                  <a:cubicBezTo>
                    <a:pt x="298" y="182"/>
                    <a:pt x="268" y="249"/>
                    <a:pt x="205" y="276"/>
                  </a:cubicBezTo>
                  <a:cubicBezTo>
                    <a:pt x="141" y="303"/>
                    <a:pt x="66" y="276"/>
                    <a:pt x="33" y="215"/>
                  </a:cubicBezTo>
                  <a:cubicBezTo>
                    <a:pt x="0" y="154"/>
                    <a:pt x="18" y="79"/>
                    <a:pt x="77" y="38"/>
                  </a:cubicBezTo>
                  <a:cubicBezTo>
                    <a:pt x="133" y="0"/>
                    <a:pt x="203" y="12"/>
                    <a:pt x="244" y="50"/>
                  </a:cubicBezTo>
                  <a:cubicBezTo>
                    <a:pt x="239" y="60"/>
                    <a:pt x="234" y="65"/>
                    <a:pt x="227" y="69"/>
                  </a:cubicBezTo>
                  <a:cubicBezTo>
                    <a:pt x="220" y="64"/>
                    <a:pt x="212" y="59"/>
                    <a:pt x="205" y="55"/>
                  </a:cubicBezTo>
                  <a:cubicBezTo>
                    <a:pt x="170" y="36"/>
                    <a:pt x="135" y="36"/>
                    <a:pt x="100" y="55"/>
                  </a:cubicBezTo>
                  <a:cubicBezTo>
                    <a:pt x="70" y="71"/>
                    <a:pt x="52" y="97"/>
                    <a:pt x="45" y="130"/>
                  </a:cubicBezTo>
                  <a:cubicBezTo>
                    <a:pt x="35" y="187"/>
                    <a:pt x="70" y="242"/>
                    <a:pt x="126" y="256"/>
                  </a:cubicBezTo>
                  <a:cubicBezTo>
                    <a:pt x="189" y="272"/>
                    <a:pt x="251" y="231"/>
                    <a:pt x="261" y="167"/>
                  </a:cubicBezTo>
                  <a:cubicBezTo>
                    <a:pt x="263" y="155"/>
                    <a:pt x="263" y="144"/>
                    <a:pt x="260" y="132"/>
                  </a:cubicBezTo>
                  <a:cubicBezTo>
                    <a:pt x="260" y="129"/>
                    <a:pt x="260" y="128"/>
                    <a:pt x="263" y="127"/>
                  </a:cubicBezTo>
                  <a:cubicBezTo>
                    <a:pt x="271" y="124"/>
                    <a:pt x="278" y="124"/>
                    <a:pt x="286" y="124"/>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Freeform 6">
              <a:extLst>
                <a:ext uri="{FF2B5EF4-FFF2-40B4-BE49-F238E27FC236}">
                  <a16:creationId xmlns:a16="http://schemas.microsoft.com/office/drawing/2014/main" id="{933DA4E0-743F-9D90-4BB7-092312821AF6}"/>
                </a:ext>
              </a:extLst>
            </p:cNvPr>
            <p:cNvSpPr>
              <a:spLocks/>
            </p:cNvSpPr>
            <p:nvPr/>
          </p:nvSpPr>
          <p:spPr bwMode="gray">
            <a:xfrm>
              <a:off x="7279367" y="1591352"/>
              <a:ext cx="416128" cy="291537"/>
            </a:xfrm>
            <a:custGeom>
              <a:avLst/>
              <a:gdLst>
                <a:gd name="T0" fmla="*/ 205 w 234"/>
                <a:gd name="T1" fmla="*/ 0 h 164"/>
                <a:gd name="T2" fmla="*/ 194 w 234"/>
                <a:gd name="T3" fmla="*/ 42 h 164"/>
                <a:gd name="T4" fmla="*/ 234 w 234"/>
                <a:gd name="T5" fmla="*/ 54 h 164"/>
                <a:gd name="T6" fmla="*/ 232 w 234"/>
                <a:gd name="T7" fmla="*/ 56 h 164"/>
                <a:gd name="T8" fmla="*/ 176 w 234"/>
                <a:gd name="T9" fmla="*/ 87 h 164"/>
                <a:gd name="T10" fmla="*/ 171 w 234"/>
                <a:gd name="T11" fmla="*/ 88 h 164"/>
                <a:gd name="T12" fmla="*/ 124 w 234"/>
                <a:gd name="T13" fmla="*/ 95 h 164"/>
                <a:gd name="T14" fmla="*/ 62 w 234"/>
                <a:gd name="T15" fmla="*/ 130 h 164"/>
                <a:gd name="T16" fmla="*/ 60 w 234"/>
                <a:gd name="T17" fmla="*/ 134 h 164"/>
                <a:gd name="T18" fmla="*/ 38 w 234"/>
                <a:gd name="T19" fmla="*/ 160 h 164"/>
                <a:gd name="T20" fmla="*/ 8 w 234"/>
                <a:gd name="T21" fmla="*/ 150 h 164"/>
                <a:gd name="T22" fmla="*/ 9 w 234"/>
                <a:gd name="T23" fmla="*/ 114 h 164"/>
                <a:gd name="T24" fmla="*/ 44 w 234"/>
                <a:gd name="T25" fmla="*/ 107 h 164"/>
                <a:gd name="T26" fmla="*/ 50 w 234"/>
                <a:gd name="T27" fmla="*/ 108 h 164"/>
                <a:gd name="T28" fmla="*/ 113 w 234"/>
                <a:gd name="T29" fmla="*/ 72 h 164"/>
                <a:gd name="T30" fmla="*/ 142 w 234"/>
                <a:gd name="T31" fmla="*/ 38 h 164"/>
                <a:gd name="T32" fmla="*/ 147 w 234"/>
                <a:gd name="T33" fmla="*/ 32 h 164"/>
                <a:gd name="T34" fmla="*/ 201 w 234"/>
                <a:gd name="T35" fmla="*/ 2 h 164"/>
                <a:gd name="T36" fmla="*/ 205 w 234"/>
                <a:gd name="T3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164">
                  <a:moveTo>
                    <a:pt x="205" y="0"/>
                  </a:moveTo>
                  <a:cubicBezTo>
                    <a:pt x="201" y="15"/>
                    <a:pt x="197" y="28"/>
                    <a:pt x="194" y="42"/>
                  </a:cubicBezTo>
                  <a:cubicBezTo>
                    <a:pt x="207" y="46"/>
                    <a:pt x="221" y="50"/>
                    <a:pt x="234" y="54"/>
                  </a:cubicBezTo>
                  <a:cubicBezTo>
                    <a:pt x="233" y="55"/>
                    <a:pt x="232" y="55"/>
                    <a:pt x="232" y="56"/>
                  </a:cubicBezTo>
                  <a:cubicBezTo>
                    <a:pt x="213" y="66"/>
                    <a:pt x="195" y="76"/>
                    <a:pt x="176" y="87"/>
                  </a:cubicBezTo>
                  <a:cubicBezTo>
                    <a:pt x="175" y="88"/>
                    <a:pt x="173" y="88"/>
                    <a:pt x="171" y="88"/>
                  </a:cubicBezTo>
                  <a:cubicBezTo>
                    <a:pt x="155" y="84"/>
                    <a:pt x="139" y="87"/>
                    <a:pt x="124" y="95"/>
                  </a:cubicBezTo>
                  <a:cubicBezTo>
                    <a:pt x="103" y="107"/>
                    <a:pt x="83" y="118"/>
                    <a:pt x="62" y="130"/>
                  </a:cubicBezTo>
                  <a:cubicBezTo>
                    <a:pt x="61" y="131"/>
                    <a:pt x="60" y="133"/>
                    <a:pt x="60" y="134"/>
                  </a:cubicBezTo>
                  <a:cubicBezTo>
                    <a:pt x="58" y="147"/>
                    <a:pt x="50" y="157"/>
                    <a:pt x="38" y="160"/>
                  </a:cubicBezTo>
                  <a:cubicBezTo>
                    <a:pt x="27" y="164"/>
                    <a:pt x="15" y="159"/>
                    <a:pt x="8" y="150"/>
                  </a:cubicBezTo>
                  <a:cubicBezTo>
                    <a:pt x="0" y="139"/>
                    <a:pt x="0" y="124"/>
                    <a:pt x="9" y="114"/>
                  </a:cubicBezTo>
                  <a:cubicBezTo>
                    <a:pt x="18" y="103"/>
                    <a:pt x="33" y="101"/>
                    <a:pt x="44" y="107"/>
                  </a:cubicBezTo>
                  <a:cubicBezTo>
                    <a:pt x="46" y="108"/>
                    <a:pt x="48" y="109"/>
                    <a:pt x="50" y="108"/>
                  </a:cubicBezTo>
                  <a:cubicBezTo>
                    <a:pt x="71" y="96"/>
                    <a:pt x="92" y="84"/>
                    <a:pt x="113" y="72"/>
                  </a:cubicBezTo>
                  <a:cubicBezTo>
                    <a:pt x="127" y="64"/>
                    <a:pt x="136" y="52"/>
                    <a:pt x="142" y="38"/>
                  </a:cubicBezTo>
                  <a:cubicBezTo>
                    <a:pt x="143" y="36"/>
                    <a:pt x="145" y="33"/>
                    <a:pt x="147" y="32"/>
                  </a:cubicBezTo>
                  <a:cubicBezTo>
                    <a:pt x="165" y="22"/>
                    <a:pt x="183" y="12"/>
                    <a:pt x="201" y="2"/>
                  </a:cubicBezTo>
                  <a:cubicBezTo>
                    <a:pt x="202" y="2"/>
                    <a:pt x="203" y="1"/>
                    <a:pt x="205" y="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Freeform 6">
              <a:extLst>
                <a:ext uri="{FF2B5EF4-FFF2-40B4-BE49-F238E27FC236}">
                  <a16:creationId xmlns:a16="http://schemas.microsoft.com/office/drawing/2014/main" id="{BC21DEA8-E34E-AC40-7F80-3C5F45C0A25E}"/>
                </a:ext>
              </a:extLst>
            </p:cNvPr>
            <p:cNvSpPr>
              <a:spLocks/>
            </p:cNvSpPr>
            <p:nvPr/>
          </p:nvSpPr>
          <p:spPr bwMode="gray">
            <a:xfrm>
              <a:off x="7172221" y="1671089"/>
              <a:ext cx="311473" cy="316455"/>
            </a:xfrm>
            <a:custGeom>
              <a:avLst/>
              <a:gdLst>
                <a:gd name="T0" fmla="*/ 172 w 176"/>
                <a:gd name="T1" fmla="*/ 80 h 179"/>
                <a:gd name="T2" fmla="*/ 116 w 176"/>
                <a:gd name="T3" fmla="*/ 167 h 179"/>
                <a:gd name="T4" fmla="*/ 18 w 176"/>
                <a:gd name="T5" fmla="*/ 127 h 179"/>
                <a:gd name="T6" fmla="*/ 38 w 176"/>
                <a:gd name="T7" fmla="*/ 25 h 179"/>
                <a:gd name="T8" fmla="*/ 139 w 176"/>
                <a:gd name="T9" fmla="*/ 22 h 179"/>
                <a:gd name="T10" fmla="*/ 136 w 176"/>
                <a:gd name="T11" fmla="*/ 24 h 179"/>
                <a:gd name="T12" fmla="*/ 126 w 176"/>
                <a:gd name="T13" fmla="*/ 30 h 179"/>
                <a:gd name="T14" fmla="*/ 102 w 176"/>
                <a:gd name="T15" fmla="*/ 34 h 179"/>
                <a:gd name="T16" fmla="*/ 36 w 176"/>
                <a:gd name="T17" fmla="*/ 78 h 179"/>
                <a:gd name="T18" fmla="*/ 81 w 176"/>
                <a:gd name="T19" fmla="*/ 144 h 179"/>
                <a:gd name="T20" fmla="*/ 145 w 176"/>
                <a:gd name="T21" fmla="*/ 99 h 179"/>
                <a:gd name="T22" fmla="*/ 150 w 176"/>
                <a:gd name="T23" fmla="*/ 93 h 179"/>
                <a:gd name="T24" fmla="*/ 172 w 176"/>
                <a:gd name="T25" fmla="*/ 8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179">
                  <a:moveTo>
                    <a:pt x="172" y="80"/>
                  </a:moveTo>
                  <a:cubicBezTo>
                    <a:pt x="176" y="121"/>
                    <a:pt x="151" y="156"/>
                    <a:pt x="116" y="167"/>
                  </a:cubicBezTo>
                  <a:cubicBezTo>
                    <a:pt x="77" y="179"/>
                    <a:pt x="37" y="162"/>
                    <a:pt x="18" y="127"/>
                  </a:cubicBezTo>
                  <a:cubicBezTo>
                    <a:pt x="0" y="92"/>
                    <a:pt x="8" y="51"/>
                    <a:pt x="38" y="25"/>
                  </a:cubicBezTo>
                  <a:cubicBezTo>
                    <a:pt x="66" y="1"/>
                    <a:pt x="111" y="0"/>
                    <a:pt x="139" y="22"/>
                  </a:cubicBezTo>
                  <a:cubicBezTo>
                    <a:pt x="138" y="23"/>
                    <a:pt x="137" y="24"/>
                    <a:pt x="136" y="24"/>
                  </a:cubicBezTo>
                  <a:cubicBezTo>
                    <a:pt x="133" y="26"/>
                    <a:pt x="129" y="28"/>
                    <a:pt x="126" y="30"/>
                  </a:cubicBezTo>
                  <a:cubicBezTo>
                    <a:pt x="118" y="35"/>
                    <a:pt x="111" y="37"/>
                    <a:pt x="102" y="34"/>
                  </a:cubicBezTo>
                  <a:cubicBezTo>
                    <a:pt x="72" y="27"/>
                    <a:pt x="42" y="48"/>
                    <a:pt x="36" y="78"/>
                  </a:cubicBezTo>
                  <a:cubicBezTo>
                    <a:pt x="30" y="108"/>
                    <a:pt x="51" y="138"/>
                    <a:pt x="81" y="144"/>
                  </a:cubicBezTo>
                  <a:cubicBezTo>
                    <a:pt x="111" y="149"/>
                    <a:pt x="140" y="129"/>
                    <a:pt x="145" y="99"/>
                  </a:cubicBezTo>
                  <a:cubicBezTo>
                    <a:pt x="146" y="96"/>
                    <a:pt x="147" y="94"/>
                    <a:pt x="150" y="93"/>
                  </a:cubicBezTo>
                  <a:cubicBezTo>
                    <a:pt x="157" y="89"/>
                    <a:pt x="165" y="85"/>
                    <a:pt x="172" y="8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81" name="Textframe 10">
            <a:extLst>
              <a:ext uri="{FF2B5EF4-FFF2-40B4-BE49-F238E27FC236}">
                <a16:creationId xmlns:a16="http://schemas.microsoft.com/office/drawing/2014/main" id="{2DD54BD0-C20F-7031-5E2C-6AC9070AEBD5}"/>
              </a:ext>
            </a:extLst>
          </p:cNvPr>
          <p:cNvSpPr txBox="1"/>
          <p:nvPr/>
        </p:nvSpPr>
        <p:spPr>
          <a:xfrm>
            <a:off x="6278187" y="1006675"/>
            <a:ext cx="7260606" cy="929485"/>
          </a:xfrm>
          <a:prstGeom prst="rect">
            <a:avLst/>
          </a:prstGeom>
          <a:noFill/>
          <a:ln w="9525">
            <a:noFill/>
          </a:ln>
        </p:spPr>
        <p:txBody>
          <a:bodyPr vert="horz" wrap="square" lIns="0" tIns="0" rIns="0" bIns="0" rtlCol="0" anchor="ctr">
            <a:spAutoFit/>
          </a:bodyPr>
          <a:lstStyle/>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a:t>Nah am Business (BRM / Prozess Integration)</a:t>
            </a:r>
          </a:p>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a:t>Effizient (Business Solutions / Technical Solutions)</a:t>
            </a:r>
          </a:p>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a:t>Schlanke, sichere Prozesse und internes Zusammenspiel (Gov)</a:t>
            </a:r>
          </a:p>
          <a:p>
            <a:pPr>
              <a:lnSpc>
                <a:spcPct val="90000"/>
              </a:lnSpc>
              <a:spcBef>
                <a:spcPts val="400"/>
              </a:spcBef>
              <a:buSzPct val="105000"/>
            </a:pPr>
            <a:endParaRPr lang="de-DE" sz="1400" b="1"/>
          </a:p>
        </p:txBody>
      </p:sp>
      <p:sp>
        <p:nvSpPr>
          <p:cNvPr id="101" name="Textfeld 100">
            <a:extLst>
              <a:ext uri="{FF2B5EF4-FFF2-40B4-BE49-F238E27FC236}">
                <a16:creationId xmlns:a16="http://schemas.microsoft.com/office/drawing/2014/main" id="{009A18B9-97C0-532E-4765-82CC78A3BE15}"/>
              </a:ext>
            </a:extLst>
          </p:cNvPr>
          <p:cNvSpPr txBox="1"/>
          <p:nvPr/>
        </p:nvSpPr>
        <p:spPr>
          <a:xfrm>
            <a:off x="6278037" y="2055272"/>
            <a:ext cx="5434534" cy="4616648"/>
          </a:xfrm>
          <a:prstGeom prst="rect">
            <a:avLst/>
          </a:prstGeom>
          <a:noFill/>
        </p:spPr>
        <p:txBody>
          <a:bodyPr wrap="square">
            <a:spAutoFit/>
          </a:bodyPr>
          <a:lstStyle/>
          <a:p>
            <a:r>
              <a:rPr lang="de-DE" sz="1400" b="1" noProof="0" dirty="0">
                <a:solidFill>
                  <a:schemeClr val="accent2"/>
                </a:solidFill>
              </a:rPr>
              <a:t>MERGER AUS TECHNOLOGIE </a:t>
            </a:r>
            <a:r>
              <a:rPr lang="de-DE" sz="1400" b="1" dirty="0">
                <a:solidFill>
                  <a:schemeClr val="accent2"/>
                </a:solidFill>
              </a:rPr>
              <a:t>&amp; PROZESS | GO LIVE 01.08.2026 </a:t>
            </a:r>
            <a:endParaRPr lang="de-DE" sz="1400" noProof="0" dirty="0">
              <a:solidFill>
                <a:schemeClr val="accent2"/>
              </a:solidFill>
            </a:endParaRPr>
          </a:p>
          <a:p>
            <a:endParaRPr lang="de-DE" sz="1400" dirty="0"/>
          </a:p>
          <a:p>
            <a:r>
              <a:rPr lang="de-DE" sz="1400" dirty="0"/>
              <a:t>Die IPS stellt die Entwicklung, Implementierung und den Betrieb der fachbereichsbezogenen Anforderungen sicher. </a:t>
            </a:r>
            <a:r>
              <a:rPr lang="de-DE" sz="1400" noProof="0" dirty="0"/>
              <a:t>Priorität innerhalb der IPS ist </a:t>
            </a:r>
            <a:r>
              <a:rPr lang="de-DE" sz="1400" b="1" noProof="0" dirty="0">
                <a:solidFill>
                  <a:schemeClr val="accent2"/>
                </a:solidFill>
              </a:rPr>
              <a:t>das globale, interne Zusammenspiel </a:t>
            </a:r>
            <a:r>
              <a:rPr lang="de-DE" sz="1400" noProof="0" dirty="0"/>
              <a:t>zwischen den Abteilungen und den IT-Teams der STIHL-Gruppe.</a:t>
            </a:r>
          </a:p>
          <a:p>
            <a:endParaRPr lang="de-DE" sz="1400" noProof="0" dirty="0"/>
          </a:p>
          <a:p>
            <a:r>
              <a:rPr lang="de-DE" sz="1400" b="1" noProof="0" dirty="0"/>
              <a:t>Innovation: </a:t>
            </a:r>
            <a:r>
              <a:rPr lang="de-DE" sz="1400" noProof="0" dirty="0"/>
              <a:t>Es gibt keine separaten „Topic-Tower“ (z.B. KI), da es bei der Integration von Innovation um Geschwindigkeit geht, die schnell in die Umsetzung kommen muss</a:t>
            </a:r>
            <a:r>
              <a:rPr lang="de-DE" sz="1400" dirty="0"/>
              <a:t>; </a:t>
            </a:r>
            <a:r>
              <a:rPr lang="de-DE" sz="1400" noProof="0" dirty="0"/>
              <a:t>stattdessen wird ein </a:t>
            </a:r>
            <a:r>
              <a:rPr lang="de-DE" sz="1400" b="1" noProof="0" dirty="0"/>
              <a:t>kleines „Innovations-Team“ entstehen</a:t>
            </a:r>
            <a:r>
              <a:rPr lang="de-DE" sz="1400" b="1" i="1" noProof="0" dirty="0"/>
              <a:t>, </a:t>
            </a:r>
            <a:r>
              <a:rPr lang="de-DE" sz="1400" noProof="0" dirty="0"/>
              <a:t>welches relevante Innovations-Themen technisch mit Experten aus allen </a:t>
            </a:r>
            <a:r>
              <a:rPr lang="de-DE" sz="1400" noProof="0" dirty="0" err="1"/>
              <a:t>Org</a:t>
            </a:r>
            <a:r>
              <a:rPr lang="de-DE" sz="1400" noProof="0" dirty="0"/>
              <a:t>-Einheiten pilotiert, diese schnell hinsichtlich der Wirtschaftlichkeitsprüfung, Prozessintegration und Betriebsübernahme dann weitergibt. </a:t>
            </a:r>
          </a:p>
          <a:p>
            <a:endParaRPr lang="de-DE" sz="1400" dirty="0"/>
          </a:p>
          <a:p>
            <a:r>
              <a:rPr lang="de-DE" sz="1400" noProof="0" dirty="0"/>
              <a:t>Die </a:t>
            </a:r>
            <a:r>
              <a:rPr lang="de-DE" sz="1400" b="1" noProof="0" dirty="0">
                <a:solidFill>
                  <a:schemeClr val="accent2"/>
                </a:solidFill>
              </a:rPr>
              <a:t>schnelle Integration innovativer Technologien </a:t>
            </a:r>
            <a:r>
              <a:rPr lang="de-DE" sz="1400" noProof="0" dirty="0"/>
              <a:t>wird durch </a:t>
            </a:r>
            <a:r>
              <a:rPr lang="de-DE" sz="1400" dirty="0"/>
              <a:t>interne</a:t>
            </a:r>
            <a:r>
              <a:rPr lang="de-DE" sz="1400" noProof="0" dirty="0"/>
              <a:t> „Spielregeln“ (Gov) vorgegeben. </a:t>
            </a:r>
          </a:p>
          <a:p>
            <a:endParaRPr lang="de-DE" sz="1400" b="1" noProof="0" dirty="0"/>
          </a:p>
          <a:p>
            <a:r>
              <a:rPr lang="de-DE" sz="1400" b="1" noProof="0" dirty="0"/>
              <a:t>Der Mehrwert und das </a:t>
            </a:r>
            <a:r>
              <a:rPr lang="de-DE" sz="1400" b="1" noProof="0" dirty="0">
                <a:solidFill>
                  <a:schemeClr val="accent2"/>
                </a:solidFill>
              </a:rPr>
              <a:t>„revolutionäre“ </a:t>
            </a:r>
            <a:r>
              <a:rPr lang="de-DE" sz="1400" b="1" noProof="0" dirty="0"/>
              <a:t>der neuen Organisation </a:t>
            </a:r>
            <a:r>
              <a:rPr lang="de-DE" sz="1400" noProof="0" dirty="0"/>
              <a:t>liegt im internen Ablaufprozess und dem Sicherstellen, dass Projekte und Innovationen schnell integriert werden.</a:t>
            </a:r>
          </a:p>
        </p:txBody>
      </p:sp>
    </p:spTree>
    <p:extLst>
      <p:ext uri="{BB962C8B-B14F-4D97-AF65-F5344CB8AC3E}">
        <p14:creationId xmlns:p14="http://schemas.microsoft.com/office/powerpoint/2010/main" val="3890172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Rectangle 21">
            <a:extLst>
              <a:ext uri="{FF2B5EF4-FFF2-40B4-BE49-F238E27FC236}">
                <a16:creationId xmlns:a16="http://schemas.microsoft.com/office/drawing/2014/main" id="{D158235F-8180-F0CB-785B-40494B2F02BD}"/>
              </a:ext>
            </a:extLst>
          </p:cNvPr>
          <p:cNvSpPr/>
          <p:nvPr/>
        </p:nvSpPr>
        <p:spPr>
          <a:xfrm>
            <a:off x="152925" y="870468"/>
            <a:ext cx="5028407" cy="1349918"/>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Definiert</a:t>
            </a:r>
            <a:r>
              <a:rPr kumimoji="0" lang="en-US" sz="1000" b="0" i="0" u="none" strike="noStrike" kern="1200" cap="none" spc="0" normalizeH="0" baseline="0" noProof="0">
                <a:ln>
                  <a:noFill/>
                </a:ln>
                <a:solidFill>
                  <a:prstClr val="black"/>
                </a:solidFill>
                <a:effectLst/>
                <a:uLnTx/>
                <a:uFillTx/>
                <a:latin typeface="Calibri"/>
                <a:ea typeface="Calibri"/>
                <a:cs typeface="Calibri"/>
              </a:rPr>
              <a:t> die </a:t>
            </a:r>
            <a:r>
              <a:rPr kumimoji="0" lang="en-US" sz="1000" b="1" i="0" u="none" strike="noStrike" kern="1200" cap="none" spc="0" normalizeH="0" baseline="0" noProof="0" err="1">
                <a:ln>
                  <a:noFill/>
                </a:ln>
                <a:solidFill>
                  <a:prstClr val="black"/>
                </a:solidFill>
                <a:effectLst/>
                <a:uLnTx/>
                <a:uFillTx/>
                <a:latin typeface="Calibri"/>
                <a:ea typeface="Calibri"/>
                <a:cs typeface="Calibri"/>
              </a:rPr>
              <a:t>strategische</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Zielarchitektur</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deren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Umsetzung</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Technologie‑ und Transformations‑Roadmaps </a:t>
            </a:r>
            <a:r>
              <a:rPr kumimoji="0" lang="en-US" sz="1000" b="0" i="0" u="none" strike="noStrike" kern="1200" cap="none" spc="0" normalizeH="0" baseline="0" noProof="0" err="1">
                <a:ln>
                  <a:noFill/>
                </a:ln>
                <a:solidFill>
                  <a:prstClr val="black"/>
                </a:solidFill>
                <a:effectLst/>
                <a:uLnTx/>
                <a:uFillTx/>
                <a:latin typeface="Calibri"/>
                <a:ea typeface="Calibri"/>
                <a:cs typeface="Calibri"/>
              </a:rPr>
              <a:t>über</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mehrere</a:t>
            </a:r>
            <a:r>
              <a:rPr kumimoji="0" lang="en-US" sz="1000" b="0" i="0" u="none" strike="noStrike" kern="1200" cap="none" spc="0" normalizeH="0" baseline="0" noProof="0">
                <a:ln>
                  <a:noFill/>
                </a:ln>
                <a:solidFill>
                  <a:prstClr val="black"/>
                </a:solidFill>
                <a:effectLst/>
                <a:uLnTx/>
                <a:uFillTx/>
                <a:latin typeface="Calibri"/>
                <a:ea typeface="Calibri"/>
                <a:cs typeface="Calibri"/>
              </a:rPr>
              <a:t> Jahre.</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Bewertet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neue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Technologien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initiiert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Innovationen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PoCs</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Stellt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Architekturprinzipien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Standards</a:t>
            </a:r>
            <a:r>
              <a:rPr kumimoji="0" lang="en-US" sz="1000" b="0" i="0" u="none" strike="noStrike" kern="1200" cap="none" spc="0" normalizeH="0" baseline="0" noProof="0">
                <a:ln>
                  <a:noFill/>
                </a:ln>
                <a:solidFill>
                  <a:prstClr val="black"/>
                </a:solidFill>
                <a:effectLst/>
                <a:uLnTx/>
                <a:uFillTx/>
                <a:latin typeface="Calibri"/>
                <a:ea typeface="Calibri"/>
                <a:cs typeface="Calibri"/>
              </a:rPr>
              <a:t> und</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Richtlinien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bereit</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Unterstützt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Programme</a:t>
            </a:r>
            <a:r>
              <a:rPr kumimoji="0" lang="en-US" sz="1000" b="0" i="0" u="none" strike="noStrike" kern="1200" cap="none" spc="0" normalizeH="0" baseline="0" noProof="0">
                <a:ln>
                  <a:noFill/>
                </a:ln>
                <a:solidFill>
                  <a:prstClr val="black"/>
                </a:solidFill>
                <a:effectLst/>
                <a:uLnTx/>
                <a:uFillTx/>
                <a:latin typeface="Calibri"/>
                <a:ea typeface="Calibri"/>
                <a:cs typeface="Calibri"/>
              </a:rPr>
              <a:t> und Projekte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durch</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Architektur</a:t>
            </a:r>
            <a:r>
              <a:rPr kumimoji="0" lang="en-US" sz="1000" b="1" i="0" u="none" strike="noStrike" kern="1200" cap="none" spc="0" normalizeH="0" baseline="0" noProof="0">
                <a:ln>
                  <a:noFill/>
                </a:ln>
                <a:solidFill>
                  <a:prstClr val="black"/>
                </a:solidFill>
                <a:effectLst/>
                <a:uLnTx/>
                <a:uFillTx/>
                <a:latin typeface="Calibri"/>
                <a:ea typeface="Calibri"/>
                <a:cs typeface="Calibri"/>
              </a:rPr>
              <a:t>‑Reviews</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1" i="0" u="none" strike="noStrike" kern="1200" cap="none" spc="0" normalizeH="0" baseline="0" noProof="0">
                <a:ln>
                  <a:noFill/>
                </a:ln>
                <a:solidFill>
                  <a:prstClr val="black"/>
                </a:solidFill>
                <a:effectLst/>
                <a:uLnTx/>
                <a:uFillTx/>
                <a:latin typeface="Calibri"/>
                <a:ea typeface="Calibri"/>
                <a:cs typeface="Calibri"/>
              </a:rPr>
              <a:t>Quality Gates</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Verknüpft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strategische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Initiativen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mit</a:t>
            </a:r>
            <a:r>
              <a:rPr kumimoji="0" lang="en-US" sz="1000" b="0" i="0" u="none" strike="noStrike" kern="1200" cap="none" spc="0" normalizeH="0" baseline="0" noProof="0">
                <a:ln>
                  <a:noFill/>
                </a:ln>
                <a:solidFill>
                  <a:prstClr val="black"/>
                </a:solidFill>
                <a:effectLst/>
                <a:uLnTx/>
                <a:uFillTx/>
                <a:latin typeface="Calibri"/>
                <a:ea typeface="Calibri"/>
                <a:cs typeface="Calibri"/>
              </a:rPr>
              <a:t> dem </a:t>
            </a:r>
            <a:r>
              <a:rPr kumimoji="0" lang="en-US" sz="1000" b="1" i="0" u="none" strike="noStrike" kern="1200" cap="none" spc="0" normalizeH="0" baseline="0" noProof="0">
                <a:ln>
                  <a:noFill/>
                </a:ln>
                <a:solidFill>
                  <a:prstClr val="black"/>
                </a:solidFill>
                <a:effectLst/>
                <a:uLnTx/>
                <a:uFillTx/>
                <a:latin typeface="Calibri"/>
                <a:ea typeface="Calibri"/>
                <a:cs typeface="Calibri"/>
              </a:rPr>
              <a:t>IPS‑Portfolio</a:t>
            </a:r>
            <a:r>
              <a:rPr kumimoji="0" lang="en-US" sz="1000" b="0" i="0" u="none" strike="noStrike" kern="1200" cap="none" spc="0" normalizeH="0" baseline="0" noProof="0">
                <a:ln>
                  <a:noFill/>
                </a:ln>
                <a:solidFill>
                  <a:prstClr val="black"/>
                </a:solidFill>
                <a:effectLst/>
                <a:uLnTx/>
                <a:uFillTx/>
                <a:latin typeface="Calibri"/>
                <a:ea typeface="Calibri"/>
                <a:cs typeface="Calibri"/>
              </a:rPr>
              <a:t> und dem</a:t>
            </a:r>
            <a:r>
              <a:rPr kumimoji="0" lang="en-US" sz="1000" b="1" i="0" u="none" strike="noStrike" kern="1200" cap="none" spc="0" normalizeH="0" baseline="0" noProof="0">
                <a:ln>
                  <a:noFill/>
                </a:ln>
                <a:solidFill>
                  <a:prstClr val="black"/>
                </a:solidFill>
                <a:effectLst/>
                <a:uLnTx/>
                <a:uFillTx/>
                <a:latin typeface="Calibri"/>
                <a:ea typeface="Calibri"/>
                <a:cs typeface="Calibri"/>
              </a:rPr>
              <a:t> EAM‑Board</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endParaRPr kumimoji="0" lang="en-US" sz="105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endParaRPr kumimoji="0" lang="en-US" sz="1050" b="0" i="0" u="none" strike="noStrike" kern="1200" cap="none" spc="0" normalizeH="0" baseline="0" noProof="0">
              <a:ln>
                <a:noFill/>
              </a:ln>
              <a:solidFill>
                <a:prstClr val="black"/>
              </a:solidFill>
              <a:effectLst/>
              <a:uLnTx/>
              <a:uFillTx/>
              <a:latin typeface="Calibri"/>
              <a:ea typeface="Calibri"/>
              <a:cs typeface="Calibri"/>
            </a:endParaRPr>
          </a:p>
        </p:txBody>
      </p:sp>
      <p:sp>
        <p:nvSpPr>
          <p:cNvPr id="227" name="Rectangle 21">
            <a:extLst>
              <a:ext uri="{FF2B5EF4-FFF2-40B4-BE49-F238E27FC236}">
                <a16:creationId xmlns:a16="http://schemas.microsoft.com/office/drawing/2014/main" id="{3E2CF753-C7E3-30F0-81DD-116E9F7A5CDA}"/>
              </a:ext>
            </a:extLst>
          </p:cNvPr>
          <p:cNvSpPr/>
          <p:nvPr/>
        </p:nvSpPr>
        <p:spPr>
          <a:xfrm>
            <a:off x="9182759" y="3139748"/>
            <a:ext cx="2930374" cy="3416109"/>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354" rtl="0" eaLnBrk="1" fontAlgn="auto" latinLnBrk="0" hangingPunct="1">
              <a:lnSpc>
                <a:spcPct val="100000"/>
              </a:lnSpc>
              <a:spcBef>
                <a:spcPts val="0"/>
              </a:spcBef>
              <a:spcAft>
                <a:spcPts val="0"/>
              </a:spcAft>
              <a:buClr>
                <a:prstClr val="black"/>
              </a:buClr>
              <a:buSzPct val="80000"/>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Definiert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Cyber‑</a:t>
            </a:r>
            <a:r>
              <a:rPr kumimoji="0" lang="en-US" sz="1000" b="1" i="0" u="none" strike="noStrike" kern="1200" cap="none" spc="0" normalizeH="0" baseline="0" noProof="0" err="1">
                <a:ln>
                  <a:noFill/>
                </a:ln>
                <a:solidFill>
                  <a:prstClr val="black"/>
                </a:solidFill>
                <a:effectLst/>
                <a:uLnTx/>
                <a:uFillTx/>
                <a:latin typeface="Calibri"/>
                <a:ea typeface="Calibri"/>
                <a:cs typeface="Calibri"/>
              </a:rPr>
              <a:t>Strategie</a:t>
            </a:r>
            <a:r>
              <a:rPr kumimoji="0" lang="en-US" sz="1000" b="1" i="0" u="none" strike="noStrike" kern="1200" cap="none" spc="0" normalizeH="0" baseline="0" noProof="0">
                <a:ln>
                  <a:noFill/>
                </a:ln>
                <a:solidFill>
                  <a:prstClr val="black"/>
                </a:solidFill>
                <a:effectLst/>
                <a:uLnTx/>
                <a:uFillTx/>
                <a:latin typeface="Calibri"/>
                <a:ea typeface="Calibri"/>
                <a:cs typeface="Calibri"/>
              </a:rPr>
              <a:t>, Governance, Policies </a:t>
            </a:r>
            <a:r>
              <a:rPr kumimoji="0" lang="en-US" sz="1000" b="0" i="0" u="none" strike="noStrike" kern="1200" cap="none" spc="0" normalizeH="0" baseline="0" noProof="0">
                <a:ln>
                  <a:noFill/>
                </a:ln>
                <a:solidFill>
                  <a:prstClr val="black"/>
                </a:solidFill>
                <a:effectLst/>
                <a:uLnTx/>
                <a:uFillTx/>
                <a:latin typeface="Calibri"/>
                <a:ea typeface="Calibri"/>
                <a:cs typeface="Calibri"/>
              </a:rPr>
              <a:t>und global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geltende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Sicherheitsstandards</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endParaRPr kumimoji="0" lang="en-US" sz="1000" b="1"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Bewertet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Risiken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Audits</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durch</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stellt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regulatorische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sowie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interne Compliance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Entwirft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Enterprise‑ und Domain‑Security‑</a:t>
            </a:r>
            <a:r>
              <a:rPr kumimoji="0" lang="en-US" sz="1000" b="1" i="0" u="none" strike="noStrike" kern="1200" cap="none" spc="0" normalizeH="0" baseline="0" noProof="0" err="1">
                <a:ln>
                  <a:noFill/>
                </a:ln>
                <a:solidFill>
                  <a:prstClr val="black"/>
                </a:solidFill>
                <a:effectLst/>
                <a:uLnTx/>
                <a:uFillTx/>
                <a:latin typeface="Calibri"/>
                <a:ea typeface="Calibri"/>
                <a:cs typeface="Calibri"/>
              </a:rPr>
              <a:t>Architektur</a:t>
            </a:r>
            <a:r>
              <a:rPr kumimoji="0" lang="en-US" sz="1000" b="0" i="0" u="none" strike="noStrike" kern="1200" cap="none" spc="0" normalizeH="0" baseline="0" noProof="0">
                <a:ln>
                  <a:noFill/>
                </a:ln>
                <a:solidFill>
                  <a:prstClr val="black"/>
                </a:solidFill>
                <a:effectLst/>
                <a:uLnTx/>
                <a:uFillTx/>
                <a:latin typeface="Calibri"/>
                <a:ea typeface="Calibri"/>
                <a:cs typeface="Calibri"/>
              </a:rPr>
              <a:t> für Cloud, OT, Identity, Endpoint, Network &amp; Data.</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Verantwortet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Cyber Defense</a:t>
            </a:r>
            <a:r>
              <a:rPr kumimoji="0" lang="en-US" sz="1000" b="0" i="0" u="none" strike="noStrike" kern="1200" cap="none" spc="0" normalizeH="0" baseline="0" noProof="0">
                <a:ln>
                  <a:noFill/>
                </a:ln>
                <a:solidFill>
                  <a:prstClr val="black"/>
                </a:solidFill>
                <a:effectLst/>
                <a:uLnTx/>
                <a:uFillTx/>
                <a:latin typeface="Calibri"/>
                <a:ea typeface="Calibri"/>
                <a:cs typeface="Calibri"/>
              </a:rPr>
              <a:t> (Threat Intelligence, Threat Hunting, Forensics).</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Sicherheitskonzepte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identifiziert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Angriffsvektoren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Protective‑Measures.</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Security‑Awareness</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Schulungen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KPI‑</a:t>
            </a:r>
            <a:r>
              <a:rPr kumimoji="0" lang="en-US" sz="1000" b="0" i="0" u="none" strike="noStrike" kern="1200" cap="none" spc="0" normalizeH="0" baseline="0" noProof="0" err="1">
                <a:ln>
                  <a:noFill/>
                </a:ln>
                <a:solidFill>
                  <a:prstClr val="black"/>
                </a:solidFill>
                <a:effectLst/>
                <a:uLnTx/>
                <a:uFillTx/>
                <a:latin typeface="Calibri"/>
                <a:ea typeface="Calibri"/>
                <a:cs typeface="Calibri"/>
              </a:rPr>
              <a:t>gestützte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Sicherheitssteuerung</a:t>
            </a:r>
            <a:r>
              <a:rPr kumimoji="0" lang="en-US" sz="1000" b="0" i="0" u="none" strike="noStrike" kern="1200" cap="none" spc="0" normalizeH="0" baseline="0" noProof="0">
                <a:ln>
                  <a:noFill/>
                </a:ln>
                <a:solidFill>
                  <a:prstClr val="black"/>
                </a:solidFill>
                <a:effectLst/>
                <a:uLnTx/>
                <a:uFillTx/>
                <a:latin typeface="Calibri"/>
                <a:ea typeface="Calibri"/>
                <a:cs typeface="Calibri"/>
              </a:rPr>
              <a:t> global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durch</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a:ln>
                  <a:noFill/>
                </a:ln>
                <a:solidFill>
                  <a:prstClr val="black"/>
                </a:solidFill>
                <a:effectLst/>
                <a:uLnTx/>
                <a:uFillTx/>
                <a:latin typeface="Calibri"/>
                <a:ea typeface="Calibri"/>
                <a:cs typeface="Calibri"/>
              </a:rPr>
              <a:t>Baut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orchestriert</a:t>
            </a:r>
            <a:r>
              <a:rPr kumimoji="0" lang="en-US" sz="1000" b="0" i="0" u="none" strike="noStrike" kern="1200" cap="none" spc="0" normalizeH="0" baseline="0" noProof="0">
                <a:ln>
                  <a:noFill/>
                </a:ln>
                <a:solidFill>
                  <a:prstClr val="black"/>
                </a:solidFill>
                <a:effectLst/>
                <a:uLnTx/>
                <a:uFillTx/>
                <a:latin typeface="Calibri"/>
                <a:ea typeface="Calibri"/>
                <a:cs typeface="Calibri"/>
              </a:rPr>
              <a:t> die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Cyber Security Community</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0815" marR="0" lvl="0" indent="-170815" algn="l" defTabSz="914354" rtl="0" eaLnBrk="1" fontAlgn="auto" latinLnBrk="0" hangingPunct="1">
              <a:lnSpc>
                <a:spcPct val="100000"/>
              </a:lnSpc>
              <a:spcBef>
                <a:spcPct val="0"/>
              </a:spcBef>
              <a:spcAft>
                <a:spcPts val="400"/>
              </a:spcAft>
              <a:buClr>
                <a:srgbClr val="000000"/>
              </a:buClr>
              <a:buSzPct val="80000"/>
              <a:buFont typeface="Arial" panose="05000000000000000000" pitchFamily="2" charset="2"/>
              <a:buChar char="•"/>
              <a:tabLst/>
              <a:defRPr/>
            </a:pPr>
            <a:endParaRPr kumimoji="0" lang="en-US" sz="800" b="1" i="0" u="none" strike="noStrike" kern="1200" cap="none" spc="0" normalizeH="0" baseline="0" noProof="0">
              <a:ln>
                <a:noFill/>
              </a:ln>
              <a:solidFill>
                <a:prstClr val="black"/>
              </a:solidFill>
              <a:effectLst/>
              <a:uLnTx/>
              <a:uFillTx/>
              <a:latin typeface="Calibri"/>
              <a:ea typeface="Calibri"/>
              <a:cs typeface="Calibri"/>
            </a:endParaRPr>
          </a:p>
        </p:txBody>
      </p:sp>
      <p:sp>
        <p:nvSpPr>
          <p:cNvPr id="226" name="Rectangle 21">
            <a:extLst>
              <a:ext uri="{FF2B5EF4-FFF2-40B4-BE49-F238E27FC236}">
                <a16:creationId xmlns:a16="http://schemas.microsoft.com/office/drawing/2014/main" id="{96E7F2EE-76BD-C377-8B55-4E081EAF26D4}"/>
              </a:ext>
            </a:extLst>
          </p:cNvPr>
          <p:cNvSpPr/>
          <p:nvPr/>
        </p:nvSpPr>
        <p:spPr>
          <a:xfrm flipH="1">
            <a:off x="6164028" y="3148196"/>
            <a:ext cx="2930998" cy="3410635"/>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Betreibt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Infrastruktur</a:t>
            </a:r>
            <a:r>
              <a:rPr kumimoji="0" lang="en-US" sz="1000" b="1" i="0" u="none" strike="noStrike" kern="1200" cap="none" spc="0" normalizeH="0" baseline="0" noProof="0">
                <a:ln>
                  <a:noFill/>
                </a:ln>
                <a:solidFill>
                  <a:prstClr val="black"/>
                </a:solidFill>
                <a:effectLst/>
                <a:uLnTx/>
                <a:uFillTx/>
                <a:latin typeface="Calibri"/>
                <a:ea typeface="Calibri"/>
                <a:cs typeface="Calibri"/>
              </a:rPr>
              <a:t>‑Services</a:t>
            </a:r>
            <a:r>
              <a:rPr kumimoji="0" lang="en-US" sz="1000" b="0" i="0" u="none" strike="noStrike" kern="1200" cap="none" spc="0" normalizeH="0" baseline="0" noProof="0">
                <a:ln>
                  <a:noFill/>
                </a:ln>
                <a:solidFill>
                  <a:prstClr val="black"/>
                </a:solidFill>
                <a:effectLst/>
                <a:uLnTx/>
                <a:uFillTx/>
                <a:latin typeface="Calibri"/>
                <a:ea typeface="Calibri"/>
                <a:cs typeface="Calibri"/>
              </a:rPr>
              <a:t> (Compute, Network, Storage, Cloud, OT).</a:t>
            </a:r>
            <a:endParaRPr kumimoji="0" lang="en-US" sz="180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Verantwortet</a:t>
            </a:r>
            <a:r>
              <a:rPr kumimoji="0" lang="en-US" sz="1000" b="1" i="0" u="none" strike="noStrike" kern="1200" cap="none" spc="0" normalizeH="0" baseline="0" noProof="0">
                <a:ln>
                  <a:noFill/>
                </a:ln>
                <a:solidFill>
                  <a:prstClr val="black"/>
                </a:solidFill>
                <a:effectLst/>
                <a:uLnTx/>
                <a:uFillTx/>
                <a:latin typeface="Calibri"/>
                <a:ea typeface="Calibri"/>
                <a:cs typeface="Calibri"/>
              </a:rPr>
              <a:t> Workplace‑</a:t>
            </a:r>
            <a:r>
              <a:rPr kumimoji="0" lang="en-US" sz="1000" b="1" i="0" u="none" strike="noStrike" kern="1200" cap="none" spc="0" normalizeH="0" baseline="0" noProof="0" err="1">
                <a:ln>
                  <a:noFill/>
                </a:ln>
                <a:solidFill>
                  <a:prstClr val="black"/>
                </a:solidFill>
                <a:effectLst/>
                <a:uLnTx/>
                <a:uFillTx/>
                <a:latin typeface="Calibri"/>
                <a:ea typeface="Calibri"/>
                <a:cs typeface="Calibri"/>
              </a:rPr>
              <a:t>Plattformen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inkl</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Client‑Management,</a:t>
            </a:r>
            <a:r>
              <a:rPr kumimoji="0" lang="en-US" sz="1000" b="0" i="0" u="none" strike="noStrike" kern="1200" cap="none" spc="0" normalizeH="0" baseline="0" noProof="0">
                <a:ln>
                  <a:noFill/>
                </a:ln>
                <a:solidFill>
                  <a:prstClr val="black"/>
                </a:solidFill>
                <a:effectLst/>
                <a:uLnTx/>
                <a:uFillTx/>
                <a:latin typeface="Calibri"/>
                <a:ea typeface="Calibri"/>
                <a:cs typeface="Calibri"/>
              </a:rPr>
              <a:t> Mobile‑Devices und Collaboration‑Tools.</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Service Desk,</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Request‑Management </a:t>
            </a:r>
            <a:r>
              <a:rPr kumimoji="0" lang="en-US" sz="1000" b="0" i="0" u="none" strike="noStrike" kern="1200" cap="none" spc="0" normalizeH="0" baseline="0" noProof="0">
                <a:ln>
                  <a:noFill/>
                </a:ln>
                <a:solidFill>
                  <a:prstClr val="black"/>
                </a:solidFill>
                <a:effectLst/>
                <a:uLnTx/>
                <a:uFillTx/>
                <a:latin typeface="Calibri"/>
                <a:ea typeface="Calibri"/>
                <a:cs typeface="Calibri"/>
              </a:rPr>
              <a:t>und Incident‑</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Prozesse</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Betreibt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zentrale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Plattformen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wie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IDM, ServiceNow, OT‑ </a:t>
            </a:r>
            <a:r>
              <a:rPr kumimoji="0" lang="en-US" sz="1000" b="0" i="0" u="none" strike="noStrike" kern="1200" cap="none" spc="0" normalizeH="0" baseline="0" noProof="0">
                <a:ln>
                  <a:noFill/>
                </a:ln>
                <a:solidFill>
                  <a:prstClr val="black"/>
                </a:solidFill>
                <a:effectLst/>
                <a:uLnTx/>
                <a:uFillTx/>
                <a:latin typeface="Calibri"/>
                <a:ea typeface="Calibri"/>
                <a:cs typeface="Calibri"/>
              </a:rPr>
              <a:t>und</a:t>
            </a:r>
            <a:r>
              <a:rPr kumimoji="0" lang="en-US" sz="1000" b="1" i="0" u="none" strike="noStrike" kern="1200" cap="none" spc="0" normalizeH="0" baseline="0" noProof="0">
                <a:ln>
                  <a:noFill/>
                </a:ln>
                <a:solidFill>
                  <a:prstClr val="black"/>
                </a:solidFill>
                <a:effectLst/>
                <a:uLnTx/>
                <a:uFillTx/>
                <a:latin typeface="Calibri"/>
                <a:ea typeface="Calibri"/>
                <a:cs typeface="Calibri"/>
              </a:rPr>
              <a:t> Cloud‑</a:t>
            </a:r>
            <a:r>
              <a:rPr kumimoji="0" lang="en-US" sz="1000" b="1" i="0" u="none" strike="noStrike" kern="1200" cap="none" spc="0" normalizeH="0" baseline="0" noProof="0" err="1">
                <a:ln>
                  <a:noFill/>
                </a:ln>
                <a:solidFill>
                  <a:prstClr val="black"/>
                </a:solidFill>
                <a:effectLst/>
                <a:uLnTx/>
                <a:uFillTx/>
                <a:latin typeface="Calibri"/>
                <a:ea typeface="Calibri"/>
                <a:cs typeface="Calibri"/>
              </a:rPr>
              <a:t>Plattformen</a:t>
            </a:r>
            <a:r>
              <a:rPr kumimoji="0" lang="en-US" sz="1000" b="1"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Stellt</a:t>
            </a:r>
            <a:r>
              <a:rPr kumimoji="0" lang="en-US" sz="1000" b="0" i="0" u="none" strike="noStrike" kern="1200" cap="none" spc="0" normalizeH="0" baseline="0" noProof="0">
                <a:ln>
                  <a:noFill/>
                </a:ln>
                <a:solidFill>
                  <a:prstClr val="black"/>
                </a:solidFill>
                <a:effectLst/>
                <a:uLnTx/>
                <a:uFillTx/>
                <a:latin typeface="Calibri"/>
                <a:ea typeface="Calibri"/>
                <a:cs typeface="Calibri"/>
              </a:rPr>
              <a:t> stabile </a:t>
            </a:r>
            <a:r>
              <a:rPr kumimoji="0" lang="en-US" sz="1000" b="1" i="0" u="none" strike="noStrike" kern="1200" cap="none" spc="0" normalizeH="0" baseline="0" noProof="0" err="1">
                <a:ln>
                  <a:noFill/>
                </a:ln>
                <a:solidFill>
                  <a:prstClr val="black"/>
                </a:solidFill>
                <a:effectLst/>
                <a:uLnTx/>
                <a:uFillTx/>
                <a:latin typeface="Calibri"/>
                <a:ea typeface="Calibri"/>
                <a:cs typeface="Calibri"/>
              </a:rPr>
              <a:t>Netzwerk</a:t>
            </a:r>
            <a:r>
              <a:rPr kumimoji="0" lang="en-US" sz="1000" b="1" i="0" u="none" strike="noStrike" kern="1200" cap="none" spc="0" normalizeH="0" baseline="0" noProof="0">
                <a:ln>
                  <a:noFill/>
                </a:ln>
                <a:solidFill>
                  <a:prstClr val="black"/>
                </a:solidFill>
                <a:effectLst/>
                <a:uLnTx/>
                <a:uFillTx/>
                <a:latin typeface="Calibri"/>
                <a:ea typeface="Calibri"/>
                <a:cs typeface="Calibri"/>
              </a:rPr>
              <a:t>‑ und </a:t>
            </a:r>
            <a:r>
              <a:rPr kumimoji="0" lang="en-US" sz="1000" b="1" i="0" u="none" strike="noStrike" kern="1200" cap="none" spc="0" normalizeH="0" baseline="0" noProof="0" err="1">
                <a:ln>
                  <a:noFill/>
                </a:ln>
                <a:solidFill>
                  <a:prstClr val="black"/>
                </a:solidFill>
                <a:effectLst/>
                <a:uLnTx/>
                <a:uFillTx/>
                <a:latin typeface="Calibri"/>
                <a:ea typeface="Calibri"/>
                <a:cs typeface="Calibri"/>
              </a:rPr>
              <a:t>Sicherheitsinfrastrukturen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über</a:t>
            </a:r>
            <a:r>
              <a:rPr kumimoji="0" lang="en-US" sz="1000" b="0" i="0" u="none" strike="noStrike" kern="1200" cap="none" spc="0" normalizeH="0" baseline="0" noProof="0">
                <a:ln>
                  <a:noFill/>
                </a:ln>
                <a:solidFill>
                  <a:prstClr val="black"/>
                </a:solidFill>
                <a:effectLst/>
                <a:uLnTx/>
                <a:uFillTx/>
                <a:latin typeface="Calibri"/>
                <a:ea typeface="Calibri"/>
                <a:cs typeface="Calibri"/>
              </a:rPr>
              <a:t> alle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Standorte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Unterstützt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lokale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IT‑Operations, Onsite‑Services</a:t>
            </a:r>
            <a:r>
              <a:rPr kumimoji="0" lang="en-US" sz="1000" b="0" i="0" u="none" strike="noStrike" kern="1200" cap="none" spc="0" normalizeH="0" baseline="0" noProof="0">
                <a:ln>
                  <a:noFill/>
                </a:ln>
                <a:solidFill>
                  <a:prstClr val="black"/>
                </a:solidFill>
                <a:effectLst/>
                <a:uLnTx/>
                <a:uFillTx/>
                <a:latin typeface="Calibri"/>
                <a:ea typeface="Calibri"/>
                <a:cs typeface="Calibri"/>
              </a:rPr>
              <a:t> und die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letzte</a:t>
            </a:r>
            <a:r>
              <a:rPr kumimoji="0" lang="en-US" sz="1000" b="0" i="0" u="none" strike="noStrike" kern="1200" cap="none" spc="0" normalizeH="0" baseline="0" noProof="0">
                <a:ln>
                  <a:noFill/>
                </a:ln>
                <a:solidFill>
                  <a:prstClr val="black"/>
                </a:solidFill>
                <a:effectLst/>
                <a:uLnTx/>
                <a:uFillTx/>
                <a:latin typeface="Calibri"/>
                <a:ea typeface="Calibri"/>
                <a:cs typeface="Calibri"/>
              </a:rPr>
              <a:t> Support‑Meile.</a:t>
            </a:r>
          </a:p>
          <a:p>
            <a:pPr marL="171450" marR="0" lvl="0" indent="-171450" algn="l" defTabSz="914400" rtl="0" eaLnBrk="1" fontAlgn="auto" latinLnBrk="0" hangingPunct="1">
              <a:lnSpc>
                <a:spcPct val="100000"/>
              </a:lnSpc>
              <a:spcBef>
                <a:spcPts val="0"/>
              </a:spcBef>
              <a:spcAft>
                <a:spcPts val="0"/>
              </a:spcAft>
              <a:buClrTx/>
              <a:buSzTx/>
              <a:buFont typeface="Arial,Sans-Serif"/>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den</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operativen</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Betrieb</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p>
        </p:txBody>
      </p:sp>
      <p:sp>
        <p:nvSpPr>
          <p:cNvPr id="225" name="Rectangle 21">
            <a:extLst>
              <a:ext uri="{FF2B5EF4-FFF2-40B4-BE49-F238E27FC236}">
                <a16:creationId xmlns:a16="http://schemas.microsoft.com/office/drawing/2014/main" id="{1806BB33-6C1D-2ED2-D5EC-B2A243615DB7}"/>
              </a:ext>
            </a:extLst>
          </p:cNvPr>
          <p:cNvSpPr/>
          <p:nvPr/>
        </p:nvSpPr>
        <p:spPr>
          <a:xfrm>
            <a:off x="3138788" y="3138425"/>
            <a:ext cx="2927740" cy="3414284"/>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implementiert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betreibt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lokale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Business‑</a:t>
            </a:r>
            <a:r>
              <a:rPr kumimoji="0" lang="en-US" sz="1000" b="1" i="0" u="none" strike="noStrike" kern="1200" cap="none" spc="0" normalizeH="0" baseline="0" noProof="0" err="1">
                <a:ln>
                  <a:noFill/>
                </a:ln>
                <a:solidFill>
                  <a:prstClr val="black"/>
                </a:solidFill>
                <a:effectLst/>
                <a:uLnTx/>
                <a:uFillTx/>
                <a:latin typeface="Calibri"/>
                <a:ea typeface="Calibri"/>
                <a:cs typeface="Calibri"/>
              </a:rPr>
              <a:t>Applikationen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entlang</a:t>
            </a:r>
            <a:r>
              <a:rPr kumimoji="0" lang="en-US" sz="1000" b="0" i="0" u="none" strike="noStrike" kern="1200" cap="none" spc="0" normalizeH="0" baseline="0" noProof="0">
                <a:ln>
                  <a:noFill/>
                </a:ln>
                <a:solidFill>
                  <a:prstClr val="black"/>
                </a:solidFill>
                <a:effectLst/>
                <a:uLnTx/>
                <a:uFillTx/>
                <a:latin typeface="Calibri"/>
                <a:ea typeface="Calibri"/>
                <a:cs typeface="Calibri"/>
              </a:rPr>
              <a:t> der End‑to‑End‑</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Prozesse</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endParaRPr kumimoji="0" lang="en-US" sz="180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Verant­wortet</a:t>
            </a:r>
            <a:r>
              <a:rPr kumimoji="0" lang="en-US" sz="1000" b="1" i="0" u="none" strike="noStrike" kern="1200" cap="none" spc="0" normalizeH="0" baseline="0" noProof="0">
                <a:ln>
                  <a:noFill/>
                </a:ln>
                <a:solidFill>
                  <a:prstClr val="black"/>
                </a:solidFill>
                <a:effectLst/>
                <a:uLnTx/>
                <a:uFillTx/>
                <a:latin typeface="Calibri"/>
                <a:ea typeface="Calibri"/>
                <a:cs typeface="Calibri"/>
              </a:rPr>
              <a:t> Solution‑Design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Lösungsarchitektur</a:t>
            </a:r>
            <a:r>
              <a:rPr kumimoji="0" lang="en-US" sz="1000" b="0" i="0" u="none" strike="noStrike" kern="1200" cap="none" spc="0" normalizeH="0" baseline="0" noProof="0">
                <a:ln>
                  <a:noFill/>
                </a:ln>
                <a:solidFill>
                  <a:prstClr val="black"/>
                </a:solidFill>
                <a:effectLst/>
                <a:uLnTx/>
                <a:uFillTx/>
                <a:latin typeface="Calibri"/>
                <a:ea typeface="Calibri"/>
                <a:cs typeface="Calibri"/>
              </a:rPr>
              <a:t> und Lifecycle‑Management.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Second‑/Third‑Level‑ Support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Fehlermanagement</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endParaRPr kumimoji="0" lang="en-US" sz="1800" b="0" i="0" u="none" strike="noStrike" kern="1200" cap="none" spc="0" normalizeH="0" baseline="0" noProof="0">
              <a:ln>
                <a:noFill/>
              </a:ln>
              <a:solidFill>
                <a:prstClr val="black"/>
              </a:solidFill>
              <a:effectLst/>
              <a:uLnTx/>
              <a:uFillTx/>
              <a:latin typeface="STIHL Contraface Tex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a:ln>
                  <a:noFill/>
                </a:ln>
                <a:solidFill>
                  <a:prstClr val="black"/>
                </a:solidFill>
                <a:effectLst/>
                <a:uLnTx/>
                <a:uFillTx/>
                <a:latin typeface="Calibri"/>
                <a:ea typeface="Calibri"/>
                <a:cs typeface="Calibri"/>
              </a:rPr>
              <a:t>Plant und </a:t>
            </a:r>
            <a:r>
              <a:rPr kumimoji="0" lang="en-US" sz="1000" b="1" i="0" u="none" strike="noStrike" kern="1200" cap="none" spc="0" normalizeH="0" baseline="0" noProof="0" err="1">
                <a:ln>
                  <a:noFill/>
                </a:ln>
                <a:solidFill>
                  <a:prstClr val="black"/>
                </a:solidFill>
                <a:effectLst/>
                <a:uLnTx/>
                <a:uFillTx/>
                <a:latin typeface="Calibri"/>
                <a:ea typeface="Calibri"/>
                <a:cs typeface="Calibri"/>
              </a:rPr>
              <a:t>koordiniert</a:t>
            </a:r>
            <a:r>
              <a:rPr kumimoji="0" lang="en-US" sz="1000" b="1" i="0" u="none" strike="noStrike" kern="1200" cap="none" spc="0" normalizeH="0" baseline="0" noProof="0">
                <a:ln>
                  <a:noFill/>
                </a:ln>
                <a:solidFill>
                  <a:prstClr val="black"/>
                </a:solidFill>
                <a:effectLst/>
                <a:uLnTx/>
                <a:uFillTx/>
                <a:latin typeface="Calibri"/>
                <a:ea typeface="Calibri"/>
                <a:cs typeface="Calibri"/>
              </a:rPr>
              <a:t> Releases</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technische</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Weiterentwicklungen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Qualitäts­sicherung</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Betreibt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Reporting, Analytics &amp; KI‑</a:t>
            </a:r>
            <a:r>
              <a:rPr kumimoji="0" lang="en-US" sz="1000" b="1" i="0" u="none" strike="noStrike" kern="1200" cap="none" spc="0" normalizeH="0" baseline="0" noProof="0" err="1">
                <a:ln>
                  <a:noFill/>
                </a:ln>
                <a:solidFill>
                  <a:prstClr val="black"/>
                </a:solidFill>
                <a:effectLst/>
                <a:uLnTx/>
                <a:uFillTx/>
                <a:latin typeface="Calibri"/>
                <a:ea typeface="Calibri"/>
                <a:cs typeface="Calibri"/>
              </a:rPr>
              <a:t>Plattformen</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a:ln>
                  <a:noFill/>
                </a:ln>
                <a:solidFill>
                  <a:prstClr val="black"/>
                </a:solidFill>
                <a:effectLst/>
                <a:uLnTx/>
                <a:uFillTx/>
                <a:latin typeface="Calibri"/>
                <a:ea typeface="Calibri"/>
                <a:cs typeface="Calibri"/>
              </a:rPr>
              <a:t>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datengetriebene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Lösungen</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SAP Basis, Tech‑Development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1" i="0" u="none" strike="noStrike" kern="1200" cap="none" spc="0" normalizeH="0" baseline="0" noProof="0">
                <a:ln>
                  <a:noFill/>
                </a:ln>
                <a:solidFill>
                  <a:prstClr val="black"/>
                </a:solidFill>
                <a:effectLst/>
                <a:uLnTx/>
                <a:uFillTx/>
                <a:latin typeface="Calibri"/>
                <a:ea typeface="Calibri"/>
                <a:cs typeface="Calibri"/>
              </a:rPr>
              <a:t>Master Data Management.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Unterstützt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lokale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Business‑Services</a:t>
            </a:r>
            <a:r>
              <a:rPr kumimoji="0" lang="en-US" sz="1000" b="0" i="0" u="none" strike="noStrike" kern="1200" cap="none" spc="0" normalizeH="0" baseline="0" noProof="0">
                <a:ln>
                  <a:noFill/>
                </a:ln>
                <a:solidFill>
                  <a:prstClr val="black"/>
                </a:solidFill>
                <a:effectLst/>
                <a:uLnTx/>
                <a:uFillTx/>
                <a:latin typeface="Calibri"/>
                <a:ea typeface="Calibri"/>
                <a:cs typeface="Calibri"/>
              </a:rPr>
              <a:t> an den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Standorten</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p:txBody>
      </p:sp>
      <p:sp>
        <p:nvSpPr>
          <p:cNvPr id="224" name="Rectangle 21">
            <a:extLst>
              <a:ext uri="{FF2B5EF4-FFF2-40B4-BE49-F238E27FC236}">
                <a16:creationId xmlns:a16="http://schemas.microsoft.com/office/drawing/2014/main" id="{0CD1AA35-AC38-56C1-B67E-3D2DAEA9E1CE}"/>
              </a:ext>
            </a:extLst>
          </p:cNvPr>
          <p:cNvSpPr/>
          <p:nvPr/>
        </p:nvSpPr>
        <p:spPr>
          <a:xfrm>
            <a:off x="7035409" y="898384"/>
            <a:ext cx="5034028" cy="1370229"/>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Definiert</a:t>
            </a:r>
            <a:r>
              <a:rPr kumimoji="0" lang="en-US" sz="1000" b="0" i="0" u="none" strike="noStrike" kern="1200" cap="none" spc="0" normalizeH="0" baseline="0" noProof="0">
                <a:ln>
                  <a:noFill/>
                </a:ln>
                <a:solidFill>
                  <a:prstClr val="black"/>
                </a:solidFill>
                <a:effectLst/>
                <a:uLnTx/>
                <a:uFillTx/>
                <a:latin typeface="Calibri"/>
                <a:ea typeface="Calibri"/>
                <a:cs typeface="Calibri"/>
              </a:rPr>
              <a:t> die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digitale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Zielarchitektur</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setzt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strategische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Leitplanken</a:t>
            </a:r>
            <a:r>
              <a:rPr kumimoji="0" lang="en-US" sz="1000" b="0" i="0" u="none" strike="noStrike" kern="1200" cap="none" spc="0" normalizeH="0" baseline="0" noProof="0">
                <a:ln>
                  <a:noFill/>
                </a:ln>
                <a:solidFill>
                  <a:prstClr val="black"/>
                </a:solidFill>
                <a:effectLst/>
                <a:uLnTx/>
                <a:uFillTx/>
                <a:latin typeface="Calibri"/>
                <a:ea typeface="Calibri"/>
                <a:cs typeface="Calibri"/>
              </a:rPr>
              <a:t> für die IPS.</a:t>
            </a:r>
            <a:endParaRPr kumimoji="0" lang="en-US" sz="180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Governance, </a:t>
            </a:r>
            <a:r>
              <a:rPr kumimoji="0" lang="en-US" sz="1000" b="1" i="0" u="none" strike="noStrike" kern="1200" cap="none" spc="0" normalizeH="0" baseline="0" noProof="0" err="1">
                <a:ln>
                  <a:noFill/>
                </a:ln>
                <a:solidFill>
                  <a:prstClr val="black"/>
                </a:solidFill>
                <a:effectLst/>
                <a:uLnTx/>
                <a:uFillTx/>
                <a:latin typeface="Calibri"/>
                <a:ea typeface="Calibri"/>
                <a:cs typeface="Calibri"/>
              </a:rPr>
              <a:t>Richtlinien</a:t>
            </a:r>
            <a:r>
              <a:rPr kumimoji="0" lang="en-US" sz="1000" b="1" i="0" u="none" strike="noStrike" kern="1200" cap="none" spc="0" normalizeH="0" baseline="0" noProof="0">
                <a:ln>
                  <a:noFill/>
                </a:ln>
                <a:solidFill>
                  <a:prstClr val="black"/>
                </a:solidFill>
                <a:effectLst/>
                <a:uLnTx/>
                <a:uFillTx/>
                <a:latin typeface="Calibri"/>
                <a:ea typeface="Calibri"/>
                <a:cs typeface="Calibri"/>
              </a:rPr>
              <a:t>, Standards</a:t>
            </a:r>
            <a:r>
              <a:rPr kumimoji="0" lang="en-US" sz="1000" b="0" i="0" u="none" strike="noStrike" kern="1200" cap="none" spc="0" normalizeH="0" baseline="0" noProof="0">
                <a:ln>
                  <a:noFill/>
                </a:ln>
                <a:solidFill>
                  <a:prstClr val="black"/>
                </a:solidFill>
                <a:effectLst/>
                <a:uLnTx/>
                <a:uFillTx/>
                <a:latin typeface="Calibri"/>
                <a:ea typeface="Calibri"/>
                <a:cs typeface="Calibri"/>
              </a:rPr>
              <a:t> und die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strategische</a:t>
            </a:r>
            <a:r>
              <a:rPr kumimoji="0" lang="en-US" sz="1000" b="0" i="0" u="none" strike="noStrike" kern="1200" cap="none" spc="0" normalizeH="0" baseline="0" noProof="0">
                <a:ln>
                  <a:noFill/>
                </a:ln>
                <a:solidFill>
                  <a:prstClr val="black"/>
                </a:solidFill>
                <a:effectLst/>
                <a:uLnTx/>
                <a:uFillTx/>
                <a:latin typeface="Calibri"/>
                <a:ea typeface="Calibri"/>
                <a:cs typeface="Calibri"/>
              </a:rPr>
              <a:t> Tool‑</a:t>
            </a:r>
            <a:r>
              <a:rPr kumimoji="0" lang="en-US" sz="1000" b="0" i="0" u="none" strike="noStrike" kern="1200" cap="none" spc="0" normalizeH="0" baseline="0" noProof="0" err="1">
                <a:ln>
                  <a:noFill/>
                </a:ln>
                <a:solidFill>
                  <a:prstClr val="black"/>
                </a:solidFill>
                <a:effectLst/>
                <a:uLnTx/>
                <a:uFillTx/>
                <a:latin typeface="Calibri"/>
                <a:ea typeface="Calibri"/>
                <a:cs typeface="Calibri"/>
              </a:rPr>
              <a:t>Landschaft</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a:ln>
                  <a:noFill/>
                </a:ln>
                <a:solidFill>
                  <a:prstClr val="black"/>
                </a:solidFill>
                <a:effectLst/>
                <a:uLnTx/>
                <a:uFillTx/>
                <a:latin typeface="Calibri"/>
                <a:ea typeface="Calibri"/>
                <a:cs typeface="Calibri"/>
              </a:rPr>
              <a:t>Plant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das </a:t>
            </a:r>
            <a:r>
              <a:rPr kumimoji="0" lang="en-US" sz="1000" b="1" i="0" u="none" strike="noStrike" kern="1200" cap="none" spc="0" normalizeH="0" baseline="0" noProof="0">
                <a:ln>
                  <a:noFill/>
                </a:ln>
                <a:solidFill>
                  <a:prstClr val="black"/>
                </a:solidFill>
                <a:effectLst/>
                <a:uLnTx/>
                <a:uFillTx/>
                <a:latin typeface="Calibri"/>
                <a:ea typeface="Calibri"/>
                <a:cs typeface="Calibri"/>
              </a:rPr>
              <a:t>operative Projekt‑ und Demand‑Portfolio</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a:ln>
                  <a:noFill/>
                </a:ln>
                <a:solidFill>
                  <a:prstClr val="black"/>
                </a:solidFill>
                <a:effectLst/>
                <a:uLnTx/>
                <a:uFillTx/>
                <a:latin typeface="Calibri"/>
                <a:ea typeface="Calibri"/>
                <a:cs typeface="Calibri"/>
              </a:rPr>
              <a:t>Sichert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Kapazitäts</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1" i="0" u="none" strike="noStrike" kern="1200" cap="none" spc="0" normalizeH="0" baseline="0" noProof="0" err="1">
                <a:ln>
                  <a:noFill/>
                </a:ln>
                <a:solidFill>
                  <a:prstClr val="black"/>
                </a:solidFill>
                <a:effectLst/>
                <a:uLnTx/>
                <a:uFillTx/>
                <a:latin typeface="Calibri"/>
                <a:ea typeface="Calibri"/>
                <a:cs typeface="Calibri"/>
              </a:rPr>
              <a:t>Ressourcenplanung</a:t>
            </a:r>
            <a:r>
              <a:rPr kumimoji="0" lang="en-US" sz="1000" b="0" i="0" u="none" strike="noStrike" kern="1200" cap="none" spc="0" normalizeH="0" baseline="0" noProof="0">
                <a:ln>
                  <a:noFill/>
                </a:ln>
                <a:solidFill>
                  <a:prstClr val="black"/>
                </a:solidFill>
                <a:effectLst/>
                <a:uLnTx/>
                <a:uFillTx/>
                <a:latin typeface="Calibri"/>
                <a:ea typeface="Calibri"/>
                <a:cs typeface="Calibri"/>
              </a:rPr>
              <a:t> I</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das PMO, </a:t>
            </a:r>
            <a:r>
              <a:rPr kumimoji="0" lang="en-US" sz="1000" b="1" i="0" u="none" strike="noStrike" kern="1200" cap="none" spc="0" normalizeH="0" baseline="0" noProof="0" err="1">
                <a:ln>
                  <a:noFill/>
                </a:ln>
                <a:solidFill>
                  <a:prstClr val="black"/>
                </a:solidFill>
                <a:effectLst/>
                <a:uLnTx/>
                <a:uFillTx/>
                <a:latin typeface="Calibri"/>
                <a:ea typeface="Calibri"/>
                <a:cs typeface="Calibri"/>
              </a:rPr>
              <a:t>Testmanagement</a:t>
            </a:r>
            <a:r>
              <a:rPr kumimoji="0" lang="en-US" sz="1000" b="1" i="0" u="none" strike="noStrike" kern="1200" cap="none" spc="0" normalizeH="0" baseline="0" noProof="0">
                <a:ln>
                  <a:noFill/>
                </a:ln>
                <a:solidFill>
                  <a:prstClr val="black"/>
                </a:solidFill>
                <a:effectLst/>
                <a:uLnTx/>
                <a:uFillTx/>
                <a:latin typeface="Calibri"/>
                <a:ea typeface="Calibri"/>
                <a:cs typeface="Calibri"/>
              </a:rPr>
              <a:t>, Financial Management</a:t>
            </a:r>
            <a:r>
              <a:rPr kumimoji="0" lang="en-US" sz="1000" b="0" i="0" u="none" strike="noStrike" kern="1200" cap="none" spc="0" normalizeH="0" baseline="0" noProof="0">
                <a:ln>
                  <a:noFill/>
                </a:ln>
                <a:solidFill>
                  <a:prstClr val="black"/>
                </a:solidFill>
                <a:effectLst/>
                <a:uLnTx/>
                <a:uFillTx/>
                <a:latin typeface="Calibri"/>
                <a:ea typeface="Calibri"/>
                <a:cs typeface="Calibri"/>
              </a:rPr>
              <a:t> und das </a:t>
            </a:r>
            <a:r>
              <a:rPr kumimoji="0" lang="en-US" sz="1000" b="0" i="0" u="none" strike="noStrike" kern="1200" cap="none" spc="0" normalizeH="0" baseline="0" noProof="0" err="1">
                <a:ln>
                  <a:noFill/>
                </a:ln>
                <a:solidFill>
                  <a:prstClr val="black"/>
                </a:solidFill>
                <a:effectLst/>
                <a:uLnTx/>
                <a:uFillTx/>
                <a:latin typeface="Calibri"/>
                <a:ea typeface="Calibri"/>
                <a:cs typeface="Calibri"/>
              </a:rPr>
              <a:t>zentrale</a:t>
            </a:r>
            <a:r>
              <a:rPr kumimoji="0" lang="en-US" sz="1000" b="0" i="0" u="none" strike="noStrike" kern="1200" cap="none" spc="0" normalizeH="0" baseline="0" noProof="0">
                <a:ln>
                  <a:noFill/>
                </a:ln>
                <a:solidFill>
                  <a:prstClr val="black"/>
                </a:solidFill>
                <a:effectLst/>
                <a:uLnTx/>
                <a:uFillTx/>
                <a:latin typeface="Calibri"/>
                <a:ea typeface="Calibri"/>
                <a:cs typeface="Calibri"/>
              </a:rPr>
              <a:t> Lizenzwesen.</a:t>
            </a:r>
            <a:endParaRPr kumimoji="0" lang="en-US" sz="18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223" name="Rectangle 21">
            <a:extLst>
              <a:ext uri="{FF2B5EF4-FFF2-40B4-BE49-F238E27FC236}">
                <a16:creationId xmlns:a16="http://schemas.microsoft.com/office/drawing/2014/main" id="{2AFBC047-1DDD-93D2-1042-05C58DCB2CD9}"/>
              </a:ext>
            </a:extLst>
          </p:cNvPr>
          <p:cNvSpPr/>
          <p:nvPr/>
        </p:nvSpPr>
        <p:spPr>
          <a:xfrm flipH="1">
            <a:off x="117088" y="3122035"/>
            <a:ext cx="2930998" cy="3416109"/>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die </a:t>
            </a:r>
            <a:r>
              <a:rPr kumimoji="0" lang="en-US" sz="1000" b="1" i="0" u="none" strike="noStrike" kern="1200" cap="none" spc="0" normalizeH="0" baseline="0" noProof="0">
                <a:ln>
                  <a:noFill/>
                </a:ln>
                <a:solidFill>
                  <a:prstClr val="black"/>
                </a:solidFill>
                <a:effectLst/>
                <a:uLnTx/>
                <a:uFillTx/>
                <a:latin typeface="Calibri"/>
                <a:ea typeface="Calibri"/>
                <a:cs typeface="Calibri"/>
              </a:rPr>
              <a:t>End‑to‑End‑</a:t>
            </a:r>
            <a:r>
              <a:rPr kumimoji="0" lang="en-US" sz="1000" b="1" i="0" u="none" strike="noStrike" kern="1200" cap="none" spc="0" normalizeH="0" baseline="0" noProof="0" err="1">
                <a:ln>
                  <a:noFill/>
                </a:ln>
                <a:solidFill>
                  <a:prstClr val="black"/>
                </a:solidFill>
                <a:effectLst/>
                <a:uLnTx/>
                <a:uFillTx/>
                <a:latin typeface="Calibri"/>
                <a:ea typeface="Calibri"/>
                <a:cs typeface="Calibri"/>
              </a:rPr>
              <a:t>Prozesslandschaft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Prozessharmonisierung</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endParaRPr kumimoji="0" lang="en-US" sz="180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Orchestriert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Business‑Demands</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bewertet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Nutzen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priorisiert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entlang</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klarer</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Kriterien</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optimiert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integriert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Geschäftsprozesse</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über</a:t>
            </a:r>
            <a:r>
              <a:rPr kumimoji="0" lang="en-US" sz="1000" b="1" i="0" u="none" strike="noStrike" kern="1200" cap="none" spc="0" normalizeH="0" baseline="0" noProof="0">
                <a:ln>
                  <a:noFill/>
                </a:ln>
                <a:solidFill>
                  <a:prstClr val="black"/>
                </a:solidFill>
                <a:effectLst/>
                <a:uLnTx/>
                <a:uFillTx/>
                <a:latin typeface="Calibri"/>
                <a:ea typeface="Calibri"/>
                <a:cs typeface="Calibri"/>
              </a:rPr>
              <a:t> alle </a:t>
            </a:r>
            <a:r>
              <a:rPr kumimoji="0" lang="en-US" sz="1000" b="1" i="0" u="none" strike="noStrike" kern="1200" cap="none" spc="0" normalizeH="0" baseline="0" noProof="0" err="1">
                <a:ln>
                  <a:noFill/>
                </a:ln>
                <a:solidFill>
                  <a:prstClr val="black"/>
                </a:solidFill>
                <a:effectLst/>
                <a:uLnTx/>
                <a:uFillTx/>
                <a:latin typeface="Calibri"/>
                <a:ea typeface="Calibri"/>
                <a:cs typeface="Calibri"/>
              </a:rPr>
              <a:t>Wertströme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hinweg</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Etabliert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Prozess</a:t>
            </a:r>
            <a:r>
              <a:rPr kumimoji="0" lang="en-US" sz="1000" b="1" i="0" u="none" strike="noStrike" kern="1200" cap="none" spc="0" normalizeH="0" baseline="0" noProof="0">
                <a:ln>
                  <a:noFill/>
                </a:ln>
                <a:solidFill>
                  <a:prstClr val="black"/>
                </a:solidFill>
                <a:effectLst/>
                <a:uLnTx/>
                <a:uFillTx/>
                <a:latin typeface="Calibri"/>
                <a:ea typeface="Calibri"/>
                <a:cs typeface="Calibri"/>
              </a:rPr>
              <a:t>- und Daten‑Governance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sowie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einheitliche</a:t>
            </a:r>
            <a:r>
              <a:rPr kumimoji="0" lang="en-US" sz="1000" b="0" i="0" u="none" strike="noStrike" kern="1200" cap="none" spc="0" normalizeH="0" baseline="0" noProof="0">
                <a:ln>
                  <a:noFill/>
                </a:ln>
                <a:solidFill>
                  <a:prstClr val="black"/>
                </a:solidFill>
                <a:effectLst/>
                <a:uLnTx/>
                <a:uFillTx/>
                <a:latin typeface="Calibri"/>
                <a:ea typeface="Calibri"/>
                <a:cs typeface="Calibri"/>
              </a:rPr>
              <a:t> Standards.</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Unterstützt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Programme</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Großprojekte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mit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prozessualer</a:t>
            </a:r>
            <a:r>
              <a:rPr kumimoji="0" lang="en-US" sz="1000" b="0" i="0" u="none" strike="noStrike" kern="1200" cap="none" spc="0" normalizeH="0" baseline="0" noProof="0">
                <a:ln>
                  <a:noFill/>
                </a:ln>
                <a:solidFill>
                  <a:prstClr val="black"/>
                </a:solidFill>
                <a:effectLst/>
                <a:uLnTx/>
                <a:uFillTx/>
                <a:latin typeface="Calibri"/>
                <a:ea typeface="Calibri"/>
                <a:cs typeface="Calibri"/>
              </a:rPr>
              <a:t> Expertise und E2E‑Sicht.</a:t>
            </a:r>
          </a:p>
        </p:txBody>
      </p:sp>
      <p:sp>
        <p:nvSpPr>
          <p:cNvPr id="5" name="Rectangle 30">
            <a:extLst>
              <a:ext uri="{FF2B5EF4-FFF2-40B4-BE49-F238E27FC236}">
                <a16:creationId xmlns:a16="http://schemas.microsoft.com/office/drawing/2014/main" id="{13803494-784A-6FE1-EBD5-D1BD5759576D}"/>
              </a:ext>
            </a:extLst>
          </p:cNvPr>
          <p:cNvSpPr/>
          <p:nvPr/>
        </p:nvSpPr>
        <p:spPr>
          <a:xfrm>
            <a:off x="7028778" y="515618"/>
            <a:ext cx="5022965" cy="364541"/>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IPS Management Office </a:t>
            </a:r>
          </a:p>
        </p:txBody>
      </p:sp>
      <p:sp>
        <p:nvSpPr>
          <p:cNvPr id="37" name="Rectangle 30">
            <a:extLst>
              <a:ext uri="{FF2B5EF4-FFF2-40B4-BE49-F238E27FC236}">
                <a16:creationId xmlns:a16="http://schemas.microsoft.com/office/drawing/2014/main" id="{62637497-0ECE-6ED8-0ACB-AE4D6A801DCC}"/>
              </a:ext>
            </a:extLst>
          </p:cNvPr>
          <p:cNvSpPr/>
          <p:nvPr/>
        </p:nvSpPr>
        <p:spPr>
          <a:xfrm flipH="1">
            <a:off x="3153767" y="2730541"/>
            <a:ext cx="2927313" cy="364541"/>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Business Solutions &amp; Services</a:t>
            </a:r>
          </a:p>
        </p:txBody>
      </p:sp>
      <p:sp>
        <p:nvSpPr>
          <p:cNvPr id="65" name="Rectangle 30">
            <a:extLst>
              <a:ext uri="{FF2B5EF4-FFF2-40B4-BE49-F238E27FC236}">
                <a16:creationId xmlns:a16="http://schemas.microsoft.com/office/drawing/2014/main" id="{21E65A50-CF23-1198-8999-33BAC8BE751C}"/>
              </a:ext>
            </a:extLst>
          </p:cNvPr>
          <p:cNvSpPr/>
          <p:nvPr/>
        </p:nvSpPr>
        <p:spPr>
          <a:xfrm>
            <a:off x="145655" y="482636"/>
            <a:ext cx="5036101" cy="364652"/>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Enterprise Architecture  &amp; Innovation</a:t>
            </a:r>
            <a:endParaRPr kumimoji="0" lang="en-US" sz="900" b="0" i="0" u="none" strike="noStrike" kern="1200" cap="none" spc="0" normalizeH="0" baseline="0" noProof="0" err="1">
              <a:ln>
                <a:noFill/>
              </a:ln>
              <a:solidFill>
                <a:prstClr val="black"/>
              </a:solidFill>
              <a:effectLst/>
              <a:uLnTx/>
              <a:uFillTx/>
              <a:latin typeface="Calibri"/>
              <a:ea typeface="Calibri"/>
              <a:cs typeface="Calibri"/>
            </a:endParaRPr>
          </a:p>
        </p:txBody>
      </p:sp>
      <p:sp>
        <p:nvSpPr>
          <p:cNvPr id="75" name="Rectangle 30">
            <a:extLst>
              <a:ext uri="{FF2B5EF4-FFF2-40B4-BE49-F238E27FC236}">
                <a16:creationId xmlns:a16="http://schemas.microsoft.com/office/drawing/2014/main" id="{2C960353-ED1F-A4DC-B389-89A4DB0C7939}"/>
              </a:ext>
            </a:extLst>
          </p:cNvPr>
          <p:cNvSpPr/>
          <p:nvPr/>
        </p:nvSpPr>
        <p:spPr>
          <a:xfrm rot="10800000" flipV="1">
            <a:off x="9174318" y="2743929"/>
            <a:ext cx="2928287" cy="360448"/>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Cyber Security</a:t>
            </a:r>
            <a:endParaRPr kumimoji="0" lang="en-US" sz="900" b="0" i="0" u="none" strike="noStrike" kern="1200" cap="none" spc="0" normalizeH="0" baseline="0" noProof="0">
              <a:ln>
                <a:noFill/>
              </a:ln>
              <a:solidFill>
                <a:prstClr val="black"/>
              </a:solidFill>
              <a:effectLst/>
              <a:uLnTx/>
              <a:uFillTx/>
              <a:latin typeface="Calibri"/>
              <a:ea typeface="Calibri"/>
              <a:cs typeface="Calibri"/>
            </a:endParaRPr>
          </a:p>
        </p:txBody>
      </p:sp>
      <p:sp>
        <p:nvSpPr>
          <p:cNvPr id="113" name="Rectangle 30">
            <a:extLst>
              <a:ext uri="{FF2B5EF4-FFF2-40B4-BE49-F238E27FC236}">
                <a16:creationId xmlns:a16="http://schemas.microsoft.com/office/drawing/2014/main" id="{3D16DA7A-3FBD-67B9-4E78-9DAD5BCF0A25}"/>
              </a:ext>
            </a:extLst>
          </p:cNvPr>
          <p:cNvSpPr/>
          <p:nvPr/>
        </p:nvSpPr>
        <p:spPr>
          <a:xfrm flipH="1">
            <a:off x="6160932" y="2734911"/>
            <a:ext cx="2927705" cy="377324"/>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Technical Solutions &amp; Services</a:t>
            </a:r>
            <a:endParaRPr kumimoji="0" lang="en-US" sz="900" b="0" i="0" u="none" strike="noStrike" kern="1200" cap="none" spc="0" normalizeH="0" baseline="0" noProof="0">
              <a:ln>
                <a:noFill/>
              </a:ln>
              <a:solidFill>
                <a:prstClr val="black"/>
              </a:solidFill>
              <a:effectLst/>
              <a:uLnTx/>
              <a:uFillTx/>
              <a:latin typeface="Calibri"/>
              <a:ea typeface="Calibri"/>
              <a:cs typeface="Calibri"/>
            </a:endParaRPr>
          </a:p>
        </p:txBody>
      </p:sp>
      <p:sp>
        <p:nvSpPr>
          <p:cNvPr id="171" name="Rectangle 48">
            <a:extLst>
              <a:ext uri="{FF2B5EF4-FFF2-40B4-BE49-F238E27FC236}">
                <a16:creationId xmlns:a16="http://schemas.microsoft.com/office/drawing/2014/main" id="{235BF806-B2F7-A964-BEA2-2C26A02218AB}"/>
              </a:ext>
            </a:extLst>
          </p:cNvPr>
          <p:cNvSpPr/>
          <p:nvPr/>
        </p:nvSpPr>
        <p:spPr>
          <a:xfrm>
            <a:off x="5042030" y="105040"/>
            <a:ext cx="2062761" cy="260204"/>
          </a:xfrm>
          <a:prstGeom prst="rect">
            <a:avLst/>
          </a:prstGeom>
          <a:solidFill>
            <a:schemeClr val="accent2"/>
          </a:solidFill>
          <a:ln w="6350">
            <a:solidFill>
              <a:schemeClr val="accent2">
                <a:lumMod val="20000"/>
                <a:lumOff val="80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200" b="1" i="0" u="none" strike="noStrike" kern="1200" cap="none" spc="0" normalizeH="0" baseline="0" noProof="0">
                <a:ln>
                  <a:noFill/>
                </a:ln>
                <a:solidFill>
                  <a:prstClr val="white"/>
                </a:solidFill>
                <a:effectLst/>
                <a:uLnTx/>
                <a:uFillTx/>
                <a:latin typeface="Calibri"/>
                <a:ea typeface="Calibri"/>
                <a:cs typeface="Calibri"/>
              </a:rPr>
              <a:t>CIO</a:t>
            </a:r>
          </a:p>
        </p:txBody>
      </p:sp>
      <p:sp>
        <p:nvSpPr>
          <p:cNvPr id="173" name="Rectangle 30">
            <a:extLst>
              <a:ext uri="{FF2B5EF4-FFF2-40B4-BE49-F238E27FC236}">
                <a16:creationId xmlns:a16="http://schemas.microsoft.com/office/drawing/2014/main" id="{3BE83811-4BBE-8076-B768-C68A3B3B7316}"/>
              </a:ext>
            </a:extLst>
          </p:cNvPr>
          <p:cNvSpPr/>
          <p:nvPr/>
        </p:nvSpPr>
        <p:spPr>
          <a:xfrm>
            <a:off x="114953" y="2717982"/>
            <a:ext cx="2930246" cy="364541"/>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Digital Transformation &amp; Process Excellence</a:t>
            </a:r>
            <a:endParaRPr kumimoji="0" lang="en-US" sz="900" b="0" i="0" u="none" strike="noStrike" kern="1200" cap="none" spc="0" normalizeH="0" baseline="0" noProof="0">
              <a:ln>
                <a:noFill/>
              </a:ln>
              <a:solidFill>
                <a:prstClr val="black"/>
              </a:solidFill>
              <a:effectLst/>
              <a:uLnTx/>
              <a:uFillTx/>
              <a:latin typeface="Calibri"/>
              <a:ea typeface="Calibri"/>
              <a:cs typeface="Calibri"/>
            </a:endParaRPr>
          </a:p>
        </p:txBody>
      </p:sp>
      <p:sp>
        <p:nvSpPr>
          <p:cNvPr id="229" name="Rectangle 30">
            <a:extLst>
              <a:ext uri="{FF2B5EF4-FFF2-40B4-BE49-F238E27FC236}">
                <a16:creationId xmlns:a16="http://schemas.microsoft.com/office/drawing/2014/main" id="{AA364B54-07F4-A381-4C09-9B056FF07C03}"/>
              </a:ext>
            </a:extLst>
          </p:cNvPr>
          <p:cNvSpPr/>
          <p:nvPr/>
        </p:nvSpPr>
        <p:spPr>
          <a:xfrm>
            <a:off x="7091670" y="2028817"/>
            <a:ext cx="4937786" cy="216115"/>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0" name="Rectangle 30">
            <a:extLst>
              <a:ext uri="{FF2B5EF4-FFF2-40B4-BE49-F238E27FC236}">
                <a16:creationId xmlns:a16="http://schemas.microsoft.com/office/drawing/2014/main" id="{2F26824B-B43B-7783-F401-ACD1E1FB4378}"/>
              </a:ext>
            </a:extLst>
          </p:cNvPr>
          <p:cNvSpPr/>
          <p:nvPr/>
        </p:nvSpPr>
        <p:spPr>
          <a:xfrm flipH="1">
            <a:off x="3197477" y="6295461"/>
            <a:ext cx="2831575" cy="216115"/>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1" name="Rectangle 30">
            <a:extLst>
              <a:ext uri="{FF2B5EF4-FFF2-40B4-BE49-F238E27FC236}">
                <a16:creationId xmlns:a16="http://schemas.microsoft.com/office/drawing/2014/main" id="{328DC1DC-A2E2-91AF-EB54-E168FF0B817D}"/>
              </a:ext>
            </a:extLst>
          </p:cNvPr>
          <p:cNvSpPr/>
          <p:nvPr/>
        </p:nvSpPr>
        <p:spPr>
          <a:xfrm rot="10800000" flipH="1" flipV="1">
            <a:off x="9241131" y="6308188"/>
            <a:ext cx="2837900" cy="220304"/>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2" name="Rectangle 30">
            <a:extLst>
              <a:ext uri="{FF2B5EF4-FFF2-40B4-BE49-F238E27FC236}">
                <a16:creationId xmlns:a16="http://schemas.microsoft.com/office/drawing/2014/main" id="{86DB7D62-B46F-67BC-0251-A4CCA1B1111E}"/>
              </a:ext>
            </a:extLst>
          </p:cNvPr>
          <p:cNvSpPr/>
          <p:nvPr/>
        </p:nvSpPr>
        <p:spPr>
          <a:xfrm>
            <a:off x="6209580" y="6319370"/>
            <a:ext cx="2838482" cy="220615"/>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3" name="Rectangle 30">
            <a:extLst>
              <a:ext uri="{FF2B5EF4-FFF2-40B4-BE49-F238E27FC236}">
                <a16:creationId xmlns:a16="http://schemas.microsoft.com/office/drawing/2014/main" id="{C886A37D-D753-A070-6261-C88D24839457}"/>
              </a:ext>
            </a:extLst>
          </p:cNvPr>
          <p:cNvSpPr/>
          <p:nvPr/>
        </p:nvSpPr>
        <p:spPr>
          <a:xfrm>
            <a:off x="155516" y="6300954"/>
            <a:ext cx="2839198" cy="216115"/>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4" name="Rectangle 30">
            <a:extLst>
              <a:ext uri="{FF2B5EF4-FFF2-40B4-BE49-F238E27FC236}">
                <a16:creationId xmlns:a16="http://schemas.microsoft.com/office/drawing/2014/main" id="{251F8E86-99B1-84A6-A2E1-57A4ECB5A0FC}"/>
              </a:ext>
            </a:extLst>
          </p:cNvPr>
          <p:cNvSpPr/>
          <p:nvPr/>
        </p:nvSpPr>
        <p:spPr>
          <a:xfrm>
            <a:off x="195138" y="1982941"/>
            <a:ext cx="4941758" cy="215454"/>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cxnSp>
        <p:nvCxnSpPr>
          <p:cNvPr id="3" name="Gerade Verbindung mit Pfeil 2">
            <a:extLst>
              <a:ext uri="{FF2B5EF4-FFF2-40B4-BE49-F238E27FC236}">
                <a16:creationId xmlns:a16="http://schemas.microsoft.com/office/drawing/2014/main" id="{9FEAA97A-3AD6-F1E1-FBD6-83CBCBB2B10C}"/>
              </a:ext>
            </a:extLst>
          </p:cNvPr>
          <p:cNvCxnSpPr>
            <a:cxnSpLocks/>
            <a:stCxn id="171" idx="2"/>
          </p:cNvCxnSpPr>
          <p:nvPr/>
        </p:nvCxnSpPr>
        <p:spPr>
          <a:xfrm flipH="1">
            <a:off x="6070845" y="365244"/>
            <a:ext cx="2566" cy="2188677"/>
          </a:xfrm>
          <a:prstGeom prst="straightConnector1">
            <a:avLst/>
          </a:prstGeom>
          <a:ln/>
        </p:spPr>
        <p:style>
          <a:lnRef idx="2">
            <a:schemeClr val="dk1"/>
          </a:lnRef>
          <a:fillRef idx="0">
            <a:schemeClr val="dk1"/>
          </a:fillRef>
          <a:effectRef idx="1">
            <a:schemeClr val="dk1"/>
          </a:effectRef>
          <a:fontRef idx="minor">
            <a:schemeClr val="tx1"/>
          </a:fontRef>
        </p:style>
      </p:cxnSp>
      <p:sp>
        <p:nvSpPr>
          <p:cNvPr id="197" name="Rechteck: abgerundete Ecken 42">
            <a:extLst>
              <a:ext uri="{FF2B5EF4-FFF2-40B4-BE49-F238E27FC236}">
                <a16:creationId xmlns:a16="http://schemas.microsoft.com/office/drawing/2014/main" id="{8B63FD31-C2D4-D172-964F-8B0255A4B0C2}"/>
              </a:ext>
            </a:extLst>
          </p:cNvPr>
          <p:cNvSpPr/>
          <p:nvPr/>
        </p:nvSpPr>
        <p:spPr bwMode="auto">
          <a:xfrm>
            <a:off x="5500588" y="659848"/>
            <a:ext cx="1116154" cy="281307"/>
          </a:xfrm>
          <a:prstGeom prst="rect">
            <a:avLst/>
          </a:prstGeom>
          <a:solidFill>
            <a:schemeClr val="accent2">
              <a:lumMod val="20000"/>
              <a:lumOff val="80000"/>
            </a:schemeClr>
          </a:solidFill>
          <a:ln w="28575">
            <a:solidFill>
              <a:schemeClr val="bg1"/>
            </a:solidFill>
          </a:ln>
          <a:effectLst/>
        </p:spPr>
        <p:txBody>
          <a:bodyPr lIns="36000" tIns="0" rIns="0" bIns="0" anchor="ctr"/>
          <a:lstStyle>
            <a:defPPr>
              <a:defRPr lang="de-DE"/>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a:lstStyle>
          <a:p>
            <a:pPr marL="0" marR="0" lvl="0" indent="0" algn="ctr" defTabSz="855595"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err="1">
                <a:ln>
                  <a:noFill/>
                </a:ln>
                <a:solidFill>
                  <a:prstClr val="black"/>
                </a:solidFill>
                <a:effectLst/>
                <a:uLnTx/>
                <a:uFillTx/>
                <a:latin typeface="Calibri"/>
                <a:ea typeface="Calibri"/>
                <a:cs typeface="Calibri"/>
              </a:rPr>
              <a:t>Assistenz</a:t>
            </a:r>
            <a:endParaRPr kumimoji="0" lang="en-US" sz="700" b="0" i="0" u="none" strike="noStrike" kern="1200" cap="none" spc="0" normalizeH="0" baseline="0" noProof="0" err="1">
              <a:ln>
                <a:noFill/>
              </a:ln>
              <a:solidFill>
                <a:prstClr val="black"/>
              </a:solidFill>
              <a:effectLst/>
              <a:uLnTx/>
              <a:uFillTx/>
              <a:latin typeface="Calibri"/>
              <a:ea typeface="Calibri"/>
              <a:cs typeface="Calibri"/>
            </a:endParaRPr>
          </a:p>
        </p:txBody>
      </p:sp>
      <p:cxnSp>
        <p:nvCxnSpPr>
          <p:cNvPr id="4" name="Gerade Verbindung mit Pfeil 3">
            <a:extLst>
              <a:ext uri="{FF2B5EF4-FFF2-40B4-BE49-F238E27FC236}">
                <a16:creationId xmlns:a16="http://schemas.microsoft.com/office/drawing/2014/main" id="{05F7F903-E2CC-AC6B-8379-178429BF1357}"/>
              </a:ext>
            </a:extLst>
          </p:cNvPr>
          <p:cNvCxnSpPr>
            <a:cxnSpLocks/>
          </p:cNvCxnSpPr>
          <p:nvPr/>
        </p:nvCxnSpPr>
        <p:spPr>
          <a:xfrm flipH="1" flipV="1">
            <a:off x="5191614" y="1515491"/>
            <a:ext cx="1840522" cy="13676"/>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6" name="Gerade Verbindung mit Pfeil 5">
            <a:extLst>
              <a:ext uri="{FF2B5EF4-FFF2-40B4-BE49-F238E27FC236}">
                <a16:creationId xmlns:a16="http://schemas.microsoft.com/office/drawing/2014/main" id="{D84F78B7-92FC-540A-9DE9-986E8BF7E4F9}"/>
              </a:ext>
            </a:extLst>
          </p:cNvPr>
          <p:cNvCxnSpPr>
            <a:cxnSpLocks/>
          </p:cNvCxnSpPr>
          <p:nvPr/>
        </p:nvCxnSpPr>
        <p:spPr>
          <a:xfrm flipH="1" flipV="1">
            <a:off x="1811462" y="2553920"/>
            <a:ext cx="8845057" cy="23445"/>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8" name="Gerade Verbindung mit Pfeil 7">
            <a:extLst>
              <a:ext uri="{FF2B5EF4-FFF2-40B4-BE49-F238E27FC236}">
                <a16:creationId xmlns:a16="http://schemas.microsoft.com/office/drawing/2014/main" id="{AB262B1B-8FAD-1D14-12C1-AA7982E0CAF6}"/>
              </a:ext>
            </a:extLst>
          </p:cNvPr>
          <p:cNvCxnSpPr/>
          <p:nvPr/>
        </p:nvCxnSpPr>
        <p:spPr>
          <a:xfrm flipV="1">
            <a:off x="1606608" y="-1499949"/>
            <a:ext cx="5862" cy="201930"/>
          </a:xfrm>
          <a:prstGeom prst="straightConnector1">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Gerade Verbindung mit Pfeil 9">
            <a:extLst>
              <a:ext uri="{FF2B5EF4-FFF2-40B4-BE49-F238E27FC236}">
                <a16:creationId xmlns:a16="http://schemas.microsoft.com/office/drawing/2014/main" id="{C25F2189-3F20-556A-1CF2-05865A79F768}"/>
              </a:ext>
            </a:extLst>
          </p:cNvPr>
          <p:cNvCxnSpPr>
            <a:cxnSpLocks/>
          </p:cNvCxnSpPr>
          <p:nvPr/>
        </p:nvCxnSpPr>
        <p:spPr>
          <a:xfrm flipH="1">
            <a:off x="10662383" y="2567597"/>
            <a:ext cx="3907" cy="188353"/>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11" name="Gerade Verbindung mit Pfeil 10">
            <a:extLst>
              <a:ext uri="{FF2B5EF4-FFF2-40B4-BE49-F238E27FC236}">
                <a16:creationId xmlns:a16="http://schemas.microsoft.com/office/drawing/2014/main" id="{3A3C9314-80A6-A930-21A1-FA3B9BB8EA28}"/>
              </a:ext>
            </a:extLst>
          </p:cNvPr>
          <p:cNvCxnSpPr>
            <a:cxnSpLocks/>
          </p:cNvCxnSpPr>
          <p:nvPr/>
        </p:nvCxnSpPr>
        <p:spPr>
          <a:xfrm flipH="1">
            <a:off x="7516690" y="2567597"/>
            <a:ext cx="3907" cy="188353"/>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12" name="Gerade Verbindung mit Pfeil 11">
            <a:extLst>
              <a:ext uri="{FF2B5EF4-FFF2-40B4-BE49-F238E27FC236}">
                <a16:creationId xmlns:a16="http://schemas.microsoft.com/office/drawing/2014/main" id="{926710E9-B5B9-678B-CBAB-7DBCD8EC0B56}"/>
              </a:ext>
            </a:extLst>
          </p:cNvPr>
          <p:cNvCxnSpPr>
            <a:cxnSpLocks/>
          </p:cNvCxnSpPr>
          <p:nvPr/>
        </p:nvCxnSpPr>
        <p:spPr>
          <a:xfrm flipH="1">
            <a:off x="4507766" y="2557827"/>
            <a:ext cx="3907" cy="188353"/>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13" name="Gerade Verbindung mit Pfeil 12">
            <a:extLst>
              <a:ext uri="{FF2B5EF4-FFF2-40B4-BE49-F238E27FC236}">
                <a16:creationId xmlns:a16="http://schemas.microsoft.com/office/drawing/2014/main" id="{10476DED-DC0C-6D41-C2ED-8F7C7A792BFA}"/>
              </a:ext>
            </a:extLst>
          </p:cNvPr>
          <p:cNvCxnSpPr>
            <a:cxnSpLocks/>
          </p:cNvCxnSpPr>
          <p:nvPr/>
        </p:nvCxnSpPr>
        <p:spPr>
          <a:xfrm flipH="1">
            <a:off x="1811458" y="2548057"/>
            <a:ext cx="3907" cy="188353"/>
          </a:xfrm>
          <a:prstGeom prst="straightConnector1">
            <a:avLst/>
          </a:prstGeom>
          <a:ln/>
        </p:spPr>
        <p:style>
          <a:lnRef idx="2">
            <a:schemeClr val="dk1"/>
          </a:lnRef>
          <a:fillRef idx="0">
            <a:schemeClr val="dk1"/>
          </a:fillRef>
          <a:effectRef idx="1">
            <a:schemeClr val="dk1"/>
          </a:effectRef>
          <a:fontRef idx="minor">
            <a:schemeClr val="tx1"/>
          </a:fontRef>
        </p:style>
      </p:cxnSp>
      <p:sp>
        <p:nvSpPr>
          <p:cNvPr id="2" name="Textfeld 1">
            <a:extLst>
              <a:ext uri="{FF2B5EF4-FFF2-40B4-BE49-F238E27FC236}">
                <a16:creationId xmlns:a16="http://schemas.microsoft.com/office/drawing/2014/main" id="{46AEC02B-F15E-D912-CD0D-741A320B9011}"/>
              </a:ext>
            </a:extLst>
          </p:cNvPr>
          <p:cNvSpPr txBox="1"/>
          <p:nvPr/>
        </p:nvSpPr>
        <p:spPr>
          <a:xfrm>
            <a:off x="195138" y="203972"/>
            <a:ext cx="3160571" cy="257951"/>
          </a:xfrm>
          <a:prstGeom prst="rect">
            <a:avLst/>
          </a:prstGeom>
          <a:noFill/>
        </p:spPr>
        <p:txBody>
          <a:bodyPr wrap="square" lIns="18000" tIns="18000" rIns="18000" bIns="18000" rtlCol="0">
            <a:spAutoFit/>
          </a:bodyPr>
          <a:lstStyle/>
          <a:p>
            <a:pPr algn="l">
              <a:lnSpc>
                <a:spcPct val="90000"/>
              </a:lnSpc>
              <a:spcBef>
                <a:spcPts val="400"/>
              </a:spcBef>
            </a:pPr>
            <a:r>
              <a:rPr lang="de-DE" sz="1600" b="1"/>
              <a:t>GLOBALE ORGANISATION IPS</a:t>
            </a:r>
          </a:p>
        </p:txBody>
      </p:sp>
    </p:spTree>
    <p:extLst>
      <p:ext uri="{BB962C8B-B14F-4D97-AF65-F5344CB8AC3E}">
        <p14:creationId xmlns:p14="http://schemas.microsoft.com/office/powerpoint/2010/main" val="3982641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A74CAD90-7EE1-50FB-8D7B-7B7973225A72}"/>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60" imgH="360" progId="TCLayout.ActiveDocument.1">
                  <p:embed/>
                </p:oleObj>
              </mc:Choice>
              <mc:Fallback>
                <p:oleObj name="think-cell Folie" r:id="rId4" imgW="360" imgH="360" progId="TCLayout.ActiveDocument.1">
                  <p:embed/>
                  <p:pic>
                    <p:nvPicPr>
                      <p:cNvPr id="4" name="think-cell data - do not delete" hidden="1">
                        <a:extLst>
                          <a:ext uri="{FF2B5EF4-FFF2-40B4-BE49-F238E27FC236}">
                            <a16:creationId xmlns:a16="http://schemas.microsoft.com/office/drawing/2014/main" id="{A74CAD90-7EE1-50FB-8D7B-7B7973225A72}"/>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9" name="Rechteck 38">
            <a:extLst>
              <a:ext uri="{FF2B5EF4-FFF2-40B4-BE49-F238E27FC236}">
                <a16:creationId xmlns:a16="http://schemas.microsoft.com/office/drawing/2014/main" id="{F40AD668-1D0A-E927-29CE-074D04D0B266}"/>
              </a:ext>
            </a:extLst>
          </p:cNvPr>
          <p:cNvSpPr/>
          <p:nvPr/>
        </p:nvSpPr>
        <p:spPr>
          <a:xfrm>
            <a:off x="-16305" y="4639036"/>
            <a:ext cx="12192000" cy="2225007"/>
          </a:xfrm>
          <a:prstGeom prst="rect">
            <a:avLst/>
          </a:prstGeom>
          <a:solidFill>
            <a:schemeClr val="accent2">
              <a:lumMod val="40000"/>
              <a:lumOff val="6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de-DE"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32" name="Oval 26">
            <a:extLst>
              <a:ext uri="{FF2B5EF4-FFF2-40B4-BE49-F238E27FC236}">
                <a16:creationId xmlns:a16="http://schemas.microsoft.com/office/drawing/2014/main" id="{FFABB47A-02A8-6C66-B25E-6178F0C68596}"/>
              </a:ext>
            </a:extLst>
          </p:cNvPr>
          <p:cNvSpPr/>
          <p:nvPr/>
        </p:nvSpPr>
        <p:spPr>
          <a:xfrm>
            <a:off x="9153116" y="4941045"/>
            <a:ext cx="919778" cy="919778"/>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lnSpc>
                <a:spcPct val="90000"/>
              </a:lnSpc>
            </a:pPr>
            <a:endParaRPr lang="de-DE" sz="1600" b="1">
              <a:solidFill>
                <a:schemeClr val="tx1"/>
              </a:solidFill>
            </a:endParaRPr>
          </a:p>
        </p:txBody>
      </p:sp>
      <p:sp>
        <p:nvSpPr>
          <p:cNvPr id="52" name="Rechteck 51">
            <a:extLst>
              <a:ext uri="{FF2B5EF4-FFF2-40B4-BE49-F238E27FC236}">
                <a16:creationId xmlns:a16="http://schemas.microsoft.com/office/drawing/2014/main" id="{2DF849CE-6AD1-D9E7-5664-EA2737677503}"/>
              </a:ext>
            </a:extLst>
          </p:cNvPr>
          <p:cNvSpPr/>
          <p:nvPr/>
        </p:nvSpPr>
        <p:spPr>
          <a:xfrm>
            <a:off x="0" y="-1"/>
            <a:ext cx="12192000" cy="2713703"/>
          </a:xfrm>
          <a:prstGeom prst="rect">
            <a:avLst/>
          </a:prstGeom>
          <a:solidFill>
            <a:srgbClr val="F37A1F"/>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de-DE"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1" name="Rechteck 50">
            <a:extLst>
              <a:ext uri="{FF2B5EF4-FFF2-40B4-BE49-F238E27FC236}">
                <a16:creationId xmlns:a16="http://schemas.microsoft.com/office/drawing/2014/main" id="{5E41DE46-FE1A-B00F-44CE-0D4B1803BF66}"/>
              </a:ext>
            </a:extLst>
          </p:cNvPr>
          <p:cNvSpPr/>
          <p:nvPr/>
        </p:nvSpPr>
        <p:spPr>
          <a:xfrm>
            <a:off x="-2888" y="2716211"/>
            <a:ext cx="12192000" cy="1927842"/>
          </a:xfrm>
          <a:prstGeom prst="rect">
            <a:avLst/>
          </a:prstGeom>
          <a:solidFill>
            <a:schemeClr val="accent2">
              <a:lumMod val="60000"/>
              <a:lumOff val="4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de-DE"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7" name="Titel 6">
            <a:extLst>
              <a:ext uri="{FF2B5EF4-FFF2-40B4-BE49-F238E27FC236}">
                <a16:creationId xmlns:a16="http://schemas.microsoft.com/office/drawing/2014/main" id="{4D60EF8B-617F-660F-01B7-6712A31D6FE9}"/>
              </a:ext>
            </a:extLst>
          </p:cNvPr>
          <p:cNvSpPr>
            <a:spLocks noGrp="1"/>
          </p:cNvSpPr>
          <p:nvPr>
            <p:ph type="title"/>
          </p:nvPr>
        </p:nvSpPr>
        <p:spPr>
          <a:xfrm>
            <a:off x="479426" y="503546"/>
            <a:ext cx="9579925" cy="304699"/>
          </a:xfrm>
        </p:spPr>
        <p:txBody>
          <a:bodyPr vert="horz" rIns="0"/>
          <a:lstStyle/>
          <a:p>
            <a:r>
              <a:rPr lang="de-DE" sz="2400">
                <a:solidFill>
                  <a:schemeClr val="bg1"/>
                </a:solidFill>
              </a:rPr>
              <a:t>IPS – Global </a:t>
            </a:r>
            <a:r>
              <a:rPr lang="en-US" sz="2400">
                <a:solidFill>
                  <a:schemeClr val="bg1"/>
                </a:solidFill>
              </a:rPr>
              <a:t>Organization</a:t>
            </a:r>
            <a:r>
              <a:rPr lang="de-DE" sz="2400">
                <a:solidFill>
                  <a:schemeClr val="bg1"/>
                </a:solidFill>
              </a:rPr>
              <a:t> </a:t>
            </a:r>
            <a:r>
              <a:rPr lang="de-DE" sz="2400" err="1">
                <a:solidFill>
                  <a:schemeClr val="bg1"/>
                </a:solidFill>
              </a:rPr>
              <a:t>with</a:t>
            </a:r>
            <a:r>
              <a:rPr lang="de-DE" sz="2400">
                <a:solidFill>
                  <a:schemeClr val="bg1"/>
                </a:solidFill>
              </a:rPr>
              <a:t> </a:t>
            </a:r>
            <a:r>
              <a:rPr lang="en-US" sz="2400">
                <a:solidFill>
                  <a:schemeClr val="bg1"/>
                </a:solidFill>
              </a:rPr>
              <a:t>Process Excellence &amp; IT Integration</a:t>
            </a:r>
            <a:endParaRPr lang="de-DE" sz="2400">
              <a:solidFill>
                <a:schemeClr val="bg1"/>
              </a:solidFill>
            </a:endParaRPr>
          </a:p>
        </p:txBody>
      </p:sp>
      <p:pic>
        <p:nvPicPr>
          <p:cNvPr id="11" name="Google Shape;370;p57">
            <a:extLst>
              <a:ext uri="{FF2B5EF4-FFF2-40B4-BE49-F238E27FC236}">
                <a16:creationId xmlns:a16="http://schemas.microsoft.com/office/drawing/2014/main" id="{C53966E6-F2C0-DB4E-5F62-E8D660E81E9C}"/>
              </a:ext>
            </a:extLst>
          </p:cNvPr>
          <p:cNvPicPr preferRelativeResize="0"/>
          <p:nvPr/>
        </p:nvPicPr>
        <p:blipFill>
          <a:blip r:embed="rId6">
            <a:alphaModFix/>
          </a:blip>
          <a:stretch>
            <a:fillRect/>
          </a:stretch>
        </p:blipFill>
        <p:spPr>
          <a:xfrm>
            <a:off x="10145050" y="258775"/>
            <a:ext cx="1763400" cy="770900"/>
          </a:xfrm>
          <a:prstGeom prst="rect">
            <a:avLst/>
          </a:prstGeom>
          <a:noFill/>
          <a:ln>
            <a:noFill/>
          </a:ln>
        </p:spPr>
      </p:pic>
      <p:sp>
        <p:nvSpPr>
          <p:cNvPr id="24" name="Textfeld 23">
            <a:extLst>
              <a:ext uri="{FF2B5EF4-FFF2-40B4-BE49-F238E27FC236}">
                <a16:creationId xmlns:a16="http://schemas.microsoft.com/office/drawing/2014/main" id="{D23D896F-6356-64E6-F662-BB65CB25421D}"/>
              </a:ext>
            </a:extLst>
          </p:cNvPr>
          <p:cNvSpPr txBox="1"/>
          <p:nvPr/>
        </p:nvSpPr>
        <p:spPr>
          <a:xfrm>
            <a:off x="479425" y="6592970"/>
            <a:ext cx="1453924" cy="12311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prstClr val="white"/>
                </a:solidFill>
                <a:effectLst/>
                <a:uLnTx/>
                <a:uFillTx/>
                <a:latin typeface="STIHL Contraface Text"/>
                <a:ea typeface="+mn-ea"/>
                <a:cs typeface="+mn-cs"/>
              </a:rPr>
              <a:t>© ANDREAS STIHL AG &amp; Co. KG</a:t>
            </a:r>
          </a:p>
        </p:txBody>
      </p:sp>
      <p:sp>
        <p:nvSpPr>
          <p:cNvPr id="41" name="Textfeld 40">
            <a:extLst>
              <a:ext uri="{FF2B5EF4-FFF2-40B4-BE49-F238E27FC236}">
                <a16:creationId xmlns:a16="http://schemas.microsoft.com/office/drawing/2014/main" id="{51753C91-8F42-064C-85DE-E082A045CC8F}"/>
              </a:ext>
            </a:extLst>
          </p:cNvPr>
          <p:cNvSpPr txBox="1"/>
          <p:nvPr/>
        </p:nvSpPr>
        <p:spPr>
          <a:xfrm rot="16200000">
            <a:off x="381216" y="5454623"/>
            <a:ext cx="735262" cy="313350"/>
          </a:xfrm>
          <a:prstGeom prst="rect">
            <a:avLst/>
          </a:prstGeom>
          <a:noFill/>
        </p:spPr>
        <p:txBody>
          <a:bodyPr wrap="none" lIns="18000" tIns="18000" rIns="18000" bIns="18000" rtlCol="0" anchor="ctr">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lang="en-GB" sz="2000" b="1">
                <a:solidFill>
                  <a:prstClr val="black"/>
                </a:solidFill>
                <a:latin typeface="STIHL Contraface Text"/>
              </a:rPr>
              <a:t>Vision</a:t>
            </a:r>
            <a:endParaRPr kumimoji="0" lang="de-DE" sz="2000" b="1" i="0" u="none" strike="noStrike" kern="1200" cap="none" spc="0" normalizeH="0" baseline="0" noProof="0">
              <a:ln>
                <a:noFill/>
              </a:ln>
              <a:solidFill>
                <a:prstClr val="black"/>
              </a:solidFill>
              <a:effectLst/>
              <a:uLnTx/>
              <a:uFillTx/>
              <a:latin typeface="STIHL Contraface Text"/>
              <a:ea typeface="+mn-ea"/>
              <a:cs typeface="+mn-cs"/>
            </a:endParaRPr>
          </a:p>
        </p:txBody>
      </p:sp>
      <p:pic>
        <p:nvPicPr>
          <p:cNvPr id="13" name="Grafik 12">
            <a:extLst>
              <a:ext uri="{FF2B5EF4-FFF2-40B4-BE49-F238E27FC236}">
                <a16:creationId xmlns:a16="http://schemas.microsoft.com/office/drawing/2014/main" id="{4131FDBD-0B4D-4345-9289-AAEFF50D3553}"/>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1167881" y="1447188"/>
            <a:ext cx="448631" cy="598174"/>
          </a:xfrm>
          <a:prstGeom prst="rect">
            <a:avLst/>
          </a:prstGeom>
        </p:spPr>
      </p:pic>
      <p:grpSp>
        <p:nvGrpSpPr>
          <p:cNvPr id="15" name="Gruppieren 14">
            <a:extLst>
              <a:ext uri="{FF2B5EF4-FFF2-40B4-BE49-F238E27FC236}">
                <a16:creationId xmlns:a16="http://schemas.microsoft.com/office/drawing/2014/main" id="{0A5331E4-E9FD-F5C8-D74E-C99B09537E76}"/>
              </a:ext>
            </a:extLst>
          </p:cNvPr>
          <p:cNvGrpSpPr/>
          <p:nvPr/>
        </p:nvGrpSpPr>
        <p:grpSpPr>
          <a:xfrm>
            <a:off x="5314949" y="953707"/>
            <a:ext cx="2505075" cy="1771663"/>
            <a:chOff x="4949506" y="953707"/>
            <a:chExt cx="2505075" cy="1771663"/>
          </a:xfrm>
        </p:grpSpPr>
        <p:pic>
          <p:nvPicPr>
            <p:cNvPr id="8" name="Grafik 7" descr="Ein Bild, das Clipart, Grafiken, Kreis, Logo enthält.&#10;&#10;Automatisch generierte Beschreibung">
              <a:extLst>
                <a:ext uri="{FF2B5EF4-FFF2-40B4-BE49-F238E27FC236}">
                  <a16:creationId xmlns:a16="http://schemas.microsoft.com/office/drawing/2014/main" id="{9F90FA0A-9964-03E9-B775-C97D81DEA80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5773551" y="953707"/>
              <a:ext cx="903640" cy="919777"/>
            </a:xfrm>
            <a:prstGeom prst="rect">
              <a:avLst/>
            </a:prstGeom>
          </p:spPr>
        </p:pic>
        <p:sp>
          <p:nvSpPr>
            <p:cNvPr id="31" name="Textfeld 30">
              <a:extLst>
                <a:ext uri="{FF2B5EF4-FFF2-40B4-BE49-F238E27FC236}">
                  <a16:creationId xmlns:a16="http://schemas.microsoft.com/office/drawing/2014/main" id="{83995EC6-DDBA-E3CA-8395-5F447B5C86EF}"/>
                </a:ext>
              </a:extLst>
            </p:cNvPr>
            <p:cNvSpPr txBox="1"/>
            <p:nvPr/>
          </p:nvSpPr>
          <p:spPr>
            <a:xfrm>
              <a:off x="4949506" y="1913421"/>
              <a:ext cx="2505075" cy="811949"/>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en-US"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Harmonization &amp; Standardization of Business Processes, IT Solutions </a:t>
              </a:r>
              <a:r>
                <a:rPr lang="en-US" sz="1400" b="1">
                  <a:solidFill>
                    <a:prstClr val="white"/>
                  </a:solidFill>
                  <a:latin typeface="STIHL Contraface Text" panose="020B0503020202020102" pitchFamily="34" charset="0"/>
                </a:rPr>
                <a:t>, D</a:t>
              </a:r>
              <a:r>
                <a:rPr kumimoji="0" lang="en-US" sz="1400" b="1" i="0" u="none" strike="noStrike" kern="1200" cap="none" spc="0" normalizeH="0" baseline="0" noProof="0" err="1">
                  <a:ln>
                    <a:noFill/>
                  </a:ln>
                  <a:solidFill>
                    <a:prstClr val="white"/>
                  </a:solidFill>
                  <a:effectLst/>
                  <a:uLnTx/>
                  <a:uFillTx/>
                  <a:latin typeface="STIHL Contraface Text" panose="020B0503020202020102" pitchFamily="34" charset="0"/>
                  <a:ea typeface="+mn-ea"/>
                  <a:cs typeface="+mn-cs"/>
                </a:rPr>
                <a:t>ata</a:t>
              </a:r>
              <a:r>
                <a:rPr kumimoji="0" lang="en-US"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 &amp; Technology</a:t>
              </a:r>
            </a:p>
          </p:txBody>
        </p:sp>
      </p:grpSp>
      <p:sp>
        <p:nvSpPr>
          <p:cNvPr id="26" name="Slide Number">
            <a:extLst>
              <a:ext uri="{FF2B5EF4-FFF2-40B4-BE49-F238E27FC236}">
                <a16:creationId xmlns:a16="http://schemas.microsoft.com/office/drawing/2014/main" id="{ECC02703-24B5-06CA-68F2-6C51281FF678}"/>
              </a:ext>
            </a:extLst>
          </p:cNvPr>
          <p:cNvSpPr txBox="1">
            <a:spLocks noChangeArrowheads="1"/>
          </p:cNvSpPr>
          <p:nvPr/>
        </p:nvSpPr>
        <p:spPr bwMode="auto">
          <a:xfrm>
            <a:off x="11598761" y="6592970"/>
            <a:ext cx="113813" cy="123111"/>
          </a:xfrm>
          <a:prstGeom prst="rect">
            <a:avLst/>
          </a:prstGeom>
          <a:noFill/>
        </p:spPr>
        <p:txBody>
          <a:bodyPr wrap="none" lIns="0" tIns="0" rIns="0" bIns="0" rtlCol="0">
            <a:spAutoFit/>
          </a:bodyPr>
          <a:lstStyle>
            <a:defPPr>
              <a:defRPr lang="de-DE"/>
            </a:defPPr>
            <a:lvl1pPr>
              <a:defRPr sz="800">
                <a:solidFill>
                  <a:schemeClr val="tx2"/>
                </a:solidFill>
              </a:defRPr>
            </a:lvl1pPr>
            <a:lvl2pPr marL="457200" algn="l" rtl="0" fontAlgn="base">
              <a:spcBef>
                <a:spcPct val="0"/>
              </a:spcBef>
              <a:spcAft>
                <a:spcPct val="0"/>
              </a:spcAft>
              <a:defRPr sz="1300" b="1" kern="1200">
                <a:solidFill>
                  <a:schemeClr val="tx1"/>
                </a:solidFill>
                <a:latin typeface="Arial Narrow" charset="0"/>
                <a:ea typeface="+mn-ea"/>
                <a:cs typeface="+mn-cs"/>
              </a:defRPr>
            </a:lvl2pPr>
            <a:lvl3pPr marL="914400" algn="l" rtl="0" fontAlgn="base">
              <a:spcBef>
                <a:spcPct val="0"/>
              </a:spcBef>
              <a:spcAft>
                <a:spcPct val="0"/>
              </a:spcAft>
              <a:defRPr sz="1300" b="1" kern="1200">
                <a:solidFill>
                  <a:schemeClr val="tx1"/>
                </a:solidFill>
                <a:latin typeface="Arial Narrow" charset="0"/>
                <a:ea typeface="+mn-ea"/>
                <a:cs typeface="+mn-cs"/>
              </a:defRPr>
            </a:lvl3pPr>
            <a:lvl4pPr marL="1371600" algn="l" rtl="0" fontAlgn="base">
              <a:spcBef>
                <a:spcPct val="0"/>
              </a:spcBef>
              <a:spcAft>
                <a:spcPct val="0"/>
              </a:spcAft>
              <a:defRPr sz="1300" b="1" kern="1200">
                <a:solidFill>
                  <a:schemeClr val="tx1"/>
                </a:solidFill>
                <a:latin typeface="Arial Narrow" charset="0"/>
                <a:ea typeface="+mn-ea"/>
                <a:cs typeface="+mn-cs"/>
              </a:defRPr>
            </a:lvl4pPr>
            <a:lvl5pPr marL="1828800" algn="l" rtl="0" fontAlgn="base">
              <a:spcBef>
                <a:spcPct val="0"/>
              </a:spcBef>
              <a:spcAft>
                <a:spcPct val="0"/>
              </a:spcAft>
              <a:defRPr sz="1300" b="1" kern="1200">
                <a:solidFill>
                  <a:schemeClr val="tx1"/>
                </a:solidFill>
                <a:latin typeface="Arial Narrow" charset="0"/>
                <a:ea typeface="+mn-ea"/>
                <a:cs typeface="+mn-cs"/>
              </a:defRPr>
            </a:lvl5pPr>
            <a:lvl6pPr marL="2286000" algn="l" defTabSz="914400" rtl="0" eaLnBrk="1" latinLnBrk="0" hangingPunct="1">
              <a:defRPr sz="1300" b="1" kern="1200">
                <a:solidFill>
                  <a:schemeClr val="tx1"/>
                </a:solidFill>
                <a:latin typeface="Arial Narrow" charset="0"/>
                <a:ea typeface="+mn-ea"/>
                <a:cs typeface="+mn-cs"/>
              </a:defRPr>
            </a:lvl6pPr>
            <a:lvl7pPr marL="2743200" algn="l" defTabSz="914400" rtl="0" eaLnBrk="1" latinLnBrk="0" hangingPunct="1">
              <a:defRPr sz="1300" b="1" kern="1200">
                <a:solidFill>
                  <a:schemeClr val="tx1"/>
                </a:solidFill>
                <a:latin typeface="Arial Narrow" charset="0"/>
                <a:ea typeface="+mn-ea"/>
                <a:cs typeface="+mn-cs"/>
              </a:defRPr>
            </a:lvl7pPr>
            <a:lvl8pPr marL="3200400" algn="l" defTabSz="914400" rtl="0" eaLnBrk="1" latinLnBrk="0" hangingPunct="1">
              <a:defRPr sz="1300" b="1" kern="1200">
                <a:solidFill>
                  <a:schemeClr val="tx1"/>
                </a:solidFill>
                <a:latin typeface="Arial Narrow" charset="0"/>
                <a:ea typeface="+mn-ea"/>
                <a:cs typeface="+mn-cs"/>
              </a:defRPr>
            </a:lvl8pPr>
            <a:lvl9pPr marL="3657600" algn="l" defTabSz="914400" rtl="0" eaLnBrk="1" latinLnBrk="0" hangingPunct="1">
              <a:defRPr sz="1300" b="1" kern="1200">
                <a:solidFill>
                  <a:schemeClr val="tx1"/>
                </a:solidFill>
                <a:latin typeface="Arial Narrow" charset="0"/>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7AA7B471-74A3-4F5F-8955-6C99E2375CAC}" type="slidenum">
              <a:rPr kumimoji="0" lang="de-DE" sz="800" b="0" i="0" u="none" strike="noStrike" kern="1200" cap="none" spc="0" normalizeH="0" baseline="0" noProof="1" smtClean="0">
                <a:ln>
                  <a:noFill/>
                </a:ln>
                <a:solidFill>
                  <a:prstClr val="white"/>
                </a:solidFill>
                <a:effectLst/>
                <a:uLnTx/>
                <a:uFillTx/>
                <a:latin typeface="STIHL Contraface Text"/>
                <a:ea typeface="+mn-ea"/>
                <a:cs typeface="+mn-cs"/>
                <a:sym typeface="+mn-lt"/>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de-DE" sz="800" b="0" i="0" u="none" strike="noStrike" kern="1200" cap="none" spc="0" normalizeH="0" baseline="0" noProof="1">
              <a:ln>
                <a:noFill/>
              </a:ln>
              <a:solidFill>
                <a:prstClr val="white"/>
              </a:solidFill>
              <a:effectLst/>
              <a:uLnTx/>
              <a:uFillTx/>
              <a:latin typeface="STIHL Contraface Text"/>
              <a:ea typeface="+mn-ea"/>
              <a:cs typeface="+mn-cs"/>
              <a:sym typeface="+mn-lt"/>
            </a:endParaRPr>
          </a:p>
        </p:txBody>
      </p:sp>
      <p:sp>
        <p:nvSpPr>
          <p:cNvPr id="6" name="Textfeld 5">
            <a:extLst>
              <a:ext uri="{FF2B5EF4-FFF2-40B4-BE49-F238E27FC236}">
                <a16:creationId xmlns:a16="http://schemas.microsoft.com/office/drawing/2014/main" id="{C9081A3F-60DD-3B5B-C479-638A19F24B94}"/>
              </a:ext>
            </a:extLst>
          </p:cNvPr>
          <p:cNvSpPr txBox="1"/>
          <p:nvPr/>
        </p:nvSpPr>
        <p:spPr>
          <a:xfrm rot="16200000">
            <a:off x="466177" y="1593928"/>
            <a:ext cx="565344" cy="313350"/>
          </a:xfrm>
          <a:prstGeom prst="rect">
            <a:avLst/>
          </a:prstGeom>
          <a:noFill/>
        </p:spPr>
        <p:txBody>
          <a:bodyPr wrap="none" lIns="18000" tIns="18000" rIns="18000" bIns="18000" rtlCol="0" anchor="ctr">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2000" b="1" i="0" u="none" strike="noStrike" kern="1200" cap="none" spc="0" normalizeH="0" baseline="0" noProof="0">
                <a:ln>
                  <a:noFill/>
                </a:ln>
                <a:solidFill>
                  <a:prstClr val="black"/>
                </a:solidFill>
                <a:effectLst/>
                <a:uLnTx/>
                <a:uFillTx/>
                <a:latin typeface="STIHL Contraface Text"/>
                <a:ea typeface="+mn-ea"/>
                <a:cs typeface="+mn-cs"/>
              </a:rPr>
              <a:t>Goal</a:t>
            </a:r>
          </a:p>
        </p:txBody>
      </p:sp>
      <p:grpSp>
        <p:nvGrpSpPr>
          <p:cNvPr id="17" name="Gruppieren 16">
            <a:extLst>
              <a:ext uri="{FF2B5EF4-FFF2-40B4-BE49-F238E27FC236}">
                <a16:creationId xmlns:a16="http://schemas.microsoft.com/office/drawing/2014/main" id="{1CD206FF-D5A8-C1FB-4118-BC4F1F320952}"/>
              </a:ext>
            </a:extLst>
          </p:cNvPr>
          <p:cNvGrpSpPr/>
          <p:nvPr/>
        </p:nvGrpSpPr>
        <p:grpSpPr>
          <a:xfrm>
            <a:off x="4324506" y="3001267"/>
            <a:ext cx="4532616" cy="1405751"/>
            <a:chOff x="3958214" y="3001267"/>
            <a:chExt cx="4532616" cy="1405751"/>
          </a:xfrm>
        </p:grpSpPr>
        <p:pic>
          <p:nvPicPr>
            <p:cNvPr id="22" name="Grafik 21" descr="Ein Bild, das Symbol, Kreis, Logo, Grafiken enthält.&#10;&#10;Automatisch generierte Beschreibung">
              <a:extLst>
                <a:ext uri="{FF2B5EF4-FFF2-40B4-BE49-F238E27FC236}">
                  <a16:creationId xmlns:a16="http://schemas.microsoft.com/office/drawing/2014/main" id="{FBC76A5F-D443-C8B8-2F58-BF5C23DC9DE4}"/>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184966" y="3001267"/>
              <a:ext cx="903640" cy="919777"/>
            </a:xfrm>
            <a:prstGeom prst="rect">
              <a:avLst/>
            </a:prstGeom>
          </p:spPr>
        </p:pic>
        <p:sp>
          <p:nvSpPr>
            <p:cNvPr id="28" name="Textfeld 27">
              <a:extLst>
                <a:ext uri="{FF2B5EF4-FFF2-40B4-BE49-F238E27FC236}">
                  <a16:creationId xmlns:a16="http://schemas.microsoft.com/office/drawing/2014/main" id="{6850CDDA-EC38-1869-6FE4-FF142342CBC9}"/>
                </a:ext>
              </a:extLst>
            </p:cNvPr>
            <p:cNvSpPr txBox="1"/>
            <p:nvPr/>
          </p:nvSpPr>
          <p:spPr>
            <a:xfrm>
              <a:off x="3958214" y="3982868"/>
              <a:ext cx="1369760" cy="424150"/>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Skill </a:t>
              </a:r>
              <a:r>
                <a:rPr lang="en" sz="1400" b="1">
                  <a:solidFill>
                    <a:prstClr val="white"/>
                  </a:solidFill>
                  <a:latin typeface="STIHL Contraface Text" panose="020B0503020202020102" pitchFamily="34" charset="0"/>
                </a:rPr>
                <a:t>S</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hortages</a:t>
              </a:r>
              <a:r>
                <a:rPr lang="en" sz="1400" b="1">
                  <a:solidFill>
                    <a:prstClr val="white"/>
                  </a:solidFill>
                  <a:latin typeface="STIHL Contraface Text" panose="020B0503020202020102" pitchFamily="34" charset="0"/>
                </a:rPr>
                <a:t> &amp;</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 Cyber Threats</a:t>
              </a:r>
            </a:p>
          </p:txBody>
        </p:sp>
        <p:sp>
          <p:nvSpPr>
            <p:cNvPr id="38" name="Textfeld 37">
              <a:extLst>
                <a:ext uri="{FF2B5EF4-FFF2-40B4-BE49-F238E27FC236}">
                  <a16:creationId xmlns:a16="http://schemas.microsoft.com/office/drawing/2014/main" id="{499CA953-88F4-CD3E-D3D6-EA99821BDE42}"/>
                </a:ext>
              </a:extLst>
            </p:cNvPr>
            <p:cNvSpPr txBox="1"/>
            <p:nvPr/>
          </p:nvSpPr>
          <p:spPr>
            <a:xfrm>
              <a:off x="7121070" y="3982868"/>
              <a:ext cx="1369760" cy="424150"/>
            </a:xfrm>
            <a:prstGeom prst="rect">
              <a:avLst/>
            </a:prstGeom>
            <a:noFill/>
          </p:spPr>
          <p:txBody>
            <a:bodyPr wrap="square" lIns="18000" tIns="18000" rIns="18000" bIns="18000" rtlCol="0">
              <a:spAutoFit/>
            </a:bodyPr>
            <a:lstStyle/>
            <a:p>
              <a:pPr lvl="0" algn="ctr">
                <a:lnSpc>
                  <a:spcPct val="90000"/>
                </a:lnSpc>
                <a:spcBef>
                  <a:spcPts val="400"/>
                </a:spcBef>
                <a:defRPr/>
              </a:pPr>
              <a:r>
                <a:rPr lang="en" sz="1400" b="1" noProof="0">
                  <a:solidFill>
                    <a:prstClr val="white"/>
                  </a:solidFill>
                  <a:latin typeface="STIHL Contraface Text" panose="020B0503020202020102" pitchFamily="34" charset="0"/>
                </a:rPr>
                <a:t>Controlling of Cloud Costs</a:t>
              </a:r>
              <a:endPar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endParaRPr>
            </a:p>
          </p:txBody>
        </p:sp>
      </p:grpSp>
      <p:sp>
        <p:nvSpPr>
          <p:cNvPr id="3" name="Textfeld 2">
            <a:extLst>
              <a:ext uri="{FF2B5EF4-FFF2-40B4-BE49-F238E27FC236}">
                <a16:creationId xmlns:a16="http://schemas.microsoft.com/office/drawing/2014/main" id="{61856526-C03F-E821-A0A7-85FEB0E15247}"/>
              </a:ext>
            </a:extLst>
          </p:cNvPr>
          <p:cNvSpPr txBox="1"/>
          <p:nvPr>
            <p:extLst>
              <p:ext uri="{1162E1C5-73C7-4A58-AE30-91384D911F3F}">
                <p184:classification xmlns:p184="http://schemas.microsoft.com/office/powerpoint/2018/4/main" val="hdr"/>
              </p:ext>
            </p:extLst>
          </p:nvPr>
        </p:nvSpPr>
        <p:spPr>
          <a:xfrm>
            <a:off x="5672900" y="63500"/>
            <a:ext cx="881062" cy="152400"/>
          </a:xfrm>
          <a:prstGeom prst="rect">
            <a:avLst/>
          </a:prstGeom>
        </p:spPr>
        <p:txBody>
          <a:bodyPr horzOverflow="overflow" lIns="0" tIns="0" rIns="0" bIns="0">
            <a:spAutoFit/>
          </a:bodyPr>
          <a:lstStyle/>
          <a:p>
            <a:pPr algn="l"/>
            <a:r>
              <a:rPr lang="de-DE" sz="1000">
                <a:solidFill>
                  <a:schemeClr val="bg1"/>
                </a:solidFill>
                <a:latin typeface="Arial" panose="020B0604020202020204" pitchFamily="34" charset="0"/>
                <a:cs typeface="Arial" panose="020B0604020202020204" pitchFamily="34" charset="0"/>
              </a:rPr>
              <a:t>Intern | Internal</a:t>
            </a:r>
          </a:p>
        </p:txBody>
      </p:sp>
      <p:sp>
        <p:nvSpPr>
          <p:cNvPr id="12" name="Textfeld 11">
            <a:extLst>
              <a:ext uri="{FF2B5EF4-FFF2-40B4-BE49-F238E27FC236}">
                <a16:creationId xmlns:a16="http://schemas.microsoft.com/office/drawing/2014/main" id="{18E20969-5CAA-649E-E10F-38CF0C8093F2}"/>
              </a:ext>
            </a:extLst>
          </p:cNvPr>
          <p:cNvSpPr txBox="1"/>
          <p:nvPr/>
        </p:nvSpPr>
        <p:spPr>
          <a:xfrm rot="16200000">
            <a:off x="56611" y="3382449"/>
            <a:ext cx="1384478" cy="590349"/>
          </a:xfrm>
          <a:prstGeom prst="rect">
            <a:avLst/>
          </a:prstGeom>
          <a:noFill/>
        </p:spPr>
        <p:txBody>
          <a:bodyPr wrap="none" lIns="18000" tIns="18000" rIns="18000" bIns="18000" rtlCol="0" anchor="ctr">
            <a:spAutoFit/>
          </a:bodyPr>
          <a:lstStyle/>
          <a:p>
            <a:pPr>
              <a:lnSpc>
                <a:spcPct val="90000"/>
              </a:lnSpc>
            </a:pPr>
            <a:r>
              <a:rPr lang="en" sz="2000" b="1">
                <a:solidFill>
                  <a:prstClr val="black"/>
                </a:solidFill>
                <a:latin typeface="STIHL Contraface Text"/>
              </a:rPr>
              <a:t>IT Market &amp;</a:t>
            </a:r>
          </a:p>
          <a:p>
            <a:pPr>
              <a:lnSpc>
                <a:spcPct val="90000"/>
              </a:lnSpc>
            </a:pPr>
            <a:r>
              <a:rPr lang="en" sz="2000" b="1">
                <a:solidFill>
                  <a:prstClr val="black"/>
                </a:solidFill>
                <a:latin typeface="STIHL Contraface Text"/>
              </a:rPr>
              <a:t> Challenges</a:t>
            </a:r>
            <a:endParaRPr lang="de-DE" sz="2000" b="1">
              <a:solidFill>
                <a:prstClr val="black"/>
              </a:solidFill>
              <a:latin typeface="STIHL Contraface Text"/>
            </a:endParaRPr>
          </a:p>
        </p:txBody>
      </p:sp>
      <p:sp>
        <p:nvSpPr>
          <p:cNvPr id="25" name="Textfeld 24">
            <a:extLst>
              <a:ext uri="{FF2B5EF4-FFF2-40B4-BE49-F238E27FC236}">
                <a16:creationId xmlns:a16="http://schemas.microsoft.com/office/drawing/2014/main" id="{351942A6-95CD-4113-FE10-1A62A544E37B}"/>
              </a:ext>
            </a:extLst>
          </p:cNvPr>
          <p:cNvSpPr txBox="1"/>
          <p:nvPr/>
        </p:nvSpPr>
        <p:spPr>
          <a:xfrm>
            <a:off x="5785189" y="5982935"/>
            <a:ext cx="1611250" cy="424150"/>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Corporate Market &amp;</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 Product </a:t>
            </a:r>
            <a:r>
              <a:rPr kumimoji="0" lang="de-DE"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Solutions</a:t>
            </a:r>
          </a:p>
        </p:txBody>
      </p:sp>
      <p:sp>
        <p:nvSpPr>
          <p:cNvPr id="40" name="Textfeld 39">
            <a:extLst>
              <a:ext uri="{FF2B5EF4-FFF2-40B4-BE49-F238E27FC236}">
                <a16:creationId xmlns:a16="http://schemas.microsoft.com/office/drawing/2014/main" id="{27E681C8-0C52-8E9F-9044-A95E2064168F}"/>
              </a:ext>
            </a:extLst>
          </p:cNvPr>
          <p:cNvSpPr txBox="1"/>
          <p:nvPr/>
        </p:nvSpPr>
        <p:spPr>
          <a:xfrm>
            <a:off x="9003644" y="5942297"/>
            <a:ext cx="1479432" cy="618049"/>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Time to Market - Fast Integration of Innovations </a:t>
            </a:r>
          </a:p>
        </p:txBody>
      </p:sp>
      <p:sp>
        <p:nvSpPr>
          <p:cNvPr id="46" name="Textfeld 45">
            <a:extLst>
              <a:ext uri="{FF2B5EF4-FFF2-40B4-BE49-F238E27FC236}">
                <a16:creationId xmlns:a16="http://schemas.microsoft.com/office/drawing/2014/main" id="{695128F1-8F3E-883B-7B0B-86F17C31F366}"/>
              </a:ext>
            </a:extLst>
          </p:cNvPr>
          <p:cNvSpPr txBox="1"/>
          <p:nvPr/>
        </p:nvSpPr>
        <p:spPr>
          <a:xfrm>
            <a:off x="3057212" y="5955077"/>
            <a:ext cx="1369760" cy="669345"/>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Clear </a:t>
            </a:r>
            <a:r>
              <a:rPr lang="en" sz="1400" b="1">
                <a:solidFill>
                  <a:prstClr val="white"/>
                </a:solidFill>
                <a:latin typeface="STIHL Contraface Text" panose="020B0503020202020102" pitchFamily="34" charset="0"/>
              </a:rPr>
              <a:t>R</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ole </a:t>
            </a:r>
            <a:r>
              <a:rPr lang="en" sz="1400" b="1">
                <a:solidFill>
                  <a:prstClr val="white"/>
                </a:solidFill>
                <a:latin typeface="STIHL Contraface Text" panose="020B0503020202020102" pitchFamily="34" charset="0"/>
              </a:rPr>
              <a:t>M</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odels &amp; </a:t>
            </a:r>
          </a:p>
          <a:p>
            <a:pPr marL="0" marR="0" lvl="0" indent="0" algn="ctr" defTabSz="914400" rtl="0" eaLnBrk="1" fontAlgn="auto" latinLnBrk="0" hangingPunct="1">
              <a:lnSpc>
                <a:spcPct val="90000"/>
              </a:lnSpc>
              <a:spcBef>
                <a:spcPts val="400"/>
              </a:spcBef>
              <a:spcAft>
                <a:spcPts val="0"/>
              </a:spcAft>
              <a:buClrTx/>
              <a:buSzTx/>
              <a:buFontTx/>
              <a:buNone/>
              <a:tabLst/>
              <a:defRPr/>
            </a:pPr>
            <a:r>
              <a:rPr lang="en" sz="1400" b="1">
                <a:solidFill>
                  <a:prstClr val="white"/>
                </a:solidFill>
                <a:latin typeface="STIHL Contraface Text" panose="020B0503020202020102" pitchFamily="34" charset="0"/>
              </a:rPr>
              <a:t>Responsibilities</a:t>
            </a:r>
            <a:endPar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endParaRPr>
          </a:p>
        </p:txBody>
      </p:sp>
      <p:pic>
        <p:nvPicPr>
          <p:cNvPr id="54" name="Grafik 53" descr="Ein Bild, das Grafiken, Logo, Kreis, Clipart enthält.&#10;&#10;Automatisch generierte Beschreibung">
            <a:extLst>
              <a:ext uri="{FF2B5EF4-FFF2-40B4-BE49-F238E27FC236}">
                <a16:creationId xmlns:a16="http://schemas.microsoft.com/office/drawing/2014/main" id="{6ACE21BF-DED5-57F4-2510-B2EADCD38AE3}"/>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7720422" y="2966097"/>
            <a:ext cx="903640" cy="919777"/>
          </a:xfrm>
          <a:prstGeom prst="rect">
            <a:avLst/>
          </a:prstGeom>
        </p:spPr>
      </p:pic>
      <p:pic>
        <p:nvPicPr>
          <p:cNvPr id="2" name="Grafik 1">
            <a:extLst>
              <a:ext uri="{FF2B5EF4-FFF2-40B4-BE49-F238E27FC236}">
                <a16:creationId xmlns:a16="http://schemas.microsoft.com/office/drawing/2014/main" id="{B2BB17F7-A4AF-8E73-FA5C-94C7431F8490}"/>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p:blipFill>
        <p:spPr>
          <a:xfrm>
            <a:off x="3343340" y="4883508"/>
            <a:ext cx="903639" cy="919776"/>
          </a:xfrm>
          <a:prstGeom prst="rect">
            <a:avLst/>
          </a:prstGeom>
        </p:spPr>
      </p:pic>
      <p:sp>
        <p:nvSpPr>
          <p:cNvPr id="27" name="Oval 26">
            <a:extLst>
              <a:ext uri="{FF2B5EF4-FFF2-40B4-BE49-F238E27FC236}">
                <a16:creationId xmlns:a16="http://schemas.microsoft.com/office/drawing/2014/main" id="{03CD51D2-C0ED-5E5F-8162-A48D718A0E50}"/>
              </a:ext>
            </a:extLst>
          </p:cNvPr>
          <p:cNvSpPr/>
          <p:nvPr/>
        </p:nvSpPr>
        <p:spPr>
          <a:xfrm>
            <a:off x="6079695" y="4965265"/>
            <a:ext cx="919778" cy="919778"/>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lnSpc>
                <a:spcPct val="90000"/>
              </a:lnSpc>
            </a:pPr>
            <a:endParaRPr lang="de-DE" sz="1600" b="1">
              <a:solidFill>
                <a:schemeClr val="tx1"/>
              </a:solidFill>
            </a:endParaRPr>
          </a:p>
        </p:txBody>
      </p:sp>
      <p:pic>
        <p:nvPicPr>
          <p:cNvPr id="10" name="Grafik 9">
            <a:extLst>
              <a:ext uri="{FF2B5EF4-FFF2-40B4-BE49-F238E27FC236}">
                <a16:creationId xmlns:a16="http://schemas.microsoft.com/office/drawing/2014/main" id="{FDF1A36E-B223-4B6F-B191-4998A72F8685}"/>
              </a:ext>
            </a:extLst>
          </p:cNvPr>
          <p:cNvPicPr>
            <a:picLocks noChangeAspect="1"/>
          </p:cNvPicPr>
          <p:nvPr/>
        </p:nvPicPr>
        <p:blipFill>
          <a:blip r:embed="rId12" cstate="print">
            <a:extLst>
              <a:ext uri="{28A0092B-C50C-407E-A947-70E740481C1C}">
                <a14:useLocalDpi xmlns:a14="http://schemas.microsoft.com/office/drawing/2010/main" val="0"/>
              </a:ext>
            </a:extLst>
          </a:blip>
          <a:srcRect l="10438" t="9955" r="10438" b="9955"/>
          <a:stretch/>
        </p:blipFill>
        <p:spPr>
          <a:xfrm>
            <a:off x="6182082" y="5056909"/>
            <a:ext cx="715004" cy="723728"/>
          </a:xfrm>
          <a:prstGeom prst="rect">
            <a:avLst/>
          </a:prstGeom>
        </p:spPr>
      </p:pic>
      <p:sp>
        <p:nvSpPr>
          <p:cNvPr id="23" name="Textfeld 22">
            <a:extLst>
              <a:ext uri="{FF2B5EF4-FFF2-40B4-BE49-F238E27FC236}">
                <a16:creationId xmlns:a16="http://schemas.microsoft.com/office/drawing/2014/main" id="{392E3634-8AA5-0A8C-E15F-3339045EF09E}"/>
              </a:ext>
            </a:extLst>
          </p:cNvPr>
          <p:cNvSpPr txBox="1"/>
          <p:nvPr/>
        </p:nvSpPr>
        <p:spPr>
          <a:xfrm>
            <a:off x="468743" y="852080"/>
            <a:ext cx="1304327" cy="285651"/>
          </a:xfrm>
          <a:prstGeom prst="rect">
            <a:avLst/>
          </a:prstGeom>
          <a:noFill/>
        </p:spPr>
        <p:txBody>
          <a:bodyPr wrap="none" lIns="18000" tIns="18000" rIns="18000" bIns="18000" rtlCol="0" anchor="ctr">
            <a:spAutoFit/>
          </a:bodyPr>
          <a:lstStyle/>
          <a:p>
            <a:pPr marL="0" marR="0" lvl="0" indent="0" defTabSz="914400" rtl="0" eaLnBrk="1" fontAlgn="auto" latinLnBrk="0" hangingPunct="1">
              <a:lnSpc>
                <a:spcPct val="90000"/>
              </a:lnSpc>
              <a:spcBef>
                <a:spcPts val="400"/>
              </a:spcBef>
              <a:spcAft>
                <a:spcPts val="0"/>
              </a:spcAft>
              <a:buClrTx/>
              <a:buSzTx/>
              <a:buFontTx/>
              <a:buNone/>
              <a:tabLst/>
              <a:defRPr/>
            </a:pPr>
            <a:r>
              <a:rPr lang="de-DE" sz="1800" b="0" i="0" u="none" strike="noStrike">
                <a:solidFill>
                  <a:srgbClr val="FFFFFF"/>
                </a:solidFill>
                <a:effectLst/>
                <a:latin typeface="STIHL Contraface Text" panose="020B0503020202020102" pitchFamily="34" charset="0"/>
              </a:rPr>
              <a:t>Focus Areas </a:t>
            </a:r>
            <a:r>
              <a:rPr lang="de-DE" sz="1800" b="0" i="0">
                <a:solidFill>
                  <a:srgbClr val="000000"/>
                </a:solidFill>
                <a:effectLst/>
                <a:latin typeface="STIHL Contraface Text" panose="020B0503020202020102" pitchFamily="34" charset="0"/>
              </a:rPr>
              <a:t>​</a:t>
            </a:r>
            <a:endParaRPr kumimoji="0" lang="de-DE" sz="1400" i="0" u="none" strike="noStrike" kern="1200" cap="none" spc="0" normalizeH="0" baseline="0" noProof="0">
              <a:ln>
                <a:noFill/>
              </a:ln>
              <a:solidFill>
                <a:schemeClr val="bg1"/>
              </a:solidFill>
              <a:effectLst/>
              <a:uLnTx/>
              <a:uFillTx/>
              <a:latin typeface="STIHL Contraface Text"/>
              <a:ea typeface="+mn-ea"/>
              <a:cs typeface="+mn-cs"/>
            </a:endParaRPr>
          </a:p>
        </p:txBody>
      </p:sp>
      <p:pic>
        <p:nvPicPr>
          <p:cNvPr id="14" name="Grafik 3" descr="Recherche mit einfarbiger Füllung">
            <a:extLst>
              <a:ext uri="{FF2B5EF4-FFF2-40B4-BE49-F238E27FC236}">
                <a16:creationId xmlns:a16="http://schemas.microsoft.com/office/drawing/2014/main" id="{802187BB-25CC-B817-6D8E-E3A34BC17D3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83063" y="3401604"/>
            <a:ext cx="765468" cy="781002"/>
          </a:xfrm>
          <a:prstGeom prst="rect">
            <a:avLst/>
          </a:prstGeom>
        </p:spPr>
      </p:pic>
      <p:pic>
        <p:nvPicPr>
          <p:cNvPr id="18" name="Grafik 12" descr="Handschlag mit einfarbiger Füllung">
            <a:extLst>
              <a:ext uri="{FF2B5EF4-FFF2-40B4-BE49-F238E27FC236}">
                <a16:creationId xmlns:a16="http://schemas.microsoft.com/office/drawing/2014/main" id="{4296C1BB-E945-48CF-972D-139FC8F260B0}"/>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81551" y="5269468"/>
            <a:ext cx="617444" cy="735262"/>
          </a:xfrm>
          <a:prstGeom prst="rect">
            <a:avLst/>
          </a:prstGeom>
        </p:spPr>
      </p:pic>
      <p:pic>
        <p:nvPicPr>
          <p:cNvPr id="20" name="Graphic 3" descr="Gear wheel with single-color filling">
            <a:extLst>
              <a:ext uri="{FF2B5EF4-FFF2-40B4-BE49-F238E27FC236}">
                <a16:creationId xmlns:a16="http://schemas.microsoft.com/office/drawing/2014/main" id="{6E2AE3CB-C360-3FD7-4389-2D7FF68BDD0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179174" y="4924010"/>
            <a:ext cx="914400" cy="914400"/>
          </a:xfrm>
          <a:prstGeom prst="rect">
            <a:avLst/>
          </a:prstGeom>
        </p:spPr>
      </p:pic>
    </p:spTree>
    <p:extLst>
      <p:ext uri="{BB962C8B-B14F-4D97-AF65-F5344CB8AC3E}">
        <p14:creationId xmlns:p14="http://schemas.microsoft.com/office/powerpoint/2010/main" val="1163314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2">
            <a:extLst>
              <a:ext uri="{FF2B5EF4-FFF2-40B4-BE49-F238E27FC236}">
                <a16:creationId xmlns:a16="http://schemas.microsoft.com/office/drawing/2014/main" id="{1554144C-B942-981B-A149-30D88B8DB690}"/>
              </a:ext>
            </a:extLst>
          </p:cNvPr>
          <p:cNvSpPr>
            <a:spLocks noGrp="1"/>
          </p:cNvSpPr>
          <p:nvPr>
            <p:ph type="title" idx="4294967295"/>
          </p:nvPr>
        </p:nvSpPr>
        <p:spPr>
          <a:xfrm>
            <a:off x="562860" y="511587"/>
            <a:ext cx="11142218" cy="311371"/>
          </a:xfrm>
        </p:spPr>
        <p:txBody>
          <a:bodyPr/>
          <a:lstStyle/>
          <a:p>
            <a:r>
              <a:rPr lang="de-DE" noProof="0">
                <a:ea typeface="Verdana"/>
              </a:rPr>
              <a:t>KATEGORIEN VON SYSTEMLÖSUNGEN</a:t>
            </a:r>
            <a:endParaRPr lang="de-DE" noProof="0"/>
          </a:p>
        </p:txBody>
      </p:sp>
      <p:sp>
        <p:nvSpPr>
          <p:cNvPr id="120" name="!! A. Org. Enablement">
            <a:extLst>
              <a:ext uri="{FF2B5EF4-FFF2-40B4-BE49-F238E27FC236}">
                <a16:creationId xmlns:a16="http://schemas.microsoft.com/office/drawing/2014/main" id="{E8B72E1A-FE9A-84EA-6462-A11A0D44F7D2}"/>
              </a:ext>
            </a:extLst>
          </p:cNvPr>
          <p:cNvSpPr/>
          <p:nvPr/>
        </p:nvSpPr>
        <p:spPr>
          <a:xfrm>
            <a:off x="570357" y="3091353"/>
            <a:ext cx="392400" cy="1800000"/>
          </a:xfrm>
          <a:prstGeom prst="roundRect">
            <a:avLst>
              <a:gd name="adj" fmla="val 2430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b"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US">
                <a:solidFill>
                  <a:schemeClr val="tx2"/>
                </a:solidFill>
              </a:rPr>
              <a:t>A</a:t>
            </a:r>
          </a:p>
        </p:txBody>
      </p:sp>
      <p:sp>
        <p:nvSpPr>
          <p:cNvPr id="41" name="Inhaltsplatzhalter 1">
            <a:extLst>
              <a:ext uri="{FF2B5EF4-FFF2-40B4-BE49-F238E27FC236}">
                <a16:creationId xmlns:a16="http://schemas.microsoft.com/office/drawing/2014/main" id="{23834DFA-12E4-18ED-DE6F-03E57D4BC48B}"/>
              </a:ext>
            </a:extLst>
          </p:cNvPr>
          <p:cNvSpPr txBox="1">
            <a:spLocks/>
          </p:cNvSpPr>
          <p:nvPr/>
        </p:nvSpPr>
        <p:spPr>
          <a:xfrm>
            <a:off x="4392156" y="2510466"/>
            <a:ext cx="7201478" cy="3027260"/>
          </a:xfrm>
          <a:prstGeom prst="rect">
            <a:avLst/>
          </a:prstGeom>
        </p:spPr>
        <p:txBody>
          <a:bodyPr vert="horz" lIns="0" tIns="0" rIns="0" bIns="0" rtlCol="0" anchor="t">
            <a:noAutofit/>
          </a:bodyPr>
          <a:lstStyle>
            <a:lvl1pPr marL="180000" indent="-234000" algn="l" defTabSz="720000" rtl="0" eaLnBrk="1" latinLnBrk="0" hangingPunct="1">
              <a:lnSpc>
                <a:spcPct val="109000"/>
              </a:lnSpc>
              <a:spcBef>
                <a:spcPts val="0"/>
              </a:spcBef>
              <a:spcAft>
                <a:spcPts val="600"/>
              </a:spcAft>
              <a:buClr>
                <a:schemeClr val="accent1"/>
              </a:buClr>
              <a:buSzPct val="125000"/>
              <a:buFont typeface="Arial" panose="020B0604020202020204" pitchFamily="34" charset="0"/>
              <a:buChar char="•"/>
              <a:tabLst/>
              <a:defRPr sz="1600" kern="1200">
                <a:solidFill>
                  <a:schemeClr val="bg1"/>
                </a:solidFill>
                <a:latin typeface="+mn-lt"/>
                <a:ea typeface="+mn-ea"/>
                <a:cs typeface="+mn-cs"/>
              </a:defRPr>
            </a:lvl1pPr>
            <a:lvl2pPr marL="447675" indent="-220663" algn="l" defTabSz="914400" rtl="0" eaLnBrk="1" latinLnBrk="0" hangingPunct="1">
              <a:lnSpc>
                <a:spcPct val="109000"/>
              </a:lnSpc>
              <a:spcBef>
                <a:spcPts val="0"/>
              </a:spcBef>
              <a:spcAft>
                <a:spcPts val="600"/>
              </a:spcAft>
              <a:buClr>
                <a:schemeClr val="bg1"/>
              </a:buClr>
              <a:buSzPct val="120000"/>
              <a:buFont typeface="System Font Regular"/>
              <a:buChar char="◦"/>
              <a:tabLst/>
              <a:defRPr sz="1600" kern="1200">
                <a:solidFill>
                  <a:schemeClr val="bg1"/>
                </a:solidFill>
                <a:latin typeface="+mn-lt"/>
                <a:ea typeface="+mn-ea"/>
                <a:cs typeface="+mn-cs"/>
              </a:defRPr>
            </a:lvl2pPr>
            <a:lvl3pPr marL="711200" indent="-263525" algn="l" defTabSz="914400" rtl="0" eaLnBrk="1" latinLnBrk="0" hangingPunct="1">
              <a:lnSpc>
                <a:spcPct val="109000"/>
              </a:lnSpc>
              <a:spcBef>
                <a:spcPts val="0"/>
              </a:spcBef>
              <a:spcAft>
                <a:spcPts val="600"/>
              </a:spcAft>
              <a:buClr>
                <a:schemeClr val="bg1"/>
              </a:buClr>
              <a:buSzPct val="75000"/>
              <a:buFont typeface=".Lucida Grande UI Regular"/>
              <a:buChar char="►"/>
              <a:tabLst/>
              <a:defRPr sz="1400" kern="1200">
                <a:solidFill>
                  <a:schemeClr val="bg1"/>
                </a:solidFill>
                <a:latin typeface="+mn-lt"/>
                <a:ea typeface="+mn-ea"/>
                <a:cs typeface="+mn-cs"/>
              </a:defRPr>
            </a:lvl3pPr>
            <a:lvl4pPr marL="939800" indent="-228600" algn="l" defTabSz="914400" rtl="0" eaLnBrk="1" latinLnBrk="0" hangingPunct="1">
              <a:lnSpc>
                <a:spcPct val="109000"/>
              </a:lnSpc>
              <a:spcBef>
                <a:spcPts val="0"/>
              </a:spcBef>
              <a:spcAft>
                <a:spcPts val="600"/>
              </a:spcAft>
              <a:buClr>
                <a:schemeClr val="bg1"/>
              </a:buClr>
              <a:buSzPct val="75000"/>
              <a:buFont typeface="System Font Regular"/>
              <a:buChar char="▷"/>
              <a:tabLst/>
              <a:defRPr sz="1400" kern="1200">
                <a:solidFill>
                  <a:schemeClr val="bg1"/>
                </a:solidFill>
                <a:latin typeface="+mn-lt"/>
                <a:ea typeface="+mn-ea"/>
                <a:cs typeface="+mn-cs"/>
              </a:defRPr>
            </a:lvl4pPr>
            <a:lvl5pPr marL="1158875" indent="-219075" algn="l" defTabSz="914400" rtl="0" eaLnBrk="1" latinLnBrk="0" hangingPunct="1">
              <a:lnSpc>
                <a:spcPct val="109000"/>
              </a:lnSpc>
              <a:spcBef>
                <a:spcPts val="0"/>
              </a:spcBef>
              <a:spcAft>
                <a:spcPts val="600"/>
              </a:spcAft>
              <a:buClr>
                <a:schemeClr val="bg1"/>
              </a:buClr>
              <a:buSzPct val="100000"/>
              <a:buFont typeface="System Font Regular"/>
              <a:buChar char="–"/>
              <a:tabLst/>
              <a:defRPr sz="1200" kern="1200">
                <a:solidFill>
                  <a:schemeClr val="bg1"/>
                </a:solidFill>
                <a:latin typeface="+mn-lt"/>
                <a:ea typeface="+mn-ea"/>
                <a:cs typeface="+mn-cs"/>
              </a:defRPr>
            </a:lvl5pPr>
            <a:lvl6pPr marL="711200" indent="-222250" algn="l" defTabSz="914400" rtl="0" eaLnBrk="1" latinLnBrk="0" hangingPunct="1">
              <a:lnSpc>
                <a:spcPct val="109000"/>
              </a:lnSpc>
              <a:spcBef>
                <a:spcPts val="500"/>
              </a:spcBef>
              <a:spcAft>
                <a:spcPts val="200"/>
              </a:spcAft>
              <a:buClr>
                <a:schemeClr val="bg1"/>
              </a:buClr>
              <a:buSzPct val="80000"/>
              <a:buFont typeface="System Font Regular"/>
              <a:buChar char="▷"/>
              <a:tabLst/>
              <a:defRPr sz="1400" kern="1200">
                <a:solidFill>
                  <a:schemeClr val="bg1"/>
                </a:solidFill>
                <a:latin typeface="+mn-lt"/>
                <a:ea typeface="+mn-ea"/>
                <a:cs typeface="+mn-cs"/>
              </a:defRPr>
            </a:lvl6pPr>
            <a:lvl7pPr marL="935038" indent="-223838" algn="l" defTabSz="914400" rtl="0" eaLnBrk="1" latinLnBrk="0" hangingPunct="1">
              <a:lnSpc>
                <a:spcPct val="90000"/>
              </a:lnSpc>
              <a:spcBef>
                <a:spcPts val="500"/>
              </a:spcBef>
              <a:buClr>
                <a:schemeClr val="bg1"/>
              </a:buClr>
              <a:buFont typeface="System Font Regular"/>
              <a:buChar char="–"/>
              <a:tabLst/>
              <a:defRPr sz="1200" kern="1200">
                <a:solidFill>
                  <a:schemeClr val="bg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1" indent="0">
              <a:lnSpc>
                <a:spcPts val="1600"/>
              </a:lnSpc>
              <a:spcAft>
                <a:spcPts val="1000"/>
              </a:spcAft>
              <a:buClr>
                <a:schemeClr val="accent1"/>
              </a:buClr>
              <a:buNone/>
            </a:pPr>
            <a:r>
              <a:rPr lang="de-DE" sz="1400" b="1">
                <a:solidFill>
                  <a:schemeClr val="tx1"/>
                </a:solidFill>
                <a:latin typeface="+mj-lt"/>
                <a:cs typeface="Arial"/>
              </a:rPr>
              <a:t>1: </a:t>
            </a:r>
            <a:r>
              <a:rPr lang="de-DE" sz="1400">
                <a:solidFill>
                  <a:schemeClr val="tx1"/>
                </a:solidFill>
                <a:latin typeface="+mj-lt"/>
                <a:cs typeface="Arial"/>
              </a:rPr>
              <a:t>Stabile, sichere Backend-Systeme mit integrierten Prozessen über alle Plattformen hinweg bilden das Rückgrat effizienter Geschäftstransaktionen
</a:t>
            </a:r>
            <a:r>
              <a:rPr lang="de-DE" sz="1400" b="1">
                <a:solidFill>
                  <a:schemeClr val="tx1"/>
                </a:solidFill>
                <a:latin typeface="+mj-lt"/>
                <a:cs typeface="Arial"/>
              </a:rPr>
              <a:t>2: </a:t>
            </a:r>
            <a:r>
              <a:rPr lang="de-DE" sz="1400">
                <a:solidFill>
                  <a:schemeClr val="tx1"/>
                </a:solidFill>
                <a:latin typeface="+mj-lt"/>
                <a:cs typeface="Arial"/>
              </a:rPr>
              <a:t>Kundenorientierte Lösungen sind die Visitenkarte für die Märkte 
</a:t>
            </a:r>
            <a:r>
              <a:rPr lang="de-DE" sz="1400" b="1">
                <a:solidFill>
                  <a:schemeClr val="tx1"/>
                </a:solidFill>
                <a:latin typeface="+mj-lt"/>
                <a:cs typeface="Arial"/>
              </a:rPr>
              <a:t>3: </a:t>
            </a:r>
            <a:r>
              <a:rPr lang="de-DE" sz="1400">
                <a:solidFill>
                  <a:schemeClr val="tx1"/>
                </a:solidFill>
                <a:latin typeface="+mj-lt"/>
                <a:cs typeface="Arial"/>
              </a:rPr>
              <a:t>Smarte Produkte benötigen nahtlose Kommunikation untereinander</a:t>
            </a:r>
          </a:p>
          <a:p>
            <a:pPr marL="0" lvl="1" indent="0">
              <a:lnSpc>
                <a:spcPts val="1600"/>
              </a:lnSpc>
              <a:spcAft>
                <a:spcPts val="1000"/>
              </a:spcAft>
              <a:buClr>
                <a:schemeClr val="accent1"/>
              </a:buClr>
              <a:buNone/>
            </a:pPr>
            <a:endParaRPr lang="de-DE" sz="1400">
              <a:solidFill>
                <a:schemeClr val="tx1"/>
              </a:solidFill>
              <a:latin typeface="+mj-lt"/>
              <a:cs typeface="Arial"/>
            </a:endParaRPr>
          </a:p>
          <a:p>
            <a:pPr marL="0" lvl="1" indent="0">
              <a:lnSpc>
                <a:spcPts val="1600"/>
              </a:lnSpc>
              <a:spcAft>
                <a:spcPts val="1000"/>
              </a:spcAft>
              <a:buClr>
                <a:schemeClr val="accent1"/>
              </a:buClr>
              <a:buNone/>
            </a:pPr>
            <a:r>
              <a:rPr lang="de-DE" sz="1400" b="1">
                <a:solidFill>
                  <a:schemeClr val="tx1"/>
                </a:solidFill>
                <a:latin typeface="+mj-lt"/>
                <a:cs typeface="Arial"/>
              </a:rPr>
              <a:t>A: </a:t>
            </a:r>
            <a:r>
              <a:rPr lang="de-DE" sz="1400">
                <a:solidFill>
                  <a:schemeClr val="tx1"/>
                </a:solidFill>
                <a:latin typeface="+mj-lt"/>
                <a:cs typeface="Arial"/>
              </a:rPr>
              <a:t>Eine moderne Organisation kombiniert Technologie, Daten- und Prozesssteuerung 	und stellt sicher, dass notwendige Fähigkeiten weltweit verfügbar sind
</a:t>
            </a:r>
            <a:r>
              <a:rPr lang="de-DE" sz="1400" b="1">
                <a:solidFill>
                  <a:schemeClr val="tx1"/>
                </a:solidFill>
                <a:latin typeface="+mj-lt"/>
                <a:cs typeface="Arial"/>
              </a:rPr>
              <a:t>B: </a:t>
            </a:r>
            <a:r>
              <a:rPr lang="de-DE" sz="1400">
                <a:solidFill>
                  <a:schemeClr val="tx1"/>
                </a:solidFill>
                <a:latin typeface="+mj-lt"/>
                <a:cs typeface="Arial"/>
              </a:rPr>
              <a:t>KI - oder jede andere neue Technologie - kann nur dann Wert schaffen, wenn sie über alle Systeme und harmonisierte Datensätze hinweg genutzt wird
</a:t>
            </a:r>
            <a:r>
              <a:rPr lang="de-DE" sz="1400" b="1">
                <a:solidFill>
                  <a:schemeClr val="tx1"/>
                </a:solidFill>
                <a:latin typeface="+mj-lt"/>
                <a:cs typeface="Arial"/>
              </a:rPr>
              <a:t>C: </a:t>
            </a:r>
            <a:r>
              <a:rPr lang="de-DE" sz="1400">
                <a:solidFill>
                  <a:schemeClr val="tx1"/>
                </a:solidFill>
                <a:latin typeface="+mj-lt"/>
                <a:cs typeface="Arial"/>
              </a:rPr>
              <a:t>Kostenziele und Kostenreduktionen sind am effizientesten, wenn Abhängigkeiten 	über alle diese Bereiche hinweg berücksichtigt werden</a:t>
            </a:r>
          </a:p>
        </p:txBody>
      </p:sp>
      <p:sp>
        <p:nvSpPr>
          <p:cNvPr id="2" name="Org. Enablement">
            <a:extLst>
              <a:ext uri="{FF2B5EF4-FFF2-40B4-BE49-F238E27FC236}">
                <a16:creationId xmlns:a16="http://schemas.microsoft.com/office/drawing/2014/main" id="{B481E1E1-C6E7-2989-8D15-71D6F932D91B}"/>
              </a:ext>
            </a:extLst>
          </p:cNvPr>
          <p:cNvSpPr/>
          <p:nvPr/>
        </p:nvSpPr>
        <p:spPr>
          <a:xfrm>
            <a:off x="217357" y="5425778"/>
            <a:ext cx="1124067" cy="494570"/>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de-DE" sz="1200" b="1" noProof="0">
                <a:solidFill>
                  <a:schemeClr val="accent2"/>
                </a:solidFill>
                <a:cs typeface="Arial"/>
              </a:rPr>
              <a:t>IPS-Organisation </a:t>
            </a:r>
            <a:r>
              <a:rPr lang="de-DE" sz="1100" noProof="0">
                <a:solidFill>
                  <a:schemeClr val="accent2"/>
                </a:solidFill>
                <a:cs typeface="Arial"/>
              </a:rPr>
              <a:t>(einschließlich Prozesseinhaltung</a:t>
            </a:r>
            <a:r>
              <a:rPr lang="de-DE" sz="1100">
                <a:solidFill>
                  <a:schemeClr val="accent2"/>
                </a:solidFill>
                <a:cs typeface="Arial"/>
              </a:rPr>
              <a:t> und –integrations-knowhow,</a:t>
            </a:r>
            <a:r>
              <a:rPr lang="de-DE" sz="1100" noProof="0">
                <a:solidFill>
                  <a:schemeClr val="accent2"/>
                </a:solidFill>
                <a:cs typeface="Arial"/>
              </a:rPr>
              <a:t> Sicherheits- und </a:t>
            </a:r>
            <a:r>
              <a:rPr lang="de-DE" sz="1100" noProof="0" err="1">
                <a:solidFill>
                  <a:schemeClr val="accent2"/>
                </a:solidFill>
                <a:cs typeface="Arial"/>
              </a:rPr>
              <a:t>Architekturgover-nance</a:t>
            </a:r>
            <a:r>
              <a:rPr lang="de-DE" sz="1100" noProof="0">
                <a:solidFill>
                  <a:schemeClr val="accent2"/>
                </a:solidFill>
                <a:cs typeface="Arial"/>
              </a:rPr>
              <a:t>)</a:t>
            </a:r>
            <a:endParaRPr lang="de-DE" sz="1200" noProof="0">
              <a:solidFill>
                <a:schemeClr val="accent2"/>
              </a:solidFill>
              <a:cs typeface="Arial"/>
            </a:endParaRPr>
          </a:p>
        </p:txBody>
      </p:sp>
      <p:sp>
        <p:nvSpPr>
          <p:cNvPr id="3" name="!! C. Cost Efficiency">
            <a:extLst>
              <a:ext uri="{FF2B5EF4-FFF2-40B4-BE49-F238E27FC236}">
                <a16:creationId xmlns:a16="http://schemas.microsoft.com/office/drawing/2014/main" id="{901169B0-FF42-BDC1-8F5E-EB8587B95DD4}"/>
              </a:ext>
            </a:extLst>
          </p:cNvPr>
          <p:cNvSpPr/>
          <p:nvPr/>
        </p:nvSpPr>
        <p:spPr>
          <a:xfrm>
            <a:off x="2871778" y="3091353"/>
            <a:ext cx="392400" cy="1800000"/>
          </a:xfrm>
          <a:prstGeom prst="roundRect">
            <a:avLst>
              <a:gd name="adj" fmla="val 2430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b"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US">
                <a:solidFill>
                  <a:schemeClr val="tx2"/>
                </a:solidFill>
              </a:rPr>
              <a:t>C</a:t>
            </a:r>
          </a:p>
        </p:txBody>
      </p:sp>
      <p:sp>
        <p:nvSpPr>
          <p:cNvPr id="8" name="!! B. Artificial Intelligence">
            <a:extLst>
              <a:ext uri="{FF2B5EF4-FFF2-40B4-BE49-F238E27FC236}">
                <a16:creationId xmlns:a16="http://schemas.microsoft.com/office/drawing/2014/main" id="{EDF927FF-3F43-F743-2F60-F648CA79924F}"/>
              </a:ext>
            </a:extLst>
          </p:cNvPr>
          <p:cNvSpPr/>
          <p:nvPr/>
        </p:nvSpPr>
        <p:spPr>
          <a:xfrm>
            <a:off x="1734871" y="3091353"/>
            <a:ext cx="392400" cy="1800000"/>
          </a:xfrm>
          <a:prstGeom prst="roundRect">
            <a:avLst>
              <a:gd name="adj" fmla="val 2430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b"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US">
                <a:solidFill>
                  <a:schemeClr val="tx2"/>
                </a:solidFill>
              </a:rPr>
              <a:t>B</a:t>
            </a:r>
          </a:p>
        </p:txBody>
      </p:sp>
      <p:sp>
        <p:nvSpPr>
          <p:cNvPr id="6" name="!! Datacenter Strategy">
            <a:extLst>
              <a:ext uri="{FF2B5EF4-FFF2-40B4-BE49-F238E27FC236}">
                <a16:creationId xmlns:a16="http://schemas.microsoft.com/office/drawing/2014/main" id="{EBEA7ED6-612B-FE26-E547-07377A454681}"/>
              </a:ext>
            </a:extLst>
          </p:cNvPr>
          <p:cNvSpPr/>
          <p:nvPr/>
        </p:nvSpPr>
        <p:spPr>
          <a:xfrm>
            <a:off x="388488" y="3265333"/>
            <a:ext cx="3014990" cy="396470"/>
          </a:xfrm>
          <a:prstGeom prst="roundRect">
            <a:avLst>
              <a:gd name="adj" fmla="val 22929"/>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342900" indent="-342900">
              <a:buFont typeface="+mj-lt"/>
              <a:buAutoNum type="arabicPeriod"/>
            </a:pPr>
            <a:r>
              <a:rPr lang="en-US" b="1">
                <a:solidFill>
                  <a:schemeClr val="tx1"/>
                </a:solidFill>
              </a:rPr>
              <a:t>Corporate Solutions</a:t>
            </a:r>
            <a:endParaRPr lang="en-US" b="1">
              <a:solidFill>
                <a:schemeClr val="tx1"/>
              </a:solidFill>
              <a:cs typeface="Arial"/>
            </a:endParaRPr>
          </a:p>
        </p:txBody>
      </p:sp>
      <p:sp>
        <p:nvSpPr>
          <p:cNvPr id="64" name="!! IoT">
            <a:extLst>
              <a:ext uri="{FF2B5EF4-FFF2-40B4-BE49-F238E27FC236}">
                <a16:creationId xmlns:a16="http://schemas.microsoft.com/office/drawing/2014/main" id="{CB6F3350-1D13-0895-1A5C-78964CA7CED5}"/>
              </a:ext>
            </a:extLst>
          </p:cNvPr>
          <p:cNvSpPr/>
          <p:nvPr/>
        </p:nvSpPr>
        <p:spPr>
          <a:xfrm>
            <a:off x="388488" y="4158459"/>
            <a:ext cx="3014990" cy="396470"/>
          </a:xfrm>
          <a:prstGeom prst="roundRect">
            <a:avLst>
              <a:gd name="adj" fmla="val 22929"/>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342900" indent="-342900">
              <a:buFont typeface="+mj-lt"/>
              <a:buAutoNum type="arabicPeriod" startAt="3"/>
            </a:pPr>
            <a:r>
              <a:rPr lang="en-US" b="1">
                <a:solidFill>
                  <a:schemeClr val="tx1"/>
                </a:solidFill>
              </a:rPr>
              <a:t>IoT / Product Solutions</a:t>
            </a:r>
            <a:endParaRPr lang="en-US" b="1">
              <a:solidFill>
                <a:schemeClr val="tx1"/>
              </a:solidFill>
              <a:cs typeface="Arial"/>
            </a:endParaRPr>
          </a:p>
        </p:txBody>
      </p:sp>
      <p:sp>
        <p:nvSpPr>
          <p:cNvPr id="63" name="!! SAP RISE">
            <a:extLst>
              <a:ext uri="{FF2B5EF4-FFF2-40B4-BE49-F238E27FC236}">
                <a16:creationId xmlns:a16="http://schemas.microsoft.com/office/drawing/2014/main" id="{C091ABDA-80C2-15CE-3E09-653187E4AC55}"/>
              </a:ext>
            </a:extLst>
          </p:cNvPr>
          <p:cNvSpPr/>
          <p:nvPr/>
        </p:nvSpPr>
        <p:spPr>
          <a:xfrm>
            <a:off x="388488" y="3719847"/>
            <a:ext cx="3014990" cy="392400"/>
          </a:xfrm>
          <a:prstGeom prst="roundRect">
            <a:avLst>
              <a:gd name="adj" fmla="val 22929"/>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342900" indent="-342900">
              <a:buFont typeface="+mj-lt"/>
              <a:buAutoNum type="arabicPeriod" startAt="2"/>
            </a:pPr>
            <a:r>
              <a:rPr lang="en-US" b="1">
                <a:solidFill>
                  <a:schemeClr val="tx1"/>
                </a:solidFill>
              </a:rPr>
              <a:t>Market Facing Solutions</a:t>
            </a:r>
            <a:endParaRPr lang="en-US" b="1">
              <a:solidFill>
                <a:schemeClr val="tx1"/>
              </a:solidFill>
              <a:cs typeface="Arial"/>
            </a:endParaRPr>
          </a:p>
        </p:txBody>
      </p:sp>
      <p:sp>
        <p:nvSpPr>
          <p:cNvPr id="13" name="Cost Efficiency">
            <a:extLst>
              <a:ext uri="{FF2B5EF4-FFF2-40B4-BE49-F238E27FC236}">
                <a16:creationId xmlns:a16="http://schemas.microsoft.com/office/drawing/2014/main" id="{9AAD0FFB-830A-9972-00FD-001823999AD1}"/>
              </a:ext>
            </a:extLst>
          </p:cNvPr>
          <p:cNvSpPr/>
          <p:nvPr/>
        </p:nvSpPr>
        <p:spPr>
          <a:xfrm>
            <a:off x="2593849" y="5041480"/>
            <a:ext cx="1010516" cy="494570"/>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de-DE" sz="1200" b="1" noProof="0">
                <a:solidFill>
                  <a:schemeClr val="accent2"/>
                </a:solidFill>
                <a:cs typeface="Arial"/>
              </a:rPr>
              <a:t>Kosten-effizienz</a:t>
            </a:r>
          </a:p>
        </p:txBody>
      </p:sp>
      <p:pic>
        <p:nvPicPr>
          <p:cNvPr id="4" name="Graphic 3" descr="Zahnrad mit einfarbiger Füllung">
            <a:extLst>
              <a:ext uri="{FF2B5EF4-FFF2-40B4-BE49-F238E27FC236}">
                <a16:creationId xmlns:a16="http://schemas.microsoft.com/office/drawing/2014/main" id="{81A8BF2E-A5F4-97A5-F2E6-F2DABB6A0A7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01207" y="3005504"/>
            <a:ext cx="914400" cy="914400"/>
          </a:xfrm>
          <a:prstGeom prst="rect">
            <a:avLst/>
          </a:prstGeom>
        </p:spPr>
      </p:pic>
      <p:pic>
        <p:nvPicPr>
          <p:cNvPr id="9" name="Graphic 8" descr="Zahnrad mit einfarbiger Füllung">
            <a:extLst>
              <a:ext uri="{FF2B5EF4-FFF2-40B4-BE49-F238E27FC236}">
                <a16:creationId xmlns:a16="http://schemas.microsoft.com/office/drawing/2014/main" id="{F78B405E-ECA2-60AC-8C9D-43C1B2335F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33822" y="3691209"/>
            <a:ext cx="665285" cy="665284"/>
          </a:xfrm>
          <a:prstGeom prst="rect">
            <a:avLst/>
          </a:prstGeom>
        </p:spPr>
      </p:pic>
      <p:pic>
        <p:nvPicPr>
          <p:cNvPr id="11" name="Graphic 10" descr="Zahnrad mit einfarbiger Füllung">
            <a:extLst>
              <a:ext uri="{FF2B5EF4-FFF2-40B4-BE49-F238E27FC236}">
                <a16:creationId xmlns:a16="http://schemas.microsoft.com/office/drawing/2014/main" id="{CBA96C1B-B4F2-FCAC-FA53-84FBEB1BAA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94522" y="4130536"/>
            <a:ext cx="511420" cy="482111"/>
          </a:xfrm>
          <a:prstGeom prst="rect">
            <a:avLst/>
          </a:prstGeom>
        </p:spPr>
      </p:pic>
      <p:sp>
        <p:nvSpPr>
          <p:cNvPr id="5" name="Artificial Intelligence">
            <a:extLst>
              <a:ext uri="{FF2B5EF4-FFF2-40B4-BE49-F238E27FC236}">
                <a16:creationId xmlns:a16="http://schemas.microsoft.com/office/drawing/2014/main" id="{01E8AFC0-477E-8E55-E192-7A63A9FD493E}"/>
              </a:ext>
            </a:extLst>
          </p:cNvPr>
          <p:cNvSpPr/>
          <p:nvPr/>
        </p:nvSpPr>
        <p:spPr>
          <a:xfrm>
            <a:off x="1441890" y="5245640"/>
            <a:ext cx="1010516" cy="494570"/>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de-DE" sz="1200" b="1" noProof="0">
                <a:solidFill>
                  <a:schemeClr val="accent2"/>
                </a:solidFill>
                <a:cs typeface="Arial"/>
              </a:rPr>
              <a:t>Künstliche Intelligenz </a:t>
            </a:r>
          </a:p>
          <a:p>
            <a:pPr algn="ctr"/>
            <a:r>
              <a:rPr lang="de-DE" sz="1200" b="1" noProof="0">
                <a:solidFill>
                  <a:schemeClr val="accent2"/>
                </a:solidFill>
                <a:cs typeface="Arial"/>
              </a:rPr>
              <a:t>&amp;</a:t>
            </a:r>
          </a:p>
          <a:p>
            <a:pPr algn="ctr"/>
            <a:r>
              <a:rPr lang="de-DE" sz="1200" b="1" noProof="0">
                <a:solidFill>
                  <a:schemeClr val="accent2"/>
                </a:solidFill>
                <a:cs typeface="Arial"/>
              </a:rPr>
              <a:t>Data </a:t>
            </a:r>
            <a:r>
              <a:rPr lang="de-DE" sz="1200" b="1" noProof="0" err="1">
                <a:solidFill>
                  <a:schemeClr val="accent2"/>
                </a:solidFill>
                <a:cs typeface="Arial"/>
              </a:rPr>
              <a:t>Governance</a:t>
            </a:r>
            <a:endParaRPr lang="de-DE" sz="1200" b="1" noProof="0">
              <a:solidFill>
                <a:schemeClr val="accent2"/>
              </a:solidFill>
              <a:cs typeface="Arial"/>
            </a:endParaRPr>
          </a:p>
        </p:txBody>
      </p:sp>
      <p:sp>
        <p:nvSpPr>
          <p:cNvPr id="16" name="Textfeld 15">
            <a:extLst>
              <a:ext uri="{FF2B5EF4-FFF2-40B4-BE49-F238E27FC236}">
                <a16:creationId xmlns:a16="http://schemas.microsoft.com/office/drawing/2014/main" id="{03FB37D0-7B26-0890-674F-C7931D46D719}"/>
              </a:ext>
            </a:extLst>
          </p:cNvPr>
          <p:cNvSpPr txBox="1"/>
          <p:nvPr/>
        </p:nvSpPr>
        <p:spPr>
          <a:xfrm>
            <a:off x="486923" y="1177245"/>
            <a:ext cx="11218156" cy="1323439"/>
          </a:xfrm>
          <a:prstGeom prst="rect">
            <a:avLst/>
          </a:prstGeom>
          <a:noFill/>
        </p:spPr>
        <p:txBody>
          <a:bodyPr wrap="square">
            <a:spAutoFit/>
          </a:bodyPr>
          <a:lstStyle/>
          <a:p>
            <a:pPr marL="0" lvl="1" indent="0">
              <a:lnSpc>
                <a:spcPts val="1600"/>
              </a:lnSpc>
              <a:spcAft>
                <a:spcPts val="1000"/>
              </a:spcAft>
              <a:buClr>
                <a:schemeClr val="accent1"/>
              </a:buClr>
              <a:buNone/>
            </a:pPr>
            <a:r>
              <a:rPr lang="de-DE" sz="1400">
                <a:solidFill>
                  <a:schemeClr val="tx1"/>
                </a:solidFill>
                <a:latin typeface="+mj-lt"/>
                <a:cs typeface="Arial"/>
              </a:rPr>
              <a:t>Als integraler Bestandteil des </a:t>
            </a:r>
            <a:r>
              <a:rPr lang="de-DE" sz="1400" b="1">
                <a:solidFill>
                  <a:schemeClr val="tx1"/>
                </a:solidFill>
                <a:latin typeface="+mj-lt"/>
                <a:cs typeface="Arial"/>
              </a:rPr>
              <a:t>STIHL Trail 2030 </a:t>
            </a:r>
            <a:r>
              <a:rPr lang="de-DE" sz="1400">
                <a:solidFill>
                  <a:schemeClr val="tx1"/>
                </a:solidFill>
                <a:latin typeface="+mj-lt"/>
                <a:cs typeface="Arial"/>
              </a:rPr>
              <a:t>soll die „moderne IT“ Verantwortung für Architektur, Compliance und Steuerung des gesamten globalen technischen Ökosystems und seiner </a:t>
            </a:r>
            <a:r>
              <a:rPr lang="de-DE" sz="1400">
                <a:solidFill>
                  <a:schemeClr val="tx1"/>
                </a:solidFill>
                <a:cs typeface="Arial"/>
              </a:rPr>
              <a:t>implementierten Geschäftsprozesse übernehmen, um die integrierte Basis für agile, sichere und effiziente Geschäftsmodelle bei STIHL zu schaffen. Hinzu kommt, dass Prozesse und Systeme bereits durch die </a:t>
            </a:r>
            <a:r>
              <a:rPr lang="de-DE" sz="1400" b="1">
                <a:solidFill>
                  <a:schemeClr val="tx1"/>
                </a:solidFill>
                <a:cs typeface="Arial"/>
              </a:rPr>
              <a:t>ONE STIHL / ONE SAP SYSTEM </a:t>
            </a:r>
            <a:r>
              <a:rPr lang="de-DE" sz="1400">
                <a:solidFill>
                  <a:schemeClr val="tx1"/>
                </a:solidFill>
                <a:cs typeface="Arial"/>
              </a:rPr>
              <a:t>Strategie die Digitalisierung in diesem Bereich vorangetrieben wird. Um als </a:t>
            </a:r>
            <a:r>
              <a:rPr lang="de-DE" sz="1400" b="1">
                <a:solidFill>
                  <a:schemeClr val="accent2"/>
                </a:solidFill>
                <a:cs typeface="Arial"/>
              </a:rPr>
              <a:t>IPS</a:t>
            </a:r>
            <a:r>
              <a:rPr lang="de-DE" sz="1400">
                <a:solidFill>
                  <a:schemeClr val="tx1"/>
                </a:solidFill>
                <a:cs typeface="Arial"/>
              </a:rPr>
              <a:t> erfolgreich zu sein, </a:t>
            </a:r>
            <a:r>
              <a:rPr lang="de-DE" sz="1400">
                <a:cs typeface="Arial"/>
              </a:rPr>
              <a:t>kommen</a:t>
            </a:r>
            <a:r>
              <a:rPr lang="de-DE" sz="1400">
                <a:solidFill>
                  <a:schemeClr val="tx1"/>
                </a:solidFill>
                <a:cs typeface="Arial"/>
              </a:rPr>
              <a:t> daher integrative Prozessexzellenz in den Kategorien </a:t>
            </a:r>
            <a:r>
              <a:rPr lang="de-DE" sz="1400" b="1"/>
              <a:t>Corporate Lösungen</a:t>
            </a:r>
            <a:r>
              <a:rPr lang="de-DE" sz="1400"/>
              <a:t>, </a:t>
            </a:r>
            <a:r>
              <a:rPr lang="de-DE" sz="1400" b="1"/>
              <a:t>Market </a:t>
            </a:r>
            <a:r>
              <a:rPr lang="de-DE" sz="1400" b="1" err="1"/>
              <a:t>Facing</a:t>
            </a:r>
            <a:r>
              <a:rPr lang="de-DE" sz="1400" b="1"/>
              <a:t> Lösungen</a:t>
            </a:r>
            <a:r>
              <a:rPr lang="de-DE" sz="1400"/>
              <a:t> und </a:t>
            </a:r>
            <a:r>
              <a:rPr lang="de-DE" sz="1400" b="1"/>
              <a:t>Produkt Lösungen </a:t>
            </a:r>
            <a:r>
              <a:rPr lang="de-DE" sz="1400"/>
              <a:t>verbunden mit </a:t>
            </a:r>
            <a:r>
              <a:rPr lang="de-DE" sz="1400" b="1"/>
              <a:t>globaler </a:t>
            </a:r>
            <a:r>
              <a:rPr lang="de-DE" sz="1400" b="1">
                <a:solidFill>
                  <a:schemeClr val="tx1"/>
                </a:solidFill>
                <a:cs typeface="Arial"/>
              </a:rPr>
              <a:t>Technologiekompetenz </a:t>
            </a:r>
            <a:r>
              <a:rPr lang="de-DE" sz="1400">
                <a:solidFill>
                  <a:schemeClr val="tx1"/>
                </a:solidFill>
                <a:cs typeface="Arial"/>
              </a:rPr>
              <a:t>in der neuen Organisation zusammen. </a:t>
            </a:r>
          </a:p>
        </p:txBody>
      </p:sp>
      <p:sp>
        <p:nvSpPr>
          <p:cNvPr id="19" name="Textfeld 18">
            <a:extLst>
              <a:ext uri="{FF2B5EF4-FFF2-40B4-BE49-F238E27FC236}">
                <a16:creationId xmlns:a16="http://schemas.microsoft.com/office/drawing/2014/main" id="{9867513F-5EE7-12D1-85E8-BCFB81F6D879}"/>
              </a:ext>
            </a:extLst>
          </p:cNvPr>
          <p:cNvSpPr txBox="1"/>
          <p:nvPr/>
        </p:nvSpPr>
        <p:spPr>
          <a:xfrm>
            <a:off x="2810656" y="5752692"/>
            <a:ext cx="8810987" cy="913070"/>
          </a:xfrm>
          <a:prstGeom prst="rect">
            <a:avLst/>
          </a:prstGeom>
          <a:noFill/>
        </p:spPr>
        <p:txBody>
          <a:bodyPr wrap="square">
            <a:spAutoFit/>
          </a:bodyPr>
          <a:lstStyle/>
          <a:p>
            <a:pPr marL="0" lvl="1" indent="0">
              <a:lnSpc>
                <a:spcPts val="1600"/>
              </a:lnSpc>
              <a:spcAft>
                <a:spcPts val="1000"/>
              </a:spcAft>
              <a:buClr>
                <a:schemeClr val="accent1"/>
              </a:buClr>
              <a:buNone/>
            </a:pPr>
            <a:r>
              <a:rPr lang="de-DE" sz="1400">
                <a:solidFill>
                  <a:schemeClr val="tx1"/>
                </a:solidFill>
                <a:latin typeface="+mj-lt"/>
                <a:cs typeface="Arial"/>
              </a:rPr>
              <a:t>Alle Bereiche sind </a:t>
            </a:r>
            <a:r>
              <a:rPr lang="de-DE" sz="1400" b="1">
                <a:solidFill>
                  <a:schemeClr val="tx1"/>
                </a:solidFill>
                <a:latin typeface="+mj-lt"/>
                <a:cs typeface="Arial"/>
              </a:rPr>
              <a:t>miteinander verwoben </a:t>
            </a:r>
            <a:r>
              <a:rPr lang="de-DE" sz="1400">
                <a:solidFill>
                  <a:schemeClr val="tx1"/>
                </a:solidFill>
                <a:latin typeface="+mj-lt"/>
                <a:cs typeface="Arial"/>
              </a:rPr>
              <a:t>und müssen parallel, ggf. unterschiedlich schnell, behandelt werden, um einen kosteneffizienten, zukunftsfähigen und konformen Service für das gesamte Unternehmen zu bieten. Die unterschiedlichen Bereiche könnten entsprechend der Prioritäten mit unterschiedlichen Budgets ausgestattet werden.</a:t>
            </a:r>
            <a:endParaRPr lang="en-US" sz="1400">
              <a:solidFill>
                <a:schemeClr val="tx1"/>
              </a:solidFill>
              <a:latin typeface="+mj-lt"/>
              <a:cs typeface="Arial"/>
            </a:endParaRPr>
          </a:p>
        </p:txBody>
      </p:sp>
    </p:spTree>
    <p:extLst>
      <p:ext uri="{BB962C8B-B14F-4D97-AF65-F5344CB8AC3E}">
        <p14:creationId xmlns:p14="http://schemas.microsoft.com/office/powerpoint/2010/main" val="41520417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79426" y="503546"/>
            <a:ext cx="8664574" cy="304699"/>
          </a:xfrm>
        </p:spPr>
        <p:txBody>
          <a:bodyPr/>
          <a:lstStyle/>
          <a:p>
            <a:r>
              <a:rPr lang="de-DE"/>
              <a:t>ANSTEHENDE PROJEKTE IM ÜBERBLICK | IPS ROADMAP </a:t>
            </a:r>
          </a:p>
        </p:txBody>
      </p:sp>
      <p:sp>
        <p:nvSpPr>
          <p:cNvPr id="4" name="Textplatzhalter 3"/>
          <p:cNvSpPr>
            <a:spLocks noGrp="1"/>
          </p:cNvSpPr>
          <p:nvPr>
            <p:ph type="body" sz="quarter" idx="15"/>
          </p:nvPr>
        </p:nvSpPr>
        <p:spPr>
          <a:xfrm>
            <a:off x="479426" y="735883"/>
            <a:ext cx="11233147" cy="5286187"/>
          </a:xfrm>
        </p:spPr>
        <p:txBody>
          <a:bodyPr vert="horz" lIns="0" tIns="0" rIns="0" bIns="0" rtlCol="0" anchor="t">
            <a:noAutofit/>
          </a:bodyPr>
          <a:lstStyle/>
          <a:p>
            <a:endParaRPr lang="de-DE" dirty="0"/>
          </a:p>
          <a:p>
            <a:pPr marL="285750" indent="-285750">
              <a:lnSpc>
                <a:spcPct val="100000"/>
              </a:lnSpc>
              <a:buFont typeface="Arial" panose="020B0604020202020204" pitchFamily="34" charset="0"/>
              <a:buChar char="•"/>
            </a:pPr>
            <a:r>
              <a:rPr lang="en-US" b="1" dirty="0" err="1">
                <a:solidFill>
                  <a:schemeClr val="accent2"/>
                </a:solidFill>
              </a:rPr>
              <a:t>Kooperation</a:t>
            </a:r>
            <a:r>
              <a:rPr lang="en-US" b="1" dirty="0">
                <a:solidFill>
                  <a:schemeClr val="accent2"/>
                </a:solidFill>
              </a:rPr>
              <a:t> </a:t>
            </a:r>
            <a:r>
              <a:rPr lang="en-US" b="1" dirty="0" err="1">
                <a:solidFill>
                  <a:schemeClr val="accent2"/>
                </a:solidFill>
              </a:rPr>
              <a:t>Kärcher</a:t>
            </a:r>
            <a:r>
              <a:rPr lang="en-US" b="1" dirty="0">
                <a:solidFill>
                  <a:schemeClr val="accent2"/>
                </a:solidFill>
              </a:rPr>
              <a:t> (</a:t>
            </a:r>
            <a:r>
              <a:rPr lang="en-US" b="1" dirty="0" err="1">
                <a:solidFill>
                  <a:schemeClr val="accent2"/>
                </a:solidFill>
              </a:rPr>
              <a:t>Fertigung</a:t>
            </a:r>
            <a:r>
              <a:rPr lang="en-US" b="1" dirty="0">
                <a:solidFill>
                  <a:schemeClr val="accent2"/>
                </a:solidFill>
              </a:rPr>
              <a:t> </a:t>
            </a:r>
            <a:r>
              <a:rPr lang="en-US" b="1" dirty="0" err="1">
                <a:solidFill>
                  <a:schemeClr val="accent2"/>
                </a:solidFill>
              </a:rPr>
              <a:t>Blasgeräte</a:t>
            </a:r>
            <a:r>
              <a:rPr lang="en-US" b="1" dirty="0">
                <a:solidFill>
                  <a:schemeClr val="accent2"/>
                </a:solidFill>
              </a:rPr>
              <a:t> in RP für </a:t>
            </a:r>
            <a:r>
              <a:rPr lang="en-US" b="1" dirty="0" err="1">
                <a:solidFill>
                  <a:schemeClr val="accent2"/>
                </a:solidFill>
              </a:rPr>
              <a:t>Kärcher</a:t>
            </a:r>
            <a:r>
              <a:rPr lang="en-US" b="1" dirty="0">
                <a:solidFill>
                  <a:schemeClr val="accent2"/>
                </a:solidFill>
              </a:rPr>
              <a:t>):</a:t>
            </a:r>
            <a:r>
              <a:rPr lang="en-US" dirty="0">
                <a:solidFill>
                  <a:schemeClr val="accent2"/>
                </a:solidFill>
              </a:rPr>
              <a:t> </a:t>
            </a:r>
            <a:r>
              <a:rPr lang="de-DE" dirty="0"/>
              <a:t>Das rumänische Werk wird darauf vorbereitet, ein gelbes Produkt für den externen Kunden Kärcher zu fertigen und zuverlässig zu liefern; demzufolge sind Prozessänderungen im Stammhaus und in Rumänien (Label; Versand- und Lagerlogistik; Handling Kärcher spezifische Stammdaten) erforderlich.</a:t>
            </a:r>
          </a:p>
          <a:p>
            <a:pPr marL="285750" indent="-285750">
              <a:lnSpc>
                <a:spcPct val="100000"/>
              </a:lnSpc>
              <a:buFont typeface="Arial" panose="020B0604020202020204" pitchFamily="34" charset="0"/>
              <a:buChar char="•"/>
            </a:pPr>
            <a:endParaRPr lang="de-DE" sz="800" dirty="0">
              <a:ea typeface="+mn-lt"/>
              <a:cs typeface="+mn-lt"/>
            </a:endParaRPr>
          </a:p>
          <a:p>
            <a:pPr marL="285750" indent="-285750">
              <a:lnSpc>
                <a:spcPct val="100000"/>
              </a:lnSpc>
              <a:buFont typeface="Arial" panose="020B0604020202020204" pitchFamily="34" charset="0"/>
              <a:buChar char="•"/>
            </a:pPr>
            <a:r>
              <a:rPr lang="en-US" b="1" dirty="0">
                <a:solidFill>
                  <a:schemeClr val="accent2"/>
                </a:solidFill>
              </a:rPr>
              <a:t>DE/BR Leftovers </a:t>
            </a:r>
            <a:r>
              <a:rPr lang="en-US" b="1" dirty="0" err="1">
                <a:solidFill>
                  <a:schemeClr val="accent2"/>
                </a:solidFill>
              </a:rPr>
              <a:t>aus</a:t>
            </a:r>
            <a:r>
              <a:rPr lang="en-US" b="1" dirty="0">
                <a:solidFill>
                  <a:schemeClr val="accent2"/>
                </a:solidFill>
              </a:rPr>
              <a:t> dem ONE STIHL Projekt:</a:t>
            </a:r>
            <a:r>
              <a:rPr lang="en-US" dirty="0"/>
              <a:t> Transformation </a:t>
            </a:r>
            <a:r>
              <a:rPr lang="en-US" dirty="0" err="1"/>
              <a:t>ist</a:t>
            </a:r>
            <a:r>
              <a:rPr lang="en-US" dirty="0"/>
              <a:t> </a:t>
            </a:r>
            <a:r>
              <a:rPr lang="en-US" dirty="0" err="1"/>
              <a:t>erfolgt</a:t>
            </a:r>
            <a:r>
              <a:rPr lang="en-US" dirty="0"/>
              <a:t>, System </a:t>
            </a:r>
            <a:r>
              <a:rPr lang="en-US" dirty="0" err="1"/>
              <a:t>funktioniert</a:t>
            </a:r>
            <a:r>
              <a:rPr lang="en-US" dirty="0"/>
              <a:t>; </a:t>
            </a:r>
            <a:r>
              <a:rPr lang="en-US" dirty="0" err="1"/>
              <a:t>offene</a:t>
            </a:r>
            <a:r>
              <a:rPr lang="en-US" dirty="0"/>
              <a:t> </a:t>
            </a:r>
            <a:r>
              <a:rPr lang="en-US" dirty="0" err="1"/>
              <a:t>Themen</a:t>
            </a:r>
            <a:r>
              <a:rPr lang="en-US" dirty="0"/>
              <a:t> </a:t>
            </a:r>
            <a:r>
              <a:rPr lang="en-US" dirty="0" err="1"/>
              <a:t>sind</a:t>
            </a:r>
            <a:r>
              <a:rPr lang="en-US" dirty="0"/>
              <a:t> in </a:t>
            </a:r>
            <a:r>
              <a:rPr lang="en-US" dirty="0" err="1"/>
              <a:t>Abarbeitung</a:t>
            </a:r>
            <a:endParaRPr lang="en-US" dirty="0"/>
          </a:p>
          <a:p>
            <a:pPr marL="285750" indent="-285750">
              <a:lnSpc>
                <a:spcPct val="100000"/>
              </a:lnSpc>
              <a:buFont typeface="Arial" panose="020B0604020202020204" pitchFamily="34" charset="0"/>
              <a:buChar char="•"/>
            </a:pPr>
            <a:endParaRPr lang="de-DE" sz="800" dirty="0"/>
          </a:p>
          <a:p>
            <a:pPr marL="285750" indent="-285750">
              <a:lnSpc>
                <a:spcPct val="100000"/>
              </a:lnSpc>
              <a:buFont typeface="Arial" panose="020B0604020202020204" pitchFamily="34" charset="0"/>
              <a:buChar char="•"/>
            </a:pPr>
            <a:r>
              <a:rPr lang="en-US" b="1" dirty="0">
                <a:solidFill>
                  <a:schemeClr val="accent2"/>
                </a:solidFill>
              </a:rPr>
              <a:t>China </a:t>
            </a:r>
            <a:r>
              <a:rPr lang="en-US" b="1" dirty="0" err="1">
                <a:solidFill>
                  <a:schemeClr val="accent2"/>
                </a:solidFill>
              </a:rPr>
              <a:t>RollOut</a:t>
            </a:r>
            <a:r>
              <a:rPr lang="en-US" b="1" dirty="0">
                <a:solidFill>
                  <a:schemeClr val="accent2"/>
                </a:solidFill>
              </a:rPr>
              <a:t> ONE STIHL 2027:</a:t>
            </a:r>
            <a:r>
              <a:rPr lang="en-US" dirty="0"/>
              <a:t> Transformation der </a:t>
            </a:r>
            <a:r>
              <a:rPr lang="en-US" dirty="0" err="1"/>
              <a:t>Prozesslandschaft</a:t>
            </a:r>
            <a:r>
              <a:rPr lang="en-US" dirty="0"/>
              <a:t> von SAP R3 auf S/4 HANA</a:t>
            </a:r>
          </a:p>
          <a:p>
            <a:pPr marL="285750" indent="-285750">
              <a:lnSpc>
                <a:spcPct val="100000"/>
              </a:lnSpc>
              <a:buFont typeface="Arial" panose="020B0604020202020204" pitchFamily="34" charset="0"/>
              <a:buChar char="•"/>
            </a:pPr>
            <a:endParaRPr lang="de-DE" sz="800" dirty="0"/>
          </a:p>
          <a:p>
            <a:pPr marL="285750" indent="-285750">
              <a:lnSpc>
                <a:spcPct val="100000"/>
              </a:lnSpc>
              <a:buFont typeface="Arial" panose="020B0604020202020204" pitchFamily="34" charset="0"/>
              <a:buChar char="•"/>
            </a:pPr>
            <a:r>
              <a:rPr lang="en-US" b="1" dirty="0" err="1">
                <a:solidFill>
                  <a:schemeClr val="accent2"/>
                </a:solidFill>
              </a:rPr>
              <a:t>Logistikstrategie</a:t>
            </a:r>
            <a:r>
              <a:rPr lang="en-US" b="1" dirty="0">
                <a:solidFill>
                  <a:schemeClr val="accent2"/>
                </a:solidFill>
              </a:rPr>
              <a:t>:</a:t>
            </a:r>
            <a:r>
              <a:rPr lang="en-US" dirty="0">
                <a:solidFill>
                  <a:schemeClr val="accent2"/>
                </a:solidFill>
              </a:rPr>
              <a:t> </a:t>
            </a:r>
            <a:r>
              <a:rPr lang="en-US" dirty="0">
                <a:ea typeface="+mn-lt"/>
                <a:cs typeface="+mn-lt"/>
              </a:rPr>
              <a:t>Neue Logistik </a:t>
            </a:r>
            <a:r>
              <a:rPr lang="en-US" dirty="0" err="1">
                <a:ea typeface="+mn-lt"/>
                <a:cs typeface="+mn-lt"/>
              </a:rPr>
              <a:t>Entität</a:t>
            </a:r>
            <a:r>
              <a:rPr lang="en-US" dirty="0">
                <a:ea typeface="+mn-lt"/>
                <a:cs typeface="+mn-lt"/>
              </a:rPr>
              <a:t>, DE </a:t>
            </a:r>
            <a:r>
              <a:rPr lang="en-US" dirty="0" err="1">
                <a:ea typeface="+mn-lt"/>
                <a:cs typeface="+mn-lt"/>
              </a:rPr>
              <a:t>Exportlager</a:t>
            </a:r>
            <a:r>
              <a:rPr lang="en-US" dirty="0">
                <a:ea typeface="+mn-lt"/>
                <a:cs typeface="+mn-lt"/>
              </a:rPr>
              <a:t>, DV Ersatzteil </a:t>
            </a:r>
            <a:r>
              <a:rPr lang="en-US" dirty="0" err="1">
                <a:ea typeface="+mn-lt"/>
                <a:cs typeface="+mn-lt"/>
              </a:rPr>
              <a:t>Exportprozesse</a:t>
            </a:r>
            <a:endParaRPr lang="en-US" dirty="0">
              <a:ea typeface="+mn-lt"/>
              <a:cs typeface="+mn-lt"/>
            </a:endParaRPr>
          </a:p>
          <a:p>
            <a:pPr marL="285750" indent="-285750">
              <a:lnSpc>
                <a:spcPct val="100000"/>
              </a:lnSpc>
              <a:buFont typeface="Arial" panose="020B0604020202020204" pitchFamily="34" charset="0"/>
              <a:buChar char="•"/>
            </a:pPr>
            <a:endParaRPr lang="de-DE" sz="800" dirty="0">
              <a:ea typeface="+mn-lt"/>
              <a:cs typeface="+mn-lt"/>
            </a:endParaRPr>
          </a:p>
          <a:p>
            <a:pPr marL="285750" indent="-285750">
              <a:lnSpc>
                <a:spcPct val="100000"/>
              </a:lnSpc>
              <a:buFont typeface="Arial" panose="020B0604020202020204" pitchFamily="34" charset="0"/>
              <a:buChar char="•"/>
            </a:pPr>
            <a:r>
              <a:rPr lang="en-US" b="1" dirty="0">
                <a:solidFill>
                  <a:schemeClr val="accent2"/>
                </a:solidFill>
              </a:rPr>
              <a:t>Private Cloud:</a:t>
            </a:r>
            <a:r>
              <a:rPr lang="en-US" b="1" dirty="0"/>
              <a:t> </a:t>
            </a:r>
            <a:r>
              <a:rPr lang="en-US" dirty="0" err="1"/>
              <a:t>Etablierung</a:t>
            </a:r>
            <a:r>
              <a:rPr lang="en-US" dirty="0"/>
              <a:t> </a:t>
            </a:r>
            <a:r>
              <a:rPr lang="en-US" dirty="0" err="1"/>
              <a:t>einer</a:t>
            </a:r>
            <a:r>
              <a:rPr lang="en-US" dirty="0"/>
              <a:t> </a:t>
            </a:r>
            <a:r>
              <a:rPr lang="en-US" dirty="0" err="1"/>
              <a:t>s</a:t>
            </a:r>
            <a:r>
              <a:rPr lang="en-US" dirty="0" err="1">
                <a:solidFill>
                  <a:srgbClr val="252525"/>
                </a:solidFill>
                <a:highlight>
                  <a:srgbClr val="FFFFFF"/>
                </a:highlight>
              </a:rPr>
              <a:t>icheren</a:t>
            </a:r>
            <a:r>
              <a:rPr lang="en-US" dirty="0">
                <a:solidFill>
                  <a:srgbClr val="252525"/>
                </a:solidFill>
                <a:highlight>
                  <a:srgbClr val="FFFFFF"/>
                </a:highlight>
              </a:rPr>
              <a:t> und </a:t>
            </a:r>
            <a:r>
              <a:rPr lang="en-US" dirty="0" err="1">
                <a:solidFill>
                  <a:srgbClr val="252525"/>
                </a:solidFill>
                <a:highlight>
                  <a:srgbClr val="FFFFFF"/>
                </a:highlight>
              </a:rPr>
              <a:t>skalierbaren</a:t>
            </a:r>
            <a:r>
              <a:rPr lang="en-US" dirty="0">
                <a:solidFill>
                  <a:srgbClr val="252525"/>
                </a:solidFill>
                <a:highlight>
                  <a:srgbClr val="FFFFFF"/>
                </a:highlight>
              </a:rPr>
              <a:t> Cloud-</a:t>
            </a:r>
            <a:r>
              <a:rPr lang="en-US" dirty="0" err="1">
                <a:solidFill>
                  <a:srgbClr val="252525"/>
                </a:solidFill>
                <a:highlight>
                  <a:srgbClr val="FFFFFF"/>
                </a:highlight>
              </a:rPr>
              <a:t>Umgebung</a:t>
            </a:r>
            <a:r>
              <a:rPr lang="en-US" dirty="0">
                <a:solidFill>
                  <a:srgbClr val="252525"/>
                </a:solidFill>
                <a:highlight>
                  <a:srgbClr val="FFFFFF"/>
                </a:highlight>
              </a:rPr>
              <a:t>; </a:t>
            </a:r>
            <a:r>
              <a:rPr lang="en-US" dirty="0" err="1">
                <a:solidFill>
                  <a:srgbClr val="252525"/>
                </a:solidFill>
                <a:highlight>
                  <a:srgbClr val="FFFFFF"/>
                </a:highlight>
              </a:rPr>
              <a:t>Erleichterung</a:t>
            </a:r>
            <a:r>
              <a:rPr lang="en-US" dirty="0">
                <a:solidFill>
                  <a:srgbClr val="252525"/>
                </a:solidFill>
                <a:highlight>
                  <a:srgbClr val="FFFFFF"/>
                </a:highlight>
              </a:rPr>
              <a:t> der Migration von Non-SAP-Workloads in der </a:t>
            </a:r>
            <a:r>
              <a:rPr lang="en-US" dirty="0" err="1">
                <a:solidFill>
                  <a:srgbClr val="252525"/>
                </a:solidFill>
                <a:highlight>
                  <a:srgbClr val="FFFFFF"/>
                </a:highlight>
              </a:rPr>
              <a:t>gesamten</a:t>
            </a:r>
            <a:r>
              <a:rPr lang="en-US" dirty="0">
                <a:solidFill>
                  <a:srgbClr val="252525"/>
                </a:solidFill>
                <a:highlight>
                  <a:srgbClr val="FFFFFF"/>
                </a:highlight>
              </a:rPr>
              <a:t> STIHL Gruppe.</a:t>
            </a:r>
          </a:p>
          <a:p>
            <a:pPr marL="285750" indent="-285750">
              <a:lnSpc>
                <a:spcPct val="100000"/>
              </a:lnSpc>
              <a:buFont typeface="Arial" panose="020B0604020202020204" pitchFamily="34" charset="0"/>
              <a:buChar char="•"/>
            </a:pPr>
            <a:endParaRPr lang="en-US" sz="800" dirty="0">
              <a:solidFill>
                <a:srgbClr val="252525"/>
              </a:solidFill>
              <a:highlight>
                <a:srgbClr val="FFFFFF"/>
              </a:highlight>
            </a:endParaRPr>
          </a:p>
          <a:p>
            <a:pPr marL="285750" indent="-285750">
              <a:lnSpc>
                <a:spcPct val="100000"/>
              </a:lnSpc>
              <a:buFont typeface="Arial" panose="020B0604020202020204" pitchFamily="34" charset="0"/>
              <a:buChar char="•"/>
            </a:pPr>
            <a:r>
              <a:rPr lang="de-DE" b="1" dirty="0">
                <a:solidFill>
                  <a:schemeClr val="accent2"/>
                </a:solidFill>
              </a:rPr>
              <a:t>Robotics China:</a:t>
            </a:r>
            <a:r>
              <a:rPr lang="de-DE" dirty="0">
                <a:solidFill>
                  <a:schemeClr val="accent2"/>
                </a:solidFill>
              </a:rPr>
              <a:t> </a:t>
            </a:r>
            <a:r>
              <a:rPr lang="de-DE" dirty="0"/>
              <a:t>Aufbau der Infrastruktur- &amp; Applikationswelt (u.a. DevOps-</a:t>
            </a:r>
            <a:r>
              <a:rPr lang="de-DE" dirty="0" err="1"/>
              <a:t>Toolchain</a:t>
            </a:r>
            <a:r>
              <a:rPr lang="de-DE" dirty="0"/>
              <a:t>) für den Entwicklungshub der </a:t>
            </a:r>
            <a:r>
              <a:rPr lang="de-DE" dirty="0" err="1"/>
              <a:t>Robotikentwicklung</a:t>
            </a:r>
            <a:r>
              <a:rPr lang="de-DE" dirty="0"/>
              <a:t> (u.a. </a:t>
            </a:r>
            <a:r>
              <a:rPr lang="de-DE" dirty="0" err="1"/>
              <a:t>Rasenmäherroboter</a:t>
            </a:r>
            <a:r>
              <a:rPr lang="de-DE" dirty="0"/>
              <a:t>) in Suzhou</a:t>
            </a:r>
          </a:p>
          <a:p>
            <a:pPr marL="285750" indent="-285750">
              <a:lnSpc>
                <a:spcPct val="100000"/>
              </a:lnSpc>
              <a:buFont typeface="Arial" panose="020B0604020202020204" pitchFamily="34" charset="0"/>
              <a:buChar char="•"/>
            </a:pPr>
            <a:endParaRPr lang="de-DE" sz="800" dirty="0"/>
          </a:p>
          <a:p>
            <a:pPr marL="285750" indent="-285750">
              <a:lnSpc>
                <a:spcPct val="100000"/>
              </a:lnSpc>
              <a:buFont typeface="Arial" panose="020B0604020202020204" pitchFamily="34" charset="0"/>
              <a:buChar char="•"/>
            </a:pPr>
            <a:r>
              <a:rPr lang="de-DE" b="1" dirty="0">
                <a:solidFill>
                  <a:schemeClr val="accent2"/>
                </a:solidFill>
              </a:rPr>
              <a:t>B2X (AEM 6.5):</a:t>
            </a:r>
            <a:r>
              <a:rPr lang="de-DE" dirty="0">
                <a:solidFill>
                  <a:schemeClr val="accent2"/>
                </a:solidFill>
              </a:rPr>
              <a:t> </a:t>
            </a:r>
            <a:r>
              <a:rPr lang="de-DE" dirty="0"/>
              <a:t>Ablösung struktureller Limitierungen; Langfristigabsicherung von Performance, Stabilität und Betrieb.</a:t>
            </a:r>
          </a:p>
        </p:txBody>
      </p:sp>
    </p:spTree>
    <p:extLst>
      <p:ext uri="{BB962C8B-B14F-4D97-AF65-F5344CB8AC3E}">
        <p14:creationId xmlns:p14="http://schemas.microsoft.com/office/powerpoint/2010/main" val="30551979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40C0C-603E-BE66-2BF8-77740B58F1F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1D9610E-58CE-9D89-1525-56C848C097C9}"/>
              </a:ext>
            </a:extLst>
          </p:cNvPr>
          <p:cNvSpPr>
            <a:spLocks noGrp="1"/>
          </p:cNvSpPr>
          <p:nvPr>
            <p:ph type="title"/>
          </p:nvPr>
        </p:nvSpPr>
        <p:spPr>
          <a:xfrm>
            <a:off x="479426" y="503546"/>
            <a:ext cx="8664574" cy="304699"/>
          </a:xfrm>
        </p:spPr>
        <p:txBody>
          <a:bodyPr/>
          <a:lstStyle/>
          <a:p>
            <a:r>
              <a:rPr lang="de-DE" sz="2400">
                <a:latin typeface="STIHL Contraface Text" panose="020B0503020202020102" pitchFamily="34" charset="0"/>
              </a:rPr>
              <a:t>ARBEITS- UND GESUNDHEITSSCHUTZ</a:t>
            </a:r>
            <a:endParaRPr lang="de-DE">
              <a:latin typeface="STIHL Contraface Text" panose="020B0503020202020102" pitchFamily="34" charset="0"/>
            </a:endParaRPr>
          </a:p>
        </p:txBody>
      </p:sp>
      <p:pic>
        <p:nvPicPr>
          <p:cNvPr id="5" name="Inhaltsplatzhalter 6" descr="graduation cap, hat with degree paper on wood table, abstract light background Empty ready for your product display or montage.">
            <a:extLst>
              <a:ext uri="{FF2B5EF4-FFF2-40B4-BE49-F238E27FC236}">
                <a16:creationId xmlns:a16="http://schemas.microsoft.com/office/drawing/2014/main" id="{9E585926-1F5E-5154-0165-1765A1A9A3B2}"/>
              </a:ext>
            </a:extLst>
          </p:cNvPr>
          <p:cNvPicPr>
            <a:picLocks noChangeAspect="1"/>
          </p:cNvPicPr>
          <p:nvPr/>
        </p:nvPicPr>
        <p:blipFill>
          <a:blip r:embed="rId2"/>
          <a:stretch>
            <a:fillRect/>
          </a:stretch>
        </p:blipFill>
        <p:spPr>
          <a:xfrm>
            <a:off x="618083" y="1541115"/>
            <a:ext cx="3408312" cy="3408312"/>
          </a:xfrm>
          <a:prstGeom prst="rect">
            <a:avLst/>
          </a:prstGeom>
        </p:spPr>
      </p:pic>
      <p:pic>
        <p:nvPicPr>
          <p:cNvPr id="7" name="Grafik 6" descr="Doctor sitting on the checkmark icon with a list in hand.">
            <a:extLst>
              <a:ext uri="{FF2B5EF4-FFF2-40B4-BE49-F238E27FC236}">
                <a16:creationId xmlns:a16="http://schemas.microsoft.com/office/drawing/2014/main" id="{773EC4E7-6D81-9A1A-0D1E-A4357FA43823}"/>
              </a:ext>
            </a:extLst>
          </p:cNvPr>
          <p:cNvPicPr>
            <a:picLocks noChangeAspect="1"/>
          </p:cNvPicPr>
          <p:nvPr/>
        </p:nvPicPr>
        <p:blipFill>
          <a:blip r:embed="rId3"/>
          <a:stretch>
            <a:fillRect/>
          </a:stretch>
        </p:blipFill>
        <p:spPr>
          <a:xfrm>
            <a:off x="4208859" y="1541115"/>
            <a:ext cx="3408312" cy="3408312"/>
          </a:xfrm>
          <a:prstGeom prst="rect">
            <a:avLst/>
          </a:prstGeom>
        </p:spPr>
      </p:pic>
      <p:pic>
        <p:nvPicPr>
          <p:cNvPr id="9" name="Grafik 8" descr="Computer display with blank white screen, &quot;nComputer monitor isolated on white background with clipping path.">
            <a:extLst>
              <a:ext uri="{FF2B5EF4-FFF2-40B4-BE49-F238E27FC236}">
                <a16:creationId xmlns:a16="http://schemas.microsoft.com/office/drawing/2014/main" id="{200DBEB5-31BE-1E30-A227-49E13F3437E5}"/>
              </a:ext>
            </a:extLst>
          </p:cNvPr>
          <p:cNvPicPr>
            <a:picLocks noChangeAspect="1"/>
          </p:cNvPicPr>
          <p:nvPr/>
        </p:nvPicPr>
        <p:blipFill>
          <a:blip r:embed="rId4"/>
          <a:stretch>
            <a:fillRect/>
          </a:stretch>
        </p:blipFill>
        <p:spPr>
          <a:xfrm>
            <a:off x="7799635" y="1541115"/>
            <a:ext cx="3408312" cy="3408312"/>
          </a:xfrm>
          <a:prstGeom prst="rect">
            <a:avLst/>
          </a:prstGeom>
        </p:spPr>
      </p:pic>
      <p:sp>
        <p:nvSpPr>
          <p:cNvPr id="13" name="Textfeld 12">
            <a:extLst>
              <a:ext uri="{FF2B5EF4-FFF2-40B4-BE49-F238E27FC236}">
                <a16:creationId xmlns:a16="http://schemas.microsoft.com/office/drawing/2014/main" id="{9ADD8EFF-D095-AF5D-0AD7-C673FD2EE70E}"/>
              </a:ext>
            </a:extLst>
          </p:cNvPr>
          <p:cNvSpPr txBox="1"/>
          <p:nvPr/>
        </p:nvSpPr>
        <p:spPr>
          <a:xfrm>
            <a:off x="618083" y="5044678"/>
            <a:ext cx="3408312" cy="1597967"/>
          </a:xfrm>
          <a:prstGeom prst="rect">
            <a:avLst/>
          </a:prstGeom>
          <a:noFill/>
        </p:spPr>
        <p:txBody>
          <a:bodyPr wrap="square" rtlCol="0">
            <a:normAutofit/>
          </a:bodyPr>
          <a:lstStyle/>
          <a:p>
            <a:pPr marL="0" algn="l">
              <a:buNone/>
            </a:pPr>
            <a:r>
              <a:rPr b="1">
                <a:solidFill>
                  <a:srgbClr val="000000"/>
                </a:solidFill>
                <a:effectLst/>
                <a:latin typeface="STIHL Contraface Display Title" panose="02000600040000020004" pitchFamily="2" charset="0"/>
              </a:rPr>
              <a:t>Theor</a:t>
            </a:r>
            <a:r>
              <a:rPr lang="de-DE" b="1">
                <a:solidFill>
                  <a:srgbClr val="000000"/>
                </a:solidFill>
                <a:effectLst/>
                <a:latin typeface="STIHL Contraface Display Title" panose="02000600040000020004" pitchFamily="2" charset="0"/>
              </a:rPr>
              <a:t>etisch</a:t>
            </a:r>
            <a:endParaRPr lang="de-DE">
              <a:effectLst/>
              <a:latin typeface="STIHL Contraface Display Title" panose="02000600040000020004" pitchFamily="2" charset="0"/>
            </a:endParaRPr>
          </a:p>
          <a:p>
            <a:pPr marL="0" algn="l">
              <a:buNone/>
            </a:pPr>
            <a:endParaRPr lang="de-DE" sz="1425" b="0">
              <a:solidFill>
                <a:srgbClr val="000000"/>
              </a:solidFill>
              <a:latin typeface="Avenir"/>
            </a:endParaRPr>
          </a:p>
          <a:p>
            <a:pPr marL="285750" indent="-285750" algn="l">
              <a:buFont typeface="Wingdings" panose="05000000000000000000" pitchFamily="2" charset="2"/>
              <a:buChar char="Ø"/>
            </a:pPr>
            <a:r>
              <a:rPr lang="de-DE" b="0">
                <a:solidFill>
                  <a:srgbClr val="000000"/>
                </a:solidFill>
                <a:latin typeface="STIHL Contraface Text Demi" panose="020B0703020202020102" pitchFamily="34" charset="0"/>
              </a:rPr>
              <a:t>Sicherheitsunterweisung</a:t>
            </a:r>
          </a:p>
          <a:p>
            <a:pPr marL="285750" indent="-285750" algn="l">
              <a:buFont typeface="Wingdings" panose="05000000000000000000" pitchFamily="2" charset="2"/>
              <a:buChar char="Ø"/>
            </a:pPr>
            <a:r>
              <a:rPr lang="de-DE" b="0">
                <a:solidFill>
                  <a:srgbClr val="000000"/>
                </a:solidFill>
                <a:latin typeface="STIHL Contraface Text Demi" panose="020B0703020202020102" pitchFamily="34" charset="0"/>
              </a:rPr>
              <a:t>GBU</a:t>
            </a:r>
          </a:p>
          <a:p>
            <a:pPr marL="285750" indent="-285750" algn="l">
              <a:buFont typeface="Wingdings" panose="05000000000000000000" pitchFamily="2" charset="2"/>
              <a:buChar char="Ø"/>
            </a:pPr>
            <a:endParaRPr lang="de-DE" b="0">
              <a:solidFill>
                <a:srgbClr val="000000"/>
              </a:solidFill>
              <a:latin typeface="STIHL Contraface Text Demi" panose="020B0703020202020102" pitchFamily="34" charset="0"/>
            </a:endParaRPr>
          </a:p>
        </p:txBody>
      </p:sp>
      <p:sp>
        <p:nvSpPr>
          <p:cNvPr id="15" name="Textfeld 14">
            <a:extLst>
              <a:ext uri="{FF2B5EF4-FFF2-40B4-BE49-F238E27FC236}">
                <a16:creationId xmlns:a16="http://schemas.microsoft.com/office/drawing/2014/main" id="{749666C2-2A0E-96ED-9718-D52FB6CAC7FF}"/>
              </a:ext>
            </a:extLst>
          </p:cNvPr>
          <p:cNvSpPr txBox="1"/>
          <p:nvPr/>
        </p:nvSpPr>
        <p:spPr>
          <a:xfrm>
            <a:off x="4208859" y="5044678"/>
            <a:ext cx="3408312" cy="1597967"/>
          </a:xfrm>
          <a:prstGeom prst="rect">
            <a:avLst/>
          </a:prstGeom>
          <a:noFill/>
        </p:spPr>
        <p:txBody>
          <a:bodyPr wrap="square" rtlCol="0">
            <a:normAutofit/>
          </a:bodyPr>
          <a:lstStyle/>
          <a:p>
            <a:pPr marL="0" algn="l">
              <a:buNone/>
            </a:pPr>
            <a:r>
              <a:rPr b="1">
                <a:solidFill>
                  <a:srgbClr val="000000"/>
                </a:solidFill>
                <a:effectLst/>
                <a:latin typeface="STIHL Contraface Display Title" panose="02000600040000020004" pitchFamily="2" charset="0"/>
              </a:rPr>
              <a:t>Pra</a:t>
            </a:r>
            <a:r>
              <a:rPr lang="de-DE" b="1" err="1">
                <a:solidFill>
                  <a:srgbClr val="000000"/>
                </a:solidFill>
                <a:effectLst/>
                <a:latin typeface="STIHL Contraface Display Title" panose="02000600040000020004" pitchFamily="2" charset="0"/>
              </a:rPr>
              <a:t>ktisch</a:t>
            </a:r>
            <a:endParaRPr lang="de-DE" b="1">
              <a:solidFill>
                <a:srgbClr val="000000"/>
              </a:solidFill>
              <a:effectLst/>
              <a:latin typeface="STIHL Contraface Display Title" panose="02000600040000020004" pitchFamily="2" charset="0"/>
            </a:endParaRPr>
          </a:p>
          <a:p>
            <a:pPr marL="0" algn="l">
              <a:buNone/>
            </a:pPr>
            <a:endParaRPr>
              <a:effectLst/>
              <a:latin typeface="STIHL Contraface Display Title" panose="02000600040000020004" pitchFamily="2" charset="0"/>
            </a:endParaRPr>
          </a:p>
          <a:p>
            <a:pPr marL="285750" indent="-285750">
              <a:buFont typeface="Wingdings" panose="05000000000000000000" pitchFamily="2" charset="2"/>
              <a:buChar char="Ø"/>
            </a:pPr>
            <a:r>
              <a:rPr lang="de-DE">
                <a:solidFill>
                  <a:srgbClr val="000000"/>
                </a:solidFill>
                <a:latin typeface="STIHL Contraface Text Demi" panose="020B0703020202020102" pitchFamily="34" charset="0"/>
              </a:rPr>
              <a:t>Ersthelfer Ausbildung</a:t>
            </a:r>
          </a:p>
          <a:p>
            <a:pPr marL="285750" indent="-285750">
              <a:buFont typeface="Wingdings" panose="05000000000000000000" pitchFamily="2" charset="2"/>
              <a:buChar char="Ø"/>
            </a:pPr>
            <a:r>
              <a:rPr lang="de-DE">
                <a:solidFill>
                  <a:srgbClr val="000000"/>
                </a:solidFill>
                <a:latin typeface="STIHL Contraface Text Demi" panose="020B0703020202020102" pitchFamily="34" charset="0"/>
              </a:rPr>
              <a:t>Brandschutzhelfer</a:t>
            </a:r>
            <a:r>
              <a:rPr>
                <a:effectLst/>
                <a:latin typeface="STIHL Contraface Text Demi" panose="020B0703020202020102" pitchFamily="34" charset="0"/>
              </a:rPr>
              <a:t> </a:t>
            </a:r>
            <a:endParaRPr lang="de-DE">
              <a:effectLst/>
              <a:latin typeface="STIHL Contraface Text Demi" panose="020B0703020202020102" pitchFamily="34" charset="0"/>
            </a:endParaRPr>
          </a:p>
          <a:p>
            <a:pPr marL="285750" indent="-285750">
              <a:buFont typeface="Wingdings" panose="05000000000000000000" pitchFamily="2" charset="2"/>
              <a:buChar char="Ø"/>
            </a:pPr>
            <a:r>
              <a:rPr lang="de-DE">
                <a:latin typeface="STIHL Contraface Text Demi" panose="020B0703020202020102" pitchFamily="34" charset="0"/>
              </a:rPr>
              <a:t>Stockwerksbeauftragte</a:t>
            </a:r>
          </a:p>
        </p:txBody>
      </p:sp>
      <p:sp>
        <p:nvSpPr>
          <p:cNvPr id="17" name="Textfeld 16">
            <a:extLst>
              <a:ext uri="{FF2B5EF4-FFF2-40B4-BE49-F238E27FC236}">
                <a16:creationId xmlns:a16="http://schemas.microsoft.com/office/drawing/2014/main" id="{2B6E9581-7BA0-04AF-912D-22EDFE32061A}"/>
              </a:ext>
            </a:extLst>
          </p:cNvPr>
          <p:cNvSpPr txBox="1"/>
          <p:nvPr/>
        </p:nvSpPr>
        <p:spPr>
          <a:xfrm>
            <a:off x="7799635" y="5044678"/>
            <a:ext cx="3408312" cy="1597967"/>
          </a:xfrm>
          <a:prstGeom prst="rect">
            <a:avLst/>
          </a:prstGeom>
          <a:noFill/>
        </p:spPr>
        <p:txBody>
          <a:bodyPr wrap="square" rtlCol="0">
            <a:normAutofit lnSpcReduction="10000"/>
          </a:bodyPr>
          <a:lstStyle/>
          <a:p>
            <a:pPr marL="0" algn="l">
              <a:buNone/>
            </a:pPr>
            <a:r>
              <a:rPr b="1">
                <a:solidFill>
                  <a:srgbClr val="000000"/>
                </a:solidFill>
                <a:effectLst/>
                <a:latin typeface="STIHL Contraface Display Title" panose="02000600040000020004" pitchFamily="2" charset="0"/>
              </a:rPr>
              <a:t>E-Learning &amp; </a:t>
            </a:r>
            <a:r>
              <a:rPr b="1" err="1">
                <a:solidFill>
                  <a:srgbClr val="000000"/>
                </a:solidFill>
                <a:effectLst/>
                <a:latin typeface="STIHL Contraface Display Title" panose="02000600040000020004" pitchFamily="2" charset="0"/>
              </a:rPr>
              <a:t>Sensibilisierung</a:t>
            </a:r>
            <a:r>
              <a:rPr>
                <a:effectLst/>
                <a:latin typeface="STIHL Contraface Display Title" panose="02000600040000020004" pitchFamily="2" charset="0"/>
              </a:rPr>
              <a:t> </a:t>
            </a:r>
          </a:p>
          <a:p>
            <a:pPr marL="285750" indent="-285750" algn="l">
              <a:spcBef>
                <a:spcPts val="900"/>
              </a:spcBef>
              <a:buFont typeface="Wingdings" panose="05000000000000000000" pitchFamily="2" charset="2"/>
              <a:buChar char="Ø"/>
            </a:pPr>
            <a:r>
              <a:rPr lang="de-DE" b="0">
                <a:solidFill>
                  <a:srgbClr val="000000"/>
                </a:solidFill>
                <a:effectLst/>
                <a:latin typeface="STIHL Contraface Text Demi" panose="020B0703020202020102" pitchFamily="34" charset="0"/>
              </a:rPr>
              <a:t>So Safe Security Trainings auf HR Online</a:t>
            </a:r>
          </a:p>
          <a:p>
            <a:pPr marL="285750" indent="-285750" algn="l">
              <a:spcBef>
                <a:spcPts val="900"/>
              </a:spcBef>
              <a:buFont typeface="Wingdings" panose="05000000000000000000" pitchFamily="2" charset="2"/>
              <a:buChar char="Ø"/>
            </a:pPr>
            <a:r>
              <a:rPr lang="de-DE" err="1">
                <a:solidFill>
                  <a:srgbClr val="000000"/>
                </a:solidFill>
                <a:latin typeface="STIHL Contraface Text Demi" panose="020B0703020202020102" pitchFamily="34" charset="0"/>
              </a:rPr>
              <a:t>Cyber</a:t>
            </a:r>
            <a:r>
              <a:rPr lang="de-DE">
                <a:solidFill>
                  <a:srgbClr val="000000"/>
                </a:solidFill>
                <a:latin typeface="STIHL Contraface Text Demi" panose="020B0703020202020102" pitchFamily="34" charset="0"/>
              </a:rPr>
              <a:t> Security </a:t>
            </a:r>
            <a:r>
              <a:rPr lang="de-DE" err="1">
                <a:solidFill>
                  <a:srgbClr val="000000"/>
                </a:solidFill>
                <a:latin typeface="STIHL Contraface Text Demi" panose="020B0703020202020102" pitchFamily="34" charset="0"/>
              </a:rPr>
              <a:t>Month</a:t>
            </a:r>
            <a:endParaRPr lang="de-DE">
              <a:latin typeface="STIHL Contraface Text Demi" panose="020B0703020202020102" pitchFamily="34" charset="0"/>
            </a:endParaRPr>
          </a:p>
        </p:txBody>
      </p:sp>
    </p:spTree>
    <p:extLst>
      <p:ext uri="{BB962C8B-B14F-4D97-AF65-F5344CB8AC3E}">
        <p14:creationId xmlns:p14="http://schemas.microsoft.com/office/powerpoint/2010/main" val="14496568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2F3F4-7ABB-356B-20A9-122710A9767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10B8DE7-8237-906D-7988-2A92000C6C05}"/>
              </a:ext>
            </a:extLst>
          </p:cNvPr>
          <p:cNvSpPr>
            <a:spLocks noGrp="1"/>
          </p:cNvSpPr>
          <p:nvPr>
            <p:ph type="title"/>
          </p:nvPr>
        </p:nvSpPr>
        <p:spPr>
          <a:xfrm>
            <a:off x="479426" y="503546"/>
            <a:ext cx="8664574" cy="304699"/>
          </a:xfrm>
        </p:spPr>
        <p:txBody>
          <a:bodyPr/>
          <a:lstStyle/>
          <a:p>
            <a:r>
              <a:rPr lang="de-DE"/>
              <a:t>E-LEARNING &amp; SENSIBILISIERUNG</a:t>
            </a:r>
          </a:p>
        </p:txBody>
      </p:sp>
      <p:sp>
        <p:nvSpPr>
          <p:cNvPr id="3" name="Textplatzhalter 2">
            <a:extLst>
              <a:ext uri="{FF2B5EF4-FFF2-40B4-BE49-F238E27FC236}">
                <a16:creationId xmlns:a16="http://schemas.microsoft.com/office/drawing/2014/main" id="{78FC35C9-A8B1-2ED8-A869-C935BA79127A}"/>
              </a:ext>
            </a:extLst>
          </p:cNvPr>
          <p:cNvSpPr>
            <a:spLocks noGrp="1"/>
          </p:cNvSpPr>
          <p:nvPr>
            <p:ph type="body" sz="quarter" idx="14"/>
          </p:nvPr>
        </p:nvSpPr>
        <p:spPr/>
        <p:txBody>
          <a:bodyPr/>
          <a:lstStyle/>
          <a:p>
            <a:r>
              <a:rPr lang="de-DE"/>
              <a:t>Cyber Security Awareness Training</a:t>
            </a:r>
          </a:p>
        </p:txBody>
      </p:sp>
      <p:sp>
        <p:nvSpPr>
          <p:cNvPr id="4" name="Textplatzhalter 3">
            <a:extLst>
              <a:ext uri="{FF2B5EF4-FFF2-40B4-BE49-F238E27FC236}">
                <a16:creationId xmlns:a16="http://schemas.microsoft.com/office/drawing/2014/main" id="{75416B28-31CB-D6E0-A5E7-5410808CE8CD}"/>
              </a:ext>
            </a:extLst>
          </p:cNvPr>
          <p:cNvSpPr>
            <a:spLocks noGrp="1"/>
          </p:cNvSpPr>
          <p:nvPr>
            <p:ph type="body" sz="quarter" idx="15"/>
          </p:nvPr>
        </p:nvSpPr>
        <p:spPr/>
        <p:txBody>
          <a:bodyPr/>
          <a:lstStyle/>
          <a:p>
            <a:pPr lvl="1"/>
            <a:r>
              <a:rPr lang="de-DE" b="1">
                <a:latin typeface="STIHL Contraface Text" panose="020B0503020202020102" pitchFamily="34" charset="0"/>
              </a:rPr>
              <a:t>Bestandteil der HR Online Sicherheitsunterweisung</a:t>
            </a:r>
          </a:p>
          <a:p>
            <a:pPr lvl="1"/>
            <a:endParaRPr lang="de-DE" b="1">
              <a:latin typeface="STIHL Contraface Text" panose="020B0503020202020102" pitchFamily="34" charset="0"/>
            </a:endParaRPr>
          </a:p>
          <a:p>
            <a:pPr marL="285750" indent="-285750">
              <a:buFont typeface="Arial" panose="020B0604020202020204" pitchFamily="34" charset="0"/>
              <a:buChar char="•"/>
            </a:pPr>
            <a:r>
              <a:rPr lang="de-DE" b="1">
                <a:latin typeface="STIHL Contraface Text" panose="020B0503020202020102" pitchFamily="34" charset="0"/>
              </a:rPr>
              <a:t>Cyber Security Awareness Training - </a:t>
            </a:r>
            <a:r>
              <a:rPr lang="de-DE" b="1" err="1">
                <a:latin typeface="STIHL Contraface Text" panose="020B0503020202020102" pitchFamily="34" charset="0"/>
              </a:rPr>
              <a:t>E-learning</a:t>
            </a:r>
            <a:r>
              <a:rPr lang="de-DE" b="1">
                <a:latin typeface="STIHL Contraface Text" panose="020B0503020202020102" pitchFamily="34" charset="0"/>
              </a:rPr>
              <a:t> Format</a:t>
            </a:r>
          </a:p>
          <a:p>
            <a:pPr marL="461963" lvl="1" indent="-285750"/>
            <a:r>
              <a:rPr lang="de-DE">
                <a:latin typeface="STIHL Contraface Text" panose="020B0503020202020102" pitchFamily="34" charset="0"/>
              </a:rPr>
              <a:t>Neu in HR Online integriert</a:t>
            </a:r>
          </a:p>
          <a:p>
            <a:pPr marL="461963" lvl="1" indent="-285750"/>
            <a:r>
              <a:rPr lang="de-DE">
                <a:latin typeface="STIHL Contraface Text" panose="020B0503020202020102" pitchFamily="34" charset="0"/>
              </a:rPr>
              <a:t>Pflichtmodul; bei Nichtbeachtung wird der Vorgesetzte aus dem System per Mail informiert</a:t>
            </a:r>
          </a:p>
          <a:p>
            <a:pPr marL="461963" lvl="1" indent="-285750"/>
            <a:endParaRPr lang="de-DE" b="1">
              <a:latin typeface="STIHL Contraface Text" panose="020B0503020202020102" pitchFamily="34" charset="0"/>
            </a:endParaRPr>
          </a:p>
          <a:p>
            <a:pPr marL="285750" indent="-285750">
              <a:buFont typeface="Arial" panose="020B0604020202020204" pitchFamily="34" charset="0"/>
              <a:buChar char="•"/>
            </a:pPr>
            <a:r>
              <a:rPr lang="de-DE" b="1">
                <a:latin typeface="STIHL Contraface Text" panose="020B0503020202020102" pitchFamily="34" charset="0"/>
              </a:rPr>
              <a:t>Cyber Security Awareness Month – jährlich im Oktober</a:t>
            </a:r>
          </a:p>
          <a:p>
            <a:pPr marL="461963" lvl="1" indent="-285750"/>
            <a:r>
              <a:rPr lang="de-DE" b="1">
                <a:latin typeface="STIHL Contraface Text" panose="020B0503020202020102" pitchFamily="34" charset="0"/>
              </a:rPr>
              <a:t>Informative Live Sessions zu Themen, wie Phishing; Voice Phishing; OT Security; NIS 2 Regelwerk; Vorgehensweisen, um sich vor Angriffen zu schützen</a:t>
            </a:r>
          </a:p>
          <a:p>
            <a:pPr marL="461963" lvl="1" indent="-285750"/>
            <a:endParaRPr lang="de-DE" b="1">
              <a:latin typeface="STIHL Contraface Text" panose="020B0503020202020102" pitchFamily="34" charset="0"/>
            </a:endParaRPr>
          </a:p>
          <a:p>
            <a:pPr marL="461963" lvl="1" indent="-285750"/>
            <a:endParaRPr lang="de-DE"/>
          </a:p>
        </p:txBody>
      </p:sp>
      <p:pic>
        <p:nvPicPr>
          <p:cNvPr id="6" name="Grafik 5">
            <a:extLst>
              <a:ext uri="{FF2B5EF4-FFF2-40B4-BE49-F238E27FC236}">
                <a16:creationId xmlns:a16="http://schemas.microsoft.com/office/drawing/2014/main" id="{D80A5337-8CE2-92D2-36C3-FE29ED2F709F}"/>
              </a:ext>
            </a:extLst>
          </p:cNvPr>
          <p:cNvPicPr>
            <a:picLocks noChangeAspect="1"/>
          </p:cNvPicPr>
          <p:nvPr/>
        </p:nvPicPr>
        <p:blipFill>
          <a:blip r:embed="rId2"/>
          <a:stretch>
            <a:fillRect/>
          </a:stretch>
        </p:blipFill>
        <p:spPr>
          <a:xfrm>
            <a:off x="3132306" y="4452705"/>
            <a:ext cx="6011694" cy="2002070"/>
          </a:xfrm>
          <a:prstGeom prst="rect">
            <a:avLst/>
          </a:prstGeom>
        </p:spPr>
      </p:pic>
    </p:spTree>
    <p:extLst>
      <p:ext uri="{BB962C8B-B14F-4D97-AF65-F5344CB8AC3E}">
        <p14:creationId xmlns:p14="http://schemas.microsoft.com/office/powerpoint/2010/main" val="21968522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0410-B710-918E-0F6C-F3829CA5696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B9FC6B2-B9F7-BCEC-CB58-5DC4AD02072C}"/>
              </a:ext>
            </a:extLst>
          </p:cNvPr>
          <p:cNvSpPr>
            <a:spLocks noGrp="1"/>
          </p:cNvSpPr>
          <p:nvPr>
            <p:ph type="title"/>
          </p:nvPr>
        </p:nvSpPr>
        <p:spPr>
          <a:xfrm>
            <a:off x="479426" y="503546"/>
            <a:ext cx="8664574" cy="304699"/>
          </a:xfrm>
        </p:spPr>
        <p:txBody>
          <a:bodyPr/>
          <a:lstStyle/>
          <a:p>
            <a:r>
              <a:rPr lang="de-DE"/>
              <a:t>SICHERHEIT AM ARBEITSPLATZ | DOKUMENTENABLAGE</a:t>
            </a:r>
          </a:p>
        </p:txBody>
      </p:sp>
      <p:sp>
        <p:nvSpPr>
          <p:cNvPr id="3" name="Textplatzhalter 2">
            <a:extLst>
              <a:ext uri="{FF2B5EF4-FFF2-40B4-BE49-F238E27FC236}">
                <a16:creationId xmlns:a16="http://schemas.microsoft.com/office/drawing/2014/main" id="{C9770062-CCF5-293F-4CB6-5855849E5EF6}"/>
              </a:ext>
            </a:extLst>
          </p:cNvPr>
          <p:cNvSpPr>
            <a:spLocks noGrp="1"/>
          </p:cNvSpPr>
          <p:nvPr>
            <p:ph type="body" sz="quarter" idx="14"/>
          </p:nvPr>
        </p:nvSpPr>
        <p:spPr/>
        <p:txBody>
          <a:bodyPr/>
          <a:lstStyle/>
          <a:p>
            <a:r>
              <a:rPr lang="de-DE">
                <a:highlight>
                  <a:srgbClr val="FFFF00"/>
                </a:highlight>
              </a:rPr>
              <a:t>@todo Sabine (Links/ Dokumente anfügen) // bitte schauen ob Dirk Zugriff auf alles hat</a:t>
            </a:r>
          </a:p>
        </p:txBody>
      </p:sp>
      <p:sp>
        <p:nvSpPr>
          <p:cNvPr id="4" name="Textplatzhalter 3">
            <a:extLst>
              <a:ext uri="{FF2B5EF4-FFF2-40B4-BE49-F238E27FC236}">
                <a16:creationId xmlns:a16="http://schemas.microsoft.com/office/drawing/2014/main" id="{DB03EC82-67AA-3F12-CA11-9D1CA93EE551}"/>
              </a:ext>
            </a:extLst>
          </p:cNvPr>
          <p:cNvSpPr>
            <a:spLocks noGrp="1"/>
          </p:cNvSpPr>
          <p:nvPr>
            <p:ph type="body" sz="quarter" idx="15"/>
          </p:nvPr>
        </p:nvSpPr>
        <p:spPr/>
        <p:txBody>
          <a:bodyPr/>
          <a:lstStyle/>
          <a:p>
            <a:endParaRPr lang="de-DE"/>
          </a:p>
          <a:p>
            <a:r>
              <a:rPr lang="de-DE"/>
              <a:t>GBU 2026: </a:t>
            </a:r>
            <a:r>
              <a:rPr lang="de-DE">
                <a:highlight>
                  <a:srgbClr val="FFFF00"/>
                </a:highlight>
              </a:rPr>
              <a:t>Dirk muss noch unterschreiben</a:t>
            </a:r>
          </a:p>
          <a:p>
            <a:endParaRPr lang="de-DE"/>
          </a:p>
          <a:p>
            <a:r>
              <a:rPr lang="de-DE"/>
              <a:t>Sicherheitsunterweisungen 2026: </a:t>
            </a:r>
            <a:r>
              <a:rPr lang="de-DE">
                <a:highlight>
                  <a:srgbClr val="FFFF00"/>
                </a:highlight>
              </a:rPr>
              <a:t>@Sabine – Liste aus </a:t>
            </a:r>
            <a:r>
              <a:rPr lang="de-DE" err="1">
                <a:highlight>
                  <a:srgbClr val="FFFF00"/>
                </a:highlight>
              </a:rPr>
              <a:t>Quentic</a:t>
            </a:r>
            <a:r>
              <a:rPr lang="de-DE">
                <a:highlight>
                  <a:srgbClr val="FFFF00"/>
                </a:highlight>
              </a:rPr>
              <a:t> ziehen</a:t>
            </a:r>
          </a:p>
          <a:p>
            <a:r>
              <a:rPr lang="de-DE"/>
              <a:t>Präsentation Sicherheitsunterweisung: </a:t>
            </a:r>
            <a:r>
              <a:rPr lang="de-DE">
                <a:hlinkClick r:id="rId2"/>
              </a:rPr>
              <a:t>010_Unterweisung_Pflichtmodule_ISS_2026_03.pptx</a:t>
            </a:r>
            <a:endParaRPr lang="de-DE"/>
          </a:p>
          <a:p>
            <a:endParaRPr lang="de-DE"/>
          </a:p>
          <a:p>
            <a:r>
              <a:rPr lang="de-DE"/>
              <a:t>Umweltschutzziele: </a:t>
            </a:r>
            <a:r>
              <a:rPr lang="de-DE">
                <a:hlinkClick r:id="rId3"/>
              </a:rPr>
              <a:t>S_UVV_ZIELE_ISS_2026.xlsx</a:t>
            </a:r>
            <a:endParaRPr lang="de-DE"/>
          </a:p>
          <a:p>
            <a:endParaRPr lang="de-DE"/>
          </a:p>
          <a:p>
            <a:r>
              <a:rPr lang="de-DE"/>
              <a:t>Übersicht Ersthelfer:</a:t>
            </a:r>
          </a:p>
          <a:p>
            <a:endParaRPr lang="de-DE"/>
          </a:p>
          <a:p>
            <a:r>
              <a:rPr lang="de-DE"/>
              <a:t>Übersicht Stockwerksbeauftragte:</a:t>
            </a:r>
          </a:p>
          <a:p>
            <a:endParaRPr lang="de-DE"/>
          </a:p>
          <a:p>
            <a:r>
              <a:rPr lang="de-DE"/>
              <a:t>Übersicht Brandschutzhelfer:</a:t>
            </a:r>
          </a:p>
        </p:txBody>
      </p:sp>
      <p:pic>
        <p:nvPicPr>
          <p:cNvPr id="6" name="Grafik 5">
            <a:extLst>
              <a:ext uri="{FF2B5EF4-FFF2-40B4-BE49-F238E27FC236}">
                <a16:creationId xmlns:a16="http://schemas.microsoft.com/office/drawing/2014/main" id="{3023865D-2822-B09F-D19D-70CC9A35FEC1}"/>
              </a:ext>
            </a:extLst>
          </p:cNvPr>
          <p:cNvPicPr>
            <a:picLocks noChangeAspect="1"/>
          </p:cNvPicPr>
          <p:nvPr/>
        </p:nvPicPr>
        <p:blipFill>
          <a:blip r:embed="rId4"/>
          <a:stretch>
            <a:fillRect/>
          </a:stretch>
        </p:blipFill>
        <p:spPr>
          <a:xfrm>
            <a:off x="4728441" y="1468850"/>
            <a:ext cx="2735117" cy="1131229"/>
          </a:xfrm>
          <a:prstGeom prst="rect">
            <a:avLst/>
          </a:prstGeom>
        </p:spPr>
      </p:pic>
    </p:spTree>
    <p:extLst>
      <p:ext uri="{BB962C8B-B14F-4D97-AF65-F5344CB8AC3E}">
        <p14:creationId xmlns:p14="http://schemas.microsoft.com/office/powerpoint/2010/main" val="1125000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12FEE-E79B-B726-FB8C-051B67E08F6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EF85F53-4ADD-7528-6B66-242549DE8BAA}"/>
              </a:ext>
            </a:extLst>
          </p:cNvPr>
          <p:cNvSpPr>
            <a:spLocks noGrp="1"/>
          </p:cNvSpPr>
          <p:nvPr>
            <p:ph type="title"/>
          </p:nvPr>
        </p:nvSpPr>
        <p:spPr>
          <a:xfrm>
            <a:off x="479426" y="503546"/>
            <a:ext cx="8664574" cy="304699"/>
          </a:xfrm>
        </p:spPr>
        <p:txBody>
          <a:bodyPr/>
          <a:lstStyle/>
          <a:p>
            <a:r>
              <a:rPr lang="de-DE"/>
              <a:t>ZIEL: GANZHEITLICHE SICHERHEITSKULTUR IN DER STIHL GRUPPE FÖRDERN</a:t>
            </a:r>
          </a:p>
        </p:txBody>
      </p:sp>
      <p:pic>
        <p:nvPicPr>
          <p:cNvPr id="8" name="Grafik 7">
            <a:extLst>
              <a:ext uri="{FF2B5EF4-FFF2-40B4-BE49-F238E27FC236}">
                <a16:creationId xmlns:a16="http://schemas.microsoft.com/office/drawing/2014/main" id="{9AE69E45-F8FD-0817-A544-A9AC00859CD1}"/>
              </a:ext>
            </a:extLst>
          </p:cNvPr>
          <p:cNvPicPr>
            <a:picLocks noChangeAspect="1"/>
          </p:cNvPicPr>
          <p:nvPr/>
        </p:nvPicPr>
        <p:blipFill>
          <a:blip r:embed="rId2"/>
          <a:stretch>
            <a:fillRect/>
          </a:stretch>
        </p:blipFill>
        <p:spPr>
          <a:xfrm>
            <a:off x="4512911" y="1814057"/>
            <a:ext cx="3166177" cy="3160523"/>
          </a:xfrm>
          <a:prstGeom prst="rect">
            <a:avLst/>
          </a:prstGeom>
        </p:spPr>
      </p:pic>
      <p:pic>
        <p:nvPicPr>
          <p:cNvPr id="10" name="Grafik 9">
            <a:extLst>
              <a:ext uri="{FF2B5EF4-FFF2-40B4-BE49-F238E27FC236}">
                <a16:creationId xmlns:a16="http://schemas.microsoft.com/office/drawing/2014/main" id="{A69645B4-95F2-A042-F697-5DA15C04B1EF}"/>
              </a:ext>
            </a:extLst>
          </p:cNvPr>
          <p:cNvPicPr>
            <a:picLocks noChangeAspect="1"/>
          </p:cNvPicPr>
          <p:nvPr/>
        </p:nvPicPr>
        <p:blipFill>
          <a:blip r:embed="rId3"/>
          <a:stretch>
            <a:fillRect/>
          </a:stretch>
        </p:blipFill>
        <p:spPr>
          <a:xfrm>
            <a:off x="8206194" y="1980281"/>
            <a:ext cx="3350389" cy="2491624"/>
          </a:xfrm>
          <a:prstGeom prst="rect">
            <a:avLst/>
          </a:prstGeom>
        </p:spPr>
      </p:pic>
      <p:sp>
        <p:nvSpPr>
          <p:cNvPr id="12" name="Textfeld 11">
            <a:extLst>
              <a:ext uri="{FF2B5EF4-FFF2-40B4-BE49-F238E27FC236}">
                <a16:creationId xmlns:a16="http://schemas.microsoft.com/office/drawing/2014/main" id="{7F9F552E-63FA-37FA-55B5-067296070B92}"/>
              </a:ext>
            </a:extLst>
          </p:cNvPr>
          <p:cNvSpPr txBox="1"/>
          <p:nvPr/>
        </p:nvSpPr>
        <p:spPr>
          <a:xfrm>
            <a:off x="583179" y="5043943"/>
            <a:ext cx="3408312" cy="2067966"/>
          </a:xfrm>
          <a:prstGeom prst="rect">
            <a:avLst/>
          </a:prstGeom>
          <a:noFill/>
        </p:spPr>
        <p:txBody>
          <a:bodyPr wrap="square" rtlCol="0">
            <a:normAutofit/>
          </a:bodyPr>
          <a:lstStyle/>
          <a:p>
            <a:pPr marL="0" algn="l">
              <a:buNone/>
            </a:pPr>
            <a:r>
              <a:rPr sz="1650" b="1">
                <a:solidFill>
                  <a:srgbClr val="000000"/>
                </a:solidFill>
                <a:effectLst/>
                <a:latin typeface="Avenir"/>
              </a:rPr>
              <a:t>Integration von </a:t>
            </a:r>
            <a:r>
              <a:rPr sz="1650" b="1" err="1">
                <a:solidFill>
                  <a:srgbClr val="000000"/>
                </a:solidFill>
                <a:effectLst/>
                <a:latin typeface="Avenir"/>
              </a:rPr>
              <a:t>Arbeitssicherheit</a:t>
            </a:r>
            <a:r>
              <a:rPr sz="1650" b="1">
                <a:solidFill>
                  <a:srgbClr val="000000"/>
                </a:solidFill>
                <a:effectLst/>
                <a:latin typeface="Avenir"/>
              </a:rPr>
              <a:t> &amp; Cyber Security</a:t>
            </a:r>
            <a:r>
              <a:rPr>
                <a:effectLst/>
              </a:rPr>
              <a:t> </a:t>
            </a:r>
          </a:p>
          <a:p>
            <a:pPr marL="0" algn="l">
              <a:buNone/>
            </a:pPr>
            <a:r>
              <a:rPr sz="1350" b="0" err="1">
                <a:solidFill>
                  <a:srgbClr val="000000"/>
                </a:solidFill>
                <a:effectLst/>
                <a:latin typeface="Avenir"/>
              </a:rPr>
              <a:t>Sicherheitsmaßnahmen</a:t>
            </a:r>
            <a:r>
              <a:rPr sz="1350" b="0">
                <a:solidFill>
                  <a:srgbClr val="000000"/>
                </a:solidFill>
                <a:effectLst/>
                <a:latin typeface="Avenir"/>
              </a:rPr>
              <a:t> </a:t>
            </a:r>
            <a:r>
              <a:rPr sz="1350" b="0" err="1">
                <a:solidFill>
                  <a:srgbClr val="000000"/>
                </a:solidFill>
                <a:effectLst/>
                <a:latin typeface="Avenir"/>
              </a:rPr>
              <a:t>werden</a:t>
            </a:r>
            <a:r>
              <a:rPr sz="1350" b="0">
                <a:solidFill>
                  <a:srgbClr val="000000"/>
                </a:solidFill>
                <a:effectLst/>
                <a:latin typeface="Avenir"/>
              </a:rPr>
              <a:t> </a:t>
            </a:r>
            <a:r>
              <a:rPr sz="1350" b="0" err="1">
                <a:solidFill>
                  <a:srgbClr val="000000"/>
                </a:solidFill>
                <a:effectLst/>
                <a:latin typeface="Avenir"/>
              </a:rPr>
              <a:t>im</a:t>
            </a:r>
            <a:r>
              <a:rPr sz="1350" b="0">
                <a:solidFill>
                  <a:srgbClr val="000000"/>
                </a:solidFill>
                <a:effectLst/>
                <a:latin typeface="Avenir"/>
              </a:rPr>
              <a:t> </a:t>
            </a:r>
            <a:r>
              <a:rPr sz="1350" b="0" err="1">
                <a:solidFill>
                  <a:srgbClr val="000000"/>
                </a:solidFill>
                <a:effectLst/>
                <a:latin typeface="Avenir"/>
              </a:rPr>
              <a:t>täglichen</a:t>
            </a:r>
            <a:r>
              <a:rPr sz="1350" b="0">
                <a:solidFill>
                  <a:srgbClr val="000000"/>
                </a:solidFill>
                <a:effectLst/>
                <a:latin typeface="Avenir"/>
              </a:rPr>
              <a:t> </a:t>
            </a:r>
            <a:r>
              <a:rPr sz="1350" b="0" err="1">
                <a:solidFill>
                  <a:srgbClr val="000000"/>
                </a:solidFill>
                <a:effectLst/>
                <a:latin typeface="Avenir"/>
              </a:rPr>
              <a:t>Ablauf</a:t>
            </a:r>
            <a:r>
              <a:rPr sz="1350" b="0">
                <a:solidFill>
                  <a:srgbClr val="000000"/>
                </a:solidFill>
                <a:effectLst/>
                <a:latin typeface="Avenir"/>
              </a:rPr>
              <a:t> </a:t>
            </a:r>
            <a:r>
              <a:rPr sz="1350" b="0" err="1">
                <a:solidFill>
                  <a:srgbClr val="000000"/>
                </a:solidFill>
                <a:effectLst/>
                <a:latin typeface="Avenir"/>
              </a:rPr>
              <a:t>verankert</a:t>
            </a:r>
            <a:r>
              <a:rPr sz="1350" b="0">
                <a:solidFill>
                  <a:srgbClr val="000000"/>
                </a:solidFill>
                <a:effectLst/>
                <a:latin typeface="Avenir"/>
              </a:rPr>
              <a:t> und </a:t>
            </a:r>
            <a:r>
              <a:rPr sz="1350" b="0" err="1">
                <a:solidFill>
                  <a:srgbClr val="000000"/>
                </a:solidFill>
                <a:effectLst/>
                <a:latin typeface="Avenir"/>
              </a:rPr>
              <a:t>regelmäßig</a:t>
            </a:r>
            <a:r>
              <a:rPr sz="1350" b="0">
                <a:solidFill>
                  <a:srgbClr val="000000"/>
                </a:solidFill>
                <a:effectLst/>
                <a:latin typeface="Avenir"/>
              </a:rPr>
              <a:t> </a:t>
            </a:r>
            <a:r>
              <a:rPr sz="1350" b="0" err="1">
                <a:solidFill>
                  <a:srgbClr val="000000"/>
                </a:solidFill>
                <a:effectLst/>
                <a:latin typeface="Avenir"/>
              </a:rPr>
              <a:t>überprüft</a:t>
            </a:r>
            <a:r>
              <a:rPr sz="1350" b="0">
                <a:solidFill>
                  <a:srgbClr val="000000"/>
                </a:solidFill>
                <a:effectLst/>
                <a:latin typeface="Avenir"/>
              </a:rPr>
              <a:t>, um </a:t>
            </a:r>
            <a:r>
              <a:rPr sz="1350" b="0" err="1">
                <a:solidFill>
                  <a:srgbClr val="000000"/>
                </a:solidFill>
                <a:effectLst/>
                <a:latin typeface="Avenir"/>
              </a:rPr>
              <a:t>Risiken</a:t>
            </a:r>
            <a:r>
              <a:rPr sz="1350" b="0">
                <a:solidFill>
                  <a:srgbClr val="000000"/>
                </a:solidFill>
                <a:effectLst/>
                <a:latin typeface="Avenir"/>
              </a:rPr>
              <a:t> </a:t>
            </a:r>
            <a:r>
              <a:rPr sz="1350" b="0" err="1">
                <a:solidFill>
                  <a:srgbClr val="000000"/>
                </a:solidFill>
                <a:effectLst/>
                <a:latin typeface="Avenir"/>
              </a:rPr>
              <a:t>zu</a:t>
            </a:r>
            <a:r>
              <a:rPr sz="1350" b="0">
                <a:solidFill>
                  <a:srgbClr val="000000"/>
                </a:solidFill>
                <a:effectLst/>
                <a:latin typeface="Avenir"/>
              </a:rPr>
              <a:t> </a:t>
            </a:r>
            <a:r>
              <a:rPr sz="1350" b="0" err="1">
                <a:solidFill>
                  <a:srgbClr val="000000"/>
                </a:solidFill>
                <a:effectLst/>
                <a:latin typeface="Avenir"/>
              </a:rPr>
              <a:t>minimieren</a:t>
            </a:r>
            <a:r>
              <a:rPr sz="1350" b="0">
                <a:solidFill>
                  <a:srgbClr val="000000"/>
                </a:solidFill>
                <a:effectLst/>
                <a:latin typeface="Avenir"/>
              </a:rPr>
              <a:t> und Compliance </a:t>
            </a:r>
            <a:r>
              <a:rPr sz="1350" b="0" err="1">
                <a:solidFill>
                  <a:srgbClr val="000000"/>
                </a:solidFill>
                <a:effectLst/>
                <a:latin typeface="Avenir"/>
              </a:rPr>
              <a:t>zu</a:t>
            </a:r>
            <a:r>
              <a:rPr lang="de-DE" sz="1350">
                <a:solidFill>
                  <a:srgbClr val="000000"/>
                </a:solidFill>
                <a:latin typeface="Avenir"/>
              </a:rPr>
              <a:t> </a:t>
            </a:r>
            <a:r>
              <a:rPr sz="1350" b="0" err="1">
                <a:solidFill>
                  <a:srgbClr val="000000"/>
                </a:solidFill>
                <a:effectLst/>
                <a:latin typeface="Avenir"/>
              </a:rPr>
              <a:t>gewährleisten</a:t>
            </a:r>
            <a:r>
              <a:rPr sz="1350" b="0">
                <a:solidFill>
                  <a:srgbClr val="000000"/>
                </a:solidFill>
                <a:effectLst/>
                <a:latin typeface="Avenir"/>
              </a:rPr>
              <a:t>.</a:t>
            </a:r>
            <a:r>
              <a:rPr>
                <a:effectLst/>
              </a:rPr>
              <a:t> </a:t>
            </a:r>
            <a:endParaRPr lang="de-DE"/>
          </a:p>
        </p:txBody>
      </p:sp>
      <p:sp>
        <p:nvSpPr>
          <p:cNvPr id="14" name="Textfeld 13">
            <a:extLst>
              <a:ext uri="{FF2B5EF4-FFF2-40B4-BE49-F238E27FC236}">
                <a16:creationId xmlns:a16="http://schemas.microsoft.com/office/drawing/2014/main" id="{8CE59F11-9E0F-6C71-CC27-29F16E367D64}"/>
              </a:ext>
            </a:extLst>
          </p:cNvPr>
          <p:cNvSpPr txBox="1"/>
          <p:nvPr/>
        </p:nvSpPr>
        <p:spPr>
          <a:xfrm>
            <a:off x="4440857" y="5043943"/>
            <a:ext cx="3408312" cy="1325314"/>
          </a:xfrm>
          <a:prstGeom prst="rect">
            <a:avLst/>
          </a:prstGeom>
          <a:noFill/>
        </p:spPr>
        <p:txBody>
          <a:bodyPr wrap="square" rtlCol="0">
            <a:normAutofit lnSpcReduction="10000"/>
          </a:bodyPr>
          <a:lstStyle/>
          <a:p>
            <a:pPr marL="0" algn="l">
              <a:buNone/>
            </a:pPr>
            <a:r>
              <a:rPr sz="1650" b="1">
                <a:solidFill>
                  <a:srgbClr val="000000"/>
                </a:solidFill>
                <a:effectLst/>
                <a:latin typeface="Avenir"/>
              </a:rPr>
              <a:t>Rolle der </a:t>
            </a:r>
            <a:r>
              <a:rPr sz="1650" b="1" err="1">
                <a:solidFill>
                  <a:srgbClr val="000000"/>
                </a:solidFill>
                <a:effectLst/>
                <a:latin typeface="Avenir"/>
              </a:rPr>
              <a:t>Führungskräfte</a:t>
            </a:r>
            <a:r>
              <a:rPr>
                <a:effectLst/>
              </a:rPr>
              <a:t> </a:t>
            </a:r>
          </a:p>
          <a:p>
            <a:pPr marL="0" algn="l">
              <a:spcBef>
                <a:spcPts val="900"/>
              </a:spcBef>
              <a:buNone/>
            </a:pPr>
            <a:r>
              <a:rPr sz="1350" b="0" err="1">
                <a:solidFill>
                  <a:srgbClr val="000000"/>
                </a:solidFill>
                <a:effectLst/>
                <a:latin typeface="Avenir"/>
              </a:rPr>
              <a:t>Führungskräfte</a:t>
            </a:r>
            <a:r>
              <a:rPr sz="1350" b="0">
                <a:solidFill>
                  <a:srgbClr val="000000"/>
                </a:solidFill>
                <a:effectLst/>
                <a:latin typeface="Avenir"/>
              </a:rPr>
              <a:t> leben </a:t>
            </a:r>
            <a:r>
              <a:rPr sz="1350" b="0" err="1">
                <a:solidFill>
                  <a:srgbClr val="000000"/>
                </a:solidFill>
                <a:effectLst/>
                <a:latin typeface="Avenir"/>
              </a:rPr>
              <a:t>Sicherheitsstandards</a:t>
            </a:r>
            <a:r>
              <a:rPr sz="1350" b="0">
                <a:solidFill>
                  <a:srgbClr val="000000"/>
                </a:solidFill>
                <a:effectLst/>
                <a:latin typeface="Avenir"/>
              </a:rPr>
              <a:t> </a:t>
            </a:r>
            <a:r>
              <a:rPr sz="1350" b="0" err="1">
                <a:solidFill>
                  <a:srgbClr val="000000"/>
                </a:solidFill>
                <a:effectLst/>
                <a:latin typeface="Avenir"/>
              </a:rPr>
              <a:t>aktiv</a:t>
            </a:r>
            <a:r>
              <a:rPr sz="1350" b="0">
                <a:solidFill>
                  <a:srgbClr val="000000"/>
                </a:solidFill>
                <a:effectLst/>
                <a:latin typeface="Avenir"/>
              </a:rPr>
              <a:t> </a:t>
            </a:r>
            <a:r>
              <a:rPr sz="1350" b="0" err="1">
                <a:solidFill>
                  <a:srgbClr val="000000"/>
                </a:solidFill>
                <a:effectLst/>
                <a:latin typeface="Avenir"/>
              </a:rPr>
              <a:t>vor</a:t>
            </a:r>
            <a:r>
              <a:rPr sz="1350" b="0">
                <a:solidFill>
                  <a:srgbClr val="000000"/>
                </a:solidFill>
                <a:effectLst/>
                <a:latin typeface="Avenir"/>
              </a:rPr>
              <a:t> und </a:t>
            </a:r>
            <a:r>
              <a:rPr sz="1350" b="0" err="1">
                <a:solidFill>
                  <a:srgbClr val="000000"/>
                </a:solidFill>
                <a:effectLst/>
                <a:latin typeface="Avenir"/>
              </a:rPr>
              <a:t>fördern</a:t>
            </a:r>
            <a:r>
              <a:rPr sz="1350" b="0">
                <a:solidFill>
                  <a:srgbClr val="000000"/>
                </a:solidFill>
                <a:effectLst/>
                <a:latin typeface="Avenir"/>
              </a:rPr>
              <a:t> </a:t>
            </a:r>
            <a:r>
              <a:rPr sz="1350" b="0" err="1">
                <a:solidFill>
                  <a:srgbClr val="000000"/>
                </a:solidFill>
                <a:effectLst/>
                <a:latin typeface="Avenir"/>
              </a:rPr>
              <a:t>eine</a:t>
            </a:r>
            <a:r>
              <a:rPr sz="1350" b="0">
                <a:solidFill>
                  <a:srgbClr val="000000"/>
                </a:solidFill>
                <a:effectLst/>
                <a:latin typeface="Avenir"/>
              </a:rPr>
              <a:t> </a:t>
            </a:r>
            <a:r>
              <a:rPr sz="1350" b="0" err="1">
                <a:solidFill>
                  <a:srgbClr val="000000"/>
                </a:solidFill>
                <a:effectLst/>
                <a:latin typeface="Avenir"/>
              </a:rPr>
              <a:t>offene</a:t>
            </a:r>
            <a:r>
              <a:rPr sz="1350" b="0">
                <a:solidFill>
                  <a:srgbClr val="000000"/>
                </a:solidFill>
                <a:effectLst/>
                <a:latin typeface="Avenir"/>
              </a:rPr>
              <a:t> </a:t>
            </a:r>
            <a:r>
              <a:rPr sz="1350" b="0" err="1">
                <a:solidFill>
                  <a:srgbClr val="000000"/>
                </a:solidFill>
                <a:effectLst/>
                <a:latin typeface="Avenir"/>
              </a:rPr>
              <a:t>Kommunikation</a:t>
            </a:r>
            <a:r>
              <a:rPr sz="1350" b="0">
                <a:solidFill>
                  <a:srgbClr val="000000"/>
                </a:solidFill>
                <a:effectLst/>
                <a:latin typeface="Avenir"/>
              </a:rPr>
              <a:t> </a:t>
            </a:r>
            <a:r>
              <a:rPr sz="1350" b="0" err="1">
                <a:solidFill>
                  <a:srgbClr val="000000"/>
                </a:solidFill>
                <a:effectLst/>
                <a:latin typeface="Avenir"/>
              </a:rPr>
              <a:t>zu</a:t>
            </a:r>
            <a:r>
              <a:rPr sz="1350" b="0">
                <a:solidFill>
                  <a:srgbClr val="000000"/>
                </a:solidFill>
                <a:effectLst/>
                <a:latin typeface="Avenir"/>
              </a:rPr>
              <a:t> </a:t>
            </a:r>
            <a:r>
              <a:rPr sz="1350" b="0" err="1">
                <a:solidFill>
                  <a:srgbClr val="000000"/>
                </a:solidFill>
                <a:effectLst/>
                <a:latin typeface="Avenir"/>
              </a:rPr>
              <a:t>sicherheitsrelevanten</a:t>
            </a:r>
            <a:r>
              <a:rPr sz="1350" b="0">
                <a:solidFill>
                  <a:srgbClr val="000000"/>
                </a:solidFill>
                <a:effectLst/>
                <a:latin typeface="Avenir"/>
              </a:rPr>
              <a:t> </a:t>
            </a:r>
            <a:r>
              <a:rPr sz="1350" b="0" err="1">
                <a:solidFill>
                  <a:srgbClr val="000000"/>
                </a:solidFill>
                <a:effectLst/>
                <a:latin typeface="Avenir"/>
              </a:rPr>
              <a:t>Themen</a:t>
            </a:r>
            <a:r>
              <a:rPr sz="1350" b="0">
                <a:solidFill>
                  <a:srgbClr val="000000"/>
                </a:solidFill>
                <a:effectLst/>
                <a:latin typeface="Avenir"/>
              </a:rPr>
              <a:t>.</a:t>
            </a:r>
            <a:r>
              <a:rPr>
                <a:effectLst/>
              </a:rPr>
              <a:t> </a:t>
            </a:r>
            <a:endParaRPr lang="de-DE"/>
          </a:p>
        </p:txBody>
      </p:sp>
      <p:sp>
        <p:nvSpPr>
          <p:cNvPr id="16" name="Textfeld 15">
            <a:extLst>
              <a:ext uri="{FF2B5EF4-FFF2-40B4-BE49-F238E27FC236}">
                <a16:creationId xmlns:a16="http://schemas.microsoft.com/office/drawing/2014/main" id="{BC10EB6F-9A1D-221C-AACA-755876BA0DA8}"/>
              </a:ext>
            </a:extLst>
          </p:cNvPr>
          <p:cNvSpPr txBox="1"/>
          <p:nvPr/>
        </p:nvSpPr>
        <p:spPr>
          <a:xfrm>
            <a:off x="8438370" y="4997613"/>
            <a:ext cx="3408312" cy="1565225"/>
          </a:xfrm>
          <a:prstGeom prst="rect">
            <a:avLst/>
          </a:prstGeom>
          <a:noFill/>
        </p:spPr>
        <p:txBody>
          <a:bodyPr wrap="square" rtlCol="0">
            <a:normAutofit/>
          </a:bodyPr>
          <a:lstStyle/>
          <a:p>
            <a:pPr marL="0" algn="l">
              <a:buNone/>
            </a:pPr>
            <a:r>
              <a:rPr sz="1650" b="1" err="1">
                <a:solidFill>
                  <a:srgbClr val="000000"/>
                </a:solidFill>
                <a:effectLst/>
                <a:latin typeface="Avenir"/>
              </a:rPr>
              <a:t>Kampagnen</a:t>
            </a:r>
            <a:r>
              <a:rPr sz="1650" b="1">
                <a:solidFill>
                  <a:srgbClr val="000000"/>
                </a:solidFill>
                <a:effectLst/>
                <a:latin typeface="Avenir"/>
              </a:rPr>
              <a:t> &amp; </a:t>
            </a:r>
            <a:r>
              <a:rPr sz="1650" b="1" err="1">
                <a:solidFill>
                  <a:srgbClr val="000000"/>
                </a:solidFill>
                <a:effectLst/>
                <a:latin typeface="Avenir"/>
              </a:rPr>
              <a:t>Anreizsysteme</a:t>
            </a:r>
            <a:r>
              <a:rPr>
                <a:effectLst/>
              </a:rPr>
              <a:t> </a:t>
            </a:r>
          </a:p>
          <a:p>
            <a:pPr marL="0" algn="l">
              <a:buNone/>
            </a:pPr>
            <a:r>
              <a:rPr sz="1350" b="0" err="1">
                <a:solidFill>
                  <a:srgbClr val="000000"/>
                </a:solidFill>
                <a:effectLst/>
                <a:latin typeface="Avenir"/>
              </a:rPr>
              <a:t>Unternehmensweite</a:t>
            </a:r>
            <a:r>
              <a:rPr sz="1350" b="0">
                <a:solidFill>
                  <a:srgbClr val="000000"/>
                </a:solidFill>
                <a:effectLst/>
                <a:latin typeface="Avenir"/>
              </a:rPr>
              <a:t> </a:t>
            </a:r>
            <a:r>
              <a:rPr sz="1350" b="0" err="1">
                <a:solidFill>
                  <a:srgbClr val="000000"/>
                </a:solidFill>
                <a:effectLst/>
                <a:latin typeface="Avenir"/>
              </a:rPr>
              <a:t>Initiativen</a:t>
            </a:r>
            <a:r>
              <a:rPr sz="1350" b="0">
                <a:solidFill>
                  <a:srgbClr val="000000"/>
                </a:solidFill>
                <a:effectLst/>
                <a:latin typeface="Avenir"/>
              </a:rPr>
              <a:t> und </a:t>
            </a:r>
            <a:r>
              <a:rPr sz="1350" b="0" err="1">
                <a:solidFill>
                  <a:srgbClr val="000000"/>
                </a:solidFill>
                <a:effectLst/>
                <a:latin typeface="Avenir"/>
              </a:rPr>
              <a:t>Belohnungssysteme</a:t>
            </a:r>
            <a:r>
              <a:rPr sz="1350" b="0">
                <a:solidFill>
                  <a:srgbClr val="000000"/>
                </a:solidFill>
                <a:effectLst/>
                <a:latin typeface="Avenir"/>
              </a:rPr>
              <a:t> </a:t>
            </a:r>
            <a:r>
              <a:rPr sz="1350" b="0" err="1">
                <a:solidFill>
                  <a:srgbClr val="000000"/>
                </a:solidFill>
                <a:effectLst/>
                <a:latin typeface="Avenir"/>
              </a:rPr>
              <a:t>motivieren</a:t>
            </a:r>
            <a:r>
              <a:rPr sz="1350" b="0">
                <a:solidFill>
                  <a:srgbClr val="000000"/>
                </a:solidFill>
                <a:effectLst/>
                <a:latin typeface="Avenir"/>
              </a:rPr>
              <a:t> </a:t>
            </a:r>
            <a:r>
              <a:rPr sz="1350" b="0" err="1">
                <a:solidFill>
                  <a:srgbClr val="000000"/>
                </a:solidFill>
                <a:effectLst/>
                <a:latin typeface="Avenir"/>
              </a:rPr>
              <a:t>Mitarbeitende</a:t>
            </a:r>
            <a:r>
              <a:rPr sz="1350" b="0">
                <a:solidFill>
                  <a:srgbClr val="000000"/>
                </a:solidFill>
                <a:effectLst/>
                <a:latin typeface="Avenir"/>
              </a:rPr>
              <a:t>, </a:t>
            </a:r>
            <a:r>
              <a:rPr sz="1350" b="0" err="1">
                <a:solidFill>
                  <a:srgbClr val="000000"/>
                </a:solidFill>
                <a:effectLst/>
                <a:latin typeface="Avenir"/>
              </a:rPr>
              <a:t>sich</a:t>
            </a:r>
            <a:r>
              <a:rPr sz="1350" b="0">
                <a:solidFill>
                  <a:srgbClr val="000000"/>
                </a:solidFill>
                <a:effectLst/>
                <a:latin typeface="Avenir"/>
              </a:rPr>
              <a:t> </a:t>
            </a:r>
            <a:r>
              <a:rPr sz="1350" b="0" err="1">
                <a:solidFill>
                  <a:srgbClr val="000000"/>
                </a:solidFill>
                <a:effectLst/>
                <a:latin typeface="Avenir"/>
              </a:rPr>
              <a:t>aktiv</a:t>
            </a:r>
            <a:r>
              <a:rPr sz="1350" b="0">
                <a:solidFill>
                  <a:srgbClr val="000000"/>
                </a:solidFill>
                <a:effectLst/>
                <a:latin typeface="Avenir"/>
              </a:rPr>
              <a:t> für Sicherheit </a:t>
            </a:r>
            <a:r>
              <a:rPr sz="1350" b="0" err="1">
                <a:solidFill>
                  <a:srgbClr val="000000"/>
                </a:solidFill>
                <a:effectLst/>
                <a:latin typeface="Avenir"/>
              </a:rPr>
              <a:t>einzusetzen</a:t>
            </a:r>
            <a:r>
              <a:rPr sz="1350" b="0">
                <a:solidFill>
                  <a:srgbClr val="000000"/>
                </a:solidFill>
                <a:effectLst/>
                <a:latin typeface="Avenir"/>
              </a:rPr>
              <a:t> und </a:t>
            </a:r>
            <a:r>
              <a:rPr sz="1350" b="0" err="1">
                <a:solidFill>
                  <a:srgbClr val="000000"/>
                </a:solidFill>
                <a:effectLst/>
                <a:latin typeface="Avenir"/>
              </a:rPr>
              <a:t>kontinuierlich</a:t>
            </a:r>
            <a:r>
              <a:rPr sz="1350" b="0">
                <a:solidFill>
                  <a:srgbClr val="000000"/>
                </a:solidFill>
                <a:effectLst/>
                <a:latin typeface="Avenir"/>
              </a:rPr>
              <a:t> </a:t>
            </a:r>
            <a:r>
              <a:rPr sz="1350" b="0" err="1">
                <a:solidFill>
                  <a:srgbClr val="000000"/>
                </a:solidFill>
                <a:effectLst/>
                <a:latin typeface="Avenir"/>
              </a:rPr>
              <a:t>dazuzulernen</a:t>
            </a:r>
            <a:r>
              <a:rPr sz="1350" b="0">
                <a:solidFill>
                  <a:srgbClr val="000000"/>
                </a:solidFill>
                <a:effectLst/>
                <a:latin typeface="Avenir"/>
              </a:rPr>
              <a:t>.</a:t>
            </a:r>
            <a:endParaRPr lang="de-DE" sz="1350" b="0">
              <a:solidFill>
                <a:srgbClr val="000000"/>
              </a:solidFill>
              <a:effectLst/>
              <a:latin typeface="Avenir"/>
            </a:endParaRPr>
          </a:p>
          <a:p>
            <a:pPr marL="0" algn="l">
              <a:buNone/>
            </a:pPr>
            <a:r>
              <a:rPr>
                <a:effectLst/>
              </a:rPr>
              <a:t> </a:t>
            </a:r>
            <a:endParaRPr lang="de-DE"/>
          </a:p>
        </p:txBody>
      </p:sp>
      <p:pic>
        <p:nvPicPr>
          <p:cNvPr id="20" name="Grafik 19">
            <a:extLst>
              <a:ext uri="{FF2B5EF4-FFF2-40B4-BE49-F238E27FC236}">
                <a16:creationId xmlns:a16="http://schemas.microsoft.com/office/drawing/2014/main" id="{A97E22EE-9E03-9579-9010-D3DD3293B20B}"/>
              </a:ext>
            </a:extLst>
          </p:cNvPr>
          <p:cNvPicPr>
            <a:picLocks noChangeAspect="1"/>
          </p:cNvPicPr>
          <p:nvPr/>
        </p:nvPicPr>
        <p:blipFill>
          <a:blip r:embed="rId4"/>
          <a:stretch>
            <a:fillRect/>
          </a:stretch>
        </p:blipFill>
        <p:spPr>
          <a:xfrm>
            <a:off x="577494" y="1980281"/>
            <a:ext cx="3408312" cy="2364740"/>
          </a:xfrm>
          <a:prstGeom prst="rect">
            <a:avLst/>
          </a:prstGeom>
        </p:spPr>
      </p:pic>
    </p:spTree>
    <p:extLst>
      <p:ext uri="{BB962C8B-B14F-4D97-AF65-F5344CB8AC3E}">
        <p14:creationId xmlns:p14="http://schemas.microsoft.com/office/powerpoint/2010/main" val="1515715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C7404-C8E9-B60A-4E14-C94AA11D132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DEA0B6-6FD3-BFEB-85BB-19783F7F60BE}"/>
              </a:ext>
            </a:extLst>
          </p:cNvPr>
          <p:cNvSpPr>
            <a:spLocks noGrp="1"/>
          </p:cNvSpPr>
          <p:nvPr>
            <p:ph type="title"/>
          </p:nvPr>
        </p:nvSpPr>
        <p:spPr>
          <a:xfrm>
            <a:off x="479426" y="503546"/>
            <a:ext cx="8664574" cy="304699"/>
          </a:xfrm>
        </p:spPr>
        <p:txBody>
          <a:bodyPr/>
          <a:lstStyle/>
          <a:p>
            <a:r>
              <a:rPr lang="de-DE">
                <a:highlight>
                  <a:srgbClr val="FFFF00"/>
                </a:highlight>
              </a:rPr>
              <a:t>Anforderung, die mit dem Auditteam besprochen wurde.</a:t>
            </a:r>
          </a:p>
        </p:txBody>
      </p:sp>
      <p:sp>
        <p:nvSpPr>
          <p:cNvPr id="3" name="Textplatzhalter 2">
            <a:extLst>
              <a:ext uri="{FF2B5EF4-FFF2-40B4-BE49-F238E27FC236}">
                <a16:creationId xmlns:a16="http://schemas.microsoft.com/office/drawing/2014/main" id="{F69CF02A-1B73-D8B7-F629-9D1C718CD15D}"/>
              </a:ext>
            </a:extLst>
          </p:cNvPr>
          <p:cNvSpPr>
            <a:spLocks noGrp="1"/>
          </p:cNvSpPr>
          <p:nvPr>
            <p:ph type="body" sz="quarter" idx="14"/>
          </p:nvPr>
        </p:nvSpPr>
        <p:spPr/>
        <p:txBody>
          <a:bodyPr/>
          <a:lstStyle/>
          <a:p>
            <a:r>
              <a:rPr lang="de-DE"/>
              <a:t>Bei Fragen bei Katja Ehrenfeuchter melden. Sie ist unsere Auditbetreuerin und weiß, dass ihr euch ggf. bei Fragen melden werdet.</a:t>
            </a:r>
          </a:p>
          <a:p>
            <a:endParaRPr lang="de-DE"/>
          </a:p>
          <a:p>
            <a:endParaRPr lang="de-DE"/>
          </a:p>
        </p:txBody>
      </p:sp>
      <p:sp>
        <p:nvSpPr>
          <p:cNvPr id="4" name="Textplatzhalter 3">
            <a:extLst>
              <a:ext uri="{FF2B5EF4-FFF2-40B4-BE49-F238E27FC236}">
                <a16:creationId xmlns:a16="http://schemas.microsoft.com/office/drawing/2014/main" id="{4FB8B662-F57F-3F05-1B87-DB6766C69024}"/>
              </a:ext>
            </a:extLst>
          </p:cNvPr>
          <p:cNvSpPr>
            <a:spLocks noGrp="1"/>
          </p:cNvSpPr>
          <p:nvPr>
            <p:ph type="body" sz="quarter" idx="15"/>
          </p:nvPr>
        </p:nvSpPr>
        <p:spPr/>
        <p:txBody>
          <a:bodyPr/>
          <a:lstStyle/>
          <a:p>
            <a:endParaRPr lang="de-DE"/>
          </a:p>
          <a:p>
            <a:r>
              <a:rPr lang="de-DE"/>
              <a:t>30 min pro Thema (Alex P. , Flo, Michael)</a:t>
            </a:r>
          </a:p>
          <a:p>
            <a:r>
              <a:rPr lang="de-DE"/>
              <a:t> </a:t>
            </a:r>
          </a:p>
          <a:p>
            <a:pPr marL="342900" indent="-342900" fontAlgn="ctr">
              <a:buFont typeface="+mj-lt"/>
              <a:buAutoNum type="arabicPeriod"/>
            </a:pPr>
            <a:r>
              <a:rPr lang="de-DE"/>
              <a:t>Wer sind wir und was machen wir </a:t>
            </a:r>
            <a:r>
              <a:rPr lang="de-DE">
                <a:sym typeface="Wingdings" panose="05000000000000000000" pitchFamily="2" charset="2"/>
              </a:rPr>
              <a:t> </a:t>
            </a:r>
            <a:r>
              <a:rPr lang="de-DE" b="1">
                <a:sym typeface="Wingdings" panose="05000000000000000000" pitchFamily="2" charset="2"/>
              </a:rPr>
              <a:t>Startfolie schon unter jeden Abschnitt kopiert, bitte ausfüllen</a:t>
            </a:r>
            <a:endParaRPr lang="de-DE" b="1"/>
          </a:p>
          <a:p>
            <a:pPr marL="342900" indent="-342900" fontAlgn="ctr">
              <a:buFont typeface="+mj-lt"/>
              <a:buAutoNum type="arabicPeriod"/>
            </a:pPr>
            <a:r>
              <a:rPr lang="de-DE"/>
              <a:t>Aktuelle Projekte rausgreifen</a:t>
            </a:r>
          </a:p>
          <a:p>
            <a:pPr marL="342900" indent="-342900" fontAlgn="ctr">
              <a:buFont typeface="+mj-lt"/>
              <a:buAutoNum type="arabicPeriod"/>
            </a:pPr>
            <a:r>
              <a:rPr lang="de-DE"/>
              <a:t>Was ist unser Prozess, wie ist sichergestellt, dass wir diesen Prozess einhalten / dass er funktioniert (Regelungen)</a:t>
            </a:r>
          </a:p>
          <a:p>
            <a:pPr marL="342900" indent="-342900" fontAlgn="ctr">
              <a:buFont typeface="+mj-lt"/>
              <a:buAutoNum type="arabicPeriod"/>
            </a:pPr>
            <a:r>
              <a:rPr lang="de-DE">
                <a:sym typeface="Wingdings" panose="05000000000000000000" pitchFamily="2" charset="2"/>
              </a:rPr>
              <a:t>Bitte eure Dashboards aufzeigen, wenn ihr welche habt // KPI Tracking ganz wichtig</a:t>
            </a:r>
            <a:endParaRPr lang="de-DE"/>
          </a:p>
          <a:p>
            <a:pPr fontAlgn="ctr"/>
            <a:endParaRPr lang="de-DE"/>
          </a:p>
          <a:p>
            <a:pPr fontAlgn="ctr"/>
            <a:r>
              <a:rPr lang="de-DE"/>
              <a:t>Auditor stellt z.B. Frage zu einem Thema und möchte wissen, wo das geregelt ist, ggf. in welchem GS das niedergelegt wurde/ob das getrackt wird</a:t>
            </a:r>
          </a:p>
          <a:p>
            <a:pPr fontAlgn="ctr"/>
            <a:endParaRPr lang="de-DE">
              <a:sym typeface="Wingdings" panose="05000000000000000000" pitchFamily="2" charset="2"/>
            </a:endParaRPr>
          </a:p>
          <a:p>
            <a:endParaRPr lang="de-DE"/>
          </a:p>
        </p:txBody>
      </p:sp>
    </p:spTree>
    <p:extLst>
      <p:ext uri="{BB962C8B-B14F-4D97-AF65-F5344CB8AC3E}">
        <p14:creationId xmlns:p14="http://schemas.microsoft.com/office/powerpoint/2010/main" val="19232248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55FAF-5883-7DE1-B939-A367267AB1A2}"/>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4E8B24FF-BE85-6BD6-8461-A5D994DEC772}"/>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27" imgH="327" progId="TCLayout.ActiveDocument.1">
                  <p:embed/>
                </p:oleObj>
              </mc:Choice>
              <mc:Fallback>
                <p:oleObj name="think-cell Folie" r:id="rId4" imgW="327" imgH="327" progId="TCLayout.ActiveDocument.1">
                  <p:embed/>
                  <p:pic>
                    <p:nvPicPr>
                      <p:cNvPr id="8" name="think-cell data - do not delete" hidden="1">
                        <a:extLst>
                          <a:ext uri="{FF2B5EF4-FFF2-40B4-BE49-F238E27FC236}">
                            <a16:creationId xmlns:a16="http://schemas.microsoft.com/office/drawing/2014/main" id="{4E8B24FF-BE85-6BD6-8461-A5D994DEC772}"/>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cxnSp>
        <p:nvCxnSpPr>
          <p:cNvPr id="9" name="Gerader Verbinder 8">
            <a:extLst>
              <a:ext uri="{FF2B5EF4-FFF2-40B4-BE49-F238E27FC236}">
                <a16:creationId xmlns:a16="http://schemas.microsoft.com/office/drawing/2014/main" id="{670E50F5-E703-587B-6B6D-EB21ECCD4CBE}"/>
              </a:ext>
            </a:extLst>
          </p:cNvPr>
          <p:cNvCxnSpPr>
            <a:cxnSpLocks/>
          </p:cNvCxnSpPr>
          <p:nvPr/>
        </p:nvCxnSpPr>
        <p:spPr>
          <a:xfrm>
            <a:off x="3276934" y="160019"/>
            <a:ext cx="0" cy="324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20A9586-FEF5-A100-DA16-FA2C44A229E5}"/>
              </a:ext>
            </a:extLst>
          </p:cNvPr>
          <p:cNvSpPr>
            <a:spLocks noGrp="1"/>
          </p:cNvSpPr>
          <p:nvPr>
            <p:ph type="title"/>
          </p:nvPr>
        </p:nvSpPr>
        <p:spPr>
          <a:xfrm>
            <a:off x="368214" y="408241"/>
            <a:ext cx="2927036" cy="780628"/>
          </a:xfrm>
        </p:spPr>
        <p:txBody>
          <a:bodyPr vert="horz" rIns="0"/>
          <a:lstStyle/>
          <a:p>
            <a:r>
              <a:rPr lang="de-DE" sz="2800">
                <a:latin typeface="STIHL Contraface Display Title" panose="02000600040000020004" pitchFamily="50" charset="0"/>
              </a:rPr>
              <a:t>Wer wir Sind</a:t>
            </a:r>
            <a:br>
              <a:rPr lang="de-DE" sz="3000">
                <a:latin typeface="STIHL Contraface Display Title" panose="02000600040000020004" pitchFamily="50" charset="0"/>
              </a:rPr>
            </a:br>
            <a:endParaRPr lang="en-US" sz="2000" b="0">
              <a:solidFill>
                <a:schemeClr val="accent2"/>
              </a:solidFill>
              <a:latin typeface="+mn-lt"/>
              <a:ea typeface="+mn-ea"/>
              <a:cs typeface="+mn-cs"/>
            </a:endParaRPr>
          </a:p>
        </p:txBody>
      </p:sp>
      <p:pic>
        <p:nvPicPr>
          <p:cNvPr id="29" name="Grafik 28" descr="Ein Bild, das Werkzeug, Design enthält.&#10;&#10;KI-generierte Inhalte können fehlerhaft sein.">
            <a:extLst>
              <a:ext uri="{FF2B5EF4-FFF2-40B4-BE49-F238E27FC236}">
                <a16:creationId xmlns:a16="http://schemas.microsoft.com/office/drawing/2014/main" id="{98DE4A38-A542-3045-C012-BD780CD8459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rot="20939143">
            <a:off x="4913697" y="456924"/>
            <a:ext cx="1090779" cy="1090779"/>
          </a:xfrm>
          <a:prstGeom prst="rect">
            <a:avLst/>
          </a:prstGeom>
        </p:spPr>
      </p:pic>
      <p:cxnSp>
        <p:nvCxnSpPr>
          <p:cNvPr id="25" name="Gerader Verbinder 24">
            <a:extLst>
              <a:ext uri="{FF2B5EF4-FFF2-40B4-BE49-F238E27FC236}">
                <a16:creationId xmlns:a16="http://schemas.microsoft.com/office/drawing/2014/main" id="{7740B276-BFA9-3611-9D1C-9E8942629A0D}"/>
              </a:ext>
            </a:extLst>
          </p:cNvPr>
          <p:cNvCxnSpPr>
            <a:cxnSpLocks/>
          </p:cNvCxnSpPr>
          <p:nvPr/>
        </p:nvCxnSpPr>
        <p:spPr>
          <a:xfrm flipV="1">
            <a:off x="479426" y="1892671"/>
            <a:ext cx="11177529" cy="3281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D06B06DC-1FB7-A1A4-99A0-6919853F209F}"/>
              </a:ext>
            </a:extLst>
          </p:cNvPr>
          <p:cNvCxnSpPr>
            <a:cxnSpLocks/>
          </p:cNvCxnSpPr>
          <p:nvPr/>
        </p:nvCxnSpPr>
        <p:spPr>
          <a:xfrm flipV="1">
            <a:off x="479426" y="3400019"/>
            <a:ext cx="5616572" cy="1293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Grafik 48" descr="Aktualisieren Silhouette">
            <a:extLst>
              <a:ext uri="{FF2B5EF4-FFF2-40B4-BE49-F238E27FC236}">
                <a16:creationId xmlns:a16="http://schemas.microsoft.com/office/drawing/2014/main" id="{7B75564A-32DC-6407-F94A-2BB90CCEA4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7700810">
            <a:off x="1312816" y="863004"/>
            <a:ext cx="842496" cy="922423"/>
          </a:xfrm>
          <a:prstGeom prst="rect">
            <a:avLst/>
          </a:prstGeom>
        </p:spPr>
      </p:pic>
      <p:grpSp>
        <p:nvGrpSpPr>
          <p:cNvPr id="14" name="Gruppieren 13">
            <a:extLst>
              <a:ext uri="{FF2B5EF4-FFF2-40B4-BE49-F238E27FC236}">
                <a16:creationId xmlns:a16="http://schemas.microsoft.com/office/drawing/2014/main" id="{5DD207B4-9BA5-423A-781F-EEEAAD99436F}"/>
              </a:ext>
            </a:extLst>
          </p:cNvPr>
          <p:cNvGrpSpPr/>
          <p:nvPr/>
        </p:nvGrpSpPr>
        <p:grpSpPr>
          <a:xfrm>
            <a:off x="1406256" y="997984"/>
            <a:ext cx="686676" cy="680490"/>
            <a:chOff x="6941577" y="4658080"/>
            <a:chExt cx="1148613" cy="1148613"/>
          </a:xfrm>
        </p:grpSpPr>
        <p:pic>
          <p:nvPicPr>
            <p:cNvPr id="47" name="Grafik 46" descr="Erde Silhouette">
              <a:extLst>
                <a:ext uri="{FF2B5EF4-FFF2-40B4-BE49-F238E27FC236}">
                  <a16:creationId xmlns:a16="http://schemas.microsoft.com/office/drawing/2014/main" id="{6251C98A-7880-09A9-CBCE-EE847449353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41577" y="4658080"/>
              <a:ext cx="1148613" cy="1148613"/>
            </a:xfrm>
            <a:prstGeom prst="rect">
              <a:avLst/>
            </a:prstGeom>
          </p:spPr>
        </p:pic>
        <p:pic>
          <p:nvPicPr>
            <p:cNvPr id="51" name="Grafik 50" descr="Mann mit einfarbiger Füllung">
              <a:extLst>
                <a:ext uri="{FF2B5EF4-FFF2-40B4-BE49-F238E27FC236}">
                  <a16:creationId xmlns:a16="http://schemas.microsoft.com/office/drawing/2014/main" id="{B0FD1E3F-DDCD-32EF-D3F9-B0F4012CB88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8761" y="4813213"/>
              <a:ext cx="247692" cy="247692"/>
            </a:xfrm>
            <a:prstGeom prst="rect">
              <a:avLst/>
            </a:prstGeom>
          </p:spPr>
        </p:pic>
        <p:pic>
          <p:nvPicPr>
            <p:cNvPr id="52" name="Grafik 51" descr="Mann mit einfarbiger Füllung">
              <a:extLst>
                <a:ext uri="{FF2B5EF4-FFF2-40B4-BE49-F238E27FC236}">
                  <a16:creationId xmlns:a16="http://schemas.microsoft.com/office/drawing/2014/main" id="{6E9186C3-F48C-E577-925B-CB744F0FAE2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84770" y="5164081"/>
              <a:ext cx="247692" cy="247692"/>
            </a:xfrm>
            <a:prstGeom prst="rect">
              <a:avLst/>
            </a:prstGeom>
          </p:spPr>
        </p:pic>
        <p:pic>
          <p:nvPicPr>
            <p:cNvPr id="53" name="Grafik 52" descr="Mann mit einfarbiger Füllung">
              <a:extLst>
                <a:ext uri="{FF2B5EF4-FFF2-40B4-BE49-F238E27FC236}">
                  <a16:creationId xmlns:a16="http://schemas.microsoft.com/office/drawing/2014/main" id="{6473EA9C-1DB7-C2FB-1B6E-DEDEB37E881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4813213"/>
              <a:ext cx="247692" cy="247692"/>
            </a:xfrm>
            <a:prstGeom prst="rect">
              <a:avLst/>
            </a:prstGeom>
          </p:spPr>
        </p:pic>
        <p:pic>
          <p:nvPicPr>
            <p:cNvPr id="54" name="Grafik 53" descr="Mann mit einfarbiger Füllung">
              <a:extLst>
                <a:ext uri="{FF2B5EF4-FFF2-40B4-BE49-F238E27FC236}">
                  <a16:creationId xmlns:a16="http://schemas.microsoft.com/office/drawing/2014/main" id="{D77DF5A1-4B01-A45E-225D-C123784DC8D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5283295"/>
              <a:ext cx="233413" cy="233413"/>
            </a:xfrm>
            <a:prstGeom prst="rect">
              <a:avLst/>
            </a:prstGeom>
          </p:spPr>
        </p:pic>
        <p:pic>
          <p:nvPicPr>
            <p:cNvPr id="55" name="Grafik 54" descr="Mann mit einfarbiger Füllung">
              <a:extLst>
                <a:ext uri="{FF2B5EF4-FFF2-40B4-BE49-F238E27FC236}">
                  <a16:creationId xmlns:a16="http://schemas.microsoft.com/office/drawing/2014/main" id="{9486DC4E-5755-EAB1-E21D-36C62792D54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11997" y="5172653"/>
              <a:ext cx="247692" cy="247692"/>
            </a:xfrm>
            <a:prstGeom prst="rect">
              <a:avLst/>
            </a:prstGeom>
          </p:spPr>
        </p:pic>
      </p:grpSp>
      <p:pic>
        <p:nvPicPr>
          <p:cNvPr id="64" name="Grafik 63" descr="Ein Bild, das Karte, Entwurf, Schwarzweiß, Silhouette enthält.&#10;&#10;KI-generierte Inhalte können fehlerhaft sein.">
            <a:extLst>
              <a:ext uri="{FF2B5EF4-FFF2-40B4-BE49-F238E27FC236}">
                <a16:creationId xmlns:a16="http://schemas.microsoft.com/office/drawing/2014/main" id="{481E051E-D424-AE6A-0002-3416DF5914A7}"/>
              </a:ext>
            </a:extLst>
          </p:cNvPr>
          <p:cNvPicPr>
            <a:picLocks noChangeAspect="1"/>
          </p:cNvPicPr>
          <p:nvPr/>
        </p:nvPicPr>
        <p:blipFill>
          <a:blip r:embed="rId10" cstate="print">
            <a:extLst>
              <a:ext uri="{28A0092B-C50C-407E-A947-70E740481C1C}">
                <a14:useLocalDpi xmlns:a14="http://schemas.microsoft.com/office/drawing/2010/main" val="0"/>
              </a:ext>
            </a:extLst>
          </a:blip>
          <a:srcRect t="10020"/>
          <a:stretch/>
        </p:blipFill>
        <p:spPr>
          <a:xfrm>
            <a:off x="1202036" y="3472750"/>
            <a:ext cx="4149796" cy="2489340"/>
          </a:xfrm>
          <a:prstGeom prst="rect">
            <a:avLst/>
          </a:prstGeom>
        </p:spPr>
      </p:pic>
      <p:sp>
        <p:nvSpPr>
          <p:cNvPr id="58" name="Textfeld 57">
            <a:extLst>
              <a:ext uri="{FF2B5EF4-FFF2-40B4-BE49-F238E27FC236}">
                <a16:creationId xmlns:a16="http://schemas.microsoft.com/office/drawing/2014/main" id="{5E1B9000-16C2-5DFF-9F78-0C608A65086B}"/>
              </a:ext>
            </a:extLst>
          </p:cNvPr>
          <p:cNvSpPr txBox="1"/>
          <p:nvPr/>
        </p:nvSpPr>
        <p:spPr>
          <a:xfrm>
            <a:off x="478703" y="5841959"/>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IT Regional Center in</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err="1">
                <a:solidFill>
                  <a:srgbClr val="F37A1F"/>
                </a:solidFill>
                <a:latin typeface="STIHL Contraface Text"/>
              </a:rPr>
              <a:t>xxxx</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lang="de-DE" sz="1000">
                <a:solidFill>
                  <a:prstClr val="black"/>
                </a:solidFill>
                <a:latin typeface="STIHL Contraface Text"/>
              </a:rPr>
              <a:t>Ländern</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9" name="Textfeld 58">
            <a:extLst>
              <a:ext uri="{FF2B5EF4-FFF2-40B4-BE49-F238E27FC236}">
                <a16:creationId xmlns:a16="http://schemas.microsoft.com/office/drawing/2014/main" id="{B09F809D-3589-5674-F916-39F5759F76BC}"/>
              </a:ext>
            </a:extLst>
          </p:cNvPr>
          <p:cNvSpPr txBox="1"/>
          <p:nvPr/>
        </p:nvSpPr>
        <p:spPr>
          <a:xfrm>
            <a:off x="4038548" y="5847322"/>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und</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xxx</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Globale IT Mitarbeitende</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6" name="Träne 65">
            <a:extLst>
              <a:ext uri="{FF2B5EF4-FFF2-40B4-BE49-F238E27FC236}">
                <a16:creationId xmlns:a16="http://schemas.microsoft.com/office/drawing/2014/main" id="{679F1DE6-3354-49BC-1AF2-B4D8A871F8BE}"/>
              </a:ext>
            </a:extLst>
          </p:cNvPr>
          <p:cNvSpPr/>
          <p:nvPr/>
        </p:nvSpPr>
        <p:spPr>
          <a:xfrm rot="8363439">
            <a:off x="2038686" y="4020104"/>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7" name="Ellipse 66">
            <a:extLst>
              <a:ext uri="{FF2B5EF4-FFF2-40B4-BE49-F238E27FC236}">
                <a16:creationId xmlns:a16="http://schemas.microsoft.com/office/drawing/2014/main" id="{065EFD0F-2738-01F1-B9F5-35340B0BA752}"/>
              </a:ext>
            </a:extLst>
          </p:cNvPr>
          <p:cNvSpPr/>
          <p:nvPr/>
        </p:nvSpPr>
        <p:spPr>
          <a:xfrm>
            <a:off x="2080246" y="4061664"/>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nvGrpSpPr>
          <p:cNvPr id="70" name="Gruppieren 69">
            <a:extLst>
              <a:ext uri="{FF2B5EF4-FFF2-40B4-BE49-F238E27FC236}">
                <a16:creationId xmlns:a16="http://schemas.microsoft.com/office/drawing/2014/main" id="{ADB13567-CC1D-F23A-CE46-F0FCE469A8C8}"/>
              </a:ext>
            </a:extLst>
          </p:cNvPr>
          <p:cNvGrpSpPr/>
          <p:nvPr/>
        </p:nvGrpSpPr>
        <p:grpSpPr>
          <a:xfrm>
            <a:off x="3076075" y="3850512"/>
            <a:ext cx="172742" cy="172742"/>
            <a:chOff x="935444" y="4146329"/>
            <a:chExt cx="172742" cy="172742"/>
          </a:xfrm>
        </p:grpSpPr>
        <p:sp>
          <p:nvSpPr>
            <p:cNvPr id="68" name="Träne 67">
              <a:extLst>
                <a:ext uri="{FF2B5EF4-FFF2-40B4-BE49-F238E27FC236}">
                  <a16:creationId xmlns:a16="http://schemas.microsoft.com/office/drawing/2014/main" id="{77A1143C-D827-DEBF-90D0-754D3FC3CD43}"/>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9" name="Ellipse 68">
              <a:extLst>
                <a:ext uri="{FF2B5EF4-FFF2-40B4-BE49-F238E27FC236}">
                  <a16:creationId xmlns:a16="http://schemas.microsoft.com/office/drawing/2014/main" id="{9056D7B0-9F71-5168-94D4-C92B3DD3DC00}"/>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1" name="Textfeld 70">
            <a:extLst>
              <a:ext uri="{FF2B5EF4-FFF2-40B4-BE49-F238E27FC236}">
                <a16:creationId xmlns:a16="http://schemas.microsoft.com/office/drawing/2014/main" id="{21E203CC-2AAE-297D-F1BB-74BF3F168590}"/>
              </a:ext>
            </a:extLst>
          </p:cNvPr>
          <p:cNvSpPr txBox="1"/>
          <p:nvPr/>
        </p:nvSpPr>
        <p:spPr>
          <a:xfrm>
            <a:off x="1918206" y="3826084"/>
            <a:ext cx="41370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USA</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72" name="Gruppieren 71">
            <a:extLst>
              <a:ext uri="{FF2B5EF4-FFF2-40B4-BE49-F238E27FC236}">
                <a16:creationId xmlns:a16="http://schemas.microsoft.com/office/drawing/2014/main" id="{73B77E08-8966-819D-991B-B0BDC7D9AFC0}"/>
              </a:ext>
            </a:extLst>
          </p:cNvPr>
          <p:cNvGrpSpPr/>
          <p:nvPr/>
        </p:nvGrpSpPr>
        <p:grpSpPr>
          <a:xfrm rot="15908353">
            <a:off x="2920911" y="3997647"/>
            <a:ext cx="172742" cy="172742"/>
            <a:chOff x="935444" y="4146329"/>
            <a:chExt cx="172742" cy="172742"/>
          </a:xfrm>
        </p:grpSpPr>
        <p:sp>
          <p:nvSpPr>
            <p:cNvPr id="73" name="Träne 72">
              <a:extLst>
                <a:ext uri="{FF2B5EF4-FFF2-40B4-BE49-F238E27FC236}">
                  <a16:creationId xmlns:a16="http://schemas.microsoft.com/office/drawing/2014/main" id="{74572B0F-5F3B-D076-A1DC-854F1B5D5E3F}"/>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74" name="Ellipse 73">
              <a:extLst>
                <a:ext uri="{FF2B5EF4-FFF2-40B4-BE49-F238E27FC236}">
                  <a16:creationId xmlns:a16="http://schemas.microsoft.com/office/drawing/2014/main" id="{DF6AD00B-AB12-56D0-3617-BFF22CA1848B}"/>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78" name="Gruppieren 77">
            <a:extLst>
              <a:ext uri="{FF2B5EF4-FFF2-40B4-BE49-F238E27FC236}">
                <a16:creationId xmlns:a16="http://schemas.microsoft.com/office/drawing/2014/main" id="{44238CDF-875B-D49A-E095-E0CC3F5919D8}"/>
              </a:ext>
            </a:extLst>
          </p:cNvPr>
          <p:cNvGrpSpPr/>
          <p:nvPr/>
        </p:nvGrpSpPr>
        <p:grpSpPr>
          <a:xfrm rot="5691647" flipH="1">
            <a:off x="3216228" y="3997513"/>
            <a:ext cx="172742" cy="172742"/>
            <a:chOff x="935444" y="4146329"/>
            <a:chExt cx="172742" cy="172742"/>
          </a:xfrm>
        </p:grpSpPr>
        <p:sp>
          <p:nvSpPr>
            <p:cNvPr id="79" name="Träne 78">
              <a:extLst>
                <a:ext uri="{FF2B5EF4-FFF2-40B4-BE49-F238E27FC236}">
                  <a16:creationId xmlns:a16="http://schemas.microsoft.com/office/drawing/2014/main" id="{620C134C-CDDD-D270-CAE1-44487406A1B3}"/>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0" name="Ellipse 79">
              <a:extLst>
                <a:ext uri="{FF2B5EF4-FFF2-40B4-BE49-F238E27FC236}">
                  <a16:creationId xmlns:a16="http://schemas.microsoft.com/office/drawing/2014/main" id="{5179FAFC-EF73-AB6E-14F3-F0F86B95283E}"/>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82" name="Textfeld 81">
            <a:extLst>
              <a:ext uri="{FF2B5EF4-FFF2-40B4-BE49-F238E27FC236}">
                <a16:creationId xmlns:a16="http://schemas.microsoft.com/office/drawing/2014/main" id="{DFC94302-F032-88C7-299E-AE883D3D23E0}"/>
              </a:ext>
            </a:extLst>
          </p:cNvPr>
          <p:cNvSpPr txBox="1"/>
          <p:nvPr/>
        </p:nvSpPr>
        <p:spPr>
          <a:xfrm>
            <a:off x="3040657" y="3657884"/>
            <a:ext cx="287437"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DE</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3" name="Textfeld 82">
            <a:extLst>
              <a:ext uri="{FF2B5EF4-FFF2-40B4-BE49-F238E27FC236}">
                <a16:creationId xmlns:a16="http://schemas.microsoft.com/office/drawing/2014/main" id="{7BC514AB-703B-2F3D-6DD0-330857831554}"/>
              </a:ext>
            </a:extLst>
          </p:cNvPr>
          <p:cNvSpPr txBox="1"/>
          <p:nvPr/>
        </p:nvSpPr>
        <p:spPr>
          <a:xfrm>
            <a:off x="2606370" y="3995675"/>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CH</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4" name="Textfeld 83">
            <a:extLst>
              <a:ext uri="{FF2B5EF4-FFF2-40B4-BE49-F238E27FC236}">
                <a16:creationId xmlns:a16="http://schemas.microsoft.com/office/drawing/2014/main" id="{941716D2-649E-4611-1582-D76B8B9649BF}"/>
              </a:ext>
            </a:extLst>
          </p:cNvPr>
          <p:cNvSpPr txBox="1"/>
          <p:nvPr/>
        </p:nvSpPr>
        <p:spPr>
          <a:xfrm>
            <a:off x="3411093" y="3984428"/>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AT</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grpSp>
        <p:nvGrpSpPr>
          <p:cNvPr id="85" name="Gruppieren 84">
            <a:extLst>
              <a:ext uri="{FF2B5EF4-FFF2-40B4-BE49-F238E27FC236}">
                <a16:creationId xmlns:a16="http://schemas.microsoft.com/office/drawing/2014/main" id="{5FF1FC3C-AF1E-697F-C315-0298E4D728F2}"/>
              </a:ext>
            </a:extLst>
          </p:cNvPr>
          <p:cNvGrpSpPr/>
          <p:nvPr/>
        </p:nvGrpSpPr>
        <p:grpSpPr>
          <a:xfrm>
            <a:off x="4376369" y="4114148"/>
            <a:ext cx="172742" cy="172742"/>
            <a:chOff x="935444" y="4146329"/>
            <a:chExt cx="172742" cy="172742"/>
          </a:xfrm>
        </p:grpSpPr>
        <p:sp>
          <p:nvSpPr>
            <p:cNvPr id="86" name="Träne 85">
              <a:extLst>
                <a:ext uri="{FF2B5EF4-FFF2-40B4-BE49-F238E27FC236}">
                  <a16:creationId xmlns:a16="http://schemas.microsoft.com/office/drawing/2014/main" id="{EE7954E8-7B8E-4707-B262-CD8AD574AE0F}"/>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7" name="Ellipse 86">
              <a:extLst>
                <a:ext uri="{FF2B5EF4-FFF2-40B4-BE49-F238E27FC236}">
                  <a16:creationId xmlns:a16="http://schemas.microsoft.com/office/drawing/2014/main" id="{E7535151-9F09-B761-6BA7-F545E476A230}"/>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88" name="Gruppieren 87">
            <a:extLst>
              <a:ext uri="{FF2B5EF4-FFF2-40B4-BE49-F238E27FC236}">
                <a16:creationId xmlns:a16="http://schemas.microsoft.com/office/drawing/2014/main" id="{67BDF165-B616-FDAC-3B3D-1EB8D3F2BA23}"/>
              </a:ext>
            </a:extLst>
          </p:cNvPr>
          <p:cNvGrpSpPr/>
          <p:nvPr/>
        </p:nvGrpSpPr>
        <p:grpSpPr>
          <a:xfrm>
            <a:off x="4526336" y="4482518"/>
            <a:ext cx="172742" cy="172742"/>
            <a:chOff x="935444" y="4146329"/>
            <a:chExt cx="172742" cy="172742"/>
          </a:xfrm>
        </p:grpSpPr>
        <p:sp>
          <p:nvSpPr>
            <p:cNvPr id="89" name="Träne 88">
              <a:extLst>
                <a:ext uri="{FF2B5EF4-FFF2-40B4-BE49-F238E27FC236}">
                  <a16:creationId xmlns:a16="http://schemas.microsoft.com/office/drawing/2014/main" id="{887896A0-93E1-C920-8D3F-538BC6FE957C}"/>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0" name="Ellipse 89">
              <a:extLst>
                <a:ext uri="{FF2B5EF4-FFF2-40B4-BE49-F238E27FC236}">
                  <a16:creationId xmlns:a16="http://schemas.microsoft.com/office/drawing/2014/main" id="{3DCA8F2C-B4D2-3813-1899-AD7230F0573F}"/>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1" name="Textfeld 90">
            <a:extLst>
              <a:ext uri="{FF2B5EF4-FFF2-40B4-BE49-F238E27FC236}">
                <a16:creationId xmlns:a16="http://schemas.microsoft.com/office/drawing/2014/main" id="{CAEC01DF-C7A0-020D-2DF4-3ABEF582FCB4}"/>
              </a:ext>
            </a:extLst>
          </p:cNvPr>
          <p:cNvSpPr txBox="1"/>
          <p:nvPr/>
        </p:nvSpPr>
        <p:spPr>
          <a:xfrm>
            <a:off x="4738263" y="4502900"/>
            <a:ext cx="43815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PHL</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92" name="Textfeld 91">
            <a:extLst>
              <a:ext uri="{FF2B5EF4-FFF2-40B4-BE49-F238E27FC236}">
                <a16:creationId xmlns:a16="http://schemas.microsoft.com/office/drawing/2014/main" id="{CE3F6491-20B1-32E0-0F59-2D7B5603BA66}"/>
              </a:ext>
            </a:extLst>
          </p:cNvPr>
          <p:cNvSpPr txBox="1"/>
          <p:nvPr/>
        </p:nvSpPr>
        <p:spPr>
          <a:xfrm>
            <a:off x="4311531" y="3910732"/>
            <a:ext cx="358773"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CN</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93" name="Gruppieren 92">
            <a:extLst>
              <a:ext uri="{FF2B5EF4-FFF2-40B4-BE49-F238E27FC236}">
                <a16:creationId xmlns:a16="http://schemas.microsoft.com/office/drawing/2014/main" id="{986540A7-AE21-8D1D-0B86-04D858D1BFE8}"/>
              </a:ext>
            </a:extLst>
          </p:cNvPr>
          <p:cNvGrpSpPr/>
          <p:nvPr/>
        </p:nvGrpSpPr>
        <p:grpSpPr>
          <a:xfrm>
            <a:off x="2400084" y="4959050"/>
            <a:ext cx="172742" cy="172742"/>
            <a:chOff x="935444" y="4146329"/>
            <a:chExt cx="172742" cy="172742"/>
          </a:xfrm>
        </p:grpSpPr>
        <p:sp>
          <p:nvSpPr>
            <p:cNvPr id="94" name="Träne 93">
              <a:extLst>
                <a:ext uri="{FF2B5EF4-FFF2-40B4-BE49-F238E27FC236}">
                  <a16:creationId xmlns:a16="http://schemas.microsoft.com/office/drawing/2014/main" id="{934C91DF-038C-F242-379E-33F510413C2D}"/>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5" name="Ellipse 94">
              <a:extLst>
                <a:ext uri="{FF2B5EF4-FFF2-40B4-BE49-F238E27FC236}">
                  <a16:creationId xmlns:a16="http://schemas.microsoft.com/office/drawing/2014/main" id="{1EFE9C83-F8A9-32CA-6661-1A897E7C223D}"/>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6" name="Textfeld 95">
            <a:extLst>
              <a:ext uri="{FF2B5EF4-FFF2-40B4-BE49-F238E27FC236}">
                <a16:creationId xmlns:a16="http://schemas.microsoft.com/office/drawing/2014/main" id="{B6AEB1A2-46CB-AB01-22DA-5AB607AC1162}"/>
              </a:ext>
            </a:extLst>
          </p:cNvPr>
          <p:cNvSpPr txBox="1"/>
          <p:nvPr/>
        </p:nvSpPr>
        <p:spPr>
          <a:xfrm>
            <a:off x="2350893" y="4749111"/>
            <a:ext cx="271124"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BR</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3" name="Rechteck 2">
            <a:extLst>
              <a:ext uri="{FF2B5EF4-FFF2-40B4-BE49-F238E27FC236}">
                <a16:creationId xmlns:a16="http://schemas.microsoft.com/office/drawing/2014/main" id="{37BE2FDF-E15C-34EC-73F4-CBFA627C8B1B}"/>
              </a:ext>
            </a:extLst>
          </p:cNvPr>
          <p:cNvSpPr/>
          <p:nvPr/>
        </p:nvSpPr>
        <p:spPr>
          <a:xfrm>
            <a:off x="5679586" y="-2916"/>
            <a:ext cx="858334" cy="170554"/>
          </a:xfrm>
          <a:prstGeom prst="rect">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cxnSp>
        <p:nvCxnSpPr>
          <p:cNvPr id="12" name="Gerader Verbinder 11">
            <a:extLst>
              <a:ext uri="{FF2B5EF4-FFF2-40B4-BE49-F238E27FC236}">
                <a16:creationId xmlns:a16="http://schemas.microsoft.com/office/drawing/2014/main" id="{85DBB767-B583-A319-56D5-6A951F522315}"/>
              </a:ext>
            </a:extLst>
          </p:cNvPr>
          <p:cNvCxnSpPr/>
          <p:nvPr/>
        </p:nvCxnSpPr>
        <p:spPr>
          <a:xfrm>
            <a:off x="6096000" y="167638"/>
            <a:ext cx="0" cy="612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 name="Gruppieren 3">
            <a:extLst>
              <a:ext uri="{FF2B5EF4-FFF2-40B4-BE49-F238E27FC236}">
                <a16:creationId xmlns:a16="http://schemas.microsoft.com/office/drawing/2014/main" id="{8022B8F3-196F-CBF0-16B0-93A491E9F5FA}"/>
              </a:ext>
            </a:extLst>
          </p:cNvPr>
          <p:cNvGrpSpPr/>
          <p:nvPr/>
        </p:nvGrpSpPr>
        <p:grpSpPr>
          <a:xfrm rot="5691647" flipH="1">
            <a:off x="3342621" y="4164371"/>
            <a:ext cx="172742" cy="172742"/>
            <a:chOff x="935444" y="4146329"/>
            <a:chExt cx="172742" cy="172742"/>
          </a:xfrm>
        </p:grpSpPr>
        <p:sp>
          <p:nvSpPr>
            <p:cNvPr id="5" name="Träne 4">
              <a:extLst>
                <a:ext uri="{FF2B5EF4-FFF2-40B4-BE49-F238E27FC236}">
                  <a16:creationId xmlns:a16="http://schemas.microsoft.com/office/drawing/2014/main" id="{D80706F5-82D4-AA30-8961-879481653278}"/>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 name="Ellipse 5">
              <a:extLst>
                <a:ext uri="{FF2B5EF4-FFF2-40B4-BE49-F238E27FC236}">
                  <a16:creationId xmlns:a16="http://schemas.microsoft.com/office/drawing/2014/main" id="{C830DA15-2078-488E-0477-C3676233FD67}"/>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 name="Textfeld 6">
            <a:extLst>
              <a:ext uri="{FF2B5EF4-FFF2-40B4-BE49-F238E27FC236}">
                <a16:creationId xmlns:a16="http://schemas.microsoft.com/office/drawing/2014/main" id="{B34AACE2-4B15-D16F-F75C-C8E3FF1D2FC8}"/>
              </a:ext>
            </a:extLst>
          </p:cNvPr>
          <p:cNvSpPr txBox="1"/>
          <p:nvPr/>
        </p:nvSpPr>
        <p:spPr>
          <a:xfrm>
            <a:off x="3537486" y="4151286"/>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RP</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6" name="Textfeld 15">
            <a:extLst>
              <a:ext uri="{FF2B5EF4-FFF2-40B4-BE49-F238E27FC236}">
                <a16:creationId xmlns:a16="http://schemas.microsoft.com/office/drawing/2014/main" id="{2CA49E11-0C7C-A226-0389-B64C16287A57}"/>
              </a:ext>
            </a:extLst>
          </p:cNvPr>
          <p:cNvSpPr txBox="1"/>
          <p:nvPr/>
        </p:nvSpPr>
        <p:spPr>
          <a:xfrm>
            <a:off x="3504988" y="2005021"/>
            <a:ext cx="2305059" cy="193899"/>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lang="de-DE" sz="1400" b="1" err="1">
                <a:solidFill>
                  <a:prstClr val="black"/>
                </a:solidFill>
                <a:latin typeface="STIHL Contraface Text"/>
              </a:rPr>
              <a:t>xxxxx</a:t>
            </a:r>
            <a:endParaRPr kumimoji="0" lang="de-DE"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0" name="Textfeld 9">
            <a:extLst>
              <a:ext uri="{FF2B5EF4-FFF2-40B4-BE49-F238E27FC236}">
                <a16:creationId xmlns:a16="http://schemas.microsoft.com/office/drawing/2014/main" id="{D792779B-B4C6-462C-8C33-690CD6771076}"/>
              </a:ext>
            </a:extLst>
          </p:cNvPr>
          <p:cNvSpPr txBox="1"/>
          <p:nvPr/>
        </p:nvSpPr>
        <p:spPr>
          <a:xfrm>
            <a:off x="3477439" y="434502"/>
            <a:ext cx="1516093" cy="1144347"/>
          </a:xfrm>
          <a:prstGeom prst="rect">
            <a:avLst/>
          </a:prstGeom>
          <a:noFill/>
        </p:spPr>
        <p:txBody>
          <a:bodyPr wrap="square" lIns="18000" tIns="18000" rIns="18000" bIns="18000" rtlCol="0">
            <a:spAutoFit/>
          </a:bodyPr>
          <a:lstStyle/>
          <a:p>
            <a:pPr>
              <a:lnSpc>
                <a:spcPct val="90000"/>
              </a:lnSpc>
              <a:spcBef>
                <a:spcPts val="400"/>
              </a:spcBef>
            </a:pPr>
            <a:r>
              <a:rPr lang="de-DE" sz="2000" b="1">
                <a:solidFill>
                  <a:schemeClr val="accent2"/>
                </a:solidFill>
              </a:rPr>
              <a:t>IPS: </a:t>
            </a:r>
            <a:br>
              <a:rPr lang="de-DE" sz="2000" b="1">
                <a:solidFill>
                  <a:schemeClr val="accent2"/>
                </a:solidFill>
              </a:rPr>
            </a:br>
            <a:r>
              <a:rPr lang="de-DE" sz="2000" b="1">
                <a:solidFill>
                  <a:schemeClr val="accent2"/>
                </a:solidFill>
              </a:rPr>
              <a:t>EFFICIENT.</a:t>
            </a:r>
            <a:br>
              <a:rPr lang="de-DE" sz="2000" b="1">
                <a:solidFill>
                  <a:schemeClr val="accent2"/>
                </a:solidFill>
              </a:rPr>
            </a:br>
            <a:r>
              <a:rPr lang="de-DE" sz="2000" b="1">
                <a:solidFill>
                  <a:schemeClr val="accent2"/>
                </a:solidFill>
              </a:rPr>
              <a:t>RELIABLE.</a:t>
            </a:r>
            <a:br>
              <a:rPr lang="de-DE" sz="2000" b="1">
                <a:solidFill>
                  <a:schemeClr val="accent2"/>
                </a:solidFill>
              </a:rPr>
            </a:br>
            <a:r>
              <a:rPr lang="de-DE" sz="2000" b="1">
                <a:solidFill>
                  <a:schemeClr val="accent2"/>
                </a:solidFill>
              </a:rPr>
              <a:t>SECURE.</a:t>
            </a:r>
            <a:endParaRPr lang="de-DE" sz="2000" b="1"/>
          </a:p>
        </p:txBody>
      </p:sp>
      <p:sp>
        <p:nvSpPr>
          <p:cNvPr id="18" name="Textfeld 17">
            <a:extLst>
              <a:ext uri="{FF2B5EF4-FFF2-40B4-BE49-F238E27FC236}">
                <a16:creationId xmlns:a16="http://schemas.microsoft.com/office/drawing/2014/main" id="{1A093807-0021-20D1-B413-5A0BB42C3EAD}"/>
              </a:ext>
            </a:extLst>
          </p:cNvPr>
          <p:cNvSpPr txBox="1"/>
          <p:nvPr/>
        </p:nvSpPr>
        <p:spPr>
          <a:xfrm>
            <a:off x="561701" y="2186897"/>
            <a:ext cx="2305059" cy="997196"/>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2400" b="1" i="0" u="none" strike="noStrike" kern="1200" cap="none" spc="0" normalizeH="0" baseline="0" noProof="0">
                <a:ln>
                  <a:noFill/>
                </a:ln>
                <a:solidFill>
                  <a:schemeClr val="accent2"/>
                </a:solidFill>
                <a:effectLst/>
                <a:uLnTx/>
                <a:uFillTx/>
                <a:latin typeface="STIHL Contraface Text"/>
                <a:ea typeface="+mn-ea"/>
                <a:cs typeface="+mn-cs"/>
              </a:rPr>
              <a:t>Global AI &amp; Analytics Hub @STIHL</a:t>
            </a:r>
            <a:endParaRPr kumimoji="0" lang="de-DE" sz="4400" b="1" i="0" u="none" strike="noStrike" kern="1200" cap="none" spc="0" normalizeH="0" baseline="0" noProof="0">
              <a:ln>
                <a:noFill/>
              </a:ln>
              <a:solidFill>
                <a:schemeClr val="accent2"/>
              </a:solidFill>
              <a:effectLst/>
              <a:uLnTx/>
              <a:uFillTx/>
              <a:latin typeface="STIHL Contraface Text"/>
              <a:ea typeface="+mn-ea"/>
              <a:cs typeface="+mn-cs"/>
            </a:endParaRPr>
          </a:p>
        </p:txBody>
      </p:sp>
      <p:sp>
        <p:nvSpPr>
          <p:cNvPr id="28" name="Title 1">
            <a:extLst>
              <a:ext uri="{FF2B5EF4-FFF2-40B4-BE49-F238E27FC236}">
                <a16:creationId xmlns:a16="http://schemas.microsoft.com/office/drawing/2014/main" id="{B55929BC-9F90-8881-B80B-D9C806223825}"/>
              </a:ext>
            </a:extLst>
          </p:cNvPr>
          <p:cNvSpPr txBox="1">
            <a:spLocks/>
          </p:cNvSpPr>
          <p:nvPr/>
        </p:nvSpPr>
        <p:spPr>
          <a:xfrm>
            <a:off x="7198469" y="368670"/>
            <a:ext cx="2927036" cy="7806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lang="de-DE" sz="2200" b="1" kern="1200" cap="none" baseline="0" dirty="0">
                <a:solidFill>
                  <a:schemeClr val="tx1"/>
                </a:solidFill>
                <a:latin typeface="+mj-lt"/>
                <a:ea typeface="+mj-ea"/>
                <a:cs typeface="+mj-cs"/>
              </a:defRPr>
            </a:lvl1pPr>
          </a:lstStyle>
          <a:p>
            <a:r>
              <a:rPr lang="de-DE" sz="2800">
                <a:latin typeface="STIHL Contraface Display Title" panose="02000600040000020004" pitchFamily="50" charset="0"/>
              </a:rPr>
              <a:t>STRATEGIE</a:t>
            </a:r>
            <a:endParaRPr lang="de-DE" sz="2000" b="0">
              <a:solidFill>
                <a:schemeClr val="accent2"/>
              </a:solidFill>
              <a:latin typeface="+mn-lt"/>
              <a:ea typeface="+mn-ea"/>
              <a:cs typeface="+mn-cs"/>
            </a:endParaRPr>
          </a:p>
        </p:txBody>
      </p:sp>
      <p:grpSp>
        <p:nvGrpSpPr>
          <p:cNvPr id="63" name="METRO ICON - target">
            <a:extLst>
              <a:ext uri="{FF2B5EF4-FFF2-40B4-BE49-F238E27FC236}">
                <a16:creationId xmlns:a16="http://schemas.microsoft.com/office/drawing/2014/main" id="{651DB05D-322F-69AA-331D-D2C5C46DDC90}"/>
              </a:ext>
            </a:extLst>
          </p:cNvPr>
          <p:cNvGrpSpPr>
            <a:grpSpLocks noChangeAspect="1"/>
          </p:cNvGrpSpPr>
          <p:nvPr/>
        </p:nvGrpSpPr>
        <p:grpSpPr bwMode="gray">
          <a:xfrm flipH="1">
            <a:off x="6269988" y="221683"/>
            <a:ext cx="770201" cy="665880"/>
            <a:chOff x="7062583" y="1558958"/>
            <a:chExt cx="632912" cy="540715"/>
          </a:xfrm>
          <a:solidFill>
            <a:schemeClr val="accent2"/>
          </a:solidFill>
        </p:grpSpPr>
        <p:sp>
          <p:nvSpPr>
            <p:cNvPr id="65" name="Freeform 6">
              <a:extLst>
                <a:ext uri="{FF2B5EF4-FFF2-40B4-BE49-F238E27FC236}">
                  <a16:creationId xmlns:a16="http://schemas.microsoft.com/office/drawing/2014/main" id="{BD363D8F-5428-8121-CBF5-C53EC4A70D8C}"/>
                </a:ext>
              </a:extLst>
            </p:cNvPr>
            <p:cNvSpPr>
              <a:spLocks/>
            </p:cNvSpPr>
            <p:nvPr/>
          </p:nvSpPr>
          <p:spPr bwMode="gray">
            <a:xfrm>
              <a:off x="7062583" y="1558958"/>
              <a:ext cx="528257" cy="540715"/>
            </a:xfrm>
            <a:custGeom>
              <a:avLst/>
              <a:gdLst>
                <a:gd name="T0" fmla="*/ 286 w 298"/>
                <a:gd name="T1" fmla="*/ 124 h 303"/>
                <a:gd name="T2" fmla="*/ 205 w 298"/>
                <a:gd name="T3" fmla="*/ 276 h 303"/>
                <a:gd name="T4" fmla="*/ 33 w 298"/>
                <a:gd name="T5" fmla="*/ 215 h 303"/>
                <a:gd name="T6" fmla="*/ 77 w 298"/>
                <a:gd name="T7" fmla="*/ 38 h 303"/>
                <a:gd name="T8" fmla="*/ 244 w 298"/>
                <a:gd name="T9" fmla="*/ 50 h 303"/>
                <a:gd name="T10" fmla="*/ 227 w 298"/>
                <a:gd name="T11" fmla="*/ 69 h 303"/>
                <a:gd name="T12" fmla="*/ 205 w 298"/>
                <a:gd name="T13" fmla="*/ 55 h 303"/>
                <a:gd name="T14" fmla="*/ 100 w 298"/>
                <a:gd name="T15" fmla="*/ 55 h 303"/>
                <a:gd name="T16" fmla="*/ 45 w 298"/>
                <a:gd name="T17" fmla="*/ 130 h 303"/>
                <a:gd name="T18" fmla="*/ 126 w 298"/>
                <a:gd name="T19" fmla="*/ 256 h 303"/>
                <a:gd name="T20" fmla="*/ 261 w 298"/>
                <a:gd name="T21" fmla="*/ 167 h 303"/>
                <a:gd name="T22" fmla="*/ 260 w 298"/>
                <a:gd name="T23" fmla="*/ 132 h 303"/>
                <a:gd name="T24" fmla="*/ 263 w 298"/>
                <a:gd name="T25" fmla="*/ 127 h 303"/>
                <a:gd name="T26" fmla="*/ 286 w 298"/>
                <a:gd name="T27" fmla="*/ 12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8" h="303">
                  <a:moveTo>
                    <a:pt x="286" y="124"/>
                  </a:moveTo>
                  <a:cubicBezTo>
                    <a:pt x="298" y="182"/>
                    <a:pt x="268" y="249"/>
                    <a:pt x="205" y="276"/>
                  </a:cubicBezTo>
                  <a:cubicBezTo>
                    <a:pt x="141" y="303"/>
                    <a:pt x="66" y="276"/>
                    <a:pt x="33" y="215"/>
                  </a:cubicBezTo>
                  <a:cubicBezTo>
                    <a:pt x="0" y="154"/>
                    <a:pt x="18" y="79"/>
                    <a:pt x="77" y="38"/>
                  </a:cubicBezTo>
                  <a:cubicBezTo>
                    <a:pt x="133" y="0"/>
                    <a:pt x="203" y="12"/>
                    <a:pt x="244" y="50"/>
                  </a:cubicBezTo>
                  <a:cubicBezTo>
                    <a:pt x="239" y="60"/>
                    <a:pt x="234" y="65"/>
                    <a:pt x="227" y="69"/>
                  </a:cubicBezTo>
                  <a:cubicBezTo>
                    <a:pt x="220" y="64"/>
                    <a:pt x="212" y="59"/>
                    <a:pt x="205" y="55"/>
                  </a:cubicBezTo>
                  <a:cubicBezTo>
                    <a:pt x="170" y="36"/>
                    <a:pt x="135" y="36"/>
                    <a:pt x="100" y="55"/>
                  </a:cubicBezTo>
                  <a:cubicBezTo>
                    <a:pt x="70" y="71"/>
                    <a:pt x="52" y="97"/>
                    <a:pt x="45" y="130"/>
                  </a:cubicBezTo>
                  <a:cubicBezTo>
                    <a:pt x="35" y="187"/>
                    <a:pt x="70" y="242"/>
                    <a:pt x="126" y="256"/>
                  </a:cubicBezTo>
                  <a:cubicBezTo>
                    <a:pt x="189" y="272"/>
                    <a:pt x="251" y="231"/>
                    <a:pt x="261" y="167"/>
                  </a:cubicBezTo>
                  <a:cubicBezTo>
                    <a:pt x="263" y="155"/>
                    <a:pt x="263" y="144"/>
                    <a:pt x="260" y="132"/>
                  </a:cubicBezTo>
                  <a:cubicBezTo>
                    <a:pt x="260" y="129"/>
                    <a:pt x="260" y="128"/>
                    <a:pt x="263" y="127"/>
                  </a:cubicBezTo>
                  <a:cubicBezTo>
                    <a:pt x="271" y="124"/>
                    <a:pt x="278" y="124"/>
                    <a:pt x="286" y="124"/>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Freeform 6">
              <a:extLst>
                <a:ext uri="{FF2B5EF4-FFF2-40B4-BE49-F238E27FC236}">
                  <a16:creationId xmlns:a16="http://schemas.microsoft.com/office/drawing/2014/main" id="{1A47D0F2-79B5-35C1-B0F3-EA8B44341983}"/>
                </a:ext>
              </a:extLst>
            </p:cNvPr>
            <p:cNvSpPr>
              <a:spLocks/>
            </p:cNvSpPr>
            <p:nvPr/>
          </p:nvSpPr>
          <p:spPr bwMode="gray">
            <a:xfrm>
              <a:off x="7279367" y="1591352"/>
              <a:ext cx="416128" cy="291537"/>
            </a:xfrm>
            <a:custGeom>
              <a:avLst/>
              <a:gdLst>
                <a:gd name="T0" fmla="*/ 205 w 234"/>
                <a:gd name="T1" fmla="*/ 0 h 164"/>
                <a:gd name="T2" fmla="*/ 194 w 234"/>
                <a:gd name="T3" fmla="*/ 42 h 164"/>
                <a:gd name="T4" fmla="*/ 234 w 234"/>
                <a:gd name="T5" fmla="*/ 54 h 164"/>
                <a:gd name="T6" fmla="*/ 232 w 234"/>
                <a:gd name="T7" fmla="*/ 56 h 164"/>
                <a:gd name="T8" fmla="*/ 176 w 234"/>
                <a:gd name="T9" fmla="*/ 87 h 164"/>
                <a:gd name="T10" fmla="*/ 171 w 234"/>
                <a:gd name="T11" fmla="*/ 88 h 164"/>
                <a:gd name="T12" fmla="*/ 124 w 234"/>
                <a:gd name="T13" fmla="*/ 95 h 164"/>
                <a:gd name="T14" fmla="*/ 62 w 234"/>
                <a:gd name="T15" fmla="*/ 130 h 164"/>
                <a:gd name="T16" fmla="*/ 60 w 234"/>
                <a:gd name="T17" fmla="*/ 134 h 164"/>
                <a:gd name="T18" fmla="*/ 38 w 234"/>
                <a:gd name="T19" fmla="*/ 160 h 164"/>
                <a:gd name="T20" fmla="*/ 8 w 234"/>
                <a:gd name="T21" fmla="*/ 150 h 164"/>
                <a:gd name="T22" fmla="*/ 9 w 234"/>
                <a:gd name="T23" fmla="*/ 114 h 164"/>
                <a:gd name="T24" fmla="*/ 44 w 234"/>
                <a:gd name="T25" fmla="*/ 107 h 164"/>
                <a:gd name="T26" fmla="*/ 50 w 234"/>
                <a:gd name="T27" fmla="*/ 108 h 164"/>
                <a:gd name="T28" fmla="*/ 113 w 234"/>
                <a:gd name="T29" fmla="*/ 72 h 164"/>
                <a:gd name="T30" fmla="*/ 142 w 234"/>
                <a:gd name="T31" fmla="*/ 38 h 164"/>
                <a:gd name="T32" fmla="*/ 147 w 234"/>
                <a:gd name="T33" fmla="*/ 32 h 164"/>
                <a:gd name="T34" fmla="*/ 201 w 234"/>
                <a:gd name="T35" fmla="*/ 2 h 164"/>
                <a:gd name="T36" fmla="*/ 205 w 234"/>
                <a:gd name="T3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164">
                  <a:moveTo>
                    <a:pt x="205" y="0"/>
                  </a:moveTo>
                  <a:cubicBezTo>
                    <a:pt x="201" y="15"/>
                    <a:pt x="197" y="28"/>
                    <a:pt x="194" y="42"/>
                  </a:cubicBezTo>
                  <a:cubicBezTo>
                    <a:pt x="207" y="46"/>
                    <a:pt x="221" y="50"/>
                    <a:pt x="234" y="54"/>
                  </a:cubicBezTo>
                  <a:cubicBezTo>
                    <a:pt x="233" y="55"/>
                    <a:pt x="232" y="55"/>
                    <a:pt x="232" y="56"/>
                  </a:cubicBezTo>
                  <a:cubicBezTo>
                    <a:pt x="213" y="66"/>
                    <a:pt x="195" y="76"/>
                    <a:pt x="176" y="87"/>
                  </a:cubicBezTo>
                  <a:cubicBezTo>
                    <a:pt x="175" y="88"/>
                    <a:pt x="173" y="88"/>
                    <a:pt x="171" y="88"/>
                  </a:cubicBezTo>
                  <a:cubicBezTo>
                    <a:pt x="155" y="84"/>
                    <a:pt x="139" y="87"/>
                    <a:pt x="124" y="95"/>
                  </a:cubicBezTo>
                  <a:cubicBezTo>
                    <a:pt x="103" y="107"/>
                    <a:pt x="83" y="118"/>
                    <a:pt x="62" y="130"/>
                  </a:cubicBezTo>
                  <a:cubicBezTo>
                    <a:pt x="61" y="131"/>
                    <a:pt x="60" y="133"/>
                    <a:pt x="60" y="134"/>
                  </a:cubicBezTo>
                  <a:cubicBezTo>
                    <a:pt x="58" y="147"/>
                    <a:pt x="50" y="157"/>
                    <a:pt x="38" y="160"/>
                  </a:cubicBezTo>
                  <a:cubicBezTo>
                    <a:pt x="27" y="164"/>
                    <a:pt x="15" y="159"/>
                    <a:pt x="8" y="150"/>
                  </a:cubicBezTo>
                  <a:cubicBezTo>
                    <a:pt x="0" y="139"/>
                    <a:pt x="0" y="124"/>
                    <a:pt x="9" y="114"/>
                  </a:cubicBezTo>
                  <a:cubicBezTo>
                    <a:pt x="18" y="103"/>
                    <a:pt x="33" y="101"/>
                    <a:pt x="44" y="107"/>
                  </a:cubicBezTo>
                  <a:cubicBezTo>
                    <a:pt x="46" y="108"/>
                    <a:pt x="48" y="109"/>
                    <a:pt x="50" y="108"/>
                  </a:cubicBezTo>
                  <a:cubicBezTo>
                    <a:pt x="71" y="96"/>
                    <a:pt x="92" y="84"/>
                    <a:pt x="113" y="72"/>
                  </a:cubicBezTo>
                  <a:cubicBezTo>
                    <a:pt x="127" y="64"/>
                    <a:pt x="136" y="52"/>
                    <a:pt x="142" y="38"/>
                  </a:cubicBezTo>
                  <a:cubicBezTo>
                    <a:pt x="143" y="36"/>
                    <a:pt x="145" y="33"/>
                    <a:pt x="147" y="32"/>
                  </a:cubicBezTo>
                  <a:cubicBezTo>
                    <a:pt x="165" y="22"/>
                    <a:pt x="183" y="12"/>
                    <a:pt x="201" y="2"/>
                  </a:cubicBezTo>
                  <a:cubicBezTo>
                    <a:pt x="202" y="2"/>
                    <a:pt x="203" y="1"/>
                    <a:pt x="205" y="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Freeform 6">
              <a:extLst>
                <a:ext uri="{FF2B5EF4-FFF2-40B4-BE49-F238E27FC236}">
                  <a16:creationId xmlns:a16="http://schemas.microsoft.com/office/drawing/2014/main" id="{5F2A2D7D-1377-0F05-97F8-51D2F601EAC5}"/>
                </a:ext>
              </a:extLst>
            </p:cNvPr>
            <p:cNvSpPr>
              <a:spLocks/>
            </p:cNvSpPr>
            <p:nvPr/>
          </p:nvSpPr>
          <p:spPr bwMode="gray">
            <a:xfrm>
              <a:off x="7172221" y="1671089"/>
              <a:ext cx="311473" cy="316455"/>
            </a:xfrm>
            <a:custGeom>
              <a:avLst/>
              <a:gdLst>
                <a:gd name="T0" fmla="*/ 172 w 176"/>
                <a:gd name="T1" fmla="*/ 80 h 179"/>
                <a:gd name="T2" fmla="*/ 116 w 176"/>
                <a:gd name="T3" fmla="*/ 167 h 179"/>
                <a:gd name="T4" fmla="*/ 18 w 176"/>
                <a:gd name="T5" fmla="*/ 127 h 179"/>
                <a:gd name="T6" fmla="*/ 38 w 176"/>
                <a:gd name="T7" fmla="*/ 25 h 179"/>
                <a:gd name="T8" fmla="*/ 139 w 176"/>
                <a:gd name="T9" fmla="*/ 22 h 179"/>
                <a:gd name="T10" fmla="*/ 136 w 176"/>
                <a:gd name="T11" fmla="*/ 24 h 179"/>
                <a:gd name="T12" fmla="*/ 126 w 176"/>
                <a:gd name="T13" fmla="*/ 30 h 179"/>
                <a:gd name="T14" fmla="*/ 102 w 176"/>
                <a:gd name="T15" fmla="*/ 34 h 179"/>
                <a:gd name="T16" fmla="*/ 36 w 176"/>
                <a:gd name="T17" fmla="*/ 78 h 179"/>
                <a:gd name="T18" fmla="*/ 81 w 176"/>
                <a:gd name="T19" fmla="*/ 144 h 179"/>
                <a:gd name="T20" fmla="*/ 145 w 176"/>
                <a:gd name="T21" fmla="*/ 99 h 179"/>
                <a:gd name="T22" fmla="*/ 150 w 176"/>
                <a:gd name="T23" fmla="*/ 93 h 179"/>
                <a:gd name="T24" fmla="*/ 172 w 176"/>
                <a:gd name="T25" fmla="*/ 8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179">
                  <a:moveTo>
                    <a:pt x="172" y="80"/>
                  </a:moveTo>
                  <a:cubicBezTo>
                    <a:pt x="176" y="121"/>
                    <a:pt x="151" y="156"/>
                    <a:pt x="116" y="167"/>
                  </a:cubicBezTo>
                  <a:cubicBezTo>
                    <a:pt x="77" y="179"/>
                    <a:pt x="37" y="162"/>
                    <a:pt x="18" y="127"/>
                  </a:cubicBezTo>
                  <a:cubicBezTo>
                    <a:pt x="0" y="92"/>
                    <a:pt x="8" y="51"/>
                    <a:pt x="38" y="25"/>
                  </a:cubicBezTo>
                  <a:cubicBezTo>
                    <a:pt x="66" y="1"/>
                    <a:pt x="111" y="0"/>
                    <a:pt x="139" y="22"/>
                  </a:cubicBezTo>
                  <a:cubicBezTo>
                    <a:pt x="138" y="23"/>
                    <a:pt x="137" y="24"/>
                    <a:pt x="136" y="24"/>
                  </a:cubicBezTo>
                  <a:cubicBezTo>
                    <a:pt x="133" y="26"/>
                    <a:pt x="129" y="28"/>
                    <a:pt x="126" y="30"/>
                  </a:cubicBezTo>
                  <a:cubicBezTo>
                    <a:pt x="118" y="35"/>
                    <a:pt x="111" y="37"/>
                    <a:pt x="102" y="34"/>
                  </a:cubicBezTo>
                  <a:cubicBezTo>
                    <a:pt x="72" y="27"/>
                    <a:pt x="42" y="48"/>
                    <a:pt x="36" y="78"/>
                  </a:cubicBezTo>
                  <a:cubicBezTo>
                    <a:pt x="30" y="108"/>
                    <a:pt x="51" y="138"/>
                    <a:pt x="81" y="144"/>
                  </a:cubicBezTo>
                  <a:cubicBezTo>
                    <a:pt x="111" y="149"/>
                    <a:pt x="140" y="129"/>
                    <a:pt x="145" y="99"/>
                  </a:cubicBezTo>
                  <a:cubicBezTo>
                    <a:pt x="146" y="96"/>
                    <a:pt x="147" y="94"/>
                    <a:pt x="150" y="93"/>
                  </a:cubicBezTo>
                  <a:cubicBezTo>
                    <a:pt x="157" y="89"/>
                    <a:pt x="165" y="85"/>
                    <a:pt x="172" y="8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81" name="Textframe 10">
            <a:extLst>
              <a:ext uri="{FF2B5EF4-FFF2-40B4-BE49-F238E27FC236}">
                <a16:creationId xmlns:a16="http://schemas.microsoft.com/office/drawing/2014/main" id="{262D9F4C-53BA-92C0-A87C-25DBA0598E5D}"/>
              </a:ext>
            </a:extLst>
          </p:cNvPr>
          <p:cNvSpPr txBox="1"/>
          <p:nvPr/>
        </p:nvSpPr>
        <p:spPr>
          <a:xfrm>
            <a:off x="6278187" y="1251870"/>
            <a:ext cx="7260606" cy="439095"/>
          </a:xfrm>
          <a:prstGeom prst="rect">
            <a:avLst/>
          </a:prstGeom>
          <a:noFill/>
          <a:ln w="9525">
            <a:noFill/>
          </a:ln>
        </p:spPr>
        <p:txBody>
          <a:bodyPr vert="horz" wrap="square" lIns="0" tIns="0" rIns="0" bIns="0" rtlCol="0" anchor="ctr">
            <a:spAutoFit/>
          </a:bodyPr>
          <a:lstStyle/>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err="1"/>
              <a:t>xxxxxxxxx</a:t>
            </a:r>
            <a:endParaRPr lang="de-DE" sz="1400" b="1"/>
          </a:p>
          <a:p>
            <a:pPr>
              <a:lnSpc>
                <a:spcPct val="90000"/>
              </a:lnSpc>
              <a:spcBef>
                <a:spcPts val="400"/>
              </a:spcBef>
              <a:buSzPct val="105000"/>
            </a:pPr>
            <a:endParaRPr lang="de-DE" sz="1400" b="1"/>
          </a:p>
        </p:txBody>
      </p:sp>
      <p:sp>
        <p:nvSpPr>
          <p:cNvPr id="101" name="Textfeld 100">
            <a:extLst>
              <a:ext uri="{FF2B5EF4-FFF2-40B4-BE49-F238E27FC236}">
                <a16:creationId xmlns:a16="http://schemas.microsoft.com/office/drawing/2014/main" id="{F22D6F67-8FBA-BB44-D529-68E64AE09EE0}"/>
              </a:ext>
            </a:extLst>
          </p:cNvPr>
          <p:cNvSpPr txBox="1"/>
          <p:nvPr/>
        </p:nvSpPr>
        <p:spPr>
          <a:xfrm>
            <a:off x="6278037" y="2055272"/>
            <a:ext cx="5346609" cy="307777"/>
          </a:xfrm>
          <a:prstGeom prst="rect">
            <a:avLst/>
          </a:prstGeom>
          <a:noFill/>
        </p:spPr>
        <p:txBody>
          <a:bodyPr wrap="square">
            <a:spAutoFit/>
          </a:bodyPr>
          <a:lstStyle/>
          <a:p>
            <a:r>
              <a:rPr lang="de-DE" sz="1400" noProof="0"/>
              <a:t>KI Strategie ……..</a:t>
            </a:r>
          </a:p>
        </p:txBody>
      </p:sp>
      <p:sp>
        <p:nvSpPr>
          <p:cNvPr id="11" name="Textfeld 10">
            <a:extLst>
              <a:ext uri="{FF2B5EF4-FFF2-40B4-BE49-F238E27FC236}">
                <a16:creationId xmlns:a16="http://schemas.microsoft.com/office/drawing/2014/main" id="{5DB8F679-E30F-CA1C-7281-78BB117C0435}"/>
              </a:ext>
            </a:extLst>
          </p:cNvPr>
          <p:cNvSpPr txBox="1"/>
          <p:nvPr/>
        </p:nvSpPr>
        <p:spPr>
          <a:xfrm>
            <a:off x="478703" y="4795666"/>
            <a:ext cx="1128022" cy="922748"/>
          </a:xfrm>
          <a:prstGeom prst="rect">
            <a:avLst/>
          </a:prstGeom>
          <a:noFill/>
        </p:spPr>
        <p:txBody>
          <a:bodyPr wrap="square" lIns="18000" tIns="18000" rIns="18000" bIns="18000" rtlCol="0">
            <a:spAutoFit/>
          </a:bodyPr>
          <a:lstStyle/>
          <a:p>
            <a:pPr algn="l">
              <a:lnSpc>
                <a:spcPct val="90000"/>
              </a:lnSpc>
              <a:spcBef>
                <a:spcPts val="400"/>
              </a:spcBef>
            </a:pPr>
            <a:r>
              <a:rPr lang="de-DE" sz="1600"/>
              <a:t>Evtl. Regional Center auflisten</a:t>
            </a:r>
          </a:p>
        </p:txBody>
      </p:sp>
      <p:sp>
        <p:nvSpPr>
          <p:cNvPr id="13" name="Textfeld 12">
            <a:extLst>
              <a:ext uri="{FF2B5EF4-FFF2-40B4-BE49-F238E27FC236}">
                <a16:creationId xmlns:a16="http://schemas.microsoft.com/office/drawing/2014/main" id="{A62C7514-EFAC-ECBC-A11E-0A50B24DC5A2}"/>
              </a:ext>
            </a:extLst>
          </p:cNvPr>
          <p:cNvSpPr txBox="1"/>
          <p:nvPr/>
        </p:nvSpPr>
        <p:spPr>
          <a:xfrm>
            <a:off x="6776381" y="3019494"/>
            <a:ext cx="2867577" cy="922748"/>
          </a:xfrm>
          <a:prstGeom prst="rect">
            <a:avLst/>
          </a:prstGeom>
          <a:noFill/>
        </p:spPr>
        <p:txBody>
          <a:bodyPr wrap="square" lIns="18000" tIns="18000" rIns="18000" bIns="18000" rtlCol="0">
            <a:spAutoFit/>
          </a:bodyPr>
          <a:lstStyle/>
          <a:p>
            <a:pPr algn="l">
              <a:lnSpc>
                <a:spcPct val="90000"/>
              </a:lnSpc>
              <a:spcBef>
                <a:spcPts val="400"/>
              </a:spcBef>
            </a:pPr>
            <a:r>
              <a:rPr lang="de-DE" sz="1600">
                <a:highlight>
                  <a:srgbClr val="FFFF00"/>
                </a:highlight>
              </a:rPr>
              <a:t>KI Dashboard (</a:t>
            </a:r>
            <a:r>
              <a:rPr lang="de-DE" sz="1600" err="1">
                <a:highlight>
                  <a:srgbClr val="FFFF00"/>
                </a:highlight>
              </a:rPr>
              <a:t>KPI‘s</a:t>
            </a:r>
            <a:r>
              <a:rPr lang="de-DE" sz="1600">
                <a:highlight>
                  <a:srgbClr val="FFFF00"/>
                </a:highlight>
              </a:rPr>
              <a:t>)auf den nächsten Folien einbringen; SPO Übersicht über KI Systeme/Innovationen</a:t>
            </a:r>
          </a:p>
        </p:txBody>
      </p:sp>
    </p:spTree>
    <p:extLst>
      <p:ext uri="{BB962C8B-B14F-4D97-AF65-F5344CB8AC3E}">
        <p14:creationId xmlns:p14="http://schemas.microsoft.com/office/powerpoint/2010/main" val="32911438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1E537-CC5C-276C-9B33-348398CC7B4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D5B7A5D-DA4B-9F65-60DE-E2916B97AA2D}"/>
              </a:ext>
            </a:extLst>
          </p:cNvPr>
          <p:cNvSpPr>
            <a:spLocks noGrp="1"/>
          </p:cNvSpPr>
          <p:nvPr>
            <p:ph type="title"/>
          </p:nvPr>
        </p:nvSpPr>
        <p:spPr>
          <a:xfrm>
            <a:off x="479426" y="503546"/>
            <a:ext cx="8664574" cy="304699"/>
          </a:xfrm>
        </p:spPr>
        <p:txBody>
          <a:bodyPr/>
          <a:lstStyle/>
          <a:p>
            <a:endParaRPr lang="de-DE"/>
          </a:p>
        </p:txBody>
      </p:sp>
      <p:sp>
        <p:nvSpPr>
          <p:cNvPr id="3" name="Textplatzhalter 2">
            <a:extLst>
              <a:ext uri="{FF2B5EF4-FFF2-40B4-BE49-F238E27FC236}">
                <a16:creationId xmlns:a16="http://schemas.microsoft.com/office/drawing/2014/main" id="{37FA92A1-2AB6-EF7F-D933-E7E149D49A36}"/>
              </a:ext>
            </a:extLst>
          </p:cNvPr>
          <p:cNvSpPr>
            <a:spLocks noGrp="1"/>
          </p:cNvSpPr>
          <p:nvPr>
            <p:ph type="body" sz="quarter" idx="14"/>
          </p:nvPr>
        </p:nvSpPr>
        <p:spPr/>
        <p:txBody>
          <a:bodyPr/>
          <a:lstStyle/>
          <a:p>
            <a:endParaRPr lang="de-DE"/>
          </a:p>
        </p:txBody>
      </p:sp>
      <p:sp>
        <p:nvSpPr>
          <p:cNvPr id="4" name="Textplatzhalter 3">
            <a:extLst>
              <a:ext uri="{FF2B5EF4-FFF2-40B4-BE49-F238E27FC236}">
                <a16:creationId xmlns:a16="http://schemas.microsoft.com/office/drawing/2014/main" id="{5A3D83DD-D9E9-DFCC-EDC3-6AE7B333472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3906736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3AC67-FD89-1BF8-C4F2-0AC1AAE013AC}"/>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32C5F2A6-C436-1D33-9A35-93ACC06EF331}"/>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27" imgH="327" progId="TCLayout.ActiveDocument.1">
                  <p:embed/>
                </p:oleObj>
              </mc:Choice>
              <mc:Fallback>
                <p:oleObj name="think-cell Folie" r:id="rId4" imgW="327" imgH="327" progId="TCLayout.ActiveDocument.1">
                  <p:embed/>
                  <p:pic>
                    <p:nvPicPr>
                      <p:cNvPr id="8" name="think-cell data - do not delete" hidden="1">
                        <a:extLst>
                          <a:ext uri="{FF2B5EF4-FFF2-40B4-BE49-F238E27FC236}">
                            <a16:creationId xmlns:a16="http://schemas.microsoft.com/office/drawing/2014/main" id="{32C5F2A6-C436-1D33-9A35-93ACC06EF331}"/>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cxnSp>
        <p:nvCxnSpPr>
          <p:cNvPr id="9" name="Gerader Verbinder 8">
            <a:extLst>
              <a:ext uri="{FF2B5EF4-FFF2-40B4-BE49-F238E27FC236}">
                <a16:creationId xmlns:a16="http://schemas.microsoft.com/office/drawing/2014/main" id="{71E795B1-DE06-3FE9-56AE-8BAE6AAA1B93}"/>
              </a:ext>
            </a:extLst>
          </p:cNvPr>
          <p:cNvCxnSpPr>
            <a:cxnSpLocks/>
          </p:cNvCxnSpPr>
          <p:nvPr/>
        </p:nvCxnSpPr>
        <p:spPr>
          <a:xfrm>
            <a:off x="3276934" y="160019"/>
            <a:ext cx="0" cy="173265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C7EB6B7-87C4-F94A-7559-D3D549B2FA92}"/>
              </a:ext>
            </a:extLst>
          </p:cNvPr>
          <p:cNvSpPr>
            <a:spLocks noGrp="1"/>
          </p:cNvSpPr>
          <p:nvPr>
            <p:ph type="title"/>
          </p:nvPr>
        </p:nvSpPr>
        <p:spPr>
          <a:xfrm>
            <a:off x="368214" y="408241"/>
            <a:ext cx="2927036" cy="780628"/>
          </a:xfrm>
        </p:spPr>
        <p:txBody>
          <a:bodyPr vert="horz" rIns="0"/>
          <a:lstStyle/>
          <a:p>
            <a:r>
              <a:rPr lang="de-DE" sz="2800">
                <a:latin typeface="STIHL Contraface Display Title" panose="02000600040000020004" pitchFamily="50" charset="0"/>
              </a:rPr>
              <a:t>Wer wir Sind</a:t>
            </a:r>
            <a:br>
              <a:rPr lang="de-DE" sz="3000">
                <a:latin typeface="STIHL Contraface Display Title" panose="02000600040000020004" pitchFamily="50" charset="0"/>
              </a:rPr>
            </a:br>
            <a:endParaRPr lang="en-US" sz="2000" b="0">
              <a:solidFill>
                <a:schemeClr val="accent2"/>
              </a:solidFill>
              <a:latin typeface="+mn-lt"/>
              <a:ea typeface="+mn-ea"/>
              <a:cs typeface="+mn-cs"/>
            </a:endParaRPr>
          </a:p>
        </p:txBody>
      </p:sp>
      <p:pic>
        <p:nvPicPr>
          <p:cNvPr id="29" name="Grafik 28" descr="Ein Bild, das Werkzeug, Design enthält.&#10;&#10;KI-generierte Inhalte können fehlerhaft sein.">
            <a:extLst>
              <a:ext uri="{FF2B5EF4-FFF2-40B4-BE49-F238E27FC236}">
                <a16:creationId xmlns:a16="http://schemas.microsoft.com/office/drawing/2014/main" id="{C8FD2479-A8A8-EBD9-392A-D8A9230A632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rot="20939143">
            <a:off x="4913697" y="456924"/>
            <a:ext cx="1090779" cy="1090779"/>
          </a:xfrm>
          <a:prstGeom prst="rect">
            <a:avLst/>
          </a:prstGeom>
        </p:spPr>
      </p:pic>
      <p:cxnSp>
        <p:nvCxnSpPr>
          <p:cNvPr id="25" name="Gerader Verbinder 24">
            <a:extLst>
              <a:ext uri="{FF2B5EF4-FFF2-40B4-BE49-F238E27FC236}">
                <a16:creationId xmlns:a16="http://schemas.microsoft.com/office/drawing/2014/main" id="{B4861B8C-240D-4B06-25AA-E1078826650B}"/>
              </a:ext>
            </a:extLst>
          </p:cNvPr>
          <p:cNvCxnSpPr>
            <a:cxnSpLocks/>
          </p:cNvCxnSpPr>
          <p:nvPr/>
        </p:nvCxnSpPr>
        <p:spPr>
          <a:xfrm>
            <a:off x="479426" y="1925481"/>
            <a:ext cx="5616572" cy="7083"/>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7FDCFDFF-0080-FA61-45E5-8F2EB35BF1E0}"/>
              </a:ext>
            </a:extLst>
          </p:cNvPr>
          <p:cNvCxnSpPr>
            <a:cxnSpLocks/>
          </p:cNvCxnSpPr>
          <p:nvPr/>
        </p:nvCxnSpPr>
        <p:spPr>
          <a:xfrm flipV="1">
            <a:off x="479426" y="3400019"/>
            <a:ext cx="5616572" cy="1293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Grafik 48" descr="Aktualisieren Silhouette">
            <a:extLst>
              <a:ext uri="{FF2B5EF4-FFF2-40B4-BE49-F238E27FC236}">
                <a16:creationId xmlns:a16="http://schemas.microsoft.com/office/drawing/2014/main" id="{DE72712C-AF4E-5C71-098E-D052AD05CC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7700810">
            <a:off x="1312816" y="863004"/>
            <a:ext cx="842496" cy="922423"/>
          </a:xfrm>
          <a:prstGeom prst="rect">
            <a:avLst/>
          </a:prstGeom>
        </p:spPr>
      </p:pic>
      <p:grpSp>
        <p:nvGrpSpPr>
          <p:cNvPr id="14" name="Gruppieren 13">
            <a:extLst>
              <a:ext uri="{FF2B5EF4-FFF2-40B4-BE49-F238E27FC236}">
                <a16:creationId xmlns:a16="http://schemas.microsoft.com/office/drawing/2014/main" id="{02FCF85A-6254-31D5-E0AE-36F1CCD54F88}"/>
              </a:ext>
            </a:extLst>
          </p:cNvPr>
          <p:cNvGrpSpPr/>
          <p:nvPr/>
        </p:nvGrpSpPr>
        <p:grpSpPr>
          <a:xfrm>
            <a:off x="1406256" y="997984"/>
            <a:ext cx="686676" cy="680490"/>
            <a:chOff x="6941577" y="4658080"/>
            <a:chExt cx="1148613" cy="1148613"/>
          </a:xfrm>
        </p:grpSpPr>
        <p:pic>
          <p:nvPicPr>
            <p:cNvPr id="47" name="Grafik 46" descr="Erde Silhouette">
              <a:extLst>
                <a:ext uri="{FF2B5EF4-FFF2-40B4-BE49-F238E27FC236}">
                  <a16:creationId xmlns:a16="http://schemas.microsoft.com/office/drawing/2014/main" id="{9E3F14F8-3AA9-B257-D40D-60969DF009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41577" y="4658080"/>
              <a:ext cx="1148613" cy="1148613"/>
            </a:xfrm>
            <a:prstGeom prst="rect">
              <a:avLst/>
            </a:prstGeom>
          </p:spPr>
        </p:pic>
        <p:pic>
          <p:nvPicPr>
            <p:cNvPr id="51" name="Grafik 50" descr="Mann mit einfarbiger Füllung">
              <a:extLst>
                <a:ext uri="{FF2B5EF4-FFF2-40B4-BE49-F238E27FC236}">
                  <a16:creationId xmlns:a16="http://schemas.microsoft.com/office/drawing/2014/main" id="{735A9B61-677D-064A-B0DF-78E58491C91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8761" y="4813213"/>
              <a:ext cx="247692" cy="247692"/>
            </a:xfrm>
            <a:prstGeom prst="rect">
              <a:avLst/>
            </a:prstGeom>
          </p:spPr>
        </p:pic>
        <p:pic>
          <p:nvPicPr>
            <p:cNvPr id="52" name="Grafik 51" descr="Mann mit einfarbiger Füllung">
              <a:extLst>
                <a:ext uri="{FF2B5EF4-FFF2-40B4-BE49-F238E27FC236}">
                  <a16:creationId xmlns:a16="http://schemas.microsoft.com/office/drawing/2014/main" id="{CB893D85-1E4C-AA9D-F3D3-A9AAB97D78D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84770" y="5164081"/>
              <a:ext cx="247692" cy="247692"/>
            </a:xfrm>
            <a:prstGeom prst="rect">
              <a:avLst/>
            </a:prstGeom>
          </p:spPr>
        </p:pic>
        <p:pic>
          <p:nvPicPr>
            <p:cNvPr id="53" name="Grafik 52" descr="Mann mit einfarbiger Füllung">
              <a:extLst>
                <a:ext uri="{FF2B5EF4-FFF2-40B4-BE49-F238E27FC236}">
                  <a16:creationId xmlns:a16="http://schemas.microsoft.com/office/drawing/2014/main" id="{572972B3-99BE-3901-B07B-9339AE2D5D2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4813213"/>
              <a:ext cx="247692" cy="247692"/>
            </a:xfrm>
            <a:prstGeom prst="rect">
              <a:avLst/>
            </a:prstGeom>
          </p:spPr>
        </p:pic>
        <p:pic>
          <p:nvPicPr>
            <p:cNvPr id="54" name="Grafik 53" descr="Mann mit einfarbiger Füllung">
              <a:extLst>
                <a:ext uri="{FF2B5EF4-FFF2-40B4-BE49-F238E27FC236}">
                  <a16:creationId xmlns:a16="http://schemas.microsoft.com/office/drawing/2014/main" id="{E62369F2-A86C-A45E-FCDB-B8B8837B541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5283295"/>
              <a:ext cx="233413" cy="233413"/>
            </a:xfrm>
            <a:prstGeom prst="rect">
              <a:avLst/>
            </a:prstGeom>
          </p:spPr>
        </p:pic>
        <p:pic>
          <p:nvPicPr>
            <p:cNvPr id="55" name="Grafik 54" descr="Mann mit einfarbiger Füllung">
              <a:extLst>
                <a:ext uri="{FF2B5EF4-FFF2-40B4-BE49-F238E27FC236}">
                  <a16:creationId xmlns:a16="http://schemas.microsoft.com/office/drawing/2014/main" id="{13EF2FFF-2054-DD89-8B5C-692C3BC73D8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11997" y="5172653"/>
              <a:ext cx="247692" cy="247692"/>
            </a:xfrm>
            <a:prstGeom prst="rect">
              <a:avLst/>
            </a:prstGeom>
          </p:spPr>
        </p:pic>
      </p:grpSp>
      <p:pic>
        <p:nvPicPr>
          <p:cNvPr id="64" name="Grafik 63" descr="Ein Bild, das Karte, Entwurf, Schwarzweiß, Silhouette enthält.&#10;&#10;KI-generierte Inhalte können fehlerhaft sein.">
            <a:extLst>
              <a:ext uri="{FF2B5EF4-FFF2-40B4-BE49-F238E27FC236}">
                <a16:creationId xmlns:a16="http://schemas.microsoft.com/office/drawing/2014/main" id="{AB17287E-8A80-05DD-1253-EEA6E520191F}"/>
              </a:ext>
            </a:extLst>
          </p:cNvPr>
          <p:cNvPicPr>
            <a:picLocks noChangeAspect="1"/>
          </p:cNvPicPr>
          <p:nvPr/>
        </p:nvPicPr>
        <p:blipFill>
          <a:blip r:embed="rId10" cstate="print">
            <a:extLst>
              <a:ext uri="{28A0092B-C50C-407E-A947-70E740481C1C}">
                <a14:useLocalDpi xmlns:a14="http://schemas.microsoft.com/office/drawing/2010/main" val="0"/>
              </a:ext>
            </a:extLst>
          </a:blip>
          <a:srcRect t="10020"/>
          <a:stretch/>
        </p:blipFill>
        <p:spPr>
          <a:xfrm>
            <a:off x="1202036" y="3472750"/>
            <a:ext cx="4149796" cy="2489340"/>
          </a:xfrm>
          <a:prstGeom prst="rect">
            <a:avLst/>
          </a:prstGeom>
        </p:spPr>
      </p:pic>
      <p:sp>
        <p:nvSpPr>
          <p:cNvPr id="58" name="Textfeld 57">
            <a:extLst>
              <a:ext uri="{FF2B5EF4-FFF2-40B4-BE49-F238E27FC236}">
                <a16:creationId xmlns:a16="http://schemas.microsoft.com/office/drawing/2014/main" id="{C4BA3D5A-46A7-718C-ADF1-4018075E2F32}"/>
              </a:ext>
            </a:extLst>
          </p:cNvPr>
          <p:cNvSpPr txBox="1"/>
          <p:nvPr/>
        </p:nvSpPr>
        <p:spPr>
          <a:xfrm>
            <a:off x="478703" y="5841959"/>
            <a:ext cx="1817338" cy="692497"/>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IT Regional Center in</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2</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lang="de-DE" sz="1000">
                <a:solidFill>
                  <a:prstClr val="black"/>
                </a:solidFill>
                <a:latin typeface="STIHL Contraface Text"/>
              </a:rPr>
              <a:t>Ländern</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9" name="Textfeld 58">
            <a:extLst>
              <a:ext uri="{FF2B5EF4-FFF2-40B4-BE49-F238E27FC236}">
                <a16:creationId xmlns:a16="http://schemas.microsoft.com/office/drawing/2014/main" id="{16C2D2BA-AB61-FEFD-100E-C1BDF31475F3}"/>
              </a:ext>
            </a:extLst>
          </p:cNvPr>
          <p:cNvSpPr txBox="1"/>
          <p:nvPr/>
        </p:nvSpPr>
        <p:spPr>
          <a:xfrm>
            <a:off x="4038548" y="5847322"/>
            <a:ext cx="1817338" cy="692497"/>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und</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10</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Globale IT Mitarbeitende</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grpSp>
        <p:nvGrpSpPr>
          <p:cNvPr id="70" name="Gruppieren 69">
            <a:extLst>
              <a:ext uri="{FF2B5EF4-FFF2-40B4-BE49-F238E27FC236}">
                <a16:creationId xmlns:a16="http://schemas.microsoft.com/office/drawing/2014/main" id="{66DA975D-C2F8-74AC-3B24-4482D06CC575}"/>
              </a:ext>
            </a:extLst>
          </p:cNvPr>
          <p:cNvGrpSpPr/>
          <p:nvPr/>
        </p:nvGrpSpPr>
        <p:grpSpPr>
          <a:xfrm>
            <a:off x="3076075" y="3850512"/>
            <a:ext cx="172742" cy="172742"/>
            <a:chOff x="935444" y="4146329"/>
            <a:chExt cx="172742" cy="172742"/>
          </a:xfrm>
        </p:grpSpPr>
        <p:sp>
          <p:nvSpPr>
            <p:cNvPr id="68" name="Träne 67">
              <a:extLst>
                <a:ext uri="{FF2B5EF4-FFF2-40B4-BE49-F238E27FC236}">
                  <a16:creationId xmlns:a16="http://schemas.microsoft.com/office/drawing/2014/main" id="{E246A174-84EE-5307-935F-3C185A41F6E6}"/>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9" name="Ellipse 68">
              <a:extLst>
                <a:ext uri="{FF2B5EF4-FFF2-40B4-BE49-F238E27FC236}">
                  <a16:creationId xmlns:a16="http://schemas.microsoft.com/office/drawing/2014/main" id="{E62C0F5A-4B16-3B62-D1B0-92CD6EEAFE78}"/>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82" name="Textfeld 81">
            <a:extLst>
              <a:ext uri="{FF2B5EF4-FFF2-40B4-BE49-F238E27FC236}">
                <a16:creationId xmlns:a16="http://schemas.microsoft.com/office/drawing/2014/main" id="{1E0EFEC9-D14C-7311-A5C8-1BD6E52C4361}"/>
              </a:ext>
            </a:extLst>
          </p:cNvPr>
          <p:cNvSpPr txBox="1"/>
          <p:nvPr/>
        </p:nvSpPr>
        <p:spPr>
          <a:xfrm>
            <a:off x="3040657" y="3657884"/>
            <a:ext cx="287437"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DE</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88" name="Gruppieren 87">
            <a:extLst>
              <a:ext uri="{FF2B5EF4-FFF2-40B4-BE49-F238E27FC236}">
                <a16:creationId xmlns:a16="http://schemas.microsoft.com/office/drawing/2014/main" id="{757A355B-5BC4-441E-141D-2C5D5466E47A}"/>
              </a:ext>
            </a:extLst>
          </p:cNvPr>
          <p:cNvGrpSpPr/>
          <p:nvPr/>
        </p:nvGrpSpPr>
        <p:grpSpPr>
          <a:xfrm>
            <a:off x="4526336" y="4482518"/>
            <a:ext cx="172742" cy="172742"/>
            <a:chOff x="935444" y="4146329"/>
            <a:chExt cx="172742" cy="172742"/>
          </a:xfrm>
        </p:grpSpPr>
        <p:sp>
          <p:nvSpPr>
            <p:cNvPr id="89" name="Träne 88">
              <a:extLst>
                <a:ext uri="{FF2B5EF4-FFF2-40B4-BE49-F238E27FC236}">
                  <a16:creationId xmlns:a16="http://schemas.microsoft.com/office/drawing/2014/main" id="{A797E8EB-ECA9-0EBA-22D7-60F1124479A3}"/>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0" name="Ellipse 89">
              <a:extLst>
                <a:ext uri="{FF2B5EF4-FFF2-40B4-BE49-F238E27FC236}">
                  <a16:creationId xmlns:a16="http://schemas.microsoft.com/office/drawing/2014/main" id="{096DEA02-0221-7020-967A-6A33E19F881D}"/>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1" name="Textfeld 90">
            <a:extLst>
              <a:ext uri="{FF2B5EF4-FFF2-40B4-BE49-F238E27FC236}">
                <a16:creationId xmlns:a16="http://schemas.microsoft.com/office/drawing/2014/main" id="{0829E32D-1671-800D-44E2-35B9600774D6}"/>
              </a:ext>
            </a:extLst>
          </p:cNvPr>
          <p:cNvSpPr txBox="1"/>
          <p:nvPr/>
        </p:nvSpPr>
        <p:spPr>
          <a:xfrm>
            <a:off x="4738263" y="4502900"/>
            <a:ext cx="43815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PHL</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grpSp>
        <p:nvGrpSpPr>
          <p:cNvPr id="93" name="Gruppieren 92">
            <a:extLst>
              <a:ext uri="{FF2B5EF4-FFF2-40B4-BE49-F238E27FC236}">
                <a16:creationId xmlns:a16="http://schemas.microsoft.com/office/drawing/2014/main" id="{4214D80E-2DBB-6438-C0AF-C44E20CDDFF1}"/>
              </a:ext>
            </a:extLst>
          </p:cNvPr>
          <p:cNvGrpSpPr/>
          <p:nvPr/>
        </p:nvGrpSpPr>
        <p:grpSpPr>
          <a:xfrm>
            <a:off x="2400084" y="4959050"/>
            <a:ext cx="172742" cy="172742"/>
            <a:chOff x="935444" y="4146329"/>
            <a:chExt cx="172742" cy="172742"/>
          </a:xfrm>
        </p:grpSpPr>
        <p:sp>
          <p:nvSpPr>
            <p:cNvPr id="94" name="Träne 93">
              <a:extLst>
                <a:ext uri="{FF2B5EF4-FFF2-40B4-BE49-F238E27FC236}">
                  <a16:creationId xmlns:a16="http://schemas.microsoft.com/office/drawing/2014/main" id="{5E6087F7-4A1F-B2AA-819C-291ED7DE2614}"/>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5" name="Ellipse 94">
              <a:extLst>
                <a:ext uri="{FF2B5EF4-FFF2-40B4-BE49-F238E27FC236}">
                  <a16:creationId xmlns:a16="http://schemas.microsoft.com/office/drawing/2014/main" id="{26CD4BD5-0877-1E1F-8638-12436FBC003A}"/>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6" name="Textfeld 95">
            <a:extLst>
              <a:ext uri="{FF2B5EF4-FFF2-40B4-BE49-F238E27FC236}">
                <a16:creationId xmlns:a16="http://schemas.microsoft.com/office/drawing/2014/main" id="{FB1C86CA-BEA1-6FA0-79B6-C48A7C0015B3}"/>
              </a:ext>
            </a:extLst>
          </p:cNvPr>
          <p:cNvSpPr txBox="1"/>
          <p:nvPr/>
        </p:nvSpPr>
        <p:spPr>
          <a:xfrm>
            <a:off x="2350893" y="4749111"/>
            <a:ext cx="271124"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BR</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3" name="Rechteck 2">
            <a:extLst>
              <a:ext uri="{FF2B5EF4-FFF2-40B4-BE49-F238E27FC236}">
                <a16:creationId xmlns:a16="http://schemas.microsoft.com/office/drawing/2014/main" id="{02A66904-8B93-EB49-95F3-76E9BAB32B37}"/>
              </a:ext>
            </a:extLst>
          </p:cNvPr>
          <p:cNvSpPr/>
          <p:nvPr/>
        </p:nvSpPr>
        <p:spPr>
          <a:xfrm>
            <a:off x="5679586" y="-2916"/>
            <a:ext cx="858334" cy="170554"/>
          </a:xfrm>
          <a:prstGeom prst="rect">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cxnSp>
        <p:nvCxnSpPr>
          <p:cNvPr id="12" name="Gerader Verbinder 11">
            <a:extLst>
              <a:ext uri="{FF2B5EF4-FFF2-40B4-BE49-F238E27FC236}">
                <a16:creationId xmlns:a16="http://schemas.microsoft.com/office/drawing/2014/main" id="{D371C63A-C1A5-D1E5-D16B-E292912ECA87}"/>
              </a:ext>
            </a:extLst>
          </p:cNvPr>
          <p:cNvCxnSpPr/>
          <p:nvPr/>
        </p:nvCxnSpPr>
        <p:spPr>
          <a:xfrm>
            <a:off x="6096000" y="167638"/>
            <a:ext cx="0" cy="612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 name="Textfeld 9">
            <a:extLst>
              <a:ext uri="{FF2B5EF4-FFF2-40B4-BE49-F238E27FC236}">
                <a16:creationId xmlns:a16="http://schemas.microsoft.com/office/drawing/2014/main" id="{DB3EABD6-D52B-6D99-9EE9-682DC241852F}"/>
              </a:ext>
            </a:extLst>
          </p:cNvPr>
          <p:cNvSpPr txBox="1"/>
          <p:nvPr/>
        </p:nvSpPr>
        <p:spPr>
          <a:xfrm>
            <a:off x="3477439" y="434502"/>
            <a:ext cx="1516093" cy="1144347"/>
          </a:xfrm>
          <a:prstGeom prst="rect">
            <a:avLst/>
          </a:prstGeom>
          <a:noFill/>
        </p:spPr>
        <p:txBody>
          <a:bodyPr wrap="square" lIns="18000" tIns="18000" rIns="18000" bIns="18000" rtlCol="0">
            <a:spAutoFit/>
          </a:bodyPr>
          <a:lstStyle/>
          <a:p>
            <a:pPr>
              <a:lnSpc>
                <a:spcPct val="90000"/>
              </a:lnSpc>
              <a:spcBef>
                <a:spcPts val="400"/>
              </a:spcBef>
            </a:pPr>
            <a:r>
              <a:rPr lang="de-DE" sz="2000" b="1">
                <a:solidFill>
                  <a:schemeClr val="accent2"/>
                </a:solidFill>
              </a:rPr>
              <a:t>IPS: </a:t>
            </a:r>
            <a:br>
              <a:rPr lang="de-DE" sz="2000" b="1">
                <a:solidFill>
                  <a:schemeClr val="accent2"/>
                </a:solidFill>
              </a:rPr>
            </a:br>
            <a:r>
              <a:rPr lang="de-DE" sz="2000" b="1">
                <a:solidFill>
                  <a:schemeClr val="accent2"/>
                </a:solidFill>
              </a:rPr>
              <a:t>EFFICIENT.</a:t>
            </a:r>
            <a:br>
              <a:rPr lang="de-DE" sz="2000" b="1">
                <a:solidFill>
                  <a:schemeClr val="accent2"/>
                </a:solidFill>
              </a:rPr>
            </a:br>
            <a:r>
              <a:rPr lang="de-DE" sz="2000" b="1">
                <a:solidFill>
                  <a:schemeClr val="accent2"/>
                </a:solidFill>
              </a:rPr>
              <a:t>RELIABLE.</a:t>
            </a:r>
            <a:br>
              <a:rPr lang="de-DE" sz="2000" b="1">
                <a:solidFill>
                  <a:schemeClr val="accent2"/>
                </a:solidFill>
              </a:rPr>
            </a:br>
            <a:r>
              <a:rPr lang="de-DE" sz="2000" b="1">
                <a:solidFill>
                  <a:schemeClr val="accent2"/>
                </a:solidFill>
              </a:rPr>
              <a:t>SECURE.</a:t>
            </a:r>
            <a:endParaRPr lang="de-DE" sz="2000" b="1"/>
          </a:p>
        </p:txBody>
      </p:sp>
      <p:sp>
        <p:nvSpPr>
          <p:cNvPr id="28" name="Title 1">
            <a:extLst>
              <a:ext uri="{FF2B5EF4-FFF2-40B4-BE49-F238E27FC236}">
                <a16:creationId xmlns:a16="http://schemas.microsoft.com/office/drawing/2014/main" id="{20BE23AB-1F3F-E8D3-FD82-9074F2C20B40}"/>
              </a:ext>
            </a:extLst>
          </p:cNvPr>
          <p:cNvSpPr txBox="1">
            <a:spLocks/>
          </p:cNvSpPr>
          <p:nvPr/>
        </p:nvSpPr>
        <p:spPr>
          <a:xfrm>
            <a:off x="7198469" y="368670"/>
            <a:ext cx="2927036" cy="7806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lang="de-DE" sz="2200" b="1" kern="1200" cap="none" baseline="0" dirty="0">
                <a:solidFill>
                  <a:schemeClr val="tx1"/>
                </a:solidFill>
                <a:latin typeface="+mj-lt"/>
                <a:ea typeface="+mj-ea"/>
                <a:cs typeface="+mj-cs"/>
              </a:defRPr>
            </a:lvl1pPr>
          </a:lstStyle>
          <a:p>
            <a:r>
              <a:rPr lang="de-DE" sz="2800">
                <a:latin typeface="STIHL Contraface Display Title" panose="02000600040000020004" pitchFamily="50" charset="0"/>
              </a:rPr>
              <a:t>STRATEGIE</a:t>
            </a:r>
            <a:endParaRPr lang="de-DE" sz="2000" b="0">
              <a:solidFill>
                <a:schemeClr val="accent2"/>
              </a:solidFill>
              <a:latin typeface="+mn-lt"/>
              <a:ea typeface="+mn-ea"/>
              <a:cs typeface="+mn-cs"/>
            </a:endParaRPr>
          </a:p>
        </p:txBody>
      </p:sp>
      <p:grpSp>
        <p:nvGrpSpPr>
          <p:cNvPr id="63" name="METRO ICON - target">
            <a:extLst>
              <a:ext uri="{FF2B5EF4-FFF2-40B4-BE49-F238E27FC236}">
                <a16:creationId xmlns:a16="http://schemas.microsoft.com/office/drawing/2014/main" id="{6D0778F6-591A-4328-2FCD-CCEA7C8D2E42}"/>
              </a:ext>
            </a:extLst>
          </p:cNvPr>
          <p:cNvGrpSpPr>
            <a:grpSpLocks noChangeAspect="1"/>
          </p:cNvGrpSpPr>
          <p:nvPr/>
        </p:nvGrpSpPr>
        <p:grpSpPr bwMode="gray">
          <a:xfrm flipH="1">
            <a:off x="6265971" y="221683"/>
            <a:ext cx="770201" cy="665880"/>
            <a:chOff x="7062583" y="1558958"/>
            <a:chExt cx="632912" cy="540715"/>
          </a:xfrm>
          <a:solidFill>
            <a:schemeClr val="accent2"/>
          </a:solidFill>
        </p:grpSpPr>
        <p:sp>
          <p:nvSpPr>
            <p:cNvPr id="65" name="Freeform 6">
              <a:extLst>
                <a:ext uri="{FF2B5EF4-FFF2-40B4-BE49-F238E27FC236}">
                  <a16:creationId xmlns:a16="http://schemas.microsoft.com/office/drawing/2014/main" id="{2115BCC9-F126-4ECF-286F-6551AC94F936}"/>
                </a:ext>
              </a:extLst>
            </p:cNvPr>
            <p:cNvSpPr>
              <a:spLocks/>
            </p:cNvSpPr>
            <p:nvPr/>
          </p:nvSpPr>
          <p:spPr bwMode="gray">
            <a:xfrm>
              <a:off x="7062583" y="1558958"/>
              <a:ext cx="528257" cy="540715"/>
            </a:xfrm>
            <a:custGeom>
              <a:avLst/>
              <a:gdLst>
                <a:gd name="T0" fmla="*/ 286 w 298"/>
                <a:gd name="T1" fmla="*/ 124 h 303"/>
                <a:gd name="T2" fmla="*/ 205 w 298"/>
                <a:gd name="T3" fmla="*/ 276 h 303"/>
                <a:gd name="T4" fmla="*/ 33 w 298"/>
                <a:gd name="T5" fmla="*/ 215 h 303"/>
                <a:gd name="T6" fmla="*/ 77 w 298"/>
                <a:gd name="T7" fmla="*/ 38 h 303"/>
                <a:gd name="T8" fmla="*/ 244 w 298"/>
                <a:gd name="T9" fmla="*/ 50 h 303"/>
                <a:gd name="T10" fmla="*/ 227 w 298"/>
                <a:gd name="T11" fmla="*/ 69 h 303"/>
                <a:gd name="T12" fmla="*/ 205 w 298"/>
                <a:gd name="T13" fmla="*/ 55 h 303"/>
                <a:gd name="T14" fmla="*/ 100 w 298"/>
                <a:gd name="T15" fmla="*/ 55 h 303"/>
                <a:gd name="T16" fmla="*/ 45 w 298"/>
                <a:gd name="T17" fmla="*/ 130 h 303"/>
                <a:gd name="T18" fmla="*/ 126 w 298"/>
                <a:gd name="T19" fmla="*/ 256 h 303"/>
                <a:gd name="T20" fmla="*/ 261 w 298"/>
                <a:gd name="T21" fmla="*/ 167 h 303"/>
                <a:gd name="T22" fmla="*/ 260 w 298"/>
                <a:gd name="T23" fmla="*/ 132 h 303"/>
                <a:gd name="T24" fmla="*/ 263 w 298"/>
                <a:gd name="T25" fmla="*/ 127 h 303"/>
                <a:gd name="T26" fmla="*/ 286 w 298"/>
                <a:gd name="T27" fmla="*/ 12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8" h="303">
                  <a:moveTo>
                    <a:pt x="286" y="124"/>
                  </a:moveTo>
                  <a:cubicBezTo>
                    <a:pt x="298" y="182"/>
                    <a:pt x="268" y="249"/>
                    <a:pt x="205" y="276"/>
                  </a:cubicBezTo>
                  <a:cubicBezTo>
                    <a:pt x="141" y="303"/>
                    <a:pt x="66" y="276"/>
                    <a:pt x="33" y="215"/>
                  </a:cubicBezTo>
                  <a:cubicBezTo>
                    <a:pt x="0" y="154"/>
                    <a:pt x="18" y="79"/>
                    <a:pt x="77" y="38"/>
                  </a:cubicBezTo>
                  <a:cubicBezTo>
                    <a:pt x="133" y="0"/>
                    <a:pt x="203" y="12"/>
                    <a:pt x="244" y="50"/>
                  </a:cubicBezTo>
                  <a:cubicBezTo>
                    <a:pt x="239" y="60"/>
                    <a:pt x="234" y="65"/>
                    <a:pt x="227" y="69"/>
                  </a:cubicBezTo>
                  <a:cubicBezTo>
                    <a:pt x="220" y="64"/>
                    <a:pt x="212" y="59"/>
                    <a:pt x="205" y="55"/>
                  </a:cubicBezTo>
                  <a:cubicBezTo>
                    <a:pt x="170" y="36"/>
                    <a:pt x="135" y="36"/>
                    <a:pt x="100" y="55"/>
                  </a:cubicBezTo>
                  <a:cubicBezTo>
                    <a:pt x="70" y="71"/>
                    <a:pt x="52" y="97"/>
                    <a:pt x="45" y="130"/>
                  </a:cubicBezTo>
                  <a:cubicBezTo>
                    <a:pt x="35" y="187"/>
                    <a:pt x="70" y="242"/>
                    <a:pt x="126" y="256"/>
                  </a:cubicBezTo>
                  <a:cubicBezTo>
                    <a:pt x="189" y="272"/>
                    <a:pt x="251" y="231"/>
                    <a:pt x="261" y="167"/>
                  </a:cubicBezTo>
                  <a:cubicBezTo>
                    <a:pt x="263" y="155"/>
                    <a:pt x="263" y="144"/>
                    <a:pt x="260" y="132"/>
                  </a:cubicBezTo>
                  <a:cubicBezTo>
                    <a:pt x="260" y="129"/>
                    <a:pt x="260" y="128"/>
                    <a:pt x="263" y="127"/>
                  </a:cubicBezTo>
                  <a:cubicBezTo>
                    <a:pt x="271" y="124"/>
                    <a:pt x="278" y="124"/>
                    <a:pt x="286" y="124"/>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Freeform 6">
              <a:extLst>
                <a:ext uri="{FF2B5EF4-FFF2-40B4-BE49-F238E27FC236}">
                  <a16:creationId xmlns:a16="http://schemas.microsoft.com/office/drawing/2014/main" id="{A159192C-BCAC-E436-FD28-CC5D7849DEE1}"/>
                </a:ext>
              </a:extLst>
            </p:cNvPr>
            <p:cNvSpPr>
              <a:spLocks/>
            </p:cNvSpPr>
            <p:nvPr/>
          </p:nvSpPr>
          <p:spPr bwMode="gray">
            <a:xfrm>
              <a:off x="7279367" y="1591352"/>
              <a:ext cx="416128" cy="291537"/>
            </a:xfrm>
            <a:custGeom>
              <a:avLst/>
              <a:gdLst>
                <a:gd name="T0" fmla="*/ 205 w 234"/>
                <a:gd name="T1" fmla="*/ 0 h 164"/>
                <a:gd name="T2" fmla="*/ 194 w 234"/>
                <a:gd name="T3" fmla="*/ 42 h 164"/>
                <a:gd name="T4" fmla="*/ 234 w 234"/>
                <a:gd name="T5" fmla="*/ 54 h 164"/>
                <a:gd name="T6" fmla="*/ 232 w 234"/>
                <a:gd name="T7" fmla="*/ 56 h 164"/>
                <a:gd name="T8" fmla="*/ 176 w 234"/>
                <a:gd name="T9" fmla="*/ 87 h 164"/>
                <a:gd name="T10" fmla="*/ 171 w 234"/>
                <a:gd name="T11" fmla="*/ 88 h 164"/>
                <a:gd name="T12" fmla="*/ 124 w 234"/>
                <a:gd name="T13" fmla="*/ 95 h 164"/>
                <a:gd name="T14" fmla="*/ 62 w 234"/>
                <a:gd name="T15" fmla="*/ 130 h 164"/>
                <a:gd name="T16" fmla="*/ 60 w 234"/>
                <a:gd name="T17" fmla="*/ 134 h 164"/>
                <a:gd name="T18" fmla="*/ 38 w 234"/>
                <a:gd name="T19" fmla="*/ 160 h 164"/>
                <a:gd name="T20" fmla="*/ 8 w 234"/>
                <a:gd name="T21" fmla="*/ 150 h 164"/>
                <a:gd name="T22" fmla="*/ 9 w 234"/>
                <a:gd name="T23" fmla="*/ 114 h 164"/>
                <a:gd name="T24" fmla="*/ 44 w 234"/>
                <a:gd name="T25" fmla="*/ 107 h 164"/>
                <a:gd name="T26" fmla="*/ 50 w 234"/>
                <a:gd name="T27" fmla="*/ 108 h 164"/>
                <a:gd name="T28" fmla="*/ 113 w 234"/>
                <a:gd name="T29" fmla="*/ 72 h 164"/>
                <a:gd name="T30" fmla="*/ 142 w 234"/>
                <a:gd name="T31" fmla="*/ 38 h 164"/>
                <a:gd name="T32" fmla="*/ 147 w 234"/>
                <a:gd name="T33" fmla="*/ 32 h 164"/>
                <a:gd name="T34" fmla="*/ 201 w 234"/>
                <a:gd name="T35" fmla="*/ 2 h 164"/>
                <a:gd name="T36" fmla="*/ 205 w 234"/>
                <a:gd name="T3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164">
                  <a:moveTo>
                    <a:pt x="205" y="0"/>
                  </a:moveTo>
                  <a:cubicBezTo>
                    <a:pt x="201" y="15"/>
                    <a:pt x="197" y="28"/>
                    <a:pt x="194" y="42"/>
                  </a:cubicBezTo>
                  <a:cubicBezTo>
                    <a:pt x="207" y="46"/>
                    <a:pt x="221" y="50"/>
                    <a:pt x="234" y="54"/>
                  </a:cubicBezTo>
                  <a:cubicBezTo>
                    <a:pt x="233" y="55"/>
                    <a:pt x="232" y="55"/>
                    <a:pt x="232" y="56"/>
                  </a:cubicBezTo>
                  <a:cubicBezTo>
                    <a:pt x="213" y="66"/>
                    <a:pt x="195" y="76"/>
                    <a:pt x="176" y="87"/>
                  </a:cubicBezTo>
                  <a:cubicBezTo>
                    <a:pt x="175" y="88"/>
                    <a:pt x="173" y="88"/>
                    <a:pt x="171" y="88"/>
                  </a:cubicBezTo>
                  <a:cubicBezTo>
                    <a:pt x="155" y="84"/>
                    <a:pt x="139" y="87"/>
                    <a:pt x="124" y="95"/>
                  </a:cubicBezTo>
                  <a:cubicBezTo>
                    <a:pt x="103" y="107"/>
                    <a:pt x="83" y="118"/>
                    <a:pt x="62" y="130"/>
                  </a:cubicBezTo>
                  <a:cubicBezTo>
                    <a:pt x="61" y="131"/>
                    <a:pt x="60" y="133"/>
                    <a:pt x="60" y="134"/>
                  </a:cubicBezTo>
                  <a:cubicBezTo>
                    <a:pt x="58" y="147"/>
                    <a:pt x="50" y="157"/>
                    <a:pt x="38" y="160"/>
                  </a:cubicBezTo>
                  <a:cubicBezTo>
                    <a:pt x="27" y="164"/>
                    <a:pt x="15" y="159"/>
                    <a:pt x="8" y="150"/>
                  </a:cubicBezTo>
                  <a:cubicBezTo>
                    <a:pt x="0" y="139"/>
                    <a:pt x="0" y="124"/>
                    <a:pt x="9" y="114"/>
                  </a:cubicBezTo>
                  <a:cubicBezTo>
                    <a:pt x="18" y="103"/>
                    <a:pt x="33" y="101"/>
                    <a:pt x="44" y="107"/>
                  </a:cubicBezTo>
                  <a:cubicBezTo>
                    <a:pt x="46" y="108"/>
                    <a:pt x="48" y="109"/>
                    <a:pt x="50" y="108"/>
                  </a:cubicBezTo>
                  <a:cubicBezTo>
                    <a:pt x="71" y="96"/>
                    <a:pt x="92" y="84"/>
                    <a:pt x="113" y="72"/>
                  </a:cubicBezTo>
                  <a:cubicBezTo>
                    <a:pt x="127" y="64"/>
                    <a:pt x="136" y="52"/>
                    <a:pt x="142" y="38"/>
                  </a:cubicBezTo>
                  <a:cubicBezTo>
                    <a:pt x="143" y="36"/>
                    <a:pt x="145" y="33"/>
                    <a:pt x="147" y="32"/>
                  </a:cubicBezTo>
                  <a:cubicBezTo>
                    <a:pt x="165" y="22"/>
                    <a:pt x="183" y="12"/>
                    <a:pt x="201" y="2"/>
                  </a:cubicBezTo>
                  <a:cubicBezTo>
                    <a:pt x="202" y="2"/>
                    <a:pt x="203" y="1"/>
                    <a:pt x="205" y="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Freeform 6">
              <a:extLst>
                <a:ext uri="{FF2B5EF4-FFF2-40B4-BE49-F238E27FC236}">
                  <a16:creationId xmlns:a16="http://schemas.microsoft.com/office/drawing/2014/main" id="{356E6833-BA5E-97E7-E813-CBFD4E8E9D8B}"/>
                </a:ext>
              </a:extLst>
            </p:cNvPr>
            <p:cNvSpPr>
              <a:spLocks/>
            </p:cNvSpPr>
            <p:nvPr/>
          </p:nvSpPr>
          <p:spPr bwMode="gray">
            <a:xfrm>
              <a:off x="7172221" y="1671089"/>
              <a:ext cx="311473" cy="316455"/>
            </a:xfrm>
            <a:custGeom>
              <a:avLst/>
              <a:gdLst>
                <a:gd name="T0" fmla="*/ 172 w 176"/>
                <a:gd name="T1" fmla="*/ 80 h 179"/>
                <a:gd name="T2" fmla="*/ 116 w 176"/>
                <a:gd name="T3" fmla="*/ 167 h 179"/>
                <a:gd name="T4" fmla="*/ 18 w 176"/>
                <a:gd name="T5" fmla="*/ 127 h 179"/>
                <a:gd name="T6" fmla="*/ 38 w 176"/>
                <a:gd name="T7" fmla="*/ 25 h 179"/>
                <a:gd name="T8" fmla="*/ 139 w 176"/>
                <a:gd name="T9" fmla="*/ 22 h 179"/>
                <a:gd name="T10" fmla="*/ 136 w 176"/>
                <a:gd name="T11" fmla="*/ 24 h 179"/>
                <a:gd name="T12" fmla="*/ 126 w 176"/>
                <a:gd name="T13" fmla="*/ 30 h 179"/>
                <a:gd name="T14" fmla="*/ 102 w 176"/>
                <a:gd name="T15" fmla="*/ 34 h 179"/>
                <a:gd name="T16" fmla="*/ 36 w 176"/>
                <a:gd name="T17" fmla="*/ 78 h 179"/>
                <a:gd name="T18" fmla="*/ 81 w 176"/>
                <a:gd name="T19" fmla="*/ 144 h 179"/>
                <a:gd name="T20" fmla="*/ 145 w 176"/>
                <a:gd name="T21" fmla="*/ 99 h 179"/>
                <a:gd name="T22" fmla="*/ 150 w 176"/>
                <a:gd name="T23" fmla="*/ 93 h 179"/>
                <a:gd name="T24" fmla="*/ 172 w 176"/>
                <a:gd name="T25" fmla="*/ 8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179">
                  <a:moveTo>
                    <a:pt x="172" y="80"/>
                  </a:moveTo>
                  <a:cubicBezTo>
                    <a:pt x="176" y="121"/>
                    <a:pt x="151" y="156"/>
                    <a:pt x="116" y="167"/>
                  </a:cubicBezTo>
                  <a:cubicBezTo>
                    <a:pt x="77" y="179"/>
                    <a:pt x="37" y="162"/>
                    <a:pt x="18" y="127"/>
                  </a:cubicBezTo>
                  <a:cubicBezTo>
                    <a:pt x="0" y="92"/>
                    <a:pt x="8" y="51"/>
                    <a:pt x="38" y="25"/>
                  </a:cubicBezTo>
                  <a:cubicBezTo>
                    <a:pt x="66" y="1"/>
                    <a:pt x="111" y="0"/>
                    <a:pt x="139" y="22"/>
                  </a:cubicBezTo>
                  <a:cubicBezTo>
                    <a:pt x="138" y="23"/>
                    <a:pt x="137" y="24"/>
                    <a:pt x="136" y="24"/>
                  </a:cubicBezTo>
                  <a:cubicBezTo>
                    <a:pt x="133" y="26"/>
                    <a:pt x="129" y="28"/>
                    <a:pt x="126" y="30"/>
                  </a:cubicBezTo>
                  <a:cubicBezTo>
                    <a:pt x="118" y="35"/>
                    <a:pt x="111" y="37"/>
                    <a:pt x="102" y="34"/>
                  </a:cubicBezTo>
                  <a:cubicBezTo>
                    <a:pt x="72" y="27"/>
                    <a:pt x="42" y="48"/>
                    <a:pt x="36" y="78"/>
                  </a:cubicBezTo>
                  <a:cubicBezTo>
                    <a:pt x="30" y="108"/>
                    <a:pt x="51" y="138"/>
                    <a:pt x="81" y="144"/>
                  </a:cubicBezTo>
                  <a:cubicBezTo>
                    <a:pt x="111" y="149"/>
                    <a:pt x="140" y="129"/>
                    <a:pt x="145" y="99"/>
                  </a:cubicBezTo>
                  <a:cubicBezTo>
                    <a:pt x="146" y="96"/>
                    <a:pt x="147" y="94"/>
                    <a:pt x="150" y="93"/>
                  </a:cubicBezTo>
                  <a:cubicBezTo>
                    <a:pt x="157" y="89"/>
                    <a:pt x="165" y="85"/>
                    <a:pt x="172" y="8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pic>
        <p:nvPicPr>
          <p:cNvPr id="15" name="Picture 14">
            <a:extLst>
              <a:ext uri="{FF2B5EF4-FFF2-40B4-BE49-F238E27FC236}">
                <a16:creationId xmlns:a16="http://schemas.microsoft.com/office/drawing/2014/main" id="{FA6975BB-0C60-8991-D519-2F3978ED8755}"/>
              </a:ext>
            </a:extLst>
          </p:cNvPr>
          <p:cNvPicPr>
            <a:picLocks noChangeAspect="1"/>
          </p:cNvPicPr>
          <p:nvPr/>
        </p:nvPicPr>
        <p:blipFill>
          <a:blip r:embed="rId11"/>
          <a:stretch>
            <a:fillRect/>
          </a:stretch>
        </p:blipFill>
        <p:spPr>
          <a:xfrm>
            <a:off x="6314190" y="2767302"/>
            <a:ext cx="5368488" cy="1559146"/>
          </a:xfrm>
          <a:prstGeom prst="rect">
            <a:avLst/>
          </a:prstGeom>
        </p:spPr>
      </p:pic>
      <p:pic>
        <p:nvPicPr>
          <p:cNvPr id="19" name="Picture 18">
            <a:extLst>
              <a:ext uri="{FF2B5EF4-FFF2-40B4-BE49-F238E27FC236}">
                <a16:creationId xmlns:a16="http://schemas.microsoft.com/office/drawing/2014/main" id="{798218AF-52C4-90DC-E37E-15151929AF75}"/>
              </a:ext>
            </a:extLst>
          </p:cNvPr>
          <p:cNvPicPr>
            <a:picLocks noChangeAspect="1"/>
          </p:cNvPicPr>
          <p:nvPr/>
        </p:nvPicPr>
        <p:blipFill>
          <a:blip r:embed="rId12"/>
          <a:stretch>
            <a:fillRect/>
          </a:stretch>
        </p:blipFill>
        <p:spPr>
          <a:xfrm>
            <a:off x="6349341" y="4395491"/>
            <a:ext cx="5363233" cy="2111264"/>
          </a:xfrm>
          <a:prstGeom prst="rect">
            <a:avLst/>
          </a:prstGeom>
        </p:spPr>
      </p:pic>
      <p:pic>
        <p:nvPicPr>
          <p:cNvPr id="13" name="Grafik 12">
            <a:extLst>
              <a:ext uri="{FF2B5EF4-FFF2-40B4-BE49-F238E27FC236}">
                <a16:creationId xmlns:a16="http://schemas.microsoft.com/office/drawing/2014/main" id="{2D1E977F-6760-8C09-E6F2-C11E0B4901F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15136" y="2228680"/>
            <a:ext cx="5523596" cy="819116"/>
          </a:xfrm>
          <a:prstGeom prst="rect">
            <a:avLst/>
          </a:prstGeom>
        </p:spPr>
      </p:pic>
      <p:pic>
        <p:nvPicPr>
          <p:cNvPr id="26" name="Grafik 25">
            <a:extLst>
              <a:ext uri="{FF2B5EF4-FFF2-40B4-BE49-F238E27FC236}">
                <a16:creationId xmlns:a16="http://schemas.microsoft.com/office/drawing/2014/main" id="{B8B26A82-E37B-B473-5168-176CA24ABC85}"/>
              </a:ext>
            </a:extLst>
          </p:cNvPr>
          <p:cNvPicPr>
            <a:picLocks noChangeAspect="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6314190" y="940849"/>
            <a:ext cx="5354176" cy="1757411"/>
          </a:xfrm>
          <a:prstGeom prst="rect">
            <a:avLst/>
          </a:prstGeom>
          <a:noFill/>
        </p:spPr>
      </p:pic>
    </p:spTree>
    <p:extLst>
      <p:ext uri="{BB962C8B-B14F-4D97-AF65-F5344CB8AC3E}">
        <p14:creationId xmlns:p14="http://schemas.microsoft.com/office/powerpoint/2010/main" val="1393535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B439D-8299-1BD6-AE8C-1B6A0BF9501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65CFD9C-DFFB-DD9D-EAEA-71FCA75BA8A5}"/>
              </a:ext>
            </a:extLst>
          </p:cNvPr>
          <p:cNvSpPr>
            <a:spLocks noGrp="1"/>
          </p:cNvSpPr>
          <p:nvPr>
            <p:ph type="title"/>
          </p:nvPr>
        </p:nvSpPr>
        <p:spPr>
          <a:xfrm>
            <a:off x="479426" y="503546"/>
            <a:ext cx="8664574" cy="304699"/>
          </a:xfrm>
        </p:spPr>
        <p:txBody>
          <a:bodyPr/>
          <a:lstStyle/>
          <a:p>
            <a:r>
              <a:rPr lang="de-DE"/>
              <a:t>CYBER SECURITY</a:t>
            </a:r>
          </a:p>
        </p:txBody>
      </p:sp>
      <p:sp>
        <p:nvSpPr>
          <p:cNvPr id="3" name="Textplatzhalter 2">
            <a:extLst>
              <a:ext uri="{FF2B5EF4-FFF2-40B4-BE49-F238E27FC236}">
                <a16:creationId xmlns:a16="http://schemas.microsoft.com/office/drawing/2014/main" id="{E14CD6CF-2D5A-5230-A1D2-19E69EAE4C74}"/>
              </a:ext>
            </a:extLst>
          </p:cNvPr>
          <p:cNvSpPr>
            <a:spLocks noGrp="1"/>
          </p:cNvSpPr>
          <p:nvPr>
            <p:ph type="body" sz="quarter" idx="14"/>
          </p:nvPr>
        </p:nvSpPr>
        <p:spPr/>
        <p:txBody>
          <a:bodyPr/>
          <a:lstStyle/>
          <a:p>
            <a:r>
              <a:rPr lang="de-DE"/>
              <a:t>People – </a:t>
            </a:r>
            <a:r>
              <a:rPr lang="de-DE" err="1"/>
              <a:t>Process</a:t>
            </a:r>
            <a:r>
              <a:rPr lang="de-DE"/>
              <a:t> – Technology </a:t>
            </a:r>
          </a:p>
        </p:txBody>
      </p:sp>
      <p:pic>
        <p:nvPicPr>
          <p:cNvPr id="7" name="Grafik 6" descr="Ein Bild, das Text, Screenshot enthält.&#10;&#10;KI-generierte Inhalte können fehlerhaft sein.">
            <a:extLst>
              <a:ext uri="{FF2B5EF4-FFF2-40B4-BE49-F238E27FC236}">
                <a16:creationId xmlns:a16="http://schemas.microsoft.com/office/drawing/2014/main" id="{CC422B34-08B6-7665-CC88-7958C3E693A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26" y="1605435"/>
            <a:ext cx="11184594" cy="4749019"/>
          </a:xfrm>
          <a:prstGeom prst="rect">
            <a:avLst/>
          </a:prstGeom>
          <a:noFill/>
        </p:spPr>
      </p:pic>
    </p:spTree>
    <p:extLst>
      <p:ext uri="{BB962C8B-B14F-4D97-AF65-F5344CB8AC3E}">
        <p14:creationId xmlns:p14="http://schemas.microsoft.com/office/powerpoint/2010/main" val="37321396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21D4F-EBFC-5B1E-6BF7-FD7A4F9BB32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D02BD72-EE5B-766A-3DC3-70AEA6B56FF9}"/>
              </a:ext>
            </a:extLst>
          </p:cNvPr>
          <p:cNvSpPr>
            <a:spLocks noGrp="1"/>
          </p:cNvSpPr>
          <p:nvPr>
            <p:ph type="title"/>
          </p:nvPr>
        </p:nvSpPr>
        <p:spPr>
          <a:xfrm>
            <a:off x="479426" y="503546"/>
            <a:ext cx="8664574" cy="304699"/>
          </a:xfrm>
        </p:spPr>
        <p:txBody>
          <a:bodyPr/>
          <a:lstStyle/>
          <a:p>
            <a:r>
              <a:rPr lang="de-DE"/>
              <a:t>CYBER SECURITY</a:t>
            </a:r>
          </a:p>
        </p:txBody>
      </p:sp>
      <p:sp>
        <p:nvSpPr>
          <p:cNvPr id="3" name="Textplatzhalter 2">
            <a:extLst>
              <a:ext uri="{FF2B5EF4-FFF2-40B4-BE49-F238E27FC236}">
                <a16:creationId xmlns:a16="http://schemas.microsoft.com/office/drawing/2014/main" id="{E2D3BD4A-25E5-CDAB-E390-57306B793BFE}"/>
              </a:ext>
            </a:extLst>
          </p:cNvPr>
          <p:cNvSpPr>
            <a:spLocks noGrp="1"/>
          </p:cNvSpPr>
          <p:nvPr>
            <p:ph type="body" sz="quarter" idx="14"/>
          </p:nvPr>
        </p:nvSpPr>
        <p:spPr/>
        <p:txBody>
          <a:bodyPr/>
          <a:lstStyle/>
          <a:p>
            <a:r>
              <a:rPr lang="de-DE"/>
              <a:t>People – </a:t>
            </a:r>
            <a:r>
              <a:rPr lang="de-DE" err="1"/>
              <a:t>Process</a:t>
            </a:r>
            <a:r>
              <a:rPr lang="de-DE"/>
              <a:t> – Technology </a:t>
            </a:r>
          </a:p>
        </p:txBody>
      </p:sp>
      <p:pic>
        <p:nvPicPr>
          <p:cNvPr id="8" name="Grafik 7">
            <a:extLst>
              <a:ext uri="{FF2B5EF4-FFF2-40B4-BE49-F238E27FC236}">
                <a16:creationId xmlns:a16="http://schemas.microsoft.com/office/drawing/2014/main" id="{3307CC95-0259-D1AC-1D3B-5331B6FEEFDF}"/>
              </a:ext>
            </a:extLst>
          </p:cNvPr>
          <p:cNvPicPr>
            <a:picLocks noChangeAspect="1"/>
          </p:cNvPicPr>
          <p:nvPr/>
        </p:nvPicPr>
        <p:blipFill>
          <a:blip r:embed="rId2"/>
          <a:stretch>
            <a:fillRect/>
          </a:stretch>
        </p:blipFill>
        <p:spPr>
          <a:xfrm>
            <a:off x="479426" y="1605435"/>
            <a:ext cx="8182187" cy="2676417"/>
          </a:xfrm>
          <a:prstGeom prst="rect">
            <a:avLst/>
          </a:prstGeom>
        </p:spPr>
      </p:pic>
      <p:pic>
        <p:nvPicPr>
          <p:cNvPr id="11" name="Grafik 10">
            <a:extLst>
              <a:ext uri="{FF2B5EF4-FFF2-40B4-BE49-F238E27FC236}">
                <a16:creationId xmlns:a16="http://schemas.microsoft.com/office/drawing/2014/main" id="{4294C210-D131-A45D-E31A-67A56CF89394}"/>
              </a:ext>
            </a:extLst>
          </p:cNvPr>
          <p:cNvPicPr>
            <a:picLocks noChangeAspect="1"/>
          </p:cNvPicPr>
          <p:nvPr/>
        </p:nvPicPr>
        <p:blipFill>
          <a:blip r:embed="rId3"/>
          <a:stretch>
            <a:fillRect/>
          </a:stretch>
        </p:blipFill>
        <p:spPr>
          <a:xfrm>
            <a:off x="198816" y="2603573"/>
            <a:ext cx="4262422" cy="3693087"/>
          </a:xfrm>
          <a:prstGeom prst="rect">
            <a:avLst/>
          </a:prstGeom>
        </p:spPr>
      </p:pic>
      <p:sp>
        <p:nvSpPr>
          <p:cNvPr id="13" name="Textfeld 12">
            <a:extLst>
              <a:ext uri="{FF2B5EF4-FFF2-40B4-BE49-F238E27FC236}">
                <a16:creationId xmlns:a16="http://schemas.microsoft.com/office/drawing/2014/main" id="{FF8E9109-25D2-E2FE-4B85-CDCAB680A8D4}"/>
              </a:ext>
            </a:extLst>
          </p:cNvPr>
          <p:cNvSpPr txBox="1"/>
          <p:nvPr/>
        </p:nvSpPr>
        <p:spPr>
          <a:xfrm>
            <a:off x="576580" y="6296660"/>
            <a:ext cx="6211146" cy="184666"/>
          </a:xfrm>
          <a:prstGeom prst="rect">
            <a:avLst/>
          </a:prstGeom>
          <a:noFill/>
        </p:spPr>
        <p:txBody>
          <a:bodyPr wrap="square">
            <a:spAutoFit/>
          </a:bodyPr>
          <a:lstStyle/>
          <a:p>
            <a:r>
              <a:rPr lang="de-DE" sz="600" b="1">
                <a:hlinkClick r:id="rId4">
                  <a:extLst>
                    <a:ext uri="{A12FA001-AC4F-418D-AE19-62706E023703}">
                      <ahyp:hlinkClr xmlns:ahyp="http://schemas.microsoft.com/office/drawing/2018/hyperlinkcolor" val="tx"/>
                    </a:ext>
                  </a:extLst>
                </a:hlinkClick>
              </a:rPr>
              <a:t>INFOSESSIONS | CYBER SECURITY MONTH OKTOBER 2025</a:t>
            </a:r>
            <a:endParaRPr lang="de-DE" sz="600" b="1"/>
          </a:p>
        </p:txBody>
      </p:sp>
      <p:sp>
        <p:nvSpPr>
          <p:cNvPr id="15" name="Textfeld 14">
            <a:extLst>
              <a:ext uri="{FF2B5EF4-FFF2-40B4-BE49-F238E27FC236}">
                <a16:creationId xmlns:a16="http://schemas.microsoft.com/office/drawing/2014/main" id="{FECF3F17-FFBF-83B9-B8B4-FE9F8F89091B}"/>
              </a:ext>
            </a:extLst>
          </p:cNvPr>
          <p:cNvSpPr txBox="1"/>
          <p:nvPr/>
        </p:nvSpPr>
        <p:spPr>
          <a:xfrm>
            <a:off x="4311650" y="4342394"/>
            <a:ext cx="6210300" cy="215444"/>
          </a:xfrm>
          <a:prstGeom prst="rect">
            <a:avLst/>
          </a:prstGeom>
          <a:noFill/>
        </p:spPr>
        <p:txBody>
          <a:bodyPr wrap="square">
            <a:spAutoFit/>
          </a:bodyPr>
          <a:lstStyle/>
          <a:p>
            <a:r>
              <a:rPr lang="de-DE" sz="800" b="1">
                <a:hlinkClick r:id="rId5">
                  <a:extLst>
                    <a:ext uri="{A12FA001-AC4F-418D-AE19-62706E023703}">
                      <ahyp:hlinkClr xmlns:ahyp="http://schemas.microsoft.com/office/drawing/2018/hyperlinkcolor" val="tx"/>
                    </a:ext>
                  </a:extLst>
                </a:hlinkClick>
              </a:rPr>
              <a:t>Cyber Security @STIHL - Homepage</a:t>
            </a:r>
            <a:endParaRPr lang="de-DE" sz="800" b="1"/>
          </a:p>
        </p:txBody>
      </p:sp>
      <p:pic>
        <p:nvPicPr>
          <p:cNvPr id="17" name="Grafik 16">
            <a:extLst>
              <a:ext uri="{FF2B5EF4-FFF2-40B4-BE49-F238E27FC236}">
                <a16:creationId xmlns:a16="http://schemas.microsoft.com/office/drawing/2014/main" id="{676EF5DF-2F68-9283-FD47-34A85E3242E5}"/>
              </a:ext>
            </a:extLst>
          </p:cNvPr>
          <p:cNvPicPr>
            <a:picLocks noChangeAspect="1"/>
          </p:cNvPicPr>
          <p:nvPr/>
        </p:nvPicPr>
        <p:blipFill>
          <a:blip r:embed="rId6"/>
          <a:stretch>
            <a:fillRect/>
          </a:stretch>
        </p:blipFill>
        <p:spPr>
          <a:xfrm>
            <a:off x="6320573" y="3927089"/>
            <a:ext cx="4262423" cy="2303906"/>
          </a:xfrm>
          <a:prstGeom prst="rect">
            <a:avLst/>
          </a:prstGeom>
        </p:spPr>
      </p:pic>
    </p:spTree>
    <p:extLst>
      <p:ext uri="{BB962C8B-B14F-4D97-AF65-F5344CB8AC3E}">
        <p14:creationId xmlns:p14="http://schemas.microsoft.com/office/powerpoint/2010/main" val="33352566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F4B15-84BA-62BB-CF4A-07509FE514D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95B124E-DB25-6056-9794-0159ABC55929}"/>
              </a:ext>
            </a:extLst>
          </p:cNvPr>
          <p:cNvSpPr>
            <a:spLocks noGrp="1"/>
          </p:cNvSpPr>
          <p:nvPr>
            <p:ph type="title"/>
          </p:nvPr>
        </p:nvSpPr>
        <p:spPr>
          <a:xfrm>
            <a:off x="479426" y="503546"/>
            <a:ext cx="8664574" cy="304699"/>
          </a:xfrm>
        </p:spPr>
        <p:txBody>
          <a:bodyPr/>
          <a:lstStyle/>
          <a:p>
            <a:r>
              <a:rPr lang="de-DE"/>
              <a:t>CYBER SECURITY</a:t>
            </a:r>
          </a:p>
        </p:txBody>
      </p:sp>
      <p:sp>
        <p:nvSpPr>
          <p:cNvPr id="3" name="Textplatzhalter 2">
            <a:extLst>
              <a:ext uri="{FF2B5EF4-FFF2-40B4-BE49-F238E27FC236}">
                <a16:creationId xmlns:a16="http://schemas.microsoft.com/office/drawing/2014/main" id="{7922206E-DDD9-6723-39AE-3503B8C99B58}"/>
              </a:ext>
            </a:extLst>
          </p:cNvPr>
          <p:cNvSpPr>
            <a:spLocks noGrp="1"/>
          </p:cNvSpPr>
          <p:nvPr>
            <p:ph type="body" sz="quarter" idx="14"/>
          </p:nvPr>
        </p:nvSpPr>
        <p:spPr/>
        <p:txBody>
          <a:bodyPr/>
          <a:lstStyle/>
          <a:p>
            <a:r>
              <a:rPr lang="de-DE"/>
              <a:t>At least </a:t>
            </a:r>
            <a:r>
              <a:rPr lang="de-DE" err="1"/>
              <a:t>quarterly</a:t>
            </a:r>
            <a:r>
              <a:rPr lang="de-DE"/>
              <a:t> </a:t>
            </a:r>
            <a:r>
              <a:rPr lang="de-DE" err="1"/>
              <a:t>reporting</a:t>
            </a:r>
            <a:r>
              <a:rPr lang="de-DE"/>
              <a:t> to Management Board</a:t>
            </a:r>
          </a:p>
        </p:txBody>
      </p:sp>
      <p:pic>
        <p:nvPicPr>
          <p:cNvPr id="6" name="Grafik 5">
            <a:extLst>
              <a:ext uri="{FF2B5EF4-FFF2-40B4-BE49-F238E27FC236}">
                <a16:creationId xmlns:a16="http://schemas.microsoft.com/office/drawing/2014/main" id="{74532E03-B81B-F597-78E4-077214D19426}"/>
              </a:ext>
            </a:extLst>
          </p:cNvPr>
          <p:cNvPicPr>
            <a:picLocks noChangeAspect="1"/>
          </p:cNvPicPr>
          <p:nvPr/>
        </p:nvPicPr>
        <p:blipFill>
          <a:blip r:embed="rId2"/>
          <a:stretch>
            <a:fillRect/>
          </a:stretch>
        </p:blipFill>
        <p:spPr>
          <a:xfrm>
            <a:off x="479425" y="1605435"/>
            <a:ext cx="8640457" cy="4749019"/>
          </a:xfrm>
          <a:prstGeom prst="rect">
            <a:avLst/>
          </a:prstGeom>
        </p:spPr>
      </p:pic>
    </p:spTree>
    <p:extLst>
      <p:ext uri="{BB962C8B-B14F-4D97-AF65-F5344CB8AC3E}">
        <p14:creationId xmlns:p14="http://schemas.microsoft.com/office/powerpoint/2010/main" val="29794645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CEC39-2DE4-8FBD-5FCE-E83AEC61E5AE}"/>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9CA86A2A-254E-2AD5-A4F3-4DE60A635A0C}"/>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27" imgH="327" progId="TCLayout.ActiveDocument.1">
                  <p:embed/>
                </p:oleObj>
              </mc:Choice>
              <mc:Fallback>
                <p:oleObj name="think-cell Folie" r:id="rId4" imgW="327" imgH="327" progId="TCLayout.ActiveDocument.1">
                  <p:embed/>
                  <p:pic>
                    <p:nvPicPr>
                      <p:cNvPr id="8" name="think-cell data - do not delete" hidden="1">
                        <a:extLst>
                          <a:ext uri="{FF2B5EF4-FFF2-40B4-BE49-F238E27FC236}">
                            <a16:creationId xmlns:a16="http://schemas.microsoft.com/office/drawing/2014/main" id="{9CA86A2A-254E-2AD5-A4F3-4DE60A635A0C}"/>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cxnSp>
        <p:nvCxnSpPr>
          <p:cNvPr id="9" name="Gerader Verbinder 8">
            <a:extLst>
              <a:ext uri="{FF2B5EF4-FFF2-40B4-BE49-F238E27FC236}">
                <a16:creationId xmlns:a16="http://schemas.microsoft.com/office/drawing/2014/main" id="{B5AB10C0-9C5E-807A-39CD-5D0BB354DDF8}"/>
              </a:ext>
            </a:extLst>
          </p:cNvPr>
          <p:cNvCxnSpPr>
            <a:cxnSpLocks/>
          </p:cNvCxnSpPr>
          <p:nvPr/>
        </p:nvCxnSpPr>
        <p:spPr>
          <a:xfrm>
            <a:off x="3276934" y="160019"/>
            <a:ext cx="0" cy="324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DF4A2A7-9680-5924-4718-B8B7CBC5AEA8}"/>
              </a:ext>
            </a:extLst>
          </p:cNvPr>
          <p:cNvSpPr>
            <a:spLocks noGrp="1"/>
          </p:cNvSpPr>
          <p:nvPr>
            <p:ph type="title"/>
          </p:nvPr>
        </p:nvSpPr>
        <p:spPr>
          <a:xfrm>
            <a:off x="368214" y="408241"/>
            <a:ext cx="2927036" cy="780628"/>
          </a:xfrm>
        </p:spPr>
        <p:txBody>
          <a:bodyPr vert="horz" rIns="0"/>
          <a:lstStyle/>
          <a:p>
            <a:r>
              <a:rPr lang="de-DE" sz="2800">
                <a:latin typeface="STIHL Contraface Display Title" panose="02000600040000020004" pitchFamily="50" charset="0"/>
              </a:rPr>
              <a:t>Wer wir Sind</a:t>
            </a:r>
            <a:br>
              <a:rPr lang="de-DE" sz="3000">
                <a:latin typeface="STIHL Contraface Display Title" panose="02000600040000020004" pitchFamily="50" charset="0"/>
              </a:rPr>
            </a:br>
            <a:endParaRPr lang="en-US" sz="2000" b="0">
              <a:solidFill>
                <a:schemeClr val="accent2"/>
              </a:solidFill>
              <a:latin typeface="+mn-lt"/>
              <a:ea typeface="+mn-ea"/>
              <a:cs typeface="+mn-cs"/>
            </a:endParaRPr>
          </a:p>
        </p:txBody>
      </p:sp>
      <p:pic>
        <p:nvPicPr>
          <p:cNvPr id="29" name="Grafik 28" descr="Ein Bild, das Werkzeug, Design enthält.&#10;&#10;KI-generierte Inhalte können fehlerhaft sein.">
            <a:extLst>
              <a:ext uri="{FF2B5EF4-FFF2-40B4-BE49-F238E27FC236}">
                <a16:creationId xmlns:a16="http://schemas.microsoft.com/office/drawing/2014/main" id="{458A47D7-CC77-3C65-D24F-AF11072DF00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rot="20939143">
            <a:off x="4913697" y="456924"/>
            <a:ext cx="1090779" cy="1090779"/>
          </a:xfrm>
          <a:prstGeom prst="rect">
            <a:avLst/>
          </a:prstGeom>
        </p:spPr>
      </p:pic>
      <p:cxnSp>
        <p:nvCxnSpPr>
          <p:cNvPr id="25" name="Gerader Verbinder 24">
            <a:extLst>
              <a:ext uri="{FF2B5EF4-FFF2-40B4-BE49-F238E27FC236}">
                <a16:creationId xmlns:a16="http://schemas.microsoft.com/office/drawing/2014/main" id="{FE5BBD7D-848C-1ECA-0873-A2BA6FE5C055}"/>
              </a:ext>
            </a:extLst>
          </p:cNvPr>
          <p:cNvCxnSpPr>
            <a:cxnSpLocks/>
          </p:cNvCxnSpPr>
          <p:nvPr/>
        </p:nvCxnSpPr>
        <p:spPr>
          <a:xfrm flipV="1">
            <a:off x="479426" y="1892671"/>
            <a:ext cx="11177529" cy="3281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9FDD1CF7-367C-44FA-AE9C-3D8CFDE504A0}"/>
              </a:ext>
            </a:extLst>
          </p:cNvPr>
          <p:cNvCxnSpPr>
            <a:cxnSpLocks/>
          </p:cNvCxnSpPr>
          <p:nvPr/>
        </p:nvCxnSpPr>
        <p:spPr>
          <a:xfrm flipV="1">
            <a:off x="479426" y="3400019"/>
            <a:ext cx="5616572" cy="1293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Grafik 48" descr="Aktualisieren Silhouette">
            <a:extLst>
              <a:ext uri="{FF2B5EF4-FFF2-40B4-BE49-F238E27FC236}">
                <a16:creationId xmlns:a16="http://schemas.microsoft.com/office/drawing/2014/main" id="{2B4E7238-19B7-DB3A-E765-057BF5AC17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7700810">
            <a:off x="1312816" y="863004"/>
            <a:ext cx="842496" cy="922423"/>
          </a:xfrm>
          <a:prstGeom prst="rect">
            <a:avLst/>
          </a:prstGeom>
        </p:spPr>
      </p:pic>
      <p:grpSp>
        <p:nvGrpSpPr>
          <p:cNvPr id="14" name="Gruppieren 13">
            <a:extLst>
              <a:ext uri="{FF2B5EF4-FFF2-40B4-BE49-F238E27FC236}">
                <a16:creationId xmlns:a16="http://schemas.microsoft.com/office/drawing/2014/main" id="{C852974D-EBF4-06C9-D8CE-60EEAD4705CF}"/>
              </a:ext>
            </a:extLst>
          </p:cNvPr>
          <p:cNvGrpSpPr/>
          <p:nvPr/>
        </p:nvGrpSpPr>
        <p:grpSpPr>
          <a:xfrm>
            <a:off x="1406256" y="997984"/>
            <a:ext cx="686676" cy="680490"/>
            <a:chOff x="6941577" y="4658080"/>
            <a:chExt cx="1148613" cy="1148613"/>
          </a:xfrm>
        </p:grpSpPr>
        <p:pic>
          <p:nvPicPr>
            <p:cNvPr id="47" name="Grafik 46" descr="Erde Silhouette">
              <a:extLst>
                <a:ext uri="{FF2B5EF4-FFF2-40B4-BE49-F238E27FC236}">
                  <a16:creationId xmlns:a16="http://schemas.microsoft.com/office/drawing/2014/main" id="{725BBB08-FAC9-1B20-4028-90DA91719E0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41577" y="4658080"/>
              <a:ext cx="1148613" cy="1148613"/>
            </a:xfrm>
            <a:prstGeom prst="rect">
              <a:avLst/>
            </a:prstGeom>
          </p:spPr>
        </p:pic>
        <p:pic>
          <p:nvPicPr>
            <p:cNvPr id="51" name="Grafik 50" descr="Mann mit einfarbiger Füllung">
              <a:extLst>
                <a:ext uri="{FF2B5EF4-FFF2-40B4-BE49-F238E27FC236}">
                  <a16:creationId xmlns:a16="http://schemas.microsoft.com/office/drawing/2014/main" id="{63EBB95C-3116-5C74-4FF2-08F3E8235F4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8761" y="4813213"/>
              <a:ext cx="247692" cy="247692"/>
            </a:xfrm>
            <a:prstGeom prst="rect">
              <a:avLst/>
            </a:prstGeom>
          </p:spPr>
        </p:pic>
        <p:pic>
          <p:nvPicPr>
            <p:cNvPr id="52" name="Grafik 51" descr="Mann mit einfarbiger Füllung">
              <a:extLst>
                <a:ext uri="{FF2B5EF4-FFF2-40B4-BE49-F238E27FC236}">
                  <a16:creationId xmlns:a16="http://schemas.microsoft.com/office/drawing/2014/main" id="{2DC78701-51BC-0C5E-D93C-E19AA4A73CE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84770" y="5164081"/>
              <a:ext cx="247692" cy="247692"/>
            </a:xfrm>
            <a:prstGeom prst="rect">
              <a:avLst/>
            </a:prstGeom>
          </p:spPr>
        </p:pic>
        <p:pic>
          <p:nvPicPr>
            <p:cNvPr id="53" name="Grafik 52" descr="Mann mit einfarbiger Füllung">
              <a:extLst>
                <a:ext uri="{FF2B5EF4-FFF2-40B4-BE49-F238E27FC236}">
                  <a16:creationId xmlns:a16="http://schemas.microsoft.com/office/drawing/2014/main" id="{AAD93482-859A-61E6-40EB-BFCD273F93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4813213"/>
              <a:ext cx="247692" cy="247692"/>
            </a:xfrm>
            <a:prstGeom prst="rect">
              <a:avLst/>
            </a:prstGeom>
          </p:spPr>
        </p:pic>
        <p:pic>
          <p:nvPicPr>
            <p:cNvPr id="54" name="Grafik 53" descr="Mann mit einfarbiger Füllung">
              <a:extLst>
                <a:ext uri="{FF2B5EF4-FFF2-40B4-BE49-F238E27FC236}">
                  <a16:creationId xmlns:a16="http://schemas.microsoft.com/office/drawing/2014/main" id="{7BEA2B1C-E8DC-2B5B-8242-183B4738936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5283295"/>
              <a:ext cx="233413" cy="233413"/>
            </a:xfrm>
            <a:prstGeom prst="rect">
              <a:avLst/>
            </a:prstGeom>
          </p:spPr>
        </p:pic>
        <p:pic>
          <p:nvPicPr>
            <p:cNvPr id="55" name="Grafik 54" descr="Mann mit einfarbiger Füllung">
              <a:extLst>
                <a:ext uri="{FF2B5EF4-FFF2-40B4-BE49-F238E27FC236}">
                  <a16:creationId xmlns:a16="http://schemas.microsoft.com/office/drawing/2014/main" id="{363ECF7B-7070-AB4E-3D85-95D3C925A47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11997" y="5172653"/>
              <a:ext cx="247692" cy="247692"/>
            </a:xfrm>
            <a:prstGeom prst="rect">
              <a:avLst/>
            </a:prstGeom>
          </p:spPr>
        </p:pic>
      </p:grpSp>
      <p:pic>
        <p:nvPicPr>
          <p:cNvPr id="64" name="Grafik 63" descr="Ein Bild, das Karte, Entwurf, Schwarzweiß, Silhouette enthält.&#10;&#10;KI-generierte Inhalte können fehlerhaft sein.">
            <a:extLst>
              <a:ext uri="{FF2B5EF4-FFF2-40B4-BE49-F238E27FC236}">
                <a16:creationId xmlns:a16="http://schemas.microsoft.com/office/drawing/2014/main" id="{D7686677-90BF-706C-815C-E49B3ED006AE}"/>
              </a:ext>
            </a:extLst>
          </p:cNvPr>
          <p:cNvPicPr>
            <a:picLocks noChangeAspect="1"/>
          </p:cNvPicPr>
          <p:nvPr/>
        </p:nvPicPr>
        <p:blipFill>
          <a:blip r:embed="rId10" cstate="print">
            <a:extLst>
              <a:ext uri="{28A0092B-C50C-407E-A947-70E740481C1C}">
                <a14:useLocalDpi xmlns:a14="http://schemas.microsoft.com/office/drawing/2010/main" val="0"/>
              </a:ext>
            </a:extLst>
          </a:blip>
          <a:srcRect t="10020"/>
          <a:stretch/>
        </p:blipFill>
        <p:spPr>
          <a:xfrm>
            <a:off x="1202036" y="3472750"/>
            <a:ext cx="4149796" cy="2489340"/>
          </a:xfrm>
          <a:prstGeom prst="rect">
            <a:avLst/>
          </a:prstGeom>
        </p:spPr>
      </p:pic>
      <p:sp>
        <p:nvSpPr>
          <p:cNvPr id="58" name="Textfeld 57">
            <a:extLst>
              <a:ext uri="{FF2B5EF4-FFF2-40B4-BE49-F238E27FC236}">
                <a16:creationId xmlns:a16="http://schemas.microsoft.com/office/drawing/2014/main" id="{6A7A6D22-061F-95FE-48B5-62A738D2976F}"/>
              </a:ext>
            </a:extLst>
          </p:cNvPr>
          <p:cNvSpPr txBox="1"/>
          <p:nvPr/>
        </p:nvSpPr>
        <p:spPr>
          <a:xfrm>
            <a:off x="478703" y="5841959"/>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IT Regional Center in</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err="1">
                <a:solidFill>
                  <a:srgbClr val="F37A1F"/>
                </a:solidFill>
                <a:latin typeface="STIHL Contraface Text"/>
              </a:rPr>
              <a:t>xxxx</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lang="de-DE" sz="1000">
                <a:solidFill>
                  <a:prstClr val="black"/>
                </a:solidFill>
                <a:latin typeface="STIHL Contraface Text"/>
              </a:rPr>
              <a:t>Ländern</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9" name="Textfeld 58">
            <a:extLst>
              <a:ext uri="{FF2B5EF4-FFF2-40B4-BE49-F238E27FC236}">
                <a16:creationId xmlns:a16="http://schemas.microsoft.com/office/drawing/2014/main" id="{6900B59E-A658-5819-2F7B-7336985C7C18}"/>
              </a:ext>
            </a:extLst>
          </p:cNvPr>
          <p:cNvSpPr txBox="1"/>
          <p:nvPr/>
        </p:nvSpPr>
        <p:spPr>
          <a:xfrm>
            <a:off x="4038548" y="5847322"/>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und</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xxx</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Globale IT Mitarbeitende</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6" name="Träne 65">
            <a:extLst>
              <a:ext uri="{FF2B5EF4-FFF2-40B4-BE49-F238E27FC236}">
                <a16:creationId xmlns:a16="http://schemas.microsoft.com/office/drawing/2014/main" id="{3DFAA76E-8765-FA71-2A9F-977EAFA02257}"/>
              </a:ext>
            </a:extLst>
          </p:cNvPr>
          <p:cNvSpPr/>
          <p:nvPr/>
        </p:nvSpPr>
        <p:spPr>
          <a:xfrm rot="8363439">
            <a:off x="2038686" y="4020104"/>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7" name="Ellipse 66">
            <a:extLst>
              <a:ext uri="{FF2B5EF4-FFF2-40B4-BE49-F238E27FC236}">
                <a16:creationId xmlns:a16="http://schemas.microsoft.com/office/drawing/2014/main" id="{BD47C6C4-E7C5-FB15-9E26-1DDC4CDCB83E}"/>
              </a:ext>
            </a:extLst>
          </p:cNvPr>
          <p:cNvSpPr/>
          <p:nvPr/>
        </p:nvSpPr>
        <p:spPr>
          <a:xfrm>
            <a:off x="2080246" y="4061664"/>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nvGrpSpPr>
          <p:cNvPr id="70" name="Gruppieren 69">
            <a:extLst>
              <a:ext uri="{FF2B5EF4-FFF2-40B4-BE49-F238E27FC236}">
                <a16:creationId xmlns:a16="http://schemas.microsoft.com/office/drawing/2014/main" id="{4C5B8057-0593-6457-F78F-8819F65F83D3}"/>
              </a:ext>
            </a:extLst>
          </p:cNvPr>
          <p:cNvGrpSpPr/>
          <p:nvPr/>
        </p:nvGrpSpPr>
        <p:grpSpPr>
          <a:xfrm>
            <a:off x="3076075" y="3850512"/>
            <a:ext cx="172742" cy="172742"/>
            <a:chOff x="935444" y="4146329"/>
            <a:chExt cx="172742" cy="172742"/>
          </a:xfrm>
        </p:grpSpPr>
        <p:sp>
          <p:nvSpPr>
            <p:cNvPr id="68" name="Träne 67">
              <a:extLst>
                <a:ext uri="{FF2B5EF4-FFF2-40B4-BE49-F238E27FC236}">
                  <a16:creationId xmlns:a16="http://schemas.microsoft.com/office/drawing/2014/main" id="{779D4B97-9696-0A24-B17A-97BDD698CA4E}"/>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9" name="Ellipse 68">
              <a:extLst>
                <a:ext uri="{FF2B5EF4-FFF2-40B4-BE49-F238E27FC236}">
                  <a16:creationId xmlns:a16="http://schemas.microsoft.com/office/drawing/2014/main" id="{AEA5A6A9-C33A-0329-94A8-829F0212DD72}"/>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1" name="Textfeld 70">
            <a:extLst>
              <a:ext uri="{FF2B5EF4-FFF2-40B4-BE49-F238E27FC236}">
                <a16:creationId xmlns:a16="http://schemas.microsoft.com/office/drawing/2014/main" id="{FB193725-82D4-1E09-A335-511D767D55A8}"/>
              </a:ext>
            </a:extLst>
          </p:cNvPr>
          <p:cNvSpPr txBox="1"/>
          <p:nvPr/>
        </p:nvSpPr>
        <p:spPr>
          <a:xfrm>
            <a:off x="1918206" y="3826084"/>
            <a:ext cx="41370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USA</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72" name="Gruppieren 71">
            <a:extLst>
              <a:ext uri="{FF2B5EF4-FFF2-40B4-BE49-F238E27FC236}">
                <a16:creationId xmlns:a16="http://schemas.microsoft.com/office/drawing/2014/main" id="{91C0AB74-8F74-8016-E221-7F44EF056D6A}"/>
              </a:ext>
            </a:extLst>
          </p:cNvPr>
          <p:cNvGrpSpPr/>
          <p:nvPr/>
        </p:nvGrpSpPr>
        <p:grpSpPr>
          <a:xfrm rot="15908353">
            <a:off x="2920911" y="3997647"/>
            <a:ext cx="172742" cy="172742"/>
            <a:chOff x="935444" y="4146329"/>
            <a:chExt cx="172742" cy="172742"/>
          </a:xfrm>
        </p:grpSpPr>
        <p:sp>
          <p:nvSpPr>
            <p:cNvPr id="73" name="Träne 72">
              <a:extLst>
                <a:ext uri="{FF2B5EF4-FFF2-40B4-BE49-F238E27FC236}">
                  <a16:creationId xmlns:a16="http://schemas.microsoft.com/office/drawing/2014/main" id="{485BB34A-D873-A4DC-F3C1-FBC2A9FBD84B}"/>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74" name="Ellipse 73">
              <a:extLst>
                <a:ext uri="{FF2B5EF4-FFF2-40B4-BE49-F238E27FC236}">
                  <a16:creationId xmlns:a16="http://schemas.microsoft.com/office/drawing/2014/main" id="{B2825887-8F98-7746-8987-DE16AED94A3A}"/>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78" name="Gruppieren 77">
            <a:extLst>
              <a:ext uri="{FF2B5EF4-FFF2-40B4-BE49-F238E27FC236}">
                <a16:creationId xmlns:a16="http://schemas.microsoft.com/office/drawing/2014/main" id="{CDA5C4CE-D85D-869D-559C-73491D866106}"/>
              </a:ext>
            </a:extLst>
          </p:cNvPr>
          <p:cNvGrpSpPr/>
          <p:nvPr/>
        </p:nvGrpSpPr>
        <p:grpSpPr>
          <a:xfrm rot="5691647" flipH="1">
            <a:off x="3216228" y="3997513"/>
            <a:ext cx="172742" cy="172742"/>
            <a:chOff x="935444" y="4146329"/>
            <a:chExt cx="172742" cy="172742"/>
          </a:xfrm>
        </p:grpSpPr>
        <p:sp>
          <p:nvSpPr>
            <p:cNvPr id="79" name="Träne 78">
              <a:extLst>
                <a:ext uri="{FF2B5EF4-FFF2-40B4-BE49-F238E27FC236}">
                  <a16:creationId xmlns:a16="http://schemas.microsoft.com/office/drawing/2014/main" id="{2F9EF4FC-8283-6AAB-18D8-5901035058E1}"/>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0" name="Ellipse 79">
              <a:extLst>
                <a:ext uri="{FF2B5EF4-FFF2-40B4-BE49-F238E27FC236}">
                  <a16:creationId xmlns:a16="http://schemas.microsoft.com/office/drawing/2014/main" id="{A98AD9BA-4D85-7E8A-10CF-21042F1D17A3}"/>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82" name="Textfeld 81">
            <a:extLst>
              <a:ext uri="{FF2B5EF4-FFF2-40B4-BE49-F238E27FC236}">
                <a16:creationId xmlns:a16="http://schemas.microsoft.com/office/drawing/2014/main" id="{7D73EED3-284F-1F48-F680-649E20B8F4B7}"/>
              </a:ext>
            </a:extLst>
          </p:cNvPr>
          <p:cNvSpPr txBox="1"/>
          <p:nvPr/>
        </p:nvSpPr>
        <p:spPr>
          <a:xfrm>
            <a:off x="3040657" y="3657884"/>
            <a:ext cx="287437"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DE</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3" name="Textfeld 82">
            <a:extLst>
              <a:ext uri="{FF2B5EF4-FFF2-40B4-BE49-F238E27FC236}">
                <a16:creationId xmlns:a16="http://schemas.microsoft.com/office/drawing/2014/main" id="{5BD6F9D8-BA2E-F81A-CC73-2A491C875A20}"/>
              </a:ext>
            </a:extLst>
          </p:cNvPr>
          <p:cNvSpPr txBox="1"/>
          <p:nvPr/>
        </p:nvSpPr>
        <p:spPr>
          <a:xfrm>
            <a:off x="2606370" y="3995675"/>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CH</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4" name="Textfeld 83">
            <a:extLst>
              <a:ext uri="{FF2B5EF4-FFF2-40B4-BE49-F238E27FC236}">
                <a16:creationId xmlns:a16="http://schemas.microsoft.com/office/drawing/2014/main" id="{30B59A3B-D7A0-B968-CBD9-DA98EE9DE338}"/>
              </a:ext>
            </a:extLst>
          </p:cNvPr>
          <p:cNvSpPr txBox="1"/>
          <p:nvPr/>
        </p:nvSpPr>
        <p:spPr>
          <a:xfrm>
            <a:off x="3411093" y="3984428"/>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AT</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grpSp>
        <p:nvGrpSpPr>
          <p:cNvPr id="85" name="Gruppieren 84">
            <a:extLst>
              <a:ext uri="{FF2B5EF4-FFF2-40B4-BE49-F238E27FC236}">
                <a16:creationId xmlns:a16="http://schemas.microsoft.com/office/drawing/2014/main" id="{6EEDF6A8-E42B-783F-A531-E647C96935A5}"/>
              </a:ext>
            </a:extLst>
          </p:cNvPr>
          <p:cNvGrpSpPr/>
          <p:nvPr/>
        </p:nvGrpSpPr>
        <p:grpSpPr>
          <a:xfrm>
            <a:off x="4376369" y="4114148"/>
            <a:ext cx="172742" cy="172742"/>
            <a:chOff x="935444" y="4146329"/>
            <a:chExt cx="172742" cy="172742"/>
          </a:xfrm>
        </p:grpSpPr>
        <p:sp>
          <p:nvSpPr>
            <p:cNvPr id="86" name="Träne 85">
              <a:extLst>
                <a:ext uri="{FF2B5EF4-FFF2-40B4-BE49-F238E27FC236}">
                  <a16:creationId xmlns:a16="http://schemas.microsoft.com/office/drawing/2014/main" id="{EA5C47CF-212B-D429-1D47-B46AD4D6EC59}"/>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7" name="Ellipse 86">
              <a:extLst>
                <a:ext uri="{FF2B5EF4-FFF2-40B4-BE49-F238E27FC236}">
                  <a16:creationId xmlns:a16="http://schemas.microsoft.com/office/drawing/2014/main" id="{72C7892E-D3E4-F57E-C5A5-379117E3855D}"/>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88" name="Gruppieren 87">
            <a:extLst>
              <a:ext uri="{FF2B5EF4-FFF2-40B4-BE49-F238E27FC236}">
                <a16:creationId xmlns:a16="http://schemas.microsoft.com/office/drawing/2014/main" id="{0ADCD84B-D56C-F6FD-7E75-1D180BED5ECD}"/>
              </a:ext>
            </a:extLst>
          </p:cNvPr>
          <p:cNvGrpSpPr/>
          <p:nvPr/>
        </p:nvGrpSpPr>
        <p:grpSpPr>
          <a:xfrm>
            <a:off x="4526336" y="4482518"/>
            <a:ext cx="172742" cy="172742"/>
            <a:chOff x="935444" y="4146329"/>
            <a:chExt cx="172742" cy="172742"/>
          </a:xfrm>
        </p:grpSpPr>
        <p:sp>
          <p:nvSpPr>
            <p:cNvPr id="89" name="Träne 88">
              <a:extLst>
                <a:ext uri="{FF2B5EF4-FFF2-40B4-BE49-F238E27FC236}">
                  <a16:creationId xmlns:a16="http://schemas.microsoft.com/office/drawing/2014/main" id="{AF399C9E-FA27-04AD-FA11-BF31112F17DD}"/>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0" name="Ellipse 89">
              <a:extLst>
                <a:ext uri="{FF2B5EF4-FFF2-40B4-BE49-F238E27FC236}">
                  <a16:creationId xmlns:a16="http://schemas.microsoft.com/office/drawing/2014/main" id="{F967AFCE-6028-E91B-1605-7A4BC8480465}"/>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1" name="Textfeld 90">
            <a:extLst>
              <a:ext uri="{FF2B5EF4-FFF2-40B4-BE49-F238E27FC236}">
                <a16:creationId xmlns:a16="http://schemas.microsoft.com/office/drawing/2014/main" id="{2FD2320E-31C2-157C-F7F6-F570456AA4F8}"/>
              </a:ext>
            </a:extLst>
          </p:cNvPr>
          <p:cNvSpPr txBox="1"/>
          <p:nvPr/>
        </p:nvSpPr>
        <p:spPr>
          <a:xfrm>
            <a:off x="4738263" y="4502900"/>
            <a:ext cx="43815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PHL</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92" name="Textfeld 91">
            <a:extLst>
              <a:ext uri="{FF2B5EF4-FFF2-40B4-BE49-F238E27FC236}">
                <a16:creationId xmlns:a16="http://schemas.microsoft.com/office/drawing/2014/main" id="{569C60AA-DF6A-85D5-5457-D408D8F51A48}"/>
              </a:ext>
            </a:extLst>
          </p:cNvPr>
          <p:cNvSpPr txBox="1"/>
          <p:nvPr/>
        </p:nvSpPr>
        <p:spPr>
          <a:xfrm>
            <a:off x="4311531" y="3910732"/>
            <a:ext cx="358773"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CN</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93" name="Gruppieren 92">
            <a:extLst>
              <a:ext uri="{FF2B5EF4-FFF2-40B4-BE49-F238E27FC236}">
                <a16:creationId xmlns:a16="http://schemas.microsoft.com/office/drawing/2014/main" id="{1F2CA1D7-0F94-350A-07ED-536A4B1C28BB}"/>
              </a:ext>
            </a:extLst>
          </p:cNvPr>
          <p:cNvGrpSpPr/>
          <p:nvPr/>
        </p:nvGrpSpPr>
        <p:grpSpPr>
          <a:xfrm>
            <a:off x="2400084" y="4959050"/>
            <a:ext cx="172742" cy="172742"/>
            <a:chOff x="935444" y="4146329"/>
            <a:chExt cx="172742" cy="172742"/>
          </a:xfrm>
        </p:grpSpPr>
        <p:sp>
          <p:nvSpPr>
            <p:cNvPr id="94" name="Träne 93">
              <a:extLst>
                <a:ext uri="{FF2B5EF4-FFF2-40B4-BE49-F238E27FC236}">
                  <a16:creationId xmlns:a16="http://schemas.microsoft.com/office/drawing/2014/main" id="{A283D616-537A-1A0C-3108-8E99C7866482}"/>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5" name="Ellipse 94">
              <a:extLst>
                <a:ext uri="{FF2B5EF4-FFF2-40B4-BE49-F238E27FC236}">
                  <a16:creationId xmlns:a16="http://schemas.microsoft.com/office/drawing/2014/main" id="{A68D6559-EF5C-905D-D41C-5D8B3C7F5E16}"/>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6" name="Textfeld 95">
            <a:extLst>
              <a:ext uri="{FF2B5EF4-FFF2-40B4-BE49-F238E27FC236}">
                <a16:creationId xmlns:a16="http://schemas.microsoft.com/office/drawing/2014/main" id="{9BCF3285-6449-6470-DD95-A99784E35D63}"/>
              </a:ext>
            </a:extLst>
          </p:cNvPr>
          <p:cNvSpPr txBox="1"/>
          <p:nvPr/>
        </p:nvSpPr>
        <p:spPr>
          <a:xfrm>
            <a:off x="2350893" y="4749111"/>
            <a:ext cx="271124"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BR</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3" name="Rechteck 2">
            <a:extLst>
              <a:ext uri="{FF2B5EF4-FFF2-40B4-BE49-F238E27FC236}">
                <a16:creationId xmlns:a16="http://schemas.microsoft.com/office/drawing/2014/main" id="{6EC34318-70C4-0AD5-B8C7-6CCC721A40E4}"/>
              </a:ext>
            </a:extLst>
          </p:cNvPr>
          <p:cNvSpPr/>
          <p:nvPr/>
        </p:nvSpPr>
        <p:spPr>
          <a:xfrm>
            <a:off x="5679586" y="-2916"/>
            <a:ext cx="858334" cy="170554"/>
          </a:xfrm>
          <a:prstGeom prst="rect">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cxnSp>
        <p:nvCxnSpPr>
          <p:cNvPr id="12" name="Gerader Verbinder 11">
            <a:extLst>
              <a:ext uri="{FF2B5EF4-FFF2-40B4-BE49-F238E27FC236}">
                <a16:creationId xmlns:a16="http://schemas.microsoft.com/office/drawing/2014/main" id="{7FF4885C-B958-43BE-A20F-C3072B9F8080}"/>
              </a:ext>
            </a:extLst>
          </p:cNvPr>
          <p:cNvCxnSpPr/>
          <p:nvPr/>
        </p:nvCxnSpPr>
        <p:spPr>
          <a:xfrm>
            <a:off x="6096000" y="167638"/>
            <a:ext cx="0" cy="612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 name="Gruppieren 3">
            <a:extLst>
              <a:ext uri="{FF2B5EF4-FFF2-40B4-BE49-F238E27FC236}">
                <a16:creationId xmlns:a16="http://schemas.microsoft.com/office/drawing/2014/main" id="{79FFECA1-2E1D-312C-963C-E8E21FDE3EF7}"/>
              </a:ext>
            </a:extLst>
          </p:cNvPr>
          <p:cNvGrpSpPr/>
          <p:nvPr/>
        </p:nvGrpSpPr>
        <p:grpSpPr>
          <a:xfrm rot="5691647" flipH="1">
            <a:off x="3342621" y="4164371"/>
            <a:ext cx="172742" cy="172742"/>
            <a:chOff x="935444" y="4146329"/>
            <a:chExt cx="172742" cy="172742"/>
          </a:xfrm>
        </p:grpSpPr>
        <p:sp>
          <p:nvSpPr>
            <p:cNvPr id="5" name="Träne 4">
              <a:extLst>
                <a:ext uri="{FF2B5EF4-FFF2-40B4-BE49-F238E27FC236}">
                  <a16:creationId xmlns:a16="http://schemas.microsoft.com/office/drawing/2014/main" id="{6C35943A-8475-C42A-85CB-5BD9944AA3CC}"/>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 name="Ellipse 5">
              <a:extLst>
                <a:ext uri="{FF2B5EF4-FFF2-40B4-BE49-F238E27FC236}">
                  <a16:creationId xmlns:a16="http://schemas.microsoft.com/office/drawing/2014/main" id="{0F77FAAB-1104-B9E6-22F9-E455D072926D}"/>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 name="Textfeld 6">
            <a:extLst>
              <a:ext uri="{FF2B5EF4-FFF2-40B4-BE49-F238E27FC236}">
                <a16:creationId xmlns:a16="http://schemas.microsoft.com/office/drawing/2014/main" id="{91E9E555-205E-9B61-17CF-B0E836A00B6C}"/>
              </a:ext>
            </a:extLst>
          </p:cNvPr>
          <p:cNvSpPr txBox="1"/>
          <p:nvPr/>
        </p:nvSpPr>
        <p:spPr>
          <a:xfrm>
            <a:off x="3537486" y="4151286"/>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RP</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6" name="Textfeld 15">
            <a:extLst>
              <a:ext uri="{FF2B5EF4-FFF2-40B4-BE49-F238E27FC236}">
                <a16:creationId xmlns:a16="http://schemas.microsoft.com/office/drawing/2014/main" id="{E7999E83-F578-2FC2-3D87-F24C61F5F886}"/>
              </a:ext>
            </a:extLst>
          </p:cNvPr>
          <p:cNvSpPr txBox="1"/>
          <p:nvPr/>
        </p:nvSpPr>
        <p:spPr>
          <a:xfrm>
            <a:off x="3504988" y="2005021"/>
            <a:ext cx="2305059" cy="193899"/>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lang="de-DE" sz="1400" b="1" err="1">
                <a:solidFill>
                  <a:prstClr val="black"/>
                </a:solidFill>
                <a:latin typeface="STIHL Contraface Text"/>
              </a:rPr>
              <a:t>xxxxx</a:t>
            </a:r>
            <a:endParaRPr kumimoji="0" lang="de-DE"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0" name="Textfeld 9">
            <a:extLst>
              <a:ext uri="{FF2B5EF4-FFF2-40B4-BE49-F238E27FC236}">
                <a16:creationId xmlns:a16="http://schemas.microsoft.com/office/drawing/2014/main" id="{79FF8EBD-0708-AAAA-1DB6-A71DB989375E}"/>
              </a:ext>
            </a:extLst>
          </p:cNvPr>
          <p:cNvSpPr txBox="1"/>
          <p:nvPr/>
        </p:nvSpPr>
        <p:spPr>
          <a:xfrm>
            <a:off x="3477439" y="434502"/>
            <a:ext cx="1516093" cy="1144347"/>
          </a:xfrm>
          <a:prstGeom prst="rect">
            <a:avLst/>
          </a:prstGeom>
          <a:noFill/>
        </p:spPr>
        <p:txBody>
          <a:bodyPr wrap="square" lIns="18000" tIns="18000" rIns="18000" bIns="18000" rtlCol="0">
            <a:spAutoFit/>
          </a:bodyPr>
          <a:lstStyle/>
          <a:p>
            <a:pPr>
              <a:lnSpc>
                <a:spcPct val="90000"/>
              </a:lnSpc>
              <a:spcBef>
                <a:spcPts val="400"/>
              </a:spcBef>
            </a:pPr>
            <a:r>
              <a:rPr lang="de-DE" sz="2000" b="1">
                <a:solidFill>
                  <a:schemeClr val="accent2"/>
                </a:solidFill>
              </a:rPr>
              <a:t>IPS: </a:t>
            </a:r>
            <a:br>
              <a:rPr lang="de-DE" sz="2000" b="1">
                <a:solidFill>
                  <a:schemeClr val="accent2"/>
                </a:solidFill>
              </a:rPr>
            </a:br>
            <a:r>
              <a:rPr lang="de-DE" sz="2000" b="1">
                <a:solidFill>
                  <a:schemeClr val="accent2"/>
                </a:solidFill>
              </a:rPr>
              <a:t>EFFICIENT.</a:t>
            </a:r>
            <a:br>
              <a:rPr lang="de-DE" sz="2000" b="1">
                <a:solidFill>
                  <a:schemeClr val="accent2"/>
                </a:solidFill>
              </a:rPr>
            </a:br>
            <a:r>
              <a:rPr lang="de-DE" sz="2000" b="1">
                <a:solidFill>
                  <a:schemeClr val="accent2"/>
                </a:solidFill>
              </a:rPr>
              <a:t>RELIABLE.</a:t>
            </a:r>
            <a:br>
              <a:rPr lang="de-DE" sz="2000" b="1">
                <a:solidFill>
                  <a:schemeClr val="accent2"/>
                </a:solidFill>
              </a:rPr>
            </a:br>
            <a:r>
              <a:rPr lang="de-DE" sz="2000" b="1">
                <a:solidFill>
                  <a:schemeClr val="accent2"/>
                </a:solidFill>
              </a:rPr>
              <a:t>SECURE.</a:t>
            </a:r>
            <a:endParaRPr lang="de-DE" sz="2000" b="1"/>
          </a:p>
        </p:txBody>
      </p:sp>
      <p:sp>
        <p:nvSpPr>
          <p:cNvPr id="18" name="Textfeld 17">
            <a:extLst>
              <a:ext uri="{FF2B5EF4-FFF2-40B4-BE49-F238E27FC236}">
                <a16:creationId xmlns:a16="http://schemas.microsoft.com/office/drawing/2014/main" id="{9A67CE15-4AE7-3823-DA15-F73CFCDB4FCA}"/>
              </a:ext>
            </a:extLst>
          </p:cNvPr>
          <p:cNvSpPr txBox="1"/>
          <p:nvPr/>
        </p:nvSpPr>
        <p:spPr>
          <a:xfrm>
            <a:off x="485499" y="2188239"/>
            <a:ext cx="2657334" cy="830997"/>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2000" b="1" i="0" u="none" strike="noStrike" kern="1200" cap="none" spc="0" normalizeH="0" baseline="0" noProof="0">
                <a:ln>
                  <a:noFill/>
                </a:ln>
                <a:solidFill>
                  <a:schemeClr val="accent2"/>
                </a:solidFill>
                <a:effectLst/>
                <a:uLnTx/>
                <a:uFillTx/>
                <a:latin typeface="STIHL Contraface Text"/>
                <a:ea typeface="+mn-ea"/>
                <a:cs typeface="+mn-cs"/>
              </a:rPr>
              <a:t>Digital Collaboration; Service Management &amp; Support @STIHL</a:t>
            </a:r>
            <a:endParaRPr kumimoji="0" lang="de-DE" sz="4000" b="1" i="0" u="none" strike="noStrike" kern="1200" cap="none" spc="0" normalizeH="0" baseline="0" noProof="0">
              <a:ln>
                <a:noFill/>
              </a:ln>
              <a:solidFill>
                <a:schemeClr val="accent2"/>
              </a:solidFill>
              <a:effectLst/>
              <a:uLnTx/>
              <a:uFillTx/>
              <a:latin typeface="STIHL Contraface Text"/>
              <a:ea typeface="+mn-ea"/>
              <a:cs typeface="+mn-cs"/>
            </a:endParaRPr>
          </a:p>
        </p:txBody>
      </p:sp>
      <p:sp>
        <p:nvSpPr>
          <p:cNvPr id="28" name="Title 1">
            <a:extLst>
              <a:ext uri="{FF2B5EF4-FFF2-40B4-BE49-F238E27FC236}">
                <a16:creationId xmlns:a16="http://schemas.microsoft.com/office/drawing/2014/main" id="{A8283D47-A77E-C28E-5894-785B147A53BF}"/>
              </a:ext>
            </a:extLst>
          </p:cNvPr>
          <p:cNvSpPr txBox="1">
            <a:spLocks/>
          </p:cNvSpPr>
          <p:nvPr/>
        </p:nvSpPr>
        <p:spPr>
          <a:xfrm>
            <a:off x="7198469" y="368670"/>
            <a:ext cx="2927036" cy="7806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lang="de-DE" sz="2200" b="1" kern="1200" cap="none" baseline="0" dirty="0">
                <a:solidFill>
                  <a:schemeClr val="tx1"/>
                </a:solidFill>
                <a:latin typeface="+mj-lt"/>
                <a:ea typeface="+mj-ea"/>
                <a:cs typeface="+mj-cs"/>
              </a:defRPr>
            </a:lvl1pPr>
          </a:lstStyle>
          <a:p>
            <a:r>
              <a:rPr lang="de-DE" sz="2800">
                <a:latin typeface="STIHL Contraface Display Title" panose="02000600040000020004" pitchFamily="50" charset="0"/>
              </a:rPr>
              <a:t>STRATEGIE</a:t>
            </a:r>
            <a:endParaRPr lang="de-DE" sz="2000" b="0">
              <a:solidFill>
                <a:schemeClr val="accent2"/>
              </a:solidFill>
              <a:latin typeface="+mn-lt"/>
              <a:ea typeface="+mn-ea"/>
              <a:cs typeface="+mn-cs"/>
            </a:endParaRPr>
          </a:p>
        </p:txBody>
      </p:sp>
      <p:grpSp>
        <p:nvGrpSpPr>
          <p:cNvPr id="63" name="METRO ICON - target">
            <a:extLst>
              <a:ext uri="{FF2B5EF4-FFF2-40B4-BE49-F238E27FC236}">
                <a16:creationId xmlns:a16="http://schemas.microsoft.com/office/drawing/2014/main" id="{0947DF4A-04FC-3B4E-851A-B6605F2EA188}"/>
              </a:ext>
            </a:extLst>
          </p:cNvPr>
          <p:cNvGrpSpPr>
            <a:grpSpLocks noChangeAspect="1"/>
          </p:cNvGrpSpPr>
          <p:nvPr/>
        </p:nvGrpSpPr>
        <p:grpSpPr bwMode="gray">
          <a:xfrm flipH="1">
            <a:off x="6269988" y="221683"/>
            <a:ext cx="770201" cy="665880"/>
            <a:chOff x="7062583" y="1558958"/>
            <a:chExt cx="632912" cy="540715"/>
          </a:xfrm>
          <a:solidFill>
            <a:schemeClr val="accent2"/>
          </a:solidFill>
        </p:grpSpPr>
        <p:sp>
          <p:nvSpPr>
            <p:cNvPr id="65" name="Freeform 6">
              <a:extLst>
                <a:ext uri="{FF2B5EF4-FFF2-40B4-BE49-F238E27FC236}">
                  <a16:creationId xmlns:a16="http://schemas.microsoft.com/office/drawing/2014/main" id="{06B8D766-EBD9-B5D4-0A09-963ED3B2F645}"/>
                </a:ext>
              </a:extLst>
            </p:cNvPr>
            <p:cNvSpPr>
              <a:spLocks/>
            </p:cNvSpPr>
            <p:nvPr/>
          </p:nvSpPr>
          <p:spPr bwMode="gray">
            <a:xfrm>
              <a:off x="7062583" y="1558958"/>
              <a:ext cx="528257" cy="540715"/>
            </a:xfrm>
            <a:custGeom>
              <a:avLst/>
              <a:gdLst>
                <a:gd name="T0" fmla="*/ 286 w 298"/>
                <a:gd name="T1" fmla="*/ 124 h 303"/>
                <a:gd name="T2" fmla="*/ 205 w 298"/>
                <a:gd name="T3" fmla="*/ 276 h 303"/>
                <a:gd name="T4" fmla="*/ 33 w 298"/>
                <a:gd name="T5" fmla="*/ 215 h 303"/>
                <a:gd name="T6" fmla="*/ 77 w 298"/>
                <a:gd name="T7" fmla="*/ 38 h 303"/>
                <a:gd name="T8" fmla="*/ 244 w 298"/>
                <a:gd name="T9" fmla="*/ 50 h 303"/>
                <a:gd name="T10" fmla="*/ 227 w 298"/>
                <a:gd name="T11" fmla="*/ 69 h 303"/>
                <a:gd name="T12" fmla="*/ 205 w 298"/>
                <a:gd name="T13" fmla="*/ 55 h 303"/>
                <a:gd name="T14" fmla="*/ 100 w 298"/>
                <a:gd name="T15" fmla="*/ 55 h 303"/>
                <a:gd name="T16" fmla="*/ 45 w 298"/>
                <a:gd name="T17" fmla="*/ 130 h 303"/>
                <a:gd name="T18" fmla="*/ 126 w 298"/>
                <a:gd name="T19" fmla="*/ 256 h 303"/>
                <a:gd name="T20" fmla="*/ 261 w 298"/>
                <a:gd name="T21" fmla="*/ 167 h 303"/>
                <a:gd name="T22" fmla="*/ 260 w 298"/>
                <a:gd name="T23" fmla="*/ 132 h 303"/>
                <a:gd name="T24" fmla="*/ 263 w 298"/>
                <a:gd name="T25" fmla="*/ 127 h 303"/>
                <a:gd name="T26" fmla="*/ 286 w 298"/>
                <a:gd name="T27" fmla="*/ 12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8" h="303">
                  <a:moveTo>
                    <a:pt x="286" y="124"/>
                  </a:moveTo>
                  <a:cubicBezTo>
                    <a:pt x="298" y="182"/>
                    <a:pt x="268" y="249"/>
                    <a:pt x="205" y="276"/>
                  </a:cubicBezTo>
                  <a:cubicBezTo>
                    <a:pt x="141" y="303"/>
                    <a:pt x="66" y="276"/>
                    <a:pt x="33" y="215"/>
                  </a:cubicBezTo>
                  <a:cubicBezTo>
                    <a:pt x="0" y="154"/>
                    <a:pt x="18" y="79"/>
                    <a:pt x="77" y="38"/>
                  </a:cubicBezTo>
                  <a:cubicBezTo>
                    <a:pt x="133" y="0"/>
                    <a:pt x="203" y="12"/>
                    <a:pt x="244" y="50"/>
                  </a:cubicBezTo>
                  <a:cubicBezTo>
                    <a:pt x="239" y="60"/>
                    <a:pt x="234" y="65"/>
                    <a:pt x="227" y="69"/>
                  </a:cubicBezTo>
                  <a:cubicBezTo>
                    <a:pt x="220" y="64"/>
                    <a:pt x="212" y="59"/>
                    <a:pt x="205" y="55"/>
                  </a:cubicBezTo>
                  <a:cubicBezTo>
                    <a:pt x="170" y="36"/>
                    <a:pt x="135" y="36"/>
                    <a:pt x="100" y="55"/>
                  </a:cubicBezTo>
                  <a:cubicBezTo>
                    <a:pt x="70" y="71"/>
                    <a:pt x="52" y="97"/>
                    <a:pt x="45" y="130"/>
                  </a:cubicBezTo>
                  <a:cubicBezTo>
                    <a:pt x="35" y="187"/>
                    <a:pt x="70" y="242"/>
                    <a:pt x="126" y="256"/>
                  </a:cubicBezTo>
                  <a:cubicBezTo>
                    <a:pt x="189" y="272"/>
                    <a:pt x="251" y="231"/>
                    <a:pt x="261" y="167"/>
                  </a:cubicBezTo>
                  <a:cubicBezTo>
                    <a:pt x="263" y="155"/>
                    <a:pt x="263" y="144"/>
                    <a:pt x="260" y="132"/>
                  </a:cubicBezTo>
                  <a:cubicBezTo>
                    <a:pt x="260" y="129"/>
                    <a:pt x="260" y="128"/>
                    <a:pt x="263" y="127"/>
                  </a:cubicBezTo>
                  <a:cubicBezTo>
                    <a:pt x="271" y="124"/>
                    <a:pt x="278" y="124"/>
                    <a:pt x="286" y="124"/>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Freeform 6">
              <a:extLst>
                <a:ext uri="{FF2B5EF4-FFF2-40B4-BE49-F238E27FC236}">
                  <a16:creationId xmlns:a16="http://schemas.microsoft.com/office/drawing/2014/main" id="{E13A2337-2BBA-11A0-BBBA-FA02D11D6C6D}"/>
                </a:ext>
              </a:extLst>
            </p:cNvPr>
            <p:cNvSpPr>
              <a:spLocks/>
            </p:cNvSpPr>
            <p:nvPr/>
          </p:nvSpPr>
          <p:spPr bwMode="gray">
            <a:xfrm>
              <a:off x="7279367" y="1591352"/>
              <a:ext cx="416128" cy="291537"/>
            </a:xfrm>
            <a:custGeom>
              <a:avLst/>
              <a:gdLst>
                <a:gd name="T0" fmla="*/ 205 w 234"/>
                <a:gd name="T1" fmla="*/ 0 h 164"/>
                <a:gd name="T2" fmla="*/ 194 w 234"/>
                <a:gd name="T3" fmla="*/ 42 h 164"/>
                <a:gd name="T4" fmla="*/ 234 w 234"/>
                <a:gd name="T5" fmla="*/ 54 h 164"/>
                <a:gd name="T6" fmla="*/ 232 w 234"/>
                <a:gd name="T7" fmla="*/ 56 h 164"/>
                <a:gd name="T8" fmla="*/ 176 w 234"/>
                <a:gd name="T9" fmla="*/ 87 h 164"/>
                <a:gd name="T10" fmla="*/ 171 w 234"/>
                <a:gd name="T11" fmla="*/ 88 h 164"/>
                <a:gd name="T12" fmla="*/ 124 w 234"/>
                <a:gd name="T13" fmla="*/ 95 h 164"/>
                <a:gd name="T14" fmla="*/ 62 w 234"/>
                <a:gd name="T15" fmla="*/ 130 h 164"/>
                <a:gd name="T16" fmla="*/ 60 w 234"/>
                <a:gd name="T17" fmla="*/ 134 h 164"/>
                <a:gd name="T18" fmla="*/ 38 w 234"/>
                <a:gd name="T19" fmla="*/ 160 h 164"/>
                <a:gd name="T20" fmla="*/ 8 w 234"/>
                <a:gd name="T21" fmla="*/ 150 h 164"/>
                <a:gd name="T22" fmla="*/ 9 w 234"/>
                <a:gd name="T23" fmla="*/ 114 h 164"/>
                <a:gd name="T24" fmla="*/ 44 w 234"/>
                <a:gd name="T25" fmla="*/ 107 h 164"/>
                <a:gd name="T26" fmla="*/ 50 w 234"/>
                <a:gd name="T27" fmla="*/ 108 h 164"/>
                <a:gd name="T28" fmla="*/ 113 w 234"/>
                <a:gd name="T29" fmla="*/ 72 h 164"/>
                <a:gd name="T30" fmla="*/ 142 w 234"/>
                <a:gd name="T31" fmla="*/ 38 h 164"/>
                <a:gd name="T32" fmla="*/ 147 w 234"/>
                <a:gd name="T33" fmla="*/ 32 h 164"/>
                <a:gd name="T34" fmla="*/ 201 w 234"/>
                <a:gd name="T35" fmla="*/ 2 h 164"/>
                <a:gd name="T36" fmla="*/ 205 w 234"/>
                <a:gd name="T3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164">
                  <a:moveTo>
                    <a:pt x="205" y="0"/>
                  </a:moveTo>
                  <a:cubicBezTo>
                    <a:pt x="201" y="15"/>
                    <a:pt x="197" y="28"/>
                    <a:pt x="194" y="42"/>
                  </a:cubicBezTo>
                  <a:cubicBezTo>
                    <a:pt x="207" y="46"/>
                    <a:pt x="221" y="50"/>
                    <a:pt x="234" y="54"/>
                  </a:cubicBezTo>
                  <a:cubicBezTo>
                    <a:pt x="233" y="55"/>
                    <a:pt x="232" y="55"/>
                    <a:pt x="232" y="56"/>
                  </a:cubicBezTo>
                  <a:cubicBezTo>
                    <a:pt x="213" y="66"/>
                    <a:pt x="195" y="76"/>
                    <a:pt x="176" y="87"/>
                  </a:cubicBezTo>
                  <a:cubicBezTo>
                    <a:pt x="175" y="88"/>
                    <a:pt x="173" y="88"/>
                    <a:pt x="171" y="88"/>
                  </a:cubicBezTo>
                  <a:cubicBezTo>
                    <a:pt x="155" y="84"/>
                    <a:pt x="139" y="87"/>
                    <a:pt x="124" y="95"/>
                  </a:cubicBezTo>
                  <a:cubicBezTo>
                    <a:pt x="103" y="107"/>
                    <a:pt x="83" y="118"/>
                    <a:pt x="62" y="130"/>
                  </a:cubicBezTo>
                  <a:cubicBezTo>
                    <a:pt x="61" y="131"/>
                    <a:pt x="60" y="133"/>
                    <a:pt x="60" y="134"/>
                  </a:cubicBezTo>
                  <a:cubicBezTo>
                    <a:pt x="58" y="147"/>
                    <a:pt x="50" y="157"/>
                    <a:pt x="38" y="160"/>
                  </a:cubicBezTo>
                  <a:cubicBezTo>
                    <a:pt x="27" y="164"/>
                    <a:pt x="15" y="159"/>
                    <a:pt x="8" y="150"/>
                  </a:cubicBezTo>
                  <a:cubicBezTo>
                    <a:pt x="0" y="139"/>
                    <a:pt x="0" y="124"/>
                    <a:pt x="9" y="114"/>
                  </a:cubicBezTo>
                  <a:cubicBezTo>
                    <a:pt x="18" y="103"/>
                    <a:pt x="33" y="101"/>
                    <a:pt x="44" y="107"/>
                  </a:cubicBezTo>
                  <a:cubicBezTo>
                    <a:pt x="46" y="108"/>
                    <a:pt x="48" y="109"/>
                    <a:pt x="50" y="108"/>
                  </a:cubicBezTo>
                  <a:cubicBezTo>
                    <a:pt x="71" y="96"/>
                    <a:pt x="92" y="84"/>
                    <a:pt x="113" y="72"/>
                  </a:cubicBezTo>
                  <a:cubicBezTo>
                    <a:pt x="127" y="64"/>
                    <a:pt x="136" y="52"/>
                    <a:pt x="142" y="38"/>
                  </a:cubicBezTo>
                  <a:cubicBezTo>
                    <a:pt x="143" y="36"/>
                    <a:pt x="145" y="33"/>
                    <a:pt x="147" y="32"/>
                  </a:cubicBezTo>
                  <a:cubicBezTo>
                    <a:pt x="165" y="22"/>
                    <a:pt x="183" y="12"/>
                    <a:pt x="201" y="2"/>
                  </a:cubicBezTo>
                  <a:cubicBezTo>
                    <a:pt x="202" y="2"/>
                    <a:pt x="203" y="1"/>
                    <a:pt x="205" y="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Freeform 6">
              <a:extLst>
                <a:ext uri="{FF2B5EF4-FFF2-40B4-BE49-F238E27FC236}">
                  <a16:creationId xmlns:a16="http://schemas.microsoft.com/office/drawing/2014/main" id="{469ADBB3-FB41-AE57-978C-D33957E214E8}"/>
                </a:ext>
              </a:extLst>
            </p:cNvPr>
            <p:cNvSpPr>
              <a:spLocks/>
            </p:cNvSpPr>
            <p:nvPr/>
          </p:nvSpPr>
          <p:spPr bwMode="gray">
            <a:xfrm>
              <a:off x="7172221" y="1671089"/>
              <a:ext cx="311473" cy="316455"/>
            </a:xfrm>
            <a:custGeom>
              <a:avLst/>
              <a:gdLst>
                <a:gd name="T0" fmla="*/ 172 w 176"/>
                <a:gd name="T1" fmla="*/ 80 h 179"/>
                <a:gd name="T2" fmla="*/ 116 w 176"/>
                <a:gd name="T3" fmla="*/ 167 h 179"/>
                <a:gd name="T4" fmla="*/ 18 w 176"/>
                <a:gd name="T5" fmla="*/ 127 h 179"/>
                <a:gd name="T6" fmla="*/ 38 w 176"/>
                <a:gd name="T7" fmla="*/ 25 h 179"/>
                <a:gd name="T8" fmla="*/ 139 w 176"/>
                <a:gd name="T9" fmla="*/ 22 h 179"/>
                <a:gd name="T10" fmla="*/ 136 w 176"/>
                <a:gd name="T11" fmla="*/ 24 h 179"/>
                <a:gd name="T12" fmla="*/ 126 w 176"/>
                <a:gd name="T13" fmla="*/ 30 h 179"/>
                <a:gd name="T14" fmla="*/ 102 w 176"/>
                <a:gd name="T15" fmla="*/ 34 h 179"/>
                <a:gd name="T16" fmla="*/ 36 w 176"/>
                <a:gd name="T17" fmla="*/ 78 h 179"/>
                <a:gd name="T18" fmla="*/ 81 w 176"/>
                <a:gd name="T19" fmla="*/ 144 h 179"/>
                <a:gd name="T20" fmla="*/ 145 w 176"/>
                <a:gd name="T21" fmla="*/ 99 h 179"/>
                <a:gd name="T22" fmla="*/ 150 w 176"/>
                <a:gd name="T23" fmla="*/ 93 h 179"/>
                <a:gd name="T24" fmla="*/ 172 w 176"/>
                <a:gd name="T25" fmla="*/ 8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179">
                  <a:moveTo>
                    <a:pt x="172" y="80"/>
                  </a:moveTo>
                  <a:cubicBezTo>
                    <a:pt x="176" y="121"/>
                    <a:pt x="151" y="156"/>
                    <a:pt x="116" y="167"/>
                  </a:cubicBezTo>
                  <a:cubicBezTo>
                    <a:pt x="77" y="179"/>
                    <a:pt x="37" y="162"/>
                    <a:pt x="18" y="127"/>
                  </a:cubicBezTo>
                  <a:cubicBezTo>
                    <a:pt x="0" y="92"/>
                    <a:pt x="8" y="51"/>
                    <a:pt x="38" y="25"/>
                  </a:cubicBezTo>
                  <a:cubicBezTo>
                    <a:pt x="66" y="1"/>
                    <a:pt x="111" y="0"/>
                    <a:pt x="139" y="22"/>
                  </a:cubicBezTo>
                  <a:cubicBezTo>
                    <a:pt x="138" y="23"/>
                    <a:pt x="137" y="24"/>
                    <a:pt x="136" y="24"/>
                  </a:cubicBezTo>
                  <a:cubicBezTo>
                    <a:pt x="133" y="26"/>
                    <a:pt x="129" y="28"/>
                    <a:pt x="126" y="30"/>
                  </a:cubicBezTo>
                  <a:cubicBezTo>
                    <a:pt x="118" y="35"/>
                    <a:pt x="111" y="37"/>
                    <a:pt x="102" y="34"/>
                  </a:cubicBezTo>
                  <a:cubicBezTo>
                    <a:pt x="72" y="27"/>
                    <a:pt x="42" y="48"/>
                    <a:pt x="36" y="78"/>
                  </a:cubicBezTo>
                  <a:cubicBezTo>
                    <a:pt x="30" y="108"/>
                    <a:pt x="51" y="138"/>
                    <a:pt x="81" y="144"/>
                  </a:cubicBezTo>
                  <a:cubicBezTo>
                    <a:pt x="111" y="149"/>
                    <a:pt x="140" y="129"/>
                    <a:pt x="145" y="99"/>
                  </a:cubicBezTo>
                  <a:cubicBezTo>
                    <a:pt x="146" y="96"/>
                    <a:pt x="147" y="94"/>
                    <a:pt x="150" y="93"/>
                  </a:cubicBezTo>
                  <a:cubicBezTo>
                    <a:pt x="157" y="89"/>
                    <a:pt x="165" y="85"/>
                    <a:pt x="172" y="8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81" name="Textframe 10">
            <a:extLst>
              <a:ext uri="{FF2B5EF4-FFF2-40B4-BE49-F238E27FC236}">
                <a16:creationId xmlns:a16="http://schemas.microsoft.com/office/drawing/2014/main" id="{E6D6F96C-E238-6B94-B1BD-93EE9E36960E}"/>
              </a:ext>
            </a:extLst>
          </p:cNvPr>
          <p:cNvSpPr txBox="1"/>
          <p:nvPr/>
        </p:nvSpPr>
        <p:spPr>
          <a:xfrm>
            <a:off x="6278187" y="1251870"/>
            <a:ext cx="7260606" cy="439095"/>
          </a:xfrm>
          <a:prstGeom prst="rect">
            <a:avLst/>
          </a:prstGeom>
          <a:noFill/>
          <a:ln w="9525">
            <a:noFill/>
          </a:ln>
        </p:spPr>
        <p:txBody>
          <a:bodyPr vert="horz" wrap="square" lIns="0" tIns="0" rIns="0" bIns="0" rtlCol="0" anchor="ctr">
            <a:spAutoFit/>
          </a:bodyPr>
          <a:lstStyle/>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err="1"/>
              <a:t>xxxxxxxxx</a:t>
            </a:r>
            <a:endParaRPr lang="de-DE" sz="1400" b="1"/>
          </a:p>
          <a:p>
            <a:pPr>
              <a:lnSpc>
                <a:spcPct val="90000"/>
              </a:lnSpc>
              <a:spcBef>
                <a:spcPts val="400"/>
              </a:spcBef>
              <a:buSzPct val="105000"/>
            </a:pPr>
            <a:endParaRPr lang="de-DE" sz="1400" b="1"/>
          </a:p>
        </p:txBody>
      </p:sp>
      <p:sp>
        <p:nvSpPr>
          <p:cNvPr id="101" name="Textfeld 100">
            <a:extLst>
              <a:ext uri="{FF2B5EF4-FFF2-40B4-BE49-F238E27FC236}">
                <a16:creationId xmlns:a16="http://schemas.microsoft.com/office/drawing/2014/main" id="{E5BE9E46-C640-9AF9-A2DE-DDDB664C0664}"/>
              </a:ext>
            </a:extLst>
          </p:cNvPr>
          <p:cNvSpPr txBox="1"/>
          <p:nvPr/>
        </p:nvSpPr>
        <p:spPr>
          <a:xfrm>
            <a:off x="6278037" y="2055272"/>
            <a:ext cx="5346609" cy="307777"/>
          </a:xfrm>
          <a:prstGeom prst="rect">
            <a:avLst/>
          </a:prstGeom>
          <a:noFill/>
        </p:spPr>
        <p:txBody>
          <a:bodyPr wrap="square">
            <a:spAutoFit/>
          </a:bodyPr>
          <a:lstStyle/>
          <a:p>
            <a:r>
              <a:rPr lang="de-DE" sz="1400"/>
              <a:t>DC</a:t>
            </a:r>
            <a:r>
              <a:rPr lang="de-DE" sz="1400" noProof="0"/>
              <a:t> Strategie ……..</a:t>
            </a:r>
          </a:p>
        </p:txBody>
      </p:sp>
      <p:sp>
        <p:nvSpPr>
          <p:cNvPr id="11" name="Textfeld 10">
            <a:extLst>
              <a:ext uri="{FF2B5EF4-FFF2-40B4-BE49-F238E27FC236}">
                <a16:creationId xmlns:a16="http://schemas.microsoft.com/office/drawing/2014/main" id="{8EF10056-D440-6D88-A3F4-5170E9DFB526}"/>
              </a:ext>
            </a:extLst>
          </p:cNvPr>
          <p:cNvSpPr txBox="1"/>
          <p:nvPr/>
        </p:nvSpPr>
        <p:spPr>
          <a:xfrm>
            <a:off x="478703" y="4795666"/>
            <a:ext cx="1128022" cy="922748"/>
          </a:xfrm>
          <a:prstGeom prst="rect">
            <a:avLst/>
          </a:prstGeom>
          <a:noFill/>
        </p:spPr>
        <p:txBody>
          <a:bodyPr wrap="square" lIns="18000" tIns="18000" rIns="18000" bIns="18000" rtlCol="0">
            <a:spAutoFit/>
          </a:bodyPr>
          <a:lstStyle/>
          <a:p>
            <a:pPr algn="l">
              <a:lnSpc>
                <a:spcPct val="90000"/>
              </a:lnSpc>
              <a:spcBef>
                <a:spcPts val="400"/>
              </a:spcBef>
            </a:pPr>
            <a:r>
              <a:rPr lang="de-DE" sz="1600"/>
              <a:t>Evtl. Regional Center auflisten</a:t>
            </a:r>
          </a:p>
        </p:txBody>
      </p:sp>
      <p:sp>
        <p:nvSpPr>
          <p:cNvPr id="13" name="Textfeld 12">
            <a:extLst>
              <a:ext uri="{FF2B5EF4-FFF2-40B4-BE49-F238E27FC236}">
                <a16:creationId xmlns:a16="http://schemas.microsoft.com/office/drawing/2014/main" id="{3523E519-D06D-49AF-96EC-E6D730E48463}"/>
              </a:ext>
            </a:extLst>
          </p:cNvPr>
          <p:cNvSpPr txBox="1"/>
          <p:nvPr/>
        </p:nvSpPr>
        <p:spPr>
          <a:xfrm>
            <a:off x="7040189" y="3019236"/>
            <a:ext cx="2314320" cy="1195643"/>
          </a:xfrm>
          <a:prstGeom prst="rect">
            <a:avLst/>
          </a:prstGeom>
          <a:noFill/>
        </p:spPr>
        <p:txBody>
          <a:bodyPr wrap="square" lIns="18000" tIns="18000" rIns="18000" bIns="18000" rtlCol="0">
            <a:spAutoFit/>
          </a:bodyPr>
          <a:lstStyle/>
          <a:p>
            <a:pPr algn="l">
              <a:lnSpc>
                <a:spcPct val="90000"/>
              </a:lnSpc>
              <a:spcBef>
                <a:spcPts val="400"/>
              </a:spcBef>
            </a:pPr>
            <a:r>
              <a:rPr lang="de-DE" sz="1600">
                <a:highlight>
                  <a:srgbClr val="FFFF00"/>
                </a:highlight>
              </a:rPr>
              <a:t>@ Alex: evtl. Folie kopieren für DC, Service </a:t>
            </a:r>
            <a:r>
              <a:rPr lang="de-DE" sz="1600" err="1">
                <a:highlight>
                  <a:srgbClr val="FFFF00"/>
                </a:highlight>
              </a:rPr>
              <a:t>Mgmt</a:t>
            </a:r>
            <a:r>
              <a:rPr lang="de-DE" sz="1600">
                <a:highlight>
                  <a:srgbClr val="FFFF00"/>
                </a:highlight>
              </a:rPr>
              <a:t>, Support</a:t>
            </a:r>
          </a:p>
          <a:p>
            <a:pPr algn="l">
              <a:lnSpc>
                <a:spcPct val="90000"/>
              </a:lnSpc>
              <a:spcBef>
                <a:spcPts val="400"/>
              </a:spcBef>
            </a:pPr>
            <a:r>
              <a:rPr lang="de-DE" sz="1600" err="1">
                <a:highlight>
                  <a:srgbClr val="FFFF00"/>
                </a:highlight>
              </a:rPr>
              <a:t>KPI‘s</a:t>
            </a:r>
            <a:r>
              <a:rPr lang="de-DE" sz="1600">
                <a:highlight>
                  <a:srgbClr val="FFFF00"/>
                </a:highlight>
              </a:rPr>
              <a:t> einbringen // Dashboards</a:t>
            </a:r>
          </a:p>
        </p:txBody>
      </p:sp>
    </p:spTree>
    <p:extLst>
      <p:ext uri="{BB962C8B-B14F-4D97-AF65-F5344CB8AC3E}">
        <p14:creationId xmlns:p14="http://schemas.microsoft.com/office/powerpoint/2010/main" val="8416855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45104-36F8-160D-5DA1-E5C45E41B2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DD1737A-93E5-7DDE-5998-59A0A5EB536E}"/>
              </a:ext>
            </a:extLst>
          </p:cNvPr>
          <p:cNvSpPr>
            <a:spLocks noGrp="1"/>
          </p:cNvSpPr>
          <p:nvPr>
            <p:ph type="title"/>
          </p:nvPr>
        </p:nvSpPr>
        <p:spPr>
          <a:xfrm>
            <a:off x="479426" y="503546"/>
            <a:ext cx="8664574" cy="304699"/>
          </a:xfrm>
        </p:spPr>
        <p:txBody>
          <a:bodyPr/>
          <a:lstStyle/>
          <a:p>
            <a:endParaRPr lang="de-DE"/>
          </a:p>
        </p:txBody>
      </p:sp>
      <p:sp>
        <p:nvSpPr>
          <p:cNvPr id="3" name="Textplatzhalter 2">
            <a:extLst>
              <a:ext uri="{FF2B5EF4-FFF2-40B4-BE49-F238E27FC236}">
                <a16:creationId xmlns:a16="http://schemas.microsoft.com/office/drawing/2014/main" id="{85A98207-F8FF-FDE7-3F86-1EBA6727F8E6}"/>
              </a:ext>
            </a:extLst>
          </p:cNvPr>
          <p:cNvSpPr>
            <a:spLocks noGrp="1"/>
          </p:cNvSpPr>
          <p:nvPr>
            <p:ph type="body" sz="quarter" idx="14"/>
          </p:nvPr>
        </p:nvSpPr>
        <p:spPr/>
        <p:txBody>
          <a:bodyPr/>
          <a:lstStyle/>
          <a:p>
            <a:endParaRPr lang="de-DE"/>
          </a:p>
        </p:txBody>
      </p:sp>
      <p:sp>
        <p:nvSpPr>
          <p:cNvPr id="4" name="Textplatzhalter 3">
            <a:extLst>
              <a:ext uri="{FF2B5EF4-FFF2-40B4-BE49-F238E27FC236}">
                <a16:creationId xmlns:a16="http://schemas.microsoft.com/office/drawing/2014/main" id="{A4C4A53E-8E0C-B231-8EDC-9635786F62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4464169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Bildplatzhalter 6" descr="Ein Bild, das draußen, Berg, Landschaft, Natur enthält.&#10;&#10;Automatisch generierte Beschreibung">
            <a:extLst>
              <a:ext uri="{FF2B5EF4-FFF2-40B4-BE49-F238E27FC236}">
                <a16:creationId xmlns:a16="http://schemas.microsoft.com/office/drawing/2014/main" id="{C1877D97-8BFD-8283-1981-2250D5B57AE3}"/>
              </a:ext>
            </a:extLst>
          </p:cNvPr>
          <p:cNvPicPr>
            <a:picLocks noGrp="1" noChangeAspect="1"/>
          </p:cNvPicPr>
          <p:nvPr>
            <p:ph type="pic" sz="quarter" idx="15"/>
          </p:nvPr>
        </p:nvPicPr>
        <p:blipFill>
          <a:blip r:embed="rId4">
            <a:extLst>
              <a:ext uri="{28A0092B-C50C-407E-A947-70E740481C1C}">
                <a14:useLocalDpi xmlns:a14="http://schemas.microsoft.com/office/drawing/2010/main" val="0"/>
              </a:ext>
            </a:extLst>
          </a:blip>
          <a:srcRect t="12500" b="12500"/>
          <a:stretch>
            <a:fillRect/>
          </a:stretch>
        </p:blipFill>
        <p:spPr/>
      </p:pic>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 imgW="370" imgH="371" progId="TCLayout.ActiveDocument.1">
                  <p:embed/>
                </p:oleObj>
              </mc:Choice>
              <mc:Fallback>
                <p:oleObj name="think-cell Folie" r:id="rId5" imgW="370" imgH="371" progId="TCLayout.ActiveDocument.1">
                  <p:embed/>
                  <p:pic>
                    <p:nvPicPr>
                      <p:cNvPr id="2" name="Objekt 1" hidden="1"/>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5" name="Textplatzhalter 4">
            <a:extLst>
              <a:ext uri="{FF2B5EF4-FFF2-40B4-BE49-F238E27FC236}">
                <a16:creationId xmlns:a16="http://schemas.microsoft.com/office/drawing/2014/main" id="{40410E87-BFFA-41C1-BE52-E67DD581A30B}"/>
              </a:ext>
            </a:extLst>
          </p:cNvPr>
          <p:cNvSpPr>
            <a:spLocks noGrp="1"/>
          </p:cNvSpPr>
          <p:nvPr>
            <p:ph type="body" sz="quarter" idx="10"/>
          </p:nvPr>
        </p:nvSpPr>
        <p:spPr>
          <a:xfrm>
            <a:off x="479425" y="4834859"/>
            <a:ext cx="7812088" cy="1336071"/>
          </a:xfrm>
        </p:spPr>
        <p:txBody>
          <a:bodyPr/>
          <a:lstStyle/>
          <a:p>
            <a:r>
              <a:rPr lang="de-DE"/>
              <a:t>Vielen Dank für Ihre Aufmerksamkeit!</a:t>
            </a:r>
          </a:p>
        </p:txBody>
      </p:sp>
      <p:pic>
        <p:nvPicPr>
          <p:cNvPr id="3" name="Grafik 2" descr="Ein Bild, das Entwurf, Kreis, Schwarzweiß, Grafiken enthält.&#10;&#10;Automatisch generierte Beschreibung">
            <a:extLst>
              <a:ext uri="{FF2B5EF4-FFF2-40B4-BE49-F238E27FC236}">
                <a16:creationId xmlns:a16="http://schemas.microsoft.com/office/drawing/2014/main" id="{8CF4DCC0-6205-DA53-CC3B-7CAA3EBBB7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58680" y="378086"/>
            <a:ext cx="1303300" cy="536960"/>
          </a:xfrm>
          <a:prstGeom prst="rect">
            <a:avLst/>
          </a:prstGeom>
        </p:spPr>
      </p:pic>
    </p:spTree>
    <p:extLst>
      <p:ext uri="{BB962C8B-B14F-4D97-AF65-F5344CB8AC3E}">
        <p14:creationId xmlns:p14="http://schemas.microsoft.com/office/powerpoint/2010/main" val="23262778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0B0CA-F7E3-A258-3811-09528FED8D3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1BCAF5C-C888-70C8-6391-3334F50BF968}"/>
              </a:ext>
            </a:extLst>
          </p:cNvPr>
          <p:cNvSpPr>
            <a:spLocks noGrp="1"/>
          </p:cNvSpPr>
          <p:nvPr>
            <p:ph type="title"/>
          </p:nvPr>
        </p:nvSpPr>
        <p:spPr>
          <a:xfrm>
            <a:off x="479426" y="503546"/>
            <a:ext cx="8664574" cy="304699"/>
          </a:xfrm>
        </p:spPr>
        <p:txBody>
          <a:bodyPr/>
          <a:lstStyle/>
          <a:p>
            <a:endParaRPr lang="de-DE"/>
          </a:p>
        </p:txBody>
      </p:sp>
      <p:sp>
        <p:nvSpPr>
          <p:cNvPr id="3" name="Textplatzhalter 2">
            <a:extLst>
              <a:ext uri="{FF2B5EF4-FFF2-40B4-BE49-F238E27FC236}">
                <a16:creationId xmlns:a16="http://schemas.microsoft.com/office/drawing/2014/main" id="{6ECBD492-BDA0-72E2-5634-D2BF852C81C6}"/>
              </a:ext>
            </a:extLst>
          </p:cNvPr>
          <p:cNvSpPr>
            <a:spLocks noGrp="1"/>
          </p:cNvSpPr>
          <p:nvPr>
            <p:ph type="body" sz="quarter" idx="14"/>
          </p:nvPr>
        </p:nvSpPr>
        <p:spPr/>
        <p:txBody>
          <a:bodyPr/>
          <a:lstStyle/>
          <a:p>
            <a:endParaRPr lang="de-DE"/>
          </a:p>
        </p:txBody>
      </p:sp>
      <p:sp>
        <p:nvSpPr>
          <p:cNvPr id="4" name="Textplatzhalter 3">
            <a:extLst>
              <a:ext uri="{FF2B5EF4-FFF2-40B4-BE49-F238E27FC236}">
                <a16:creationId xmlns:a16="http://schemas.microsoft.com/office/drawing/2014/main" id="{0F6E34D0-91EE-DE9B-756B-96874147F417}"/>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1299957196"/>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Digital Collaboration, Service Management &amp; Support</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896112"/>
            <a:ext cx="11247120" cy="365760"/>
          </a:xfrm>
          <a:prstGeom prst="rect">
            <a:avLst/>
          </a:prstGeom>
          <a:noFill/>
        </p:spPr>
        <p:txBody>
          <a:bodyPr wrap="square" anchor="t" lIns="45720" rIns="45720" tIns="18288" bIns="18288">
            <a:spAutoFit/>
          </a:bodyPr>
          <a:lstStyle/>
          <a:p>
            <a:pPr>
              <a:spcBef>
                <a:spcPts val="0"/>
              </a:spcBef>
              <a:spcAft>
                <a:spcPts val="300"/>
              </a:spcAft>
            </a:pPr>
            <a:r>
              <a:rPr sz="1300" b="1" i="0">
                <a:solidFill>
                  <a:srgbClr val="878787"/>
                </a:solidFill>
                <a:latin typeface="STIHL Contraface Text"/>
              </a:rPr>
              <a:t>Wer wir sind – unsere Prozesse – unsere KPI &amp; Nachweise</a:t>
            </a:r>
          </a:p>
        </p:txBody>
      </p:sp>
      <p:cxnSp>
        <p:nvCxnSpPr>
          <p:cNvPr id="5" name="Connector 4"/>
          <p:cNvCxnSpPr/>
          <p:nvPr/>
        </p:nvCxnSpPr>
        <p:spPr>
          <a:xfrm>
            <a:off x="475488" y="1371600"/>
            <a:ext cx="11237976" cy="0"/>
          </a:xfrm>
          <a:prstGeom prst="bentConnector3">
            <a:avLst/>
          </a:prstGeom>
          <a:ln w="9525">
            <a:solidFill>
              <a:srgbClr val="878787"/>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75488" y="1600200"/>
            <a:ext cx="3584448" cy="3703320"/>
          </a:xfrm>
          <a:prstGeom prst="roundRect">
            <a:avLst/>
          </a:prstGeom>
          <a:solidFill>
            <a:srgbClr val="FFFFFF"/>
          </a:solidFill>
          <a:ln w="15875">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600200"/>
            <a:ext cx="3584448" cy="868680"/>
          </a:xfrm>
          <a:prstGeom prst="round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2000" b="1">
                <a:solidFill>
                  <a:srgbClr val="FFFFFF"/>
                </a:solidFill>
                <a:latin typeface="STIHL Contraface Display Title"/>
              </a:rPr>
              <a:t>1  </a:t>
            </a:r>
            <a:r>
              <a:rPr sz="1500" b="1">
                <a:solidFill>
                  <a:srgbClr val="FFFFFF"/>
                </a:solidFill>
                <a:latin typeface="STIHL Contraface Text"/>
              </a:rPr>
              <a:t>Digital Collaboration</a:t>
            </a:r>
          </a:p>
        </p:txBody>
      </p:sp>
      <p:sp>
        <p:nvSpPr>
          <p:cNvPr id="8" name="TextBox 7"/>
          <p:cNvSpPr txBox="1"/>
          <p:nvPr/>
        </p:nvSpPr>
        <p:spPr>
          <a:xfrm>
            <a:off x="640080" y="2587752"/>
            <a:ext cx="3255264" cy="2606040"/>
          </a:xfrm>
          <a:prstGeom prst="rect">
            <a:avLst/>
          </a:prstGeom>
          <a:noFill/>
        </p:spPr>
        <p:txBody>
          <a:bodyPr wrap="square" anchor="t" lIns="45720" rIns="45720" tIns="18288" bIns="18288">
            <a:spAutoFit/>
          </a:bodyPr>
          <a:lstStyle/>
          <a:p>
            <a:pPr>
              <a:spcBef>
                <a:spcPts val="0"/>
              </a:spcBef>
              <a:spcAft>
                <a:spcPts val="800"/>
              </a:spcAft>
            </a:pPr>
            <a:r>
              <a:rPr sz="1100" b="1" i="0">
                <a:solidFill>
                  <a:srgbClr val="333333"/>
                </a:solidFill>
                <a:latin typeface="STIHL Contraface Text"/>
              </a:rPr>
              <a:t>Bereitstellung &amp; Betrieb der digitalen Arbeitsplatz- und Kollaborationsservices (M365).</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Business Services: Teamwork, Messaging,</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Knowledge &amp; Document Collaboration, Voice</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Betriebsregelwerk: M365 Operational Manual</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Support L1–L3 &amp; Service Owner je Service</a:t>
            </a:r>
          </a:p>
        </p:txBody>
      </p:sp>
      <p:sp>
        <p:nvSpPr>
          <p:cNvPr id="9" name="Rounded Rectangle 8"/>
          <p:cNvSpPr/>
          <p:nvPr/>
        </p:nvSpPr>
        <p:spPr>
          <a:xfrm>
            <a:off x="4242816" y="1600200"/>
            <a:ext cx="3584448" cy="3703320"/>
          </a:xfrm>
          <a:prstGeom prst="roundRect">
            <a:avLst/>
          </a:prstGeom>
          <a:solidFill>
            <a:srgbClr val="FFFFFF"/>
          </a:solidFill>
          <a:ln w="15875">
            <a:solidFill>
              <a:srgbClr val="249A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42816" y="1600200"/>
            <a:ext cx="3584448" cy="868680"/>
          </a:xfrm>
          <a:prstGeom prst="roundRect">
            <a:avLst/>
          </a:prstGeom>
          <a:solidFill>
            <a:srgbClr val="249A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2000" b="1">
                <a:solidFill>
                  <a:srgbClr val="FFFFFF"/>
                </a:solidFill>
                <a:latin typeface="STIHL Contraface Display Title"/>
              </a:rPr>
              <a:t>2  </a:t>
            </a:r>
            <a:r>
              <a:rPr sz="1500" b="1">
                <a:solidFill>
                  <a:srgbClr val="FFFFFF"/>
                </a:solidFill>
                <a:latin typeface="STIHL Contraface Text"/>
              </a:rPr>
              <a:t>IT Service Management</a:t>
            </a:r>
          </a:p>
        </p:txBody>
      </p:sp>
      <p:sp>
        <p:nvSpPr>
          <p:cNvPr id="11" name="TextBox 10"/>
          <p:cNvSpPr txBox="1"/>
          <p:nvPr/>
        </p:nvSpPr>
        <p:spPr>
          <a:xfrm>
            <a:off x="4407408" y="2587752"/>
            <a:ext cx="3255264" cy="2606040"/>
          </a:xfrm>
          <a:prstGeom prst="rect">
            <a:avLst/>
          </a:prstGeom>
          <a:noFill/>
        </p:spPr>
        <p:txBody>
          <a:bodyPr wrap="square" anchor="t" lIns="45720" rIns="45720" tIns="18288" bIns="18288">
            <a:spAutoFit/>
          </a:bodyPr>
          <a:lstStyle/>
          <a:p>
            <a:pPr>
              <a:spcBef>
                <a:spcPts val="0"/>
              </a:spcBef>
              <a:spcAft>
                <a:spcPts val="800"/>
              </a:spcAft>
            </a:pPr>
            <a:r>
              <a:rPr sz="1100" b="1" i="0">
                <a:solidFill>
                  <a:srgbClr val="333333"/>
                </a:solidFill>
                <a:latin typeface="STIHL Contraface Text"/>
              </a:rPr>
              <a:t>ITSM als zentrales Steuerungsinstrument der Group IT (IPS) – Services &amp; Value.</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Service Catalogue &amp; Service Owner</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201 Services / 890 Offerings (TBM, 11/25)</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Monthly Practice Reviews + CSI Register</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Service-based Working in ServiceNow</a:t>
            </a:r>
          </a:p>
        </p:txBody>
      </p:sp>
      <p:sp>
        <p:nvSpPr>
          <p:cNvPr id="12" name="Rounded Rectangle 11"/>
          <p:cNvSpPr/>
          <p:nvPr/>
        </p:nvSpPr>
        <p:spPr>
          <a:xfrm>
            <a:off x="8010144" y="1600200"/>
            <a:ext cx="3584448" cy="3703320"/>
          </a:xfrm>
          <a:prstGeom prst="roundRect">
            <a:avLst/>
          </a:prstGeom>
          <a:solidFill>
            <a:srgbClr val="FFFFFF"/>
          </a:solidFill>
          <a:ln w="15875">
            <a:solidFill>
              <a:srgbClr val="749F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10144" y="1600200"/>
            <a:ext cx="3584448" cy="868680"/>
          </a:xfrm>
          <a:prstGeom prst="roundRect">
            <a:avLst/>
          </a:prstGeom>
          <a:solidFill>
            <a:srgbClr val="749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2000" b="1">
                <a:solidFill>
                  <a:srgbClr val="FFFFFF"/>
                </a:solidFill>
                <a:latin typeface="STIHL Contraface Display Title"/>
              </a:rPr>
              <a:t>3  </a:t>
            </a:r>
            <a:r>
              <a:rPr sz="1500" b="1">
                <a:solidFill>
                  <a:srgbClr val="FFFFFF"/>
                </a:solidFill>
                <a:latin typeface="STIHL Contraface Text"/>
              </a:rPr>
              <a:t>Support</a:t>
            </a:r>
          </a:p>
        </p:txBody>
      </p:sp>
      <p:sp>
        <p:nvSpPr>
          <p:cNvPr id="14" name="TextBox 13"/>
          <p:cNvSpPr txBox="1"/>
          <p:nvPr/>
        </p:nvSpPr>
        <p:spPr>
          <a:xfrm>
            <a:off x="8174736" y="2587752"/>
            <a:ext cx="3255264" cy="2606040"/>
          </a:xfrm>
          <a:prstGeom prst="rect">
            <a:avLst/>
          </a:prstGeom>
          <a:noFill/>
        </p:spPr>
        <p:txBody>
          <a:bodyPr wrap="square" anchor="t" lIns="45720" rIns="45720" tIns="18288" bIns="18288">
            <a:spAutoFit/>
          </a:bodyPr>
          <a:lstStyle/>
          <a:p>
            <a:pPr>
              <a:spcBef>
                <a:spcPts val="0"/>
              </a:spcBef>
              <a:spcAft>
                <a:spcPts val="800"/>
              </a:spcAft>
            </a:pPr>
            <a:r>
              <a:rPr sz="1100" b="1" i="0">
                <a:solidFill>
                  <a:srgbClr val="333333"/>
                </a:solidFill>
                <a:latin typeface="STIHL Contraface Text"/>
              </a:rPr>
              <a:t>Service Desk und durchgaengige Incident- &amp; Service-Level-Prozesse.</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First Contact: lokaler Service Desk</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Incident Mgmt (5 Phasen, P1–P4)</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Service Level Management (3 Klassen)</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KPI: SLA, FCR, CSAT, Backlog, AHT</a:t>
            </a:r>
          </a:p>
        </p:txBody>
      </p:sp>
      <p:sp>
        <p:nvSpPr>
          <p:cNvPr id="15" name="TextBox 14"/>
          <p:cNvSpPr txBox="1"/>
          <p:nvPr/>
        </p:nvSpPr>
        <p:spPr>
          <a:xfrm>
            <a:off x="475488" y="5532120"/>
            <a:ext cx="11247120" cy="457200"/>
          </a:xfrm>
          <a:prstGeom prst="rect">
            <a:avLst/>
          </a:prstGeom>
          <a:noFill/>
        </p:spPr>
        <p:txBody>
          <a:bodyPr wrap="square" anchor="t" lIns="45720" rIns="45720" tIns="18288" bIns="18288">
            <a:spAutoFit/>
          </a:bodyPr>
          <a:lstStyle/>
          <a:p>
            <a:pPr>
              <a:spcBef>
                <a:spcPts val="0"/>
              </a:spcBef>
              <a:spcAft>
                <a:spcPts val="300"/>
              </a:spcAft>
            </a:pPr>
            <a:r>
              <a:rPr sz="1100" b="1" i="0">
                <a:solidFill>
                  <a:srgbClr val="F37A1F"/>
                </a:solidFill>
                <a:latin typeface="STIHL Contraface Text"/>
              </a:rPr>
              <a:t>Roter Faden je Thema:  Wer wir sind  →  Prozess &amp; Regelwerk (wo geregelt)  →  KPI &amp; Nachweise (Tracking in ServiceNow / Dashboards)</a:t>
            </a:r>
          </a:p>
        </p:txBody>
      </p:sp>
      <p:sp>
        <p:nvSpPr>
          <p:cNvPr id="16" name="TextBox 15"/>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Wer wir sind – Digital Collaboration Service Management &amp; Support</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9525">
            <a:solidFill>
              <a:srgbClr val="878787"/>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75488" y="1097280"/>
            <a:ext cx="11247120" cy="868680"/>
          </a:xfrm>
          <a:prstGeom prst="roundRect">
            <a:avLst/>
          </a:prstGeom>
          <a:solidFill>
            <a:srgbClr val="F2F2F2"/>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spcBef>
                <a:spcPts val="0"/>
              </a:spcBef>
              <a:spcAft>
                <a:spcPts val="200"/>
              </a:spcAft>
            </a:pPr>
            <a:r>
              <a:rPr sz="1100" b="1" i="0">
                <a:solidFill>
                  <a:srgbClr val="F37A1F"/>
                </a:solidFill>
                <a:latin typeface="STIHL Contraface Text"/>
              </a:rPr>
              <a:t>Mission</a:t>
            </a:r>
          </a:p>
          <a:p>
            <a:pPr>
              <a:spcBef>
                <a:spcPts val="0"/>
              </a:spcBef>
              <a:spcAft>
                <a:spcPts val="0"/>
              </a:spcAft>
            </a:pPr>
            <a:r>
              <a:rPr sz="1300" b="1" i="1">
                <a:solidFill>
                  <a:srgbClr val="333333"/>
                </a:solidFill>
                <a:latin typeface="STIHL Contraface Text"/>
              </a:rPr>
              <a:t>„We provide IT solutions and services to support and enable collaboration, communication and content creation.“</a:t>
            </a:r>
          </a:p>
        </p:txBody>
      </p:sp>
      <p:sp>
        <p:nvSpPr>
          <p:cNvPr id="6" name="TextBox 5"/>
          <p:cNvSpPr txBox="1"/>
          <p:nvPr/>
        </p:nvSpPr>
        <p:spPr>
          <a:xfrm>
            <a:off x="475488" y="2194560"/>
            <a:ext cx="5486400" cy="4023360"/>
          </a:xfrm>
          <a:prstGeom prst="rect">
            <a:avLst/>
          </a:prstGeom>
          <a:noFill/>
        </p:spPr>
        <p:txBody>
          <a:bodyPr wrap="square" anchor="t" lIns="45720" rIns="45720" tIns="18288" bIns="18288">
            <a:spAutoFit/>
          </a:bodyPr>
          <a:lstStyle/>
          <a:p>
            <a:pPr>
              <a:spcBef>
                <a:spcPts val="0"/>
              </a:spcBef>
              <a:spcAft>
                <a:spcPts val="400"/>
              </a:spcAft>
            </a:pPr>
            <a:r>
              <a:rPr sz="1300" b="1" i="0">
                <a:solidFill>
                  <a:srgbClr val="F37A1F"/>
                </a:solidFill>
                <a:latin typeface="STIHL Contraface Text"/>
              </a:rPr>
              <a:t>Organisation</a:t>
            </a:r>
          </a:p>
          <a:p>
            <a:pPr indent="-137160" marL="137160">
              <a:spcBef>
                <a:spcPts val="0"/>
              </a:spcBef>
              <a:spcAft>
                <a:spcPts val="400"/>
              </a:spcAft>
              <a:buClr>
                <a:srgbClr val="333333"/>
              </a:buClr>
              <a:buFont typeface="Arial"/>
              <a:buChar char="•"/>
            </a:pPr>
            <a:r>
              <a:rPr sz="1100" b="0" i="0">
                <a:solidFill>
                  <a:srgbClr val="333333"/>
                </a:solidFill>
                <a:latin typeface="STIHL Contraface Text"/>
              </a:rPr>
              <a:t>Abteilung D8/ODS – Department „Digital Collaboration Service Management &amp; Support“</a:t>
            </a:r>
          </a:p>
          <a:p>
            <a:pPr indent="-137160" marL="137160">
              <a:spcBef>
                <a:spcPts val="0"/>
              </a:spcBef>
              <a:spcAft>
                <a:spcPts val="1000"/>
              </a:spcAft>
              <a:buClr>
                <a:srgbClr val="333333"/>
              </a:buClr>
              <a:buFont typeface="Arial"/>
              <a:buChar char="•"/>
            </a:pPr>
            <a:r>
              <a:rPr sz="1100" b="0" i="0">
                <a:solidFill>
                  <a:srgbClr val="333333"/>
                </a:solidFill>
                <a:latin typeface="STIHL Contraface Text"/>
              </a:rPr>
              <a:t>Verantwortung: Bereitstellung &amp; Weiterentwicklung digitaler Arbeitsplatz- und Kollaborationsservices</a:t>
            </a:r>
          </a:p>
          <a:p>
            <a:pPr>
              <a:spcBef>
                <a:spcPts val="0"/>
              </a:spcBef>
              <a:spcAft>
                <a:spcPts val="400"/>
              </a:spcAft>
            </a:pPr>
            <a:r>
              <a:rPr sz="1300" b="1" i="0">
                <a:solidFill>
                  <a:srgbClr val="F37A1F"/>
                </a:solidFill>
                <a:latin typeface="STIHL Contraface Text"/>
              </a:rPr>
              <a:t>Business Services (Portfolio)</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Teamwork</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Messaging</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Knowledge Management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Document Collaboration</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Workflow &amp; Automation</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Voice</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Media Technology</a:t>
            </a:r>
          </a:p>
          <a:p>
            <a:pPr>
              <a:spcBef>
                <a:spcPts val="0"/>
              </a:spcBef>
              <a:spcAft>
                <a:spcPts val="0"/>
              </a:spcAft>
            </a:pPr>
            <a:r>
              <a:rPr sz="1050" b="0" i="1">
                <a:solidFill>
                  <a:srgbClr val="878787"/>
                </a:solidFill>
                <a:latin typeface="STIHL Contraface Text"/>
              </a:rPr>
              <a:t>flankiert durch Enablement, Community, Support und Governance</a:t>
            </a:r>
          </a:p>
        </p:txBody>
      </p:sp>
      <p:sp>
        <p:nvSpPr>
          <p:cNvPr id="7" name="Rounded Rectangle 6"/>
          <p:cNvSpPr/>
          <p:nvPr/>
        </p:nvSpPr>
        <p:spPr>
          <a:xfrm>
            <a:off x="6236208" y="2194560"/>
            <a:ext cx="5486400" cy="4023360"/>
          </a:xfrm>
          <a:prstGeom prst="roundRect">
            <a:avLst/>
          </a:prstGeom>
          <a:solidFill>
            <a:srgbClr val="FFFFFF"/>
          </a:solidFill>
          <a:ln w="12700">
            <a:solidFill>
              <a:srgbClr val="8787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331720"/>
            <a:ext cx="5166360" cy="3749039"/>
          </a:xfrm>
          <a:prstGeom prst="rect">
            <a:avLst/>
          </a:prstGeom>
          <a:noFill/>
        </p:spPr>
        <p:txBody>
          <a:bodyPr wrap="square" anchor="t" lIns="45720" rIns="45720" tIns="18288" bIns="18288">
            <a:spAutoFit/>
          </a:bodyPr>
          <a:lstStyle/>
          <a:p>
            <a:pPr>
              <a:spcBef>
                <a:spcPts val="0"/>
              </a:spcBef>
              <a:spcAft>
                <a:spcPts val="600"/>
              </a:spcAft>
            </a:pPr>
            <a:r>
              <a:rPr sz="1300" b="1" i="0">
                <a:solidFill>
                  <a:srgbClr val="333333"/>
                </a:solidFill>
                <a:latin typeface="STIHL Contraface Text"/>
              </a:rPr>
              <a:t>Einordnung in der Zielorganisation IPS</a:t>
            </a:r>
          </a:p>
          <a:p>
            <a:pPr>
              <a:spcAft>
                <a:spcPts val="800"/>
              </a:spcAft>
            </a:pPr>
            <a:r>
              <a:rPr b="1" sz="1150">
                <a:solidFill>
                  <a:srgbClr val="F37A1F"/>
                </a:solidFill>
                <a:latin typeface="STIHL Contraface Text"/>
              </a:rPr>
              <a:t>Verantworten:  </a:t>
            </a:r>
            <a:r>
              <a:rPr sz="1100">
                <a:solidFill>
                  <a:srgbClr val="333333"/>
                </a:solidFill>
                <a:latin typeface="STIHL Contraface Text"/>
              </a:rPr>
              <a:t>Workplace-Plattformen inkl. Client-Management, Mobile Devices und Collaboration-Tools</a:t>
            </a:r>
          </a:p>
          <a:p>
            <a:pPr>
              <a:spcAft>
                <a:spcPts val="800"/>
              </a:spcAft>
            </a:pPr>
            <a:r>
              <a:rPr b="1" sz="1150">
                <a:solidFill>
                  <a:srgbClr val="F37A1F"/>
                </a:solidFill>
                <a:latin typeface="STIHL Contraface Text"/>
              </a:rPr>
              <a:t>Steuern:  </a:t>
            </a:r>
            <a:r>
              <a:rPr sz="1100">
                <a:solidFill>
                  <a:srgbClr val="333333"/>
                </a:solidFill>
                <a:latin typeface="STIHL Contraface Text"/>
              </a:rPr>
              <a:t>Service Desk, Request-Management und Incident-Prozesse</a:t>
            </a:r>
          </a:p>
          <a:p>
            <a:pPr>
              <a:spcAft>
                <a:spcPts val="800"/>
              </a:spcAft>
            </a:pPr>
            <a:r>
              <a:rPr b="1" sz="1150">
                <a:solidFill>
                  <a:srgbClr val="F37A1F"/>
                </a:solidFill>
                <a:latin typeface="STIHL Contraface Text"/>
              </a:rPr>
              <a:t>Betreiben:  </a:t>
            </a:r>
            <a:r>
              <a:rPr sz="1100">
                <a:solidFill>
                  <a:srgbClr val="333333"/>
                </a:solidFill>
                <a:latin typeface="STIHL Contraface Text"/>
              </a:rPr>
              <a:t>zentrale Plattformen wie IDM und ServiceNow</a:t>
            </a:r>
          </a:p>
          <a:p>
            <a:pPr>
              <a:spcAft>
                <a:spcPts val="800"/>
              </a:spcAft>
            </a:pPr>
            <a:r>
              <a:rPr b="1" sz="1150">
                <a:solidFill>
                  <a:srgbClr val="F37A1F"/>
                </a:solidFill>
                <a:latin typeface="STIHL Contraface Text"/>
              </a:rPr>
              <a:t>Unterstuetzen:  </a:t>
            </a:r>
            <a:r>
              <a:rPr sz="1100">
                <a:solidFill>
                  <a:srgbClr val="333333"/>
                </a:solidFill>
                <a:latin typeface="STIHL Contraface Text"/>
              </a:rPr>
              <a:t>lokale IT-Operations, Onsite-Services und die „letzte Support-Meile“</a:t>
            </a:r>
          </a:p>
        </p:txBody>
      </p:sp>
      <p:sp>
        <p:nvSpPr>
          <p:cNvPr id="9" name="TextBox 8"/>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Digital Collaboration – Prozesse, Governance &amp; KPI</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19050">
            <a:solidFill>
              <a:srgbClr val="F37A1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75488" y="1143000"/>
            <a:ext cx="6675120" cy="5120640"/>
          </a:xfrm>
          <a:prstGeom prst="rect">
            <a:avLst/>
          </a:prstGeom>
          <a:noFill/>
        </p:spPr>
        <p:txBody>
          <a:bodyPr wrap="square" anchor="t" lIns="45720" rIns="45720" tIns="18288" bIns="18288">
            <a:spAutoFit/>
          </a:bodyPr>
          <a:lstStyle/>
          <a:p>
            <a:pPr>
              <a:spcBef>
                <a:spcPts val="0"/>
              </a:spcBef>
              <a:spcAft>
                <a:spcPts val="400"/>
              </a:spcAft>
            </a:pPr>
            <a:r>
              <a:rPr sz="1300" b="1" i="0">
                <a:solidFill>
                  <a:srgbClr val="F37A1F"/>
                </a:solidFill>
                <a:latin typeface="STIHL Contraface Text"/>
              </a:rPr>
              <a:t>Betriebsregelwerk</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M365 Operational Manual: alle betriebsnotwendigen Infos, Verantwortlichkeiten, Prozesse &amp; Konfigurationen</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Business Criticality je Service eingestuft (z. B. Teams / Power Platform = 2, Copilot = 3)</a:t>
            </a:r>
          </a:p>
          <a:p>
            <a:pPr>
              <a:spcAft>
                <a:spcPts val="200"/>
              </a:spcAft>
            </a:pPr>
          </a:p>
          <a:p>
            <a:pPr>
              <a:spcBef>
                <a:spcPts val="0"/>
              </a:spcBef>
              <a:spcAft>
                <a:spcPts val="400"/>
              </a:spcAft>
            </a:pPr>
            <a:r>
              <a:rPr sz="1300" b="1" i="0">
                <a:solidFill>
                  <a:srgbClr val="F37A1F"/>
                </a:solidFill>
                <a:latin typeface="STIHL Contraface Text"/>
              </a:rPr>
              <a:t>Prozesse</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Monitoring · Ticketing · Alerts &amp; Escalation</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Business Continuity / Backup &amp; Restore</a:t>
            </a:r>
          </a:p>
          <a:p>
            <a:pPr>
              <a:spcAft>
                <a:spcPts val="200"/>
              </a:spcAft>
            </a:pPr>
          </a:p>
          <a:p>
            <a:pPr>
              <a:spcBef>
                <a:spcPts val="0"/>
              </a:spcBef>
              <a:spcAft>
                <a:spcPts val="400"/>
              </a:spcAft>
            </a:pPr>
            <a:r>
              <a:rPr sz="1300" b="1" i="0">
                <a:solidFill>
                  <a:srgbClr val="F37A1F"/>
                </a:solidFill>
                <a:latin typeface="STIHL Contraface Text"/>
              </a:rPr>
              <a:t>Support-Organisation &amp; Ownership</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First Contact lokaler Service Desk → GRP Collaboration L1 / L2 / L3 → Microsoft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Service Manager + Deputy je Service: SharePoint, OneDrive, Exchange, Teams, Planner, To Do</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L2/L3-Taetigkeiten dokumentiert: Incident Resolution, Problem Mgmt, Herstellereskalation</a:t>
            </a:r>
          </a:p>
          <a:p>
            <a:pPr>
              <a:spcAft>
                <a:spcPts val="200"/>
              </a:spcAft>
            </a:pPr>
          </a:p>
        </p:txBody>
      </p:sp>
      <p:sp>
        <p:nvSpPr>
          <p:cNvPr id="6" name="Rounded Rectangle 5"/>
          <p:cNvSpPr/>
          <p:nvPr/>
        </p:nvSpPr>
        <p:spPr>
          <a:xfrm>
            <a:off x="7406640" y="1143000"/>
            <a:ext cx="4315968" cy="3977639"/>
          </a:xfrm>
          <a:prstGeom prst="roundRect">
            <a:avLst/>
          </a:prstGeom>
          <a:solidFill>
            <a:srgbClr val="F2F2F2"/>
          </a:solidFill>
          <a:ln w="15875">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0" y="1280160"/>
            <a:ext cx="3950208" cy="3749039"/>
          </a:xfrm>
          <a:prstGeom prst="rect">
            <a:avLst/>
          </a:prstGeom>
          <a:noFill/>
        </p:spPr>
        <p:txBody>
          <a:bodyPr wrap="square" anchor="t" lIns="45720" rIns="45720" tIns="18288" bIns="18288">
            <a:spAutoFit/>
          </a:bodyPr>
          <a:lstStyle/>
          <a:p>
            <a:pPr>
              <a:spcBef>
                <a:spcPts val="0"/>
              </a:spcBef>
              <a:spcAft>
                <a:spcPts val="600"/>
              </a:spcAft>
            </a:pPr>
            <a:r>
              <a:rPr sz="1300" b="1" i="0">
                <a:solidFill>
                  <a:srgbClr val="F37A1F"/>
                </a:solidFill>
                <a:latin typeface="STIHL Contraface Text"/>
              </a:rPr>
              <a:t>KPI &amp; Nachweise (Tracking)</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Teams: 76,5 % active users (06/2026)</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Copilot Chat: 7.944 active users / 768.343 Prompts (90 T.)</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M365 Copilot: 1.431 active · 95,9 % (1.064 lizenziert)</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DC Community: 1.017 Mitglieder · 61 % aktiv</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DC-Seite: 3.963 Unique Visitors (30 Tage)</a:t>
            </a:r>
          </a:p>
        </p:txBody>
      </p:sp>
      <p:sp>
        <p:nvSpPr>
          <p:cNvPr id="8" name="Rounded Rectangle 7"/>
          <p:cNvSpPr/>
          <p:nvPr/>
        </p:nvSpPr>
        <p:spPr>
          <a:xfrm>
            <a:off x="7406640" y="5257800"/>
            <a:ext cx="4315968" cy="960120"/>
          </a:xfrm>
          <a:prstGeom prst="round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ctr">
              <a:spcBef>
                <a:spcPts val="0"/>
              </a:spcBef>
              <a:spcAft>
                <a:spcPts val="200"/>
              </a:spcAft>
            </a:pPr>
            <a:r>
              <a:rPr sz="1100" b="1" i="0">
                <a:solidFill>
                  <a:srgbClr val="FFFFFF"/>
                </a:solidFill>
                <a:latin typeface="STIHL Contraface Text"/>
              </a:rPr>
              <a:t>Wo ist es geregelt?</a:t>
            </a:r>
          </a:p>
          <a:p>
            <a:pPr>
              <a:spcBef>
                <a:spcPts val="0"/>
              </a:spcBef>
              <a:spcAft>
                <a:spcPts val="0"/>
              </a:spcAft>
            </a:pPr>
            <a:r>
              <a:rPr sz="1030" b="0" i="0">
                <a:solidFill>
                  <a:srgbClr val="FFFFFF"/>
                </a:solidFill>
                <a:latin typeface="STIHL Contraface Text"/>
              </a:rPr>
              <a:t>M365_Operational_Manual (Word) · Live-Dashboards: M365 Admin Center, DC Community &amp; Site Analytics (Stand 06/2026)</a:t>
            </a:r>
          </a:p>
        </p:txBody>
      </p:sp>
      <p:sp>
        <p:nvSpPr>
          <p:cNvPr id="9" name="TextBox 8"/>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Digital Collaboration – KPI-Dashboards &amp; Nachweise (1/2, Stand 06/2026)</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19050">
            <a:solidFill>
              <a:srgbClr val="F37A1F"/>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75488" y="11430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978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Teams – Active Users je Monat (in %)</a:t>
            </a:r>
          </a:p>
        </p:txBody>
      </p:sp>
      <p:pic>
        <p:nvPicPr>
          <p:cNvPr id="7" name="Picture 6" descr="Outlook-4bwwffr1.png"/>
          <p:cNvPicPr>
            <a:picLocks noChangeAspect="1"/>
          </p:cNvPicPr>
          <p:nvPr/>
        </p:nvPicPr>
        <p:blipFill>
          <a:blip r:embed="rId2"/>
          <a:stretch>
            <a:fillRect/>
          </a:stretch>
        </p:blipFill>
        <p:spPr>
          <a:xfrm>
            <a:off x="937518" y="1527048"/>
            <a:ext cx="2687820" cy="1837944"/>
          </a:xfrm>
          <a:prstGeom prst="rect">
            <a:avLst/>
          </a:prstGeom>
          <a:ln w="6350">
            <a:solidFill>
              <a:srgbClr val="DDDDDD"/>
            </a:solidFill>
          </a:ln>
        </p:spPr>
      </p:pic>
      <p:sp>
        <p:nvSpPr>
          <p:cNvPr id="8" name="Rounded Rectangle 7"/>
          <p:cNvSpPr/>
          <p:nvPr/>
        </p:nvSpPr>
        <p:spPr>
          <a:xfrm>
            <a:off x="4288536" y="11430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9976" y="11978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Copilot Chat – Active Users (90 Tage)</a:t>
            </a:r>
          </a:p>
        </p:txBody>
      </p:sp>
      <p:pic>
        <p:nvPicPr>
          <p:cNvPr id="10" name="Picture 9" descr="Outlook-offjn1gv.png"/>
          <p:cNvPicPr>
            <a:picLocks noChangeAspect="1"/>
          </p:cNvPicPr>
          <p:nvPr/>
        </p:nvPicPr>
        <p:blipFill>
          <a:blip r:embed="rId3"/>
          <a:stretch>
            <a:fillRect/>
          </a:stretch>
        </p:blipFill>
        <p:spPr>
          <a:xfrm>
            <a:off x="4890623" y="1527048"/>
            <a:ext cx="2407706" cy="1837943"/>
          </a:xfrm>
          <a:prstGeom prst="rect">
            <a:avLst/>
          </a:prstGeom>
          <a:ln w="6350">
            <a:solidFill>
              <a:srgbClr val="DDDDDD"/>
            </a:solidFill>
          </a:ln>
        </p:spPr>
      </p:pic>
      <p:sp>
        <p:nvSpPr>
          <p:cNvPr id="11" name="Rounded Rectangle 10"/>
          <p:cNvSpPr/>
          <p:nvPr/>
        </p:nvSpPr>
        <p:spPr>
          <a:xfrm>
            <a:off x="8101584" y="11430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4" y="11978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M365 Copilot – Usage Overview</a:t>
            </a:r>
          </a:p>
        </p:txBody>
      </p:sp>
      <p:pic>
        <p:nvPicPr>
          <p:cNvPr id="13" name="Picture 12" descr="Outlook-vtm5zhsf.png"/>
          <p:cNvPicPr>
            <a:picLocks noChangeAspect="1"/>
          </p:cNvPicPr>
          <p:nvPr/>
        </p:nvPicPr>
        <p:blipFill>
          <a:blip r:embed="rId4"/>
          <a:stretch>
            <a:fillRect/>
          </a:stretch>
        </p:blipFill>
        <p:spPr>
          <a:xfrm>
            <a:off x="8211312" y="2006198"/>
            <a:ext cx="3392424" cy="879643"/>
          </a:xfrm>
          <a:prstGeom prst="rect">
            <a:avLst/>
          </a:prstGeom>
          <a:ln w="6350">
            <a:solidFill>
              <a:srgbClr val="DDDDDD"/>
            </a:solidFill>
          </a:ln>
        </p:spPr>
      </p:pic>
      <p:sp>
        <p:nvSpPr>
          <p:cNvPr id="14" name="Rounded Rectangle 13"/>
          <p:cNvSpPr/>
          <p:nvPr/>
        </p:nvSpPr>
        <p:spPr>
          <a:xfrm>
            <a:off x="475488" y="36576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124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DC Community – Mitglieder &amp; Aktivitaet</a:t>
            </a:r>
          </a:p>
        </p:txBody>
      </p:sp>
      <p:pic>
        <p:nvPicPr>
          <p:cNvPr id="16" name="Picture 15" descr="Outlook-qzua1fhd.png"/>
          <p:cNvPicPr>
            <a:picLocks noChangeAspect="1"/>
          </p:cNvPicPr>
          <p:nvPr/>
        </p:nvPicPr>
        <p:blipFill>
          <a:blip r:embed="rId5"/>
          <a:stretch>
            <a:fillRect/>
          </a:stretch>
        </p:blipFill>
        <p:spPr>
          <a:xfrm>
            <a:off x="585216" y="4212225"/>
            <a:ext cx="3392424" cy="1496789"/>
          </a:xfrm>
          <a:prstGeom prst="rect">
            <a:avLst/>
          </a:prstGeom>
          <a:ln w="6350">
            <a:solidFill>
              <a:srgbClr val="DDDDDD"/>
            </a:solidFill>
          </a:ln>
        </p:spPr>
      </p:pic>
      <p:sp>
        <p:nvSpPr>
          <p:cNvPr id="17" name="Rounded Rectangle 16"/>
          <p:cNvSpPr/>
          <p:nvPr/>
        </p:nvSpPr>
        <p:spPr>
          <a:xfrm>
            <a:off x="4288536" y="36576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9976" y="37124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DC-Seite – Unique Visitors</a:t>
            </a:r>
          </a:p>
        </p:txBody>
      </p:sp>
      <p:pic>
        <p:nvPicPr>
          <p:cNvPr id="19" name="Picture 18" descr="Outlook-5zzsa5tj.png"/>
          <p:cNvPicPr>
            <a:picLocks noChangeAspect="1"/>
          </p:cNvPicPr>
          <p:nvPr/>
        </p:nvPicPr>
        <p:blipFill>
          <a:blip r:embed="rId6"/>
          <a:stretch>
            <a:fillRect/>
          </a:stretch>
        </p:blipFill>
        <p:spPr>
          <a:xfrm>
            <a:off x="5408264" y="4041648"/>
            <a:ext cx="1372423" cy="1837944"/>
          </a:xfrm>
          <a:prstGeom prst="rect">
            <a:avLst/>
          </a:prstGeom>
          <a:ln w="6350">
            <a:solidFill>
              <a:srgbClr val="DDDDDD"/>
            </a:solidFill>
          </a:ln>
        </p:spPr>
      </p:pic>
      <p:sp>
        <p:nvSpPr>
          <p:cNvPr id="20" name="Rounded Rectangle 19"/>
          <p:cNvSpPr/>
          <p:nvPr/>
        </p:nvSpPr>
        <p:spPr>
          <a:xfrm>
            <a:off x="8101584" y="36576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3024" y="37124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Kommunikationskanaele – E-Mail vs. Teams</a:t>
            </a:r>
          </a:p>
        </p:txBody>
      </p:sp>
      <p:pic>
        <p:nvPicPr>
          <p:cNvPr id="22" name="Picture 21" descr="Outlook-vbqlsl05.png"/>
          <p:cNvPicPr>
            <a:picLocks noChangeAspect="1"/>
          </p:cNvPicPr>
          <p:nvPr/>
        </p:nvPicPr>
        <p:blipFill>
          <a:blip r:embed="rId7"/>
          <a:stretch>
            <a:fillRect/>
          </a:stretch>
        </p:blipFill>
        <p:spPr>
          <a:xfrm>
            <a:off x="8662577" y="4041648"/>
            <a:ext cx="2489893" cy="1837944"/>
          </a:xfrm>
          <a:prstGeom prst="rect">
            <a:avLst/>
          </a:prstGeom>
          <a:ln w="6350">
            <a:solidFill>
              <a:srgbClr val="DDDDDD"/>
            </a:solidFill>
          </a:ln>
        </p:spPr>
      </p:pic>
      <p:sp>
        <p:nvSpPr>
          <p:cNvPr id="23" name="TextBox 22"/>
          <p:cNvSpPr txBox="1"/>
          <p:nvPr/>
        </p:nvSpPr>
        <p:spPr>
          <a:xfrm>
            <a:off x="475488" y="6199632"/>
            <a:ext cx="11247120" cy="292608"/>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Quellen: Microsoft 365 Admin Center · DC Community Analytics · SharePoint Site Analytics · Copilot Usage Reports (Stand 06/2026)</a:t>
            </a:r>
          </a:p>
        </p:txBody>
      </p:sp>
      <p:sp>
        <p:nvSpPr>
          <p:cNvPr id="24" name="TextBox 23"/>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Digital Collaboration – KPI-Dashboards &amp; Nachweise (2/2, Stand 06/2026)</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19050">
            <a:solidFill>
              <a:srgbClr val="F37A1F"/>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75488" y="11430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978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Teams – Enabled/Active Users je Monat</a:t>
            </a:r>
          </a:p>
        </p:txBody>
      </p:sp>
      <p:pic>
        <p:nvPicPr>
          <p:cNvPr id="7" name="Picture 6" descr="Outlook-uplclssj.png"/>
          <p:cNvPicPr>
            <a:picLocks noChangeAspect="1"/>
          </p:cNvPicPr>
          <p:nvPr/>
        </p:nvPicPr>
        <p:blipFill>
          <a:blip r:embed="rId2"/>
          <a:stretch>
            <a:fillRect/>
          </a:stretch>
        </p:blipFill>
        <p:spPr>
          <a:xfrm>
            <a:off x="585216" y="1583035"/>
            <a:ext cx="3392424" cy="1725970"/>
          </a:xfrm>
          <a:prstGeom prst="rect">
            <a:avLst/>
          </a:prstGeom>
          <a:ln w="6350">
            <a:solidFill>
              <a:srgbClr val="DDDDDD"/>
            </a:solidFill>
          </a:ln>
        </p:spPr>
      </p:pic>
      <p:sp>
        <p:nvSpPr>
          <p:cNvPr id="8" name="Rounded Rectangle 7"/>
          <p:cNvSpPr/>
          <p:nvPr/>
        </p:nvSpPr>
        <p:spPr>
          <a:xfrm>
            <a:off x="4288536" y="11430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9976" y="11978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Copilot Chat – Usage Overview (90 Tage)</a:t>
            </a:r>
          </a:p>
        </p:txBody>
      </p:sp>
      <p:pic>
        <p:nvPicPr>
          <p:cNvPr id="10" name="Picture 9" descr="Outlook-4jlarcdj.png"/>
          <p:cNvPicPr>
            <a:picLocks noChangeAspect="1"/>
          </p:cNvPicPr>
          <p:nvPr/>
        </p:nvPicPr>
        <p:blipFill>
          <a:blip r:embed="rId3"/>
          <a:stretch>
            <a:fillRect/>
          </a:stretch>
        </p:blipFill>
        <p:spPr>
          <a:xfrm>
            <a:off x="4398264" y="2143746"/>
            <a:ext cx="3392424" cy="604547"/>
          </a:xfrm>
          <a:prstGeom prst="rect">
            <a:avLst/>
          </a:prstGeom>
          <a:ln w="6350">
            <a:solidFill>
              <a:srgbClr val="DDDDDD"/>
            </a:solidFill>
          </a:ln>
        </p:spPr>
      </p:pic>
      <p:sp>
        <p:nvSpPr>
          <p:cNvPr id="11" name="Rounded Rectangle 10"/>
          <p:cNvSpPr/>
          <p:nvPr/>
        </p:nvSpPr>
        <p:spPr>
          <a:xfrm>
            <a:off x="8101584" y="11430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4" y="11978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M365 Copilot – Active Users Trend</a:t>
            </a:r>
          </a:p>
        </p:txBody>
      </p:sp>
      <p:pic>
        <p:nvPicPr>
          <p:cNvPr id="13" name="Picture 12" descr="Outlook-qavpdno4.png"/>
          <p:cNvPicPr>
            <a:picLocks noChangeAspect="1"/>
          </p:cNvPicPr>
          <p:nvPr/>
        </p:nvPicPr>
        <p:blipFill>
          <a:blip r:embed="rId4"/>
          <a:stretch>
            <a:fillRect/>
          </a:stretch>
        </p:blipFill>
        <p:spPr>
          <a:xfrm>
            <a:off x="8720262" y="1527048"/>
            <a:ext cx="2374524" cy="1837944"/>
          </a:xfrm>
          <a:prstGeom prst="rect">
            <a:avLst/>
          </a:prstGeom>
          <a:ln w="6350">
            <a:solidFill>
              <a:srgbClr val="DDDDDD"/>
            </a:solidFill>
          </a:ln>
        </p:spPr>
      </p:pic>
      <p:sp>
        <p:nvSpPr>
          <p:cNvPr id="14" name="Rounded Rectangle 13"/>
          <p:cNvSpPr/>
          <p:nvPr/>
        </p:nvSpPr>
        <p:spPr>
          <a:xfrm>
            <a:off x="475488" y="36576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124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M365 – Daily Active Users Dashboard</a:t>
            </a:r>
          </a:p>
        </p:txBody>
      </p:sp>
      <p:pic>
        <p:nvPicPr>
          <p:cNvPr id="16" name="Picture 15" descr="Outlook-mib3sagr.png"/>
          <p:cNvPicPr>
            <a:picLocks noChangeAspect="1"/>
          </p:cNvPicPr>
          <p:nvPr/>
        </p:nvPicPr>
        <p:blipFill>
          <a:blip r:embed="rId5"/>
          <a:stretch>
            <a:fillRect/>
          </a:stretch>
        </p:blipFill>
        <p:spPr>
          <a:xfrm>
            <a:off x="585216" y="4494798"/>
            <a:ext cx="3392424" cy="931644"/>
          </a:xfrm>
          <a:prstGeom prst="rect">
            <a:avLst/>
          </a:prstGeom>
          <a:ln w="6350">
            <a:solidFill>
              <a:srgbClr val="DDDDDD"/>
            </a:solidFill>
          </a:ln>
        </p:spPr>
      </p:pic>
      <p:sp>
        <p:nvSpPr>
          <p:cNvPr id="17" name="Rounded Rectangle 16"/>
          <p:cNvSpPr/>
          <p:nvPr/>
        </p:nvSpPr>
        <p:spPr>
          <a:xfrm>
            <a:off x="4288536" y="36576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9976" y="37124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M365 Copilot – Lizenzgruppe (1.064)</a:t>
            </a:r>
          </a:p>
        </p:txBody>
      </p:sp>
      <p:pic>
        <p:nvPicPr>
          <p:cNvPr id="19" name="Picture 18" descr="Outlook-ykpe4xjh.png"/>
          <p:cNvPicPr>
            <a:picLocks noChangeAspect="1"/>
          </p:cNvPicPr>
          <p:nvPr/>
        </p:nvPicPr>
        <p:blipFill>
          <a:blip r:embed="rId6"/>
          <a:stretch>
            <a:fillRect/>
          </a:stretch>
        </p:blipFill>
        <p:spPr>
          <a:xfrm>
            <a:off x="4398264" y="4600094"/>
            <a:ext cx="3392423" cy="721052"/>
          </a:xfrm>
          <a:prstGeom prst="rect">
            <a:avLst/>
          </a:prstGeom>
          <a:ln w="6350">
            <a:solidFill>
              <a:srgbClr val="DDDDDD"/>
            </a:solidFill>
          </a:ln>
        </p:spPr>
      </p:pic>
      <p:sp>
        <p:nvSpPr>
          <p:cNvPr id="20" name="Rounded Rectangle 19"/>
          <p:cNvSpPr/>
          <p:nvPr/>
        </p:nvSpPr>
        <p:spPr>
          <a:xfrm>
            <a:off x="8101584" y="3657600"/>
            <a:ext cx="3611880" cy="2331720"/>
          </a:xfrm>
          <a:prstGeom prst="roundRect">
            <a:avLst/>
          </a:prstGeom>
          <a:solidFill>
            <a:srgbClr val="FFFFFF"/>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3024" y="3712464"/>
            <a:ext cx="3429000" cy="274320"/>
          </a:xfrm>
          <a:prstGeom prst="rect">
            <a:avLst/>
          </a:prstGeom>
          <a:noFill/>
        </p:spPr>
        <p:txBody>
          <a:bodyPr wrap="square" anchor="t" lIns="45720" rIns="45720" tIns="18288" bIns="18288">
            <a:spAutoFit/>
          </a:bodyPr>
          <a:lstStyle/>
          <a:p>
            <a:pPr>
              <a:spcBef>
                <a:spcPts val="0"/>
              </a:spcBef>
              <a:spcAft>
                <a:spcPts val="0"/>
              </a:spcAft>
            </a:pPr>
            <a:r>
              <a:rPr sz="1000" b="1" i="0">
                <a:solidFill>
                  <a:srgbClr val="F37A1F"/>
                </a:solidFill>
                <a:latin typeface="STIHL Contraface Text"/>
              </a:rPr>
              <a:t>DC Community – Members &amp; Guests (1.011)</a:t>
            </a:r>
          </a:p>
        </p:txBody>
      </p:sp>
      <p:pic>
        <p:nvPicPr>
          <p:cNvPr id="22" name="Picture 21" descr="Outlook-sd2ekmja.png"/>
          <p:cNvPicPr>
            <a:picLocks noChangeAspect="1"/>
          </p:cNvPicPr>
          <p:nvPr/>
        </p:nvPicPr>
        <p:blipFill>
          <a:blip r:embed="rId7"/>
          <a:stretch>
            <a:fillRect/>
          </a:stretch>
        </p:blipFill>
        <p:spPr>
          <a:xfrm>
            <a:off x="8653054" y="4041648"/>
            <a:ext cx="2508939" cy="1837944"/>
          </a:xfrm>
          <a:prstGeom prst="rect">
            <a:avLst/>
          </a:prstGeom>
          <a:ln w="6350">
            <a:solidFill>
              <a:srgbClr val="DDDDDD"/>
            </a:solidFill>
          </a:ln>
        </p:spPr>
      </p:pic>
      <p:sp>
        <p:nvSpPr>
          <p:cNvPr id="23" name="TextBox 22"/>
          <p:cNvSpPr txBox="1"/>
          <p:nvPr/>
        </p:nvSpPr>
        <p:spPr>
          <a:xfrm>
            <a:off x="475488" y="6199632"/>
            <a:ext cx="11247120" cy="292608"/>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Quellen: Microsoft 365 Admin Center · Copilot Usage Reports · M365 Lizenz-/Gruppenverwaltung · DC Community (Stand 06/2026)</a:t>
            </a:r>
          </a:p>
        </p:txBody>
      </p:sp>
      <p:sp>
        <p:nvSpPr>
          <p:cNvPr id="24" name="TextBox 23"/>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IT Service Management – Prozesse, Governance &amp; KPI</a:t>
            </a:r>
          </a:p>
        </p:txBody>
      </p:sp>
      <p:sp>
        <p:nvSpPr>
          <p:cNvPr id="3" name="Rectangle 2"/>
          <p:cNvSpPr/>
          <p:nvPr/>
        </p:nvSpPr>
        <p:spPr>
          <a:xfrm>
            <a:off x="0" y="502920"/>
            <a:ext cx="164592" cy="320040"/>
          </a:xfrm>
          <a:prstGeom prst="rect">
            <a:avLst/>
          </a:prstGeom>
          <a:solidFill>
            <a:srgbClr val="249A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19050">
            <a:solidFill>
              <a:srgbClr val="249AB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75488" y="1143000"/>
            <a:ext cx="6675120" cy="5120640"/>
          </a:xfrm>
          <a:prstGeom prst="rect">
            <a:avLst/>
          </a:prstGeom>
          <a:noFill/>
        </p:spPr>
        <p:txBody>
          <a:bodyPr wrap="square" anchor="t" lIns="45720" rIns="45720" tIns="18288" bIns="18288">
            <a:spAutoFit/>
          </a:bodyPr>
          <a:lstStyle/>
          <a:p>
            <a:pPr>
              <a:spcBef>
                <a:spcPts val="0"/>
              </a:spcBef>
              <a:spcAft>
                <a:spcPts val="400"/>
              </a:spcAft>
            </a:pPr>
            <a:r>
              <a:rPr sz="1300" b="1" i="0">
                <a:solidFill>
                  <a:srgbClr val="249ABE"/>
                </a:solidFill>
                <a:latin typeface="STIHL Contraface Text"/>
              </a:rPr>
              <a:t>Steuerungsansatz</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ITSM als zentrales Steuerungsinstrument der Group IT (IPS) – Shift zu Services &amp; Value</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Strategische, community-getriebene Practice-Initiative</a:t>
            </a:r>
          </a:p>
          <a:p>
            <a:pPr>
              <a:spcAft>
                <a:spcPts val="200"/>
              </a:spcAft>
            </a:pPr>
          </a:p>
          <a:p>
            <a:pPr>
              <a:spcBef>
                <a:spcPts val="0"/>
              </a:spcBef>
              <a:spcAft>
                <a:spcPts val="400"/>
              </a:spcAft>
            </a:pPr>
            <a:r>
              <a:rPr sz="1300" b="1" i="0">
                <a:solidFill>
                  <a:srgbClr val="249ABE"/>
                </a:solidFill>
                <a:latin typeface="STIHL Contraface Text"/>
              </a:rPr>
              <a:t>Service Catalogue &amp; Service Owner</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201 Services / 890 Service Offerings nach TBM-Struktur (Stand 11/25)</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Single Source of consistent information zu allen operativen IT-Services</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Service Owner sichern Performance &amp; Lifecycle-Governance</a:t>
            </a:r>
          </a:p>
          <a:p>
            <a:pPr>
              <a:spcAft>
                <a:spcPts val="200"/>
              </a:spcAft>
            </a:pPr>
          </a:p>
          <a:p>
            <a:pPr>
              <a:spcBef>
                <a:spcPts val="0"/>
              </a:spcBef>
              <a:spcAft>
                <a:spcPts val="400"/>
              </a:spcAft>
            </a:pPr>
            <a:r>
              <a:rPr sz="1300" b="1" i="0">
                <a:solidFill>
                  <a:srgbClr val="249ABE"/>
                </a:solidFill>
                <a:latin typeface="STIHL Contraface Text"/>
              </a:rPr>
              <a:t>Governance &amp; Tooling</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Monthly Practice Reviews: KPI Dashboard Review, Root Cause / Corrective Actions, CSI Register</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Service-based Working dokumentiert in ServiceNow</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Historie: 9 ITSM Practices (2023) → globaler Service-Katalog &amp; SBW GoLive (2025)</a:t>
            </a:r>
          </a:p>
          <a:p>
            <a:pPr>
              <a:spcAft>
                <a:spcPts val="200"/>
              </a:spcAft>
            </a:pPr>
          </a:p>
        </p:txBody>
      </p:sp>
      <p:sp>
        <p:nvSpPr>
          <p:cNvPr id="6" name="Rounded Rectangle 5"/>
          <p:cNvSpPr/>
          <p:nvPr/>
        </p:nvSpPr>
        <p:spPr>
          <a:xfrm>
            <a:off x="7406640" y="1143000"/>
            <a:ext cx="4315968" cy="3977639"/>
          </a:xfrm>
          <a:prstGeom prst="roundRect">
            <a:avLst/>
          </a:prstGeom>
          <a:solidFill>
            <a:srgbClr val="F2F2F2"/>
          </a:solidFill>
          <a:ln w="15875">
            <a:solidFill>
              <a:srgbClr val="249A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0" y="1280160"/>
            <a:ext cx="3950208" cy="3749039"/>
          </a:xfrm>
          <a:prstGeom prst="rect">
            <a:avLst/>
          </a:prstGeom>
          <a:noFill/>
        </p:spPr>
        <p:txBody>
          <a:bodyPr wrap="square" anchor="t" lIns="45720" rIns="45720" tIns="18288" bIns="18288">
            <a:spAutoFit/>
          </a:bodyPr>
          <a:lstStyle/>
          <a:p>
            <a:pPr>
              <a:spcBef>
                <a:spcPts val="0"/>
              </a:spcBef>
              <a:spcAft>
                <a:spcPts val="600"/>
              </a:spcAft>
            </a:pPr>
            <a:r>
              <a:rPr sz="1300" b="1" i="0">
                <a:solidFill>
                  <a:srgbClr val="249ABE"/>
                </a:solidFill>
                <a:latin typeface="STIHL Contraface Text"/>
              </a:rPr>
              <a:t>KPI &amp; Nachweise (Tracking)</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SCM 01 – Number of active services</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SCM 02 – Ø Service Offerings je Service</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SCM 03 – Number of used offerings in process</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SCM 04 – New/updated services per month</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Quelle: ServiceNow · Reporting: monatlich</a:t>
            </a:r>
          </a:p>
        </p:txBody>
      </p:sp>
      <p:sp>
        <p:nvSpPr>
          <p:cNvPr id="8" name="Rounded Rectangle 7"/>
          <p:cNvSpPr/>
          <p:nvPr/>
        </p:nvSpPr>
        <p:spPr>
          <a:xfrm>
            <a:off x="7406640" y="5257800"/>
            <a:ext cx="4315968" cy="960120"/>
          </a:xfrm>
          <a:prstGeom prst="roundRect">
            <a:avLst/>
          </a:prstGeom>
          <a:solidFill>
            <a:srgbClr val="249A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ctr">
              <a:spcBef>
                <a:spcPts val="0"/>
              </a:spcBef>
              <a:spcAft>
                <a:spcPts val="200"/>
              </a:spcAft>
            </a:pPr>
            <a:r>
              <a:rPr sz="1100" b="1" i="0">
                <a:solidFill>
                  <a:srgbClr val="FFFFFF"/>
                </a:solidFill>
                <a:latin typeface="STIHL Contraface Text"/>
              </a:rPr>
              <a:t>Wo ist es geregelt?</a:t>
            </a:r>
          </a:p>
          <a:p>
            <a:pPr>
              <a:spcBef>
                <a:spcPts val="0"/>
              </a:spcBef>
              <a:spcAft>
                <a:spcPts val="0"/>
              </a:spcAft>
            </a:pPr>
            <a:r>
              <a:rPr sz="1030" b="0" i="0">
                <a:solidFill>
                  <a:srgbClr val="FFFFFF"/>
                </a:solidFill>
                <a:latin typeface="STIHL Contraface Text"/>
              </a:rPr>
              <a:t>Practice „Service Catalogue Management“ (SharePoint) · Group ITSM Briefing · ServiceNow</a:t>
            </a:r>
          </a:p>
        </p:txBody>
      </p:sp>
      <p:sp>
        <p:nvSpPr>
          <p:cNvPr id="9" name="TextBox 8"/>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Support – Prozesse, Governance &amp; KPI</a:t>
            </a:r>
          </a:p>
        </p:txBody>
      </p:sp>
      <p:sp>
        <p:nvSpPr>
          <p:cNvPr id="3" name="Rectangle 2"/>
          <p:cNvSpPr/>
          <p:nvPr/>
        </p:nvSpPr>
        <p:spPr>
          <a:xfrm>
            <a:off x="0" y="502920"/>
            <a:ext cx="164592" cy="320040"/>
          </a:xfrm>
          <a:prstGeom prst="rect">
            <a:avLst/>
          </a:prstGeom>
          <a:solidFill>
            <a:srgbClr val="749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19050">
            <a:solidFill>
              <a:srgbClr val="749F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75488" y="1143000"/>
            <a:ext cx="6675120" cy="5120640"/>
          </a:xfrm>
          <a:prstGeom prst="rect">
            <a:avLst/>
          </a:prstGeom>
          <a:noFill/>
        </p:spPr>
        <p:txBody>
          <a:bodyPr wrap="square" anchor="t" lIns="45720" rIns="45720" tIns="18288" bIns="18288">
            <a:spAutoFit/>
          </a:bodyPr>
          <a:lstStyle/>
          <a:p>
            <a:pPr>
              <a:spcBef>
                <a:spcPts val="0"/>
              </a:spcBef>
              <a:spcAft>
                <a:spcPts val="400"/>
              </a:spcAft>
            </a:pPr>
            <a:r>
              <a:rPr sz="1300" b="1" i="0">
                <a:solidFill>
                  <a:srgbClr val="749F4A"/>
                </a:solidFill>
                <a:latin typeface="STIHL Contraface Text"/>
              </a:rPr>
              <a:t>Incident Management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Klassifikation ueber Impacted Service + Service Offering (zweistufig, seit 07/2025)</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Priorisierung aus Impact × Urgency – Priority 1–4 fachlich definiert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Workflow (5 Phasen): Registration → 1st Analysis → Routing → Tracking/Escalation → Review &amp; Closing</a:t>
            </a:r>
          </a:p>
          <a:p>
            <a:pPr>
              <a:spcAft>
                <a:spcPts val="200"/>
              </a:spcAft>
            </a:pPr>
          </a:p>
          <a:p>
            <a:pPr>
              <a:spcBef>
                <a:spcPts val="0"/>
              </a:spcBef>
              <a:spcAft>
                <a:spcPts val="400"/>
              </a:spcAft>
            </a:pPr>
            <a:r>
              <a:rPr sz="1300" b="1" i="0">
                <a:solidFill>
                  <a:srgbClr val="749F4A"/>
                </a:solidFill>
                <a:latin typeface="STIHL Contraface Text"/>
              </a:rPr>
              <a:t>Service Level Management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3 Service Level Classes – designed &amp; approved via Demand-to-Portfolio</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Features: response time, resolution time, qualified support time</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KPI dort, wo automatisch in ServiceNow generierbar</a:t>
            </a:r>
          </a:p>
          <a:p>
            <a:pPr>
              <a:spcAft>
                <a:spcPts val="200"/>
              </a:spcAft>
            </a:pPr>
          </a:p>
          <a:p>
            <a:pPr>
              <a:spcBef>
                <a:spcPts val="0"/>
              </a:spcBef>
              <a:spcAft>
                <a:spcPts val="400"/>
              </a:spcAft>
            </a:pPr>
            <a:r>
              <a:rPr sz="1300" b="1" i="0">
                <a:solidFill>
                  <a:srgbClr val="749F4A"/>
                </a:solidFill>
                <a:latin typeface="STIHL Contraface Text"/>
              </a:rPr>
              <a:t>Support-Steuerung</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First Contact lokaler Service Desk → Eskalation L1 → L2 → L3 / Vendor</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Management- / Operations- / Vendor-KPI-Felder definiert</a:t>
            </a:r>
          </a:p>
          <a:p>
            <a:pPr>
              <a:spcAft>
                <a:spcPts val="200"/>
              </a:spcAft>
            </a:pPr>
          </a:p>
        </p:txBody>
      </p:sp>
      <p:sp>
        <p:nvSpPr>
          <p:cNvPr id="6" name="Rounded Rectangle 5"/>
          <p:cNvSpPr/>
          <p:nvPr/>
        </p:nvSpPr>
        <p:spPr>
          <a:xfrm>
            <a:off x="7406640" y="1143000"/>
            <a:ext cx="4315968" cy="3977639"/>
          </a:xfrm>
          <a:prstGeom prst="roundRect">
            <a:avLst/>
          </a:prstGeom>
          <a:solidFill>
            <a:srgbClr val="F2F2F2"/>
          </a:solidFill>
          <a:ln w="15875">
            <a:solidFill>
              <a:srgbClr val="749F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0" y="1280160"/>
            <a:ext cx="3950208" cy="3749039"/>
          </a:xfrm>
          <a:prstGeom prst="rect">
            <a:avLst/>
          </a:prstGeom>
          <a:noFill/>
        </p:spPr>
        <p:txBody>
          <a:bodyPr wrap="square" anchor="t" lIns="45720" rIns="45720" tIns="18288" bIns="18288">
            <a:spAutoFit/>
          </a:bodyPr>
          <a:lstStyle/>
          <a:p>
            <a:pPr>
              <a:spcBef>
                <a:spcPts val="0"/>
              </a:spcBef>
              <a:spcAft>
                <a:spcPts val="600"/>
              </a:spcAft>
            </a:pPr>
            <a:r>
              <a:rPr sz="1300" b="1" i="0">
                <a:solidFill>
                  <a:srgbClr val="749F4A"/>
                </a:solidFill>
                <a:latin typeface="STIHL Contraface Text"/>
              </a:rPr>
              <a:t>KPI &amp; Nachweise (Tracking)</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INC 01 – Number of incidents</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INC 02 – Initial resolution rate (≥ 65 %)</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INC 03 – Incident resolution time (≥ 80 %)</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SLM – Response Time &amp; Resolution Time</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Support-Felder: SLA, FCR, CSAT, AHT, Backlog, Escalation rate</a:t>
            </a:r>
          </a:p>
        </p:txBody>
      </p:sp>
      <p:sp>
        <p:nvSpPr>
          <p:cNvPr id="8" name="Rounded Rectangle 7"/>
          <p:cNvSpPr/>
          <p:nvPr/>
        </p:nvSpPr>
        <p:spPr>
          <a:xfrm>
            <a:off x="7406640" y="5257800"/>
            <a:ext cx="4315968" cy="960120"/>
          </a:xfrm>
          <a:prstGeom prst="roundRect">
            <a:avLst/>
          </a:prstGeom>
          <a:solidFill>
            <a:srgbClr val="749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ctr">
              <a:spcBef>
                <a:spcPts val="0"/>
              </a:spcBef>
              <a:spcAft>
                <a:spcPts val="200"/>
              </a:spcAft>
            </a:pPr>
            <a:r>
              <a:rPr sz="1100" b="1" i="0">
                <a:solidFill>
                  <a:srgbClr val="FFFFFF"/>
                </a:solidFill>
                <a:latin typeface="STIHL Contraface Text"/>
              </a:rPr>
              <a:t>Wo ist es geregelt?</a:t>
            </a:r>
          </a:p>
          <a:p>
            <a:pPr>
              <a:spcBef>
                <a:spcPts val="0"/>
              </a:spcBef>
              <a:spcAft>
                <a:spcPts val="0"/>
              </a:spcAft>
            </a:pPr>
            <a:r>
              <a:rPr sz="1030" b="0" i="0">
                <a:solidFill>
                  <a:srgbClr val="FFFFFF"/>
                </a:solidFill>
                <a:latin typeface="STIHL Contraface Text"/>
              </a:rPr>
              <a:t>Incident-Management-Details &amp; Service-Level-Management-Details (SharePoint) · ServiceNow</a:t>
            </a:r>
          </a:p>
        </p:txBody>
      </p:sp>
      <p:sp>
        <p:nvSpPr>
          <p:cNvPr id="9" name="TextBox 8"/>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KPI-Cockpit &amp; aktuelle Projekte – auditfeste Nachweise</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9525">
            <a:solidFill>
              <a:srgbClr val="87878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75488" y="1097280"/>
            <a:ext cx="6766560" cy="320040"/>
          </a:xfrm>
          <a:prstGeom prst="rect">
            <a:avLst/>
          </a:prstGeom>
          <a:noFill/>
        </p:spPr>
        <p:txBody>
          <a:bodyPr wrap="square" anchor="t" lIns="45720" rIns="45720" tIns="18288" bIns="18288">
            <a:spAutoFit/>
          </a:bodyPr>
          <a:lstStyle/>
          <a:p>
            <a:pPr>
              <a:spcBef>
                <a:spcPts val="0"/>
              </a:spcBef>
              <a:spcAft>
                <a:spcPts val="300"/>
              </a:spcAft>
            </a:pPr>
            <a:r>
              <a:rPr sz="1300" b="1" i="0">
                <a:solidFill>
                  <a:srgbClr val="F37A1F"/>
                </a:solidFill>
                <a:latin typeface="STIHL Contraface Text"/>
              </a:rPr>
              <a:t>KPI-Uebersicht – definiert, mit Datenquelle &amp; Frequenz</a:t>
            </a:r>
          </a:p>
        </p:txBody>
      </p:sp>
      <p:graphicFrame>
        <p:nvGraphicFramePr>
          <p:cNvPr id="6" name="Table 5"/>
          <p:cNvGraphicFramePr>
            <a:graphicFrameLocks noGrp="1"/>
          </p:cNvGraphicFramePr>
          <p:nvPr/>
        </p:nvGraphicFramePr>
        <p:xfrm>
          <a:off x="475488" y="1463040"/>
          <a:ext cx="6766560" cy="3566160"/>
        </p:xfrm>
        <a:graphic>
          <a:graphicData uri="http://schemas.openxmlformats.org/drawingml/2006/table">
            <a:tbl>
              <a:tblPr firstRow="1" bandRow="1">
                <a:tableStyleId>{5C22544A-7EE6-4342-B048-85BDC9FD1C3A}</a:tableStyleId>
              </a:tblPr>
              <a:tblGrid>
                <a:gridCol w="3383280"/>
                <a:gridCol w="1188720"/>
                <a:gridCol w="1234440"/>
                <a:gridCol w="960120"/>
              </a:tblGrid>
              <a:tr h="356616">
                <a:tc>
                  <a:txBody>
                    <a:bodyPr/>
                    <a:lstStyle/>
                    <a:p>
                      <a:r>
                        <a:rPr sz="1050" b="1">
                          <a:solidFill>
                            <a:srgbClr val="FFFFFF"/>
                          </a:solidFill>
                          <a:latin typeface="STIHL Contraface Text"/>
                        </a:rPr>
                        <a:t>KPI</a:t>
                      </a:r>
                    </a:p>
                  </a:txBody>
                  <a:tcPr marL="54864" marR="36576" marT="18288" marB="18288" anchor="ctr">
                    <a:solidFill>
                      <a:srgbClr val="F37A1F"/>
                    </a:solidFill>
                  </a:tcPr>
                </a:tc>
                <a:tc>
                  <a:txBody>
                    <a:bodyPr/>
                    <a:lstStyle/>
                    <a:p>
                      <a:r>
                        <a:rPr sz="1050" b="1">
                          <a:solidFill>
                            <a:srgbClr val="FFFFFF"/>
                          </a:solidFill>
                          <a:latin typeface="STIHL Contraface Text"/>
                        </a:rPr>
                        <a:t>Schwelle</a:t>
                      </a:r>
                    </a:p>
                  </a:txBody>
                  <a:tcPr marL="54864" marR="36576" marT="18288" marB="18288" anchor="ctr">
                    <a:solidFill>
                      <a:srgbClr val="F37A1F"/>
                    </a:solidFill>
                  </a:tcPr>
                </a:tc>
                <a:tc>
                  <a:txBody>
                    <a:bodyPr/>
                    <a:lstStyle/>
                    <a:p>
                      <a:r>
                        <a:rPr sz="1050" b="1">
                          <a:solidFill>
                            <a:srgbClr val="FFFFFF"/>
                          </a:solidFill>
                          <a:latin typeface="STIHL Contraface Text"/>
                        </a:rPr>
                        <a:t>Quelle</a:t>
                      </a:r>
                    </a:p>
                  </a:txBody>
                  <a:tcPr marL="54864" marR="36576" marT="18288" marB="18288" anchor="ctr">
                    <a:solidFill>
                      <a:srgbClr val="F37A1F"/>
                    </a:solidFill>
                  </a:tcPr>
                </a:tc>
                <a:tc>
                  <a:txBody>
                    <a:bodyPr/>
                    <a:lstStyle/>
                    <a:p>
                      <a:r>
                        <a:rPr sz="1050" b="1">
                          <a:solidFill>
                            <a:srgbClr val="FFFFFF"/>
                          </a:solidFill>
                          <a:latin typeface="STIHL Contraface Text"/>
                        </a:rPr>
                        <a:t>Frequenz</a:t>
                      </a:r>
                    </a:p>
                  </a:txBody>
                  <a:tcPr marL="54864" marR="36576" marT="18288" marB="18288" anchor="ctr">
                    <a:solidFill>
                      <a:srgbClr val="F37A1F"/>
                    </a:solidFill>
                  </a:tcPr>
                </a:tc>
              </a:tr>
              <a:tr h="356616">
                <a:tc>
                  <a:txBody>
                    <a:bodyPr/>
                    <a:lstStyle/>
                    <a:p>
                      <a:r>
                        <a:rPr sz="1000">
                          <a:solidFill>
                            <a:srgbClr val="333333"/>
                          </a:solidFill>
                          <a:latin typeface="STIHL Contraface Text"/>
                        </a:rPr>
                        <a:t>INC 02 Initial resolution rate</a:t>
                      </a:r>
                    </a:p>
                  </a:txBody>
                  <a:tcPr marL="54864" marR="36576" marT="18288" marB="18288" anchor="ctr">
                    <a:solidFill>
                      <a:srgbClr val="FFFFFF"/>
                    </a:solidFill>
                  </a:tcPr>
                </a:tc>
                <a:tc>
                  <a:txBody>
                    <a:bodyPr/>
                    <a:lstStyle/>
                    <a:p>
                      <a:r>
                        <a:rPr sz="1000">
                          <a:solidFill>
                            <a:srgbClr val="333333"/>
                          </a:solidFill>
                          <a:latin typeface="STIHL Contraface Text"/>
                        </a:rPr>
                        <a:t>≥ 65 %</a:t>
                      </a:r>
                    </a:p>
                  </a:txBody>
                  <a:tcPr marL="54864" marR="36576" marT="18288" marB="18288" anchor="ctr">
                    <a:solidFill>
                      <a:srgbClr val="FFFFFF"/>
                    </a:solidFill>
                  </a:tcPr>
                </a:tc>
                <a:tc>
                  <a:txBody>
                    <a:bodyPr/>
                    <a:lstStyle/>
                    <a:p>
                      <a:r>
                        <a:rPr sz="1000">
                          <a:solidFill>
                            <a:srgbClr val="333333"/>
                          </a:solidFill>
                          <a:latin typeface="STIHL Contraface Text"/>
                        </a:rPr>
                        <a:t>ServiceNow</a:t>
                      </a:r>
                    </a:p>
                  </a:txBody>
                  <a:tcPr marL="54864" marR="36576" marT="18288" marB="18288" anchor="ctr">
                    <a:solidFill>
                      <a:srgbClr val="FFFFFF"/>
                    </a:solidFill>
                  </a:tcPr>
                </a:tc>
                <a:tc>
                  <a:txBody>
                    <a:bodyPr/>
                    <a:lstStyle/>
                    <a:p>
                      <a:r>
                        <a:rPr sz="1000">
                          <a:solidFill>
                            <a:srgbClr val="333333"/>
                          </a:solidFill>
                          <a:latin typeface="STIHL Contraface Text"/>
                        </a:rPr>
                        <a:t>monatl.</a:t>
                      </a:r>
                    </a:p>
                  </a:txBody>
                  <a:tcPr marL="54864" marR="36576" marT="18288" marB="18288" anchor="ctr">
                    <a:solidFill>
                      <a:srgbClr val="FFFFFF"/>
                    </a:solidFill>
                  </a:tcPr>
                </a:tc>
              </a:tr>
              <a:tr h="356616">
                <a:tc>
                  <a:txBody>
                    <a:bodyPr/>
                    <a:lstStyle/>
                    <a:p>
                      <a:r>
                        <a:rPr sz="1000">
                          <a:solidFill>
                            <a:srgbClr val="333333"/>
                          </a:solidFill>
                          <a:latin typeface="STIHL Contraface Text"/>
                        </a:rPr>
                        <a:t>INC 03 Incident resolution time</a:t>
                      </a:r>
                    </a:p>
                  </a:txBody>
                  <a:tcPr marL="54864" marR="36576" marT="18288" marB="18288" anchor="ctr">
                    <a:solidFill>
                      <a:srgbClr val="F2F2F2"/>
                    </a:solidFill>
                  </a:tcPr>
                </a:tc>
                <a:tc>
                  <a:txBody>
                    <a:bodyPr/>
                    <a:lstStyle/>
                    <a:p>
                      <a:r>
                        <a:rPr sz="1000">
                          <a:solidFill>
                            <a:srgbClr val="333333"/>
                          </a:solidFill>
                          <a:latin typeface="STIHL Contraface Text"/>
                        </a:rPr>
                        <a:t>≥ 80 %</a:t>
                      </a:r>
                    </a:p>
                  </a:txBody>
                  <a:tcPr marL="54864" marR="36576" marT="18288" marB="18288" anchor="ctr">
                    <a:solidFill>
                      <a:srgbClr val="F2F2F2"/>
                    </a:solidFill>
                  </a:tcPr>
                </a:tc>
                <a:tc>
                  <a:txBody>
                    <a:bodyPr/>
                    <a:lstStyle/>
                    <a:p>
                      <a:r>
                        <a:rPr sz="1000">
                          <a:solidFill>
                            <a:srgbClr val="333333"/>
                          </a:solidFill>
                          <a:latin typeface="STIHL Contraface Text"/>
                        </a:rPr>
                        <a:t>ServiceNow</a:t>
                      </a:r>
                    </a:p>
                  </a:txBody>
                  <a:tcPr marL="54864" marR="36576" marT="18288" marB="18288" anchor="ctr">
                    <a:solidFill>
                      <a:srgbClr val="F2F2F2"/>
                    </a:solidFill>
                  </a:tcPr>
                </a:tc>
                <a:tc>
                  <a:txBody>
                    <a:bodyPr/>
                    <a:lstStyle/>
                    <a:p>
                      <a:r>
                        <a:rPr sz="1000">
                          <a:solidFill>
                            <a:srgbClr val="333333"/>
                          </a:solidFill>
                          <a:latin typeface="STIHL Contraface Text"/>
                        </a:rPr>
                        <a:t>monatl.</a:t>
                      </a:r>
                    </a:p>
                  </a:txBody>
                  <a:tcPr marL="54864" marR="36576" marT="18288" marB="18288" anchor="ctr">
                    <a:solidFill>
                      <a:srgbClr val="F2F2F2"/>
                    </a:solidFill>
                  </a:tcPr>
                </a:tc>
              </a:tr>
              <a:tr h="356616">
                <a:tc>
                  <a:txBody>
                    <a:bodyPr/>
                    <a:lstStyle/>
                    <a:p>
                      <a:r>
                        <a:rPr sz="1000">
                          <a:solidFill>
                            <a:srgbClr val="333333"/>
                          </a:solidFill>
                          <a:latin typeface="STIHL Contraface Text"/>
                        </a:rPr>
                        <a:t>INC 01 Number of incidents</a:t>
                      </a:r>
                    </a:p>
                  </a:txBody>
                  <a:tcPr marL="54864" marR="36576" marT="18288" marB="18288" anchor="ctr">
                    <a:solidFill>
                      <a:srgbClr val="FFFFFF"/>
                    </a:solidFill>
                  </a:tcPr>
                </a:tc>
                <a:tc>
                  <a:txBody>
                    <a:bodyPr/>
                    <a:lstStyle/>
                    <a:p>
                      <a:r>
                        <a:rPr sz="1000">
                          <a:solidFill>
                            <a:srgbClr val="333333"/>
                          </a:solidFill>
                          <a:latin typeface="STIHL Contraface Text"/>
                        </a:rPr>
                        <a:t>–</a:t>
                      </a:r>
                    </a:p>
                  </a:txBody>
                  <a:tcPr marL="54864" marR="36576" marT="18288" marB="18288" anchor="ctr">
                    <a:solidFill>
                      <a:srgbClr val="FFFFFF"/>
                    </a:solidFill>
                  </a:tcPr>
                </a:tc>
                <a:tc>
                  <a:txBody>
                    <a:bodyPr/>
                    <a:lstStyle/>
                    <a:p>
                      <a:r>
                        <a:rPr sz="1000">
                          <a:solidFill>
                            <a:srgbClr val="333333"/>
                          </a:solidFill>
                          <a:latin typeface="STIHL Contraface Text"/>
                        </a:rPr>
                        <a:t>ServiceNow</a:t>
                      </a:r>
                    </a:p>
                  </a:txBody>
                  <a:tcPr marL="54864" marR="36576" marT="18288" marB="18288" anchor="ctr">
                    <a:solidFill>
                      <a:srgbClr val="FFFFFF"/>
                    </a:solidFill>
                  </a:tcPr>
                </a:tc>
                <a:tc>
                  <a:txBody>
                    <a:bodyPr/>
                    <a:lstStyle/>
                    <a:p>
                      <a:r>
                        <a:rPr sz="1000">
                          <a:solidFill>
                            <a:srgbClr val="333333"/>
                          </a:solidFill>
                          <a:latin typeface="STIHL Contraface Text"/>
                        </a:rPr>
                        <a:t>monatl.</a:t>
                      </a:r>
                    </a:p>
                  </a:txBody>
                  <a:tcPr marL="54864" marR="36576" marT="18288" marB="18288" anchor="ctr">
                    <a:solidFill>
                      <a:srgbClr val="FFFFFF"/>
                    </a:solidFill>
                  </a:tcPr>
                </a:tc>
              </a:tr>
              <a:tr h="356616">
                <a:tc>
                  <a:txBody>
                    <a:bodyPr/>
                    <a:lstStyle/>
                    <a:p>
                      <a:r>
                        <a:rPr sz="1000">
                          <a:solidFill>
                            <a:srgbClr val="333333"/>
                          </a:solidFill>
                          <a:latin typeface="STIHL Contraface Text"/>
                        </a:rPr>
                        <a:t>SLM Response / Resolution Time</a:t>
                      </a:r>
                    </a:p>
                  </a:txBody>
                  <a:tcPr marL="54864" marR="36576" marT="18288" marB="18288" anchor="ctr">
                    <a:solidFill>
                      <a:srgbClr val="F2F2F2"/>
                    </a:solidFill>
                  </a:tcPr>
                </a:tc>
                <a:tc>
                  <a:txBody>
                    <a:bodyPr/>
                    <a:lstStyle/>
                    <a:p>
                      <a:r>
                        <a:rPr sz="1000">
                          <a:solidFill>
                            <a:srgbClr val="333333"/>
                          </a:solidFill>
                          <a:latin typeface="STIHL Contraface Text"/>
                        </a:rPr>
                        <a:t>SLA-def.</a:t>
                      </a:r>
                    </a:p>
                  </a:txBody>
                  <a:tcPr marL="54864" marR="36576" marT="18288" marB="18288" anchor="ctr">
                    <a:solidFill>
                      <a:srgbClr val="F2F2F2"/>
                    </a:solidFill>
                  </a:tcPr>
                </a:tc>
                <a:tc>
                  <a:txBody>
                    <a:bodyPr/>
                    <a:lstStyle/>
                    <a:p>
                      <a:r>
                        <a:rPr sz="1000">
                          <a:solidFill>
                            <a:srgbClr val="333333"/>
                          </a:solidFill>
                          <a:latin typeface="STIHL Contraface Text"/>
                        </a:rPr>
                        <a:t>ServiceNow</a:t>
                      </a:r>
                    </a:p>
                  </a:txBody>
                  <a:tcPr marL="54864" marR="36576" marT="18288" marB="18288" anchor="ctr">
                    <a:solidFill>
                      <a:srgbClr val="F2F2F2"/>
                    </a:solidFill>
                  </a:tcPr>
                </a:tc>
                <a:tc>
                  <a:txBody>
                    <a:bodyPr/>
                    <a:lstStyle/>
                    <a:p>
                      <a:r>
                        <a:rPr sz="1000">
                          <a:solidFill>
                            <a:srgbClr val="333333"/>
                          </a:solidFill>
                          <a:latin typeface="STIHL Contraface Text"/>
                        </a:rPr>
                        <a:t>monatl.</a:t>
                      </a:r>
                    </a:p>
                  </a:txBody>
                  <a:tcPr marL="54864" marR="36576" marT="18288" marB="18288" anchor="ctr">
                    <a:solidFill>
                      <a:srgbClr val="F2F2F2"/>
                    </a:solidFill>
                  </a:tcPr>
                </a:tc>
              </a:tr>
              <a:tr h="356616">
                <a:tc>
                  <a:txBody>
                    <a:bodyPr/>
                    <a:lstStyle/>
                    <a:p>
                      <a:r>
                        <a:rPr sz="1000">
                          <a:solidFill>
                            <a:srgbClr val="333333"/>
                          </a:solidFill>
                          <a:latin typeface="STIHL Contraface Text"/>
                        </a:rPr>
                        <a:t>SCM 01–04 Service Catalogue</a:t>
                      </a:r>
                    </a:p>
                  </a:txBody>
                  <a:tcPr marL="54864" marR="36576" marT="18288" marB="18288" anchor="ctr">
                    <a:solidFill>
                      <a:srgbClr val="FFFFFF"/>
                    </a:solidFill>
                  </a:tcPr>
                </a:tc>
                <a:tc>
                  <a:txBody>
                    <a:bodyPr/>
                    <a:lstStyle/>
                    <a:p>
                      <a:r>
                        <a:rPr sz="1000">
                          <a:solidFill>
                            <a:srgbClr val="333333"/>
                          </a:solidFill>
                          <a:latin typeface="STIHL Contraface Text"/>
                        </a:rPr>
                        <a:t>–</a:t>
                      </a:r>
                    </a:p>
                  </a:txBody>
                  <a:tcPr marL="54864" marR="36576" marT="18288" marB="18288" anchor="ctr">
                    <a:solidFill>
                      <a:srgbClr val="FFFFFF"/>
                    </a:solidFill>
                  </a:tcPr>
                </a:tc>
                <a:tc>
                  <a:txBody>
                    <a:bodyPr/>
                    <a:lstStyle/>
                    <a:p>
                      <a:r>
                        <a:rPr sz="1000">
                          <a:solidFill>
                            <a:srgbClr val="333333"/>
                          </a:solidFill>
                          <a:latin typeface="STIHL Contraface Text"/>
                        </a:rPr>
                        <a:t>ServiceNow</a:t>
                      </a:r>
                    </a:p>
                  </a:txBody>
                  <a:tcPr marL="54864" marR="36576" marT="18288" marB="18288" anchor="ctr">
                    <a:solidFill>
                      <a:srgbClr val="FFFFFF"/>
                    </a:solidFill>
                  </a:tcPr>
                </a:tc>
                <a:tc>
                  <a:txBody>
                    <a:bodyPr/>
                    <a:lstStyle/>
                    <a:p>
                      <a:r>
                        <a:rPr sz="1000">
                          <a:solidFill>
                            <a:srgbClr val="333333"/>
                          </a:solidFill>
                          <a:latin typeface="STIHL Contraface Text"/>
                        </a:rPr>
                        <a:t>monatl.</a:t>
                      </a:r>
                    </a:p>
                  </a:txBody>
                  <a:tcPr marL="54864" marR="36576" marT="18288" marB="18288" anchor="ctr">
                    <a:solidFill>
                      <a:srgbClr val="FFFFFF"/>
                    </a:solidFill>
                  </a:tcPr>
                </a:tc>
              </a:tr>
              <a:tr h="356616">
                <a:tc>
                  <a:txBody>
                    <a:bodyPr/>
                    <a:lstStyle/>
                    <a:p>
                      <a:r>
                        <a:rPr sz="1000">
                          <a:solidFill>
                            <a:srgbClr val="333333"/>
                          </a:solidFill>
                          <a:latin typeface="STIHL Contraface Text"/>
                        </a:rPr>
                        <a:t>DC Teams active users</a:t>
                      </a:r>
                    </a:p>
                  </a:txBody>
                  <a:tcPr marL="54864" marR="36576" marT="18288" marB="18288" anchor="ctr">
                    <a:solidFill>
                      <a:srgbClr val="F2F2F2"/>
                    </a:solidFill>
                  </a:tcPr>
                </a:tc>
                <a:tc>
                  <a:txBody>
                    <a:bodyPr/>
                    <a:lstStyle/>
                    <a:p>
                      <a:r>
                        <a:rPr sz="1000">
                          <a:solidFill>
                            <a:srgbClr val="333333"/>
                          </a:solidFill>
                          <a:latin typeface="STIHL Contraface Text"/>
                        </a:rPr>
                        <a:t>76,5 %</a:t>
                      </a:r>
                    </a:p>
                  </a:txBody>
                  <a:tcPr marL="54864" marR="36576" marT="18288" marB="18288" anchor="ctr">
                    <a:solidFill>
                      <a:srgbClr val="F2F2F2"/>
                    </a:solidFill>
                  </a:tcPr>
                </a:tc>
                <a:tc>
                  <a:txBody>
                    <a:bodyPr/>
                    <a:lstStyle/>
                    <a:p>
                      <a:r>
                        <a:rPr sz="1000">
                          <a:solidFill>
                            <a:srgbClr val="333333"/>
                          </a:solidFill>
                          <a:latin typeface="STIHL Contraface Text"/>
                        </a:rPr>
                        <a:t>M365 Admin</a:t>
                      </a:r>
                    </a:p>
                  </a:txBody>
                  <a:tcPr marL="54864" marR="36576" marT="18288" marB="18288" anchor="ctr">
                    <a:solidFill>
                      <a:srgbClr val="F2F2F2"/>
                    </a:solidFill>
                  </a:tcPr>
                </a:tc>
                <a:tc>
                  <a:txBody>
                    <a:bodyPr/>
                    <a:lstStyle/>
                    <a:p>
                      <a:r>
                        <a:rPr sz="1000">
                          <a:solidFill>
                            <a:srgbClr val="333333"/>
                          </a:solidFill>
                          <a:latin typeface="STIHL Contraface Text"/>
                        </a:rPr>
                        <a:t>06/2026</a:t>
                      </a:r>
                    </a:p>
                  </a:txBody>
                  <a:tcPr marL="54864" marR="36576" marT="18288" marB="18288" anchor="ctr">
                    <a:solidFill>
                      <a:srgbClr val="F2F2F2"/>
                    </a:solidFill>
                  </a:tcPr>
                </a:tc>
              </a:tr>
              <a:tr h="356616">
                <a:tc>
                  <a:txBody>
                    <a:bodyPr/>
                    <a:lstStyle/>
                    <a:p>
                      <a:r>
                        <a:rPr sz="1000">
                          <a:solidFill>
                            <a:srgbClr val="333333"/>
                          </a:solidFill>
                          <a:latin typeface="STIHL Contraface Text"/>
                        </a:rPr>
                        <a:t>DC M365 Copilot active rate</a:t>
                      </a:r>
                    </a:p>
                  </a:txBody>
                  <a:tcPr marL="54864" marR="36576" marT="18288" marB="18288" anchor="ctr">
                    <a:solidFill>
                      <a:srgbClr val="FFFFFF"/>
                    </a:solidFill>
                  </a:tcPr>
                </a:tc>
                <a:tc>
                  <a:txBody>
                    <a:bodyPr/>
                    <a:lstStyle/>
                    <a:p>
                      <a:r>
                        <a:rPr sz="1000">
                          <a:solidFill>
                            <a:srgbClr val="333333"/>
                          </a:solidFill>
                          <a:latin typeface="STIHL Contraface Text"/>
                        </a:rPr>
                        <a:t>95,9 %</a:t>
                      </a:r>
                    </a:p>
                  </a:txBody>
                  <a:tcPr marL="54864" marR="36576" marT="18288" marB="18288" anchor="ctr">
                    <a:solidFill>
                      <a:srgbClr val="FFFFFF"/>
                    </a:solidFill>
                  </a:tcPr>
                </a:tc>
                <a:tc>
                  <a:txBody>
                    <a:bodyPr/>
                    <a:lstStyle/>
                    <a:p>
                      <a:r>
                        <a:rPr sz="1000">
                          <a:solidFill>
                            <a:srgbClr val="333333"/>
                          </a:solidFill>
                          <a:latin typeface="STIHL Contraface Text"/>
                        </a:rPr>
                        <a:t>Copilot Rep.</a:t>
                      </a:r>
                    </a:p>
                  </a:txBody>
                  <a:tcPr marL="54864" marR="36576" marT="18288" marB="18288" anchor="ctr">
                    <a:solidFill>
                      <a:srgbClr val="FFFFFF"/>
                    </a:solidFill>
                  </a:tcPr>
                </a:tc>
                <a:tc>
                  <a:txBody>
                    <a:bodyPr/>
                    <a:lstStyle/>
                    <a:p>
                      <a:r>
                        <a:rPr sz="1000">
                          <a:solidFill>
                            <a:srgbClr val="333333"/>
                          </a:solidFill>
                          <a:latin typeface="STIHL Contraface Text"/>
                        </a:rPr>
                        <a:t>90 Tage</a:t>
                      </a:r>
                    </a:p>
                  </a:txBody>
                  <a:tcPr marL="54864" marR="36576" marT="18288" marB="18288" anchor="ctr">
                    <a:solidFill>
                      <a:srgbClr val="FFFFFF"/>
                    </a:solidFill>
                  </a:tcPr>
                </a:tc>
              </a:tr>
              <a:tr h="356616">
                <a:tc>
                  <a:txBody>
                    <a:bodyPr/>
                    <a:lstStyle/>
                    <a:p>
                      <a:r>
                        <a:rPr sz="1000">
                          <a:solidFill>
                            <a:srgbClr val="333333"/>
                          </a:solidFill>
                          <a:latin typeface="STIHL Contraface Text"/>
                        </a:rPr>
                        <a:t>DC Community Mitglieder</a:t>
                      </a:r>
                    </a:p>
                  </a:txBody>
                  <a:tcPr marL="54864" marR="36576" marT="18288" marB="18288" anchor="ctr">
                    <a:solidFill>
                      <a:srgbClr val="F2F2F2"/>
                    </a:solidFill>
                  </a:tcPr>
                </a:tc>
                <a:tc>
                  <a:txBody>
                    <a:bodyPr/>
                    <a:lstStyle/>
                    <a:p>
                      <a:r>
                        <a:rPr sz="1000">
                          <a:solidFill>
                            <a:srgbClr val="333333"/>
                          </a:solidFill>
                          <a:latin typeface="STIHL Contraface Text"/>
                        </a:rPr>
                        <a:t>1.017 / 61%</a:t>
                      </a:r>
                    </a:p>
                  </a:txBody>
                  <a:tcPr marL="54864" marR="36576" marT="18288" marB="18288" anchor="ctr">
                    <a:solidFill>
                      <a:srgbClr val="F2F2F2"/>
                    </a:solidFill>
                  </a:tcPr>
                </a:tc>
                <a:tc>
                  <a:txBody>
                    <a:bodyPr/>
                    <a:lstStyle/>
                    <a:p>
                      <a:r>
                        <a:rPr sz="1000">
                          <a:solidFill>
                            <a:srgbClr val="333333"/>
                          </a:solidFill>
                          <a:latin typeface="STIHL Contraface Text"/>
                        </a:rPr>
                        <a:t>DC Analytics</a:t>
                      </a:r>
                    </a:p>
                  </a:txBody>
                  <a:tcPr marL="54864" marR="36576" marT="18288" marB="18288" anchor="ctr">
                    <a:solidFill>
                      <a:srgbClr val="F2F2F2"/>
                    </a:solidFill>
                  </a:tcPr>
                </a:tc>
                <a:tc>
                  <a:txBody>
                    <a:bodyPr/>
                    <a:lstStyle/>
                    <a:p>
                      <a:r>
                        <a:rPr sz="1000">
                          <a:solidFill>
                            <a:srgbClr val="333333"/>
                          </a:solidFill>
                          <a:latin typeface="STIHL Contraface Text"/>
                        </a:rPr>
                        <a:t>06/2026</a:t>
                      </a:r>
                    </a:p>
                  </a:txBody>
                  <a:tcPr marL="54864" marR="36576" marT="18288" marB="18288" anchor="ctr">
                    <a:solidFill>
                      <a:srgbClr val="F2F2F2"/>
                    </a:solidFill>
                  </a:tcPr>
                </a:tc>
              </a:tr>
              <a:tr h="356616">
                <a:tc>
                  <a:txBody>
                    <a:bodyPr/>
                    <a:lstStyle/>
                    <a:p>
                      <a:r>
                        <a:rPr sz="1000">
                          <a:solidFill>
                            <a:srgbClr val="333333"/>
                          </a:solidFill>
                          <a:latin typeface="STIHL Contraface Text"/>
                        </a:rPr>
                        <a:t>Support: SLA, FCR, CSAT, Backlog</a:t>
                      </a:r>
                    </a:p>
                  </a:txBody>
                  <a:tcPr marL="54864" marR="36576" marT="18288" marB="18288" anchor="ctr">
                    <a:solidFill>
                      <a:srgbClr val="FFFFFF"/>
                    </a:solidFill>
                  </a:tcPr>
                </a:tc>
                <a:tc>
                  <a:txBody>
                    <a:bodyPr/>
                    <a:lstStyle/>
                    <a:p>
                      <a:r>
                        <a:rPr sz="1000">
                          <a:solidFill>
                            <a:srgbClr val="333333"/>
                          </a:solidFill>
                          <a:latin typeface="STIHL Contraface Text"/>
                        </a:rPr>
                        <a:t>Felder def.</a:t>
                      </a:r>
                    </a:p>
                  </a:txBody>
                  <a:tcPr marL="54864" marR="36576" marT="18288" marB="18288" anchor="ctr">
                    <a:solidFill>
                      <a:srgbClr val="FFFFFF"/>
                    </a:solidFill>
                  </a:tcPr>
                </a:tc>
                <a:tc>
                  <a:txBody>
                    <a:bodyPr/>
                    <a:lstStyle/>
                    <a:p>
                      <a:r>
                        <a:rPr sz="1000">
                          <a:solidFill>
                            <a:srgbClr val="333333"/>
                          </a:solidFill>
                          <a:latin typeface="STIHL Contraface Text"/>
                        </a:rPr>
                        <a:t>Dashboard</a:t>
                      </a:r>
                    </a:p>
                  </a:txBody>
                  <a:tcPr marL="54864" marR="36576" marT="18288" marB="18288" anchor="ctr">
                    <a:solidFill>
                      <a:srgbClr val="FFFFFF"/>
                    </a:solidFill>
                  </a:tcPr>
                </a:tc>
                <a:tc>
                  <a:txBody>
                    <a:bodyPr/>
                    <a:lstStyle/>
                    <a:p>
                      <a:r>
                        <a:rPr sz="1000">
                          <a:solidFill>
                            <a:srgbClr val="333333"/>
                          </a:solidFill>
                          <a:latin typeface="STIHL Contraface Text"/>
                        </a:rPr>
                        <a:t>lfd.</a:t>
                      </a:r>
                    </a:p>
                  </a:txBody>
                  <a:tcPr marL="54864" marR="36576" marT="18288" marB="18288" anchor="ctr">
                    <a:solidFill>
                      <a:srgbClr val="FFFFFF"/>
                    </a:solidFill>
                  </a:tcPr>
                </a:tc>
              </a:tr>
            </a:tbl>
          </a:graphicData>
        </a:graphic>
      </p:graphicFrame>
      <p:sp>
        <p:nvSpPr>
          <p:cNvPr id="7" name="Rounded Rectangle 6"/>
          <p:cNvSpPr/>
          <p:nvPr/>
        </p:nvSpPr>
        <p:spPr>
          <a:xfrm>
            <a:off x="7452360" y="1097280"/>
            <a:ext cx="4270248" cy="3931920"/>
          </a:xfrm>
          <a:prstGeom prst="roundRect">
            <a:avLst/>
          </a:prstGeom>
          <a:solidFill>
            <a:srgbClr val="FFFFFF"/>
          </a:solidFill>
          <a:ln w="15875">
            <a:solidFill>
              <a:srgbClr val="249A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16952" y="1207008"/>
            <a:ext cx="3950208" cy="3703320"/>
          </a:xfrm>
          <a:prstGeom prst="rect">
            <a:avLst/>
          </a:prstGeom>
          <a:noFill/>
        </p:spPr>
        <p:txBody>
          <a:bodyPr wrap="square" anchor="t" lIns="45720" rIns="45720" tIns="18288" bIns="18288">
            <a:spAutoFit/>
          </a:bodyPr>
          <a:lstStyle/>
          <a:p>
            <a:pPr>
              <a:spcBef>
                <a:spcPts val="0"/>
              </a:spcBef>
              <a:spcAft>
                <a:spcPts val="600"/>
              </a:spcAft>
            </a:pPr>
            <a:r>
              <a:rPr sz="1300" b="1" i="0">
                <a:solidFill>
                  <a:srgbClr val="249ABE"/>
                </a:solidFill>
                <a:latin typeface="STIHL Contraface Text"/>
              </a:rPr>
              <a:t>Aktuelle Projekte 2026</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Teams Phone Rollout</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M365 Copilot – Pilot &amp; Rollout</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Copilot Studio Agents (ONE STIHL Hypercare Buddy, IT Support Agent, Ask HR)</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Copilot Governance + Training</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DLP Project · Cloud Infrastructure Migration</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Supplier Collaboration Portal · Places</a:t>
            </a:r>
          </a:p>
        </p:txBody>
      </p:sp>
      <p:sp>
        <p:nvSpPr>
          <p:cNvPr id="9" name="Rounded Rectangle 8"/>
          <p:cNvSpPr/>
          <p:nvPr/>
        </p:nvSpPr>
        <p:spPr>
          <a:xfrm>
            <a:off x="475488" y="5257800"/>
            <a:ext cx="11247120" cy="914400"/>
          </a:xfrm>
          <a:prstGeom prst="round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0"/>
              </a:spcAft>
            </a:pPr>
            <a:r>
              <a:rPr sz="1300" b="1" i="0">
                <a:solidFill>
                  <a:srgbClr val="FFFFFF"/>
                </a:solidFill>
                <a:latin typeface="STIHL Contraface Text"/>
              </a:rPr>
              <a:t>Fazit: Prozesse sind dokumentiert, Rollen &amp; Service Owner geklaert, KPI definiert – und das Tracking ist in ServiceNow / den Dashboards vorhanden.</a:t>
            </a:r>
          </a:p>
        </p:txBody>
      </p:sp>
      <p:sp>
        <p:nvSpPr>
          <p:cNvPr id="10" name="TextBox 9"/>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JBF85tvmTV.2trNKwozeA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ju4g5UG1QUKtI8SxcSTf2w"/>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zdCO7J0OS_uYu83qu2IS0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PLVArru6TV6RGD66rY_n0g"/>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LLETTe1mSV.Cm4EVc0csLg"/>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UBzr7RcHSxecPfjmbUJudg"/>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yQrizpMrTy6lgA5SCokSfw"/>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QaGq4e5bTnOyd7mCDKqzhQ"/>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zdCO7J0OS_uYu83qu2IS0Q"/>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Po4L0avzTJ2I6Oy1dIR0cQ"/>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AYOEdoRNTiaKeA_qVRivRQ"/>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uR8H0BhERUq65Lpj817pXw"/>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uR8H0BhERUq65Lpj817pXw"/>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ql6IIGFvQyGz90E2L5DZmA"/>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PLVArru6TV6RGD66rY_n0g"/>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JBF85tvmTV.2trNKwozeAw"/>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ju4g5UG1QUKtI8SxcSTf2w"/>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zdCO7J0OS_uYu83qu2IS0Q"/>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PLVArru6TV6RGD66rY_n0g"/>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LLETTe1mSV.Cm4EVc0csLg"/>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UBzr7RcHSxecPfjmbUJudg"/>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yQrizpMrTy6lgA5SCokSfw"/>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QaGq4e5bTnOyd7mCDKqzhQ"/>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zdCO7J0OS_uYu83qu2IS0Q"/>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Po4L0avzTJ2I6Oy1dIR0cQ"/>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AYOEdoRNTiaKeA_qVRivRQ"/>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uR8H0BhERUq65Lpj817pXw"/>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uR8H0BhERUq65Lpj817pXw"/>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ql6IIGFvQyGz90E2L5DZmA"/>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ql6IIGFvQyGz90E2L5DZmA"/>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V1iZxvMmOl99u_M6H2kTjQ"/>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p1FE8os1VU061a0XltTQyRQ"/>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TIHL EN 16:9">
  <a:themeElements>
    <a:clrScheme name="STILHL_CD">
      <a:dk1>
        <a:sysClr val="windowText" lastClr="000000"/>
      </a:dk1>
      <a:lt1>
        <a:sysClr val="window" lastClr="FFFFFF"/>
      </a:lt1>
      <a:dk2>
        <a:srgbClr val="B1B1B1"/>
      </a:dk2>
      <a:lt2>
        <a:srgbClr val="E7E6E6"/>
      </a:lt2>
      <a:accent1>
        <a:srgbClr val="000000"/>
      </a:accent1>
      <a:accent2>
        <a:srgbClr val="F37A1F"/>
      </a:accent2>
      <a:accent3>
        <a:srgbClr val="B1B1B1"/>
      </a:accent3>
      <a:accent4>
        <a:srgbClr val="749F4A"/>
      </a:accent4>
      <a:accent5>
        <a:srgbClr val="249ABE"/>
      </a:accent5>
      <a:accent6>
        <a:srgbClr val="FDC543"/>
      </a:accent6>
      <a:hlink>
        <a:srgbClr val="D43B3B"/>
      </a:hlink>
      <a:folHlink>
        <a:srgbClr val="878787"/>
      </a:folHlink>
    </a:clrScheme>
    <a:fontScheme name="STIHL">
      <a:majorFont>
        <a:latin typeface="STIHL Contraface Text"/>
        <a:ea typeface=""/>
        <a:cs typeface=""/>
      </a:majorFont>
      <a:minorFont>
        <a:latin typeface="STIHL Contraface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6350">
          <a:solidFill>
            <a:schemeClr val="tx1"/>
          </a:solidFill>
        </a:ln>
      </a:spPr>
      <a:bodyPr lIns="72000" tIns="72000" rIns="72000" bIns="72000" rtlCol="0" anchor="ctr"/>
      <a:lstStyle>
        <a:defPPr algn="ctr">
          <a:lnSpc>
            <a:spcPct val="90000"/>
          </a:lnSpc>
          <a:defRPr sz="1600" b="1"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18000" tIns="18000" rIns="18000" bIns="18000" rtlCol="0">
        <a:spAutoFit/>
      </a:bodyPr>
      <a:lstStyle>
        <a:defPPr algn="l">
          <a:lnSpc>
            <a:spcPct val="90000"/>
          </a:lnSpc>
          <a:spcBef>
            <a:spcPts val="400"/>
          </a:spcBef>
          <a:defRPr sz="1600" dirty="0" err="1" smtClean="0"/>
        </a:defPPr>
      </a:lstStyle>
    </a:txDef>
  </a:objectDefaults>
  <a:extraClrSchemeLst/>
  <a:extLst>
    <a:ext uri="{05A4C25C-085E-4340-85A3-A5531E510DB2}">
      <thm15:themeFamily xmlns:thm15="http://schemas.microsoft.com/office/thememl/2012/main" name="STIHL_EN_16-9.potx" id="{9750D1A3-F6B3-4B5F-BA2F-8611BD39BBAB}" vid="{17D6F275-8783-4081-AFB4-15D0B82B1DDB}"/>
    </a:ext>
  </a:extLst>
</a:theme>
</file>

<file path=ppt/theme/theme2.xml><?xml version="1.0" encoding="utf-8"?>
<a:theme xmlns:a="http://schemas.openxmlformats.org/drawingml/2006/main" name="STIHL DE 16:9">
  <a:themeElements>
    <a:clrScheme name="STILHL_CD">
      <a:dk1>
        <a:sysClr val="windowText" lastClr="000000"/>
      </a:dk1>
      <a:lt1>
        <a:sysClr val="window" lastClr="FFFFFF"/>
      </a:lt1>
      <a:dk2>
        <a:srgbClr val="B1B1B1"/>
      </a:dk2>
      <a:lt2>
        <a:srgbClr val="E7E6E6"/>
      </a:lt2>
      <a:accent1>
        <a:srgbClr val="000000"/>
      </a:accent1>
      <a:accent2>
        <a:srgbClr val="F37A1F"/>
      </a:accent2>
      <a:accent3>
        <a:srgbClr val="B1B1B1"/>
      </a:accent3>
      <a:accent4>
        <a:srgbClr val="749F4A"/>
      </a:accent4>
      <a:accent5>
        <a:srgbClr val="249ABE"/>
      </a:accent5>
      <a:accent6>
        <a:srgbClr val="FDC543"/>
      </a:accent6>
      <a:hlink>
        <a:srgbClr val="D43B3B"/>
      </a:hlink>
      <a:folHlink>
        <a:srgbClr val="878787"/>
      </a:folHlink>
    </a:clrScheme>
    <a:fontScheme name="STIHL_MASTER">
      <a:majorFont>
        <a:latin typeface="STIHL Contraface Text"/>
        <a:ea typeface=""/>
        <a:cs typeface=""/>
      </a:majorFont>
      <a:minorFont>
        <a:latin typeface="STIHL Contraface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6350">
          <a:solidFill>
            <a:schemeClr val="tx1"/>
          </a:solidFill>
        </a:ln>
      </a:spPr>
      <a:bodyPr lIns="72000" tIns="72000" rIns="72000" bIns="72000" rtlCol="0" anchor="ctr"/>
      <a:lstStyle>
        <a:defPPr algn="ctr">
          <a:lnSpc>
            <a:spcPct val="90000"/>
          </a:lnSpc>
          <a:defRPr sz="1600" b="1"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18000" tIns="18000" rIns="18000" bIns="18000" rtlCol="0">
        <a:spAutoFit/>
      </a:bodyPr>
      <a:lstStyle>
        <a:defPPr algn="l">
          <a:lnSpc>
            <a:spcPct val="90000"/>
          </a:lnSpc>
          <a:spcBef>
            <a:spcPts val="400"/>
          </a:spcBef>
          <a:defRPr sz="1600" dirty="0" err="1" smtClean="0"/>
        </a:defPPr>
      </a:lstStyle>
    </a:txDef>
  </a:objectDefaults>
  <a:extraClrSchemeLst/>
  <a:extLst>
    <a:ext uri="{05A4C25C-085E-4340-85A3-A5531E510DB2}">
      <thm15:themeFamily xmlns:thm15="http://schemas.microsoft.com/office/thememl/2012/main" name="STIHL_DE_16-9.potx" id="{6BBBE22F-944F-4E41-BA86-5378412495AC}" vid="{415B711D-5B89-470A-9BF5-A727149C3B70}"/>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2352416f-eb44-44b3-b6a2-68f8fe286e8a" xsi:nil="true"/>
    <lcf76f155ced4ddcb4097134ff3c332f xmlns="c67a4d66-129f-4ac5-a005-81afef69065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1FA07D56D9E9AB4386BECB0277E813CF" ma:contentTypeVersion="19" ma:contentTypeDescription="Ein neues Dokument erstellen." ma:contentTypeScope="" ma:versionID="c5bfb77761d8f1fd3192d2b2d36c6195">
  <xsd:schema xmlns:xsd="http://www.w3.org/2001/XMLSchema" xmlns:xs="http://www.w3.org/2001/XMLSchema" xmlns:p="http://schemas.microsoft.com/office/2006/metadata/properties" xmlns:ns2="c67a4d66-129f-4ac5-a005-81afef69065b" xmlns:ns3="2352416f-eb44-44b3-b6a2-68f8fe286e8a" targetNamespace="http://schemas.microsoft.com/office/2006/metadata/properties" ma:root="true" ma:fieldsID="5742b105d0aa219486d0c2ad6d43ec65" ns2:_="" ns3:_="">
    <xsd:import namespace="c67a4d66-129f-4ac5-a005-81afef69065b"/>
    <xsd:import namespace="2352416f-eb44-44b3-b6a2-68f8fe286e8a"/>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67a4d66-129f-4ac5-a005-81afef69065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Bildmarkierungen" ma:readOnly="false" ma:fieldId="{5cf76f15-5ced-4ddc-b409-7134ff3c332f}" ma:taxonomyMulti="true" ma:sspId="c751d313-418a-41e7-8296-c801e9c6f9b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52416f-eb44-44b3-b6a2-68f8fe286e8a" elementFormDefault="qualified">
    <xsd:import namespace="http://schemas.microsoft.com/office/2006/documentManagement/types"/>
    <xsd:import namespace="http://schemas.microsoft.com/office/infopath/2007/PartnerControls"/>
    <xsd:element name="TaxCatchAll" ma:index="21" nillable="true" ma:displayName="Taxonomy Catch All Column" ma:hidden="true" ma:list="{5fba7865-a38c-4d33-8d1f-f4a65cf1b291}" ma:internalName="TaxCatchAll" ma:showField="CatchAllData" ma:web="2352416f-eb44-44b3-b6a2-68f8fe286e8a">
      <xsd:complexType>
        <xsd:complexContent>
          <xsd:extension base="dms:MultiChoiceLookup">
            <xsd:sequence>
              <xsd:element name="Value" type="dms:Lookup" maxOccurs="unbounded" minOccurs="0" nillable="true"/>
            </xsd:sequence>
          </xsd:extension>
        </xsd:complexContent>
      </xsd:complexType>
    </xsd:element>
    <xsd:element name="SharedWithUsers" ma:index="2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B9BD90E-92CC-4A62-9368-6A8C72AC441B}">
  <ds:schemaRefs>
    <ds:schemaRef ds:uri="http://www.w3.org/XML/1998/namespace"/>
    <ds:schemaRef ds:uri="c67a4d66-129f-4ac5-a005-81afef69065b"/>
    <ds:schemaRef ds:uri="http://schemas.openxmlformats.org/package/2006/metadata/core-properties"/>
    <ds:schemaRef ds:uri="http://schemas.microsoft.com/office/infopath/2007/PartnerControls"/>
    <ds:schemaRef ds:uri="http://schemas.microsoft.com/office/2006/documentManagement/types"/>
    <ds:schemaRef ds:uri="http://purl.org/dc/elements/1.1/"/>
    <ds:schemaRef ds:uri="http://purl.org/dc/dcmitype/"/>
    <ds:schemaRef ds:uri="http://schemas.microsoft.com/office/2006/metadata/properties"/>
    <ds:schemaRef ds:uri="2352416f-eb44-44b3-b6a2-68f8fe286e8a"/>
    <ds:schemaRef ds:uri="http://purl.org/dc/terms/"/>
  </ds:schemaRefs>
</ds:datastoreItem>
</file>

<file path=customXml/itemProps2.xml><?xml version="1.0" encoding="utf-8"?>
<ds:datastoreItem xmlns:ds="http://schemas.openxmlformats.org/officeDocument/2006/customXml" ds:itemID="{7C5A7CF0-9EEA-49BC-AF82-8A3772653486}">
  <ds:schemaRefs>
    <ds:schemaRef ds:uri="2352416f-eb44-44b3-b6a2-68f8fe286e8a"/>
    <ds:schemaRef ds:uri="c67a4d66-129f-4ac5-a005-81afef69065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D3ACD1F0-1D83-4215-A735-A9D0BB6DD0C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STIHL_EN_16-9</Template>
  <TotalTime>0</TotalTime>
  <Words>2070</Words>
  <Application>Microsoft Office PowerPoint</Application>
  <PresentationFormat>Breitbild</PresentationFormat>
  <Paragraphs>285</Paragraphs>
  <Slides>22</Slides>
  <Notes>7</Notes>
  <HiddenSlides>1</HiddenSlides>
  <MMClips>0</MMClips>
  <ScaleCrop>false</ScaleCrop>
  <HeadingPairs>
    <vt:vector size="8" baseType="variant">
      <vt:variant>
        <vt:lpstr>Verwendete Schriftarten</vt:lpstr>
      </vt:variant>
      <vt:variant>
        <vt:i4>9</vt:i4>
      </vt:variant>
      <vt:variant>
        <vt:lpstr>Design</vt:lpstr>
      </vt:variant>
      <vt:variant>
        <vt:i4>2</vt:i4>
      </vt:variant>
      <vt:variant>
        <vt:lpstr>Eingebettete OLE-Server</vt:lpstr>
      </vt:variant>
      <vt:variant>
        <vt:i4>1</vt:i4>
      </vt:variant>
      <vt:variant>
        <vt:lpstr>Folientitel</vt:lpstr>
      </vt:variant>
      <vt:variant>
        <vt:i4>22</vt:i4>
      </vt:variant>
    </vt:vector>
  </HeadingPairs>
  <TitlesOfParts>
    <vt:vector size="34" baseType="lpstr">
      <vt:lpstr>Arial</vt:lpstr>
      <vt:lpstr>Arial,Sans-Serif</vt:lpstr>
      <vt:lpstr>Avenir</vt:lpstr>
      <vt:lpstr>Calibri</vt:lpstr>
      <vt:lpstr>STIHL Contraface Display Title</vt:lpstr>
      <vt:lpstr>STIHL Contraface Text</vt:lpstr>
      <vt:lpstr>STIHL Contraface Text Demi</vt:lpstr>
      <vt:lpstr>Verdana</vt:lpstr>
      <vt:lpstr>Wingdings</vt:lpstr>
      <vt:lpstr>STIHL EN 16:9</vt:lpstr>
      <vt:lpstr>STIHL DE 16:9</vt:lpstr>
      <vt:lpstr>think-cell Folie</vt:lpstr>
      <vt:lpstr>DQS Audit 2026  Teilaudit 17 it1: IT ƒ</vt:lpstr>
      <vt:lpstr>IPS – Integrated Processes and Solutions</vt:lpstr>
      <vt:lpstr>Wer wir Sind </vt:lpstr>
      <vt:lpstr>PowerPoint-Präsentation</vt:lpstr>
      <vt:lpstr>IPS – Global Organization with Process Excellence &amp; IT Integration</vt:lpstr>
      <vt:lpstr>KATEGORIEN VON SYSTEMLÖSUNGEN</vt:lpstr>
      <vt:lpstr>ANSTEHENDE PROJEKTE IM ÜBERBLICK | IPS ROADMAP </vt:lpstr>
      <vt:lpstr>ARBEITS- UND GESUNDHEITSSCHUTZ</vt:lpstr>
      <vt:lpstr>E-LEARNING &amp; SENSIBILISIERUNG</vt:lpstr>
      <vt:lpstr>SICHERHEIT AM ARBEITSPLATZ | DOKUMENTENABLAGE</vt:lpstr>
      <vt:lpstr>ZIEL: GANZHEITLICHE SICHERHEITSKULTUR IN DER STIHL GRUPPE FÖRDERN</vt:lpstr>
      <vt:lpstr>Anforderung, die mit dem Auditteam besprochen wurde.</vt:lpstr>
      <vt:lpstr>Wer wir Sind </vt:lpstr>
      <vt:lpstr>PowerPoint-Präsentation</vt:lpstr>
      <vt:lpstr>Wer wir Sind </vt:lpstr>
      <vt:lpstr>CYBER SECURITY</vt:lpstr>
      <vt:lpstr>CYBER SECURITY</vt:lpstr>
      <vt:lpstr>CYBER SECURITY</vt:lpstr>
      <vt:lpstr>Wer wir Sind </vt:lpstr>
      <vt:lpstr>PowerPoint-Präsentation</vt:lpstr>
      <vt:lpstr>PowerPoint-Präsentation</vt:lpstr>
      <vt:lpstr>PowerPoint-Präsentation</vt:lpstr>
    </vt:vector>
  </TitlesOfParts>
  <Manager/>
  <Company>ERR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D1/MC2 Ecke, Oliver</dc:creator>
  <cp:lastModifiedBy>D8/ODS Passaro, Alexander</cp:lastModifiedBy>
  <cp:revision>2</cp:revision>
  <dcterms:created xsi:type="dcterms:W3CDTF">2025-07-07T10:08:27Z</dcterms:created>
  <dcterms:modified xsi:type="dcterms:W3CDTF">2026-06-19T11:22:25Z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0x0101001FA07D56D9E9AB4386BECB0277E813CF</vt:lpwstr>
  </property>
  <property fmtid="{D5CDD505-2E9C-101B-9397-08002B2CF9AE}" pid="3" name="Verantwortlicher">
    <vt:lpwstr/>
  </property>
  <property fmtid="{D5CDD505-2E9C-101B-9397-08002B2CF9AE}" pid="4" name="MSIP_Label_f336f76c-dfa2-4ce6-8362-305539f7b79a_Enabled">
    <vt:lpwstr>true</vt:lpwstr>
  </property>
  <property fmtid="{D5CDD505-2E9C-101B-9397-08002B2CF9AE}" pid="5" name="MSIP_Label_f336f76c-dfa2-4ce6-8362-305539f7b79a_SetDate">
    <vt:lpwstr>2023-12-12T09:44:36Z</vt:lpwstr>
  </property>
  <property fmtid="{D5CDD505-2E9C-101B-9397-08002B2CF9AE}" pid="6" name="MSIP_Label_f336f76c-dfa2-4ce6-8362-305539f7b79a_Method">
    <vt:lpwstr>Privileged</vt:lpwstr>
  </property>
  <property fmtid="{D5CDD505-2E9C-101B-9397-08002B2CF9AE}" pid="7" name="MSIP_Label_f336f76c-dfa2-4ce6-8362-305539f7b79a_Name">
    <vt:lpwstr>Internal</vt:lpwstr>
  </property>
  <property fmtid="{D5CDD505-2E9C-101B-9397-08002B2CF9AE}" pid="8" name="MSIP_Label_f336f76c-dfa2-4ce6-8362-305539f7b79a_SiteId">
    <vt:lpwstr>702ed1df-fbf3-42e7-a14d-db80a314e632</vt:lpwstr>
  </property>
  <property fmtid="{D5CDD505-2E9C-101B-9397-08002B2CF9AE}" pid="9" name="MSIP_Label_f336f76c-dfa2-4ce6-8362-305539f7b79a_ActionId">
    <vt:lpwstr>f25fa44d-eaa3-46d9-9d6a-7f6f55407eae</vt:lpwstr>
  </property>
  <property fmtid="{D5CDD505-2E9C-101B-9397-08002B2CF9AE}" pid="10" name="MSIP_Label_f336f76c-dfa2-4ce6-8362-305539f7b79a_ContentBits">
    <vt:lpwstr>1</vt:lpwstr>
  </property>
  <property fmtid="{D5CDD505-2E9C-101B-9397-08002B2CF9AE}" pid="11" name="MediaServiceImageTags">
    <vt:lpwstr/>
  </property>
</Properties>
</file>