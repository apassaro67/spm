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grundsätzlich abbildbar – Thumbs Up für Auftragsklärung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PM-Anforderungen tiefer legen, Schwerpunkt Ressourcen- und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Customizing über Low-Code hinaus erwartet; Anbietervergleich/Benchmarking ergänzen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grundsätzlich abbildbar – Thumbs Up für Auftragsklärung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müssen inhaltlich noch tiefergelegt werden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Sehr guter Implementierungspartner nötig; Prozesse vorab klar definieren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und FB-Anforderungen grundsätzlich abbildbar – Thumbs Up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Deutliches Potenzial der strategischen Plattform ServiceNow für die Use Cases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Detaillierte Auftragsklärung rechtzeitig zur Jahresplanung weiterverfolgen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SPM-Szenarien (Portfolio Management &amp; OKR) grundsätzlich abbildbar – Thumbs Up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Mächtigkeit der Plattform verlangt sauberes Scope- und Rollout-Management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Datenverfügbarkeit; Zusatzaufwand in Prozess-/Verantwortungsklärung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und Bottom-up Planung auf Modell-Ebene grundsätzlich abbildbar – Thumbs Up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Anforderungsmanagement integrierbar (LH/CRD → Steckbrief): zusätzliches Potenzial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Chance: durchgängiger Systemansatz Strategie → Idee → Vorhaben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– Thumbs Up für Auftragsklärung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Viele Anforderungen müssen inhaltlich noch tiefergelegt werden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in Folge-Workshops zur weiteren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